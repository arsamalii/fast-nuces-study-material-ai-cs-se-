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5" r:id="rId2"/>
    <p:sldId id="256" r:id="rId3"/>
    <p:sldId id="258" r:id="rId4"/>
    <p:sldId id="260" r:id="rId5"/>
    <p:sldId id="262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257" r:id="rId15"/>
    <p:sldId id="324" r:id="rId16"/>
    <p:sldId id="259" r:id="rId17"/>
    <p:sldId id="325" r:id="rId18"/>
    <p:sldId id="261" r:id="rId19"/>
    <p:sldId id="326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7:51:13.30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2060"/>
    </inkml:brush>
    <inkml:brush xml:id="br2">
      <inkml:brushProperty name="width" value="0.09071" units="cm"/>
      <inkml:brushProperty name="height" value="0.09071" units="cm"/>
      <inkml:brushProperty name="color" value="#00B050"/>
    </inkml:brush>
  </inkml:definitions>
  <inkml:trace contextRef="#ctx0" brushRef="#br0">19920 1003 6183,'-8'-19'1260,"0"1"-900,0 1 359,-1-2-269,0 2-360,2 2 0,2 6 0,3 4 90,1 1-90,0 4 269,-1 6 1,-1 13-180,-3 5 0,-1 13-90,-1-1 0,2-3 0,0 4-773,0 8 0,0 2 728,0 0 0,0 3-15,2-3 0,0 3 0,1-4 15,1 0 0,0-1-15,1-6 0,0 3 0,2 1 127,1-2 0,2 1 1,1 1-1,0-2 83,1 8 0,1-1 0,1 3-115,-2-9 1,1 2 0,0 2 0,0-2 0,-1-2-6,3 6 0,-1-3 0,-1 1-8,-1-4 1,0 2-1,0 1 1,-2-2-46,-1-5 1,-1-2-1,1 0 1,-2 4 22,0 6 0,0 3 0,-1 2 0,1 0 0,-1-1-19,-1-5 1,1-2 0,0 0 0,-2 1 0,1 1-464,0-2 1,-1 2-1,0 0 1,1 0-1,-2-1 1,2-3 436,-1 4 0,0-4 0,0 0 0,0 2 44,0-2 1,0 1 0,0 0 0,-1 0 0,2-2-141,-1 2 1,0-2 0,1 0 0,-1 3 176,1 4 0,-1 4 0,1 0 0,0 0 0,0-1-72,0-8 0,1-2 0,0 0 0,-1 1 0,1 0-36,-1 3 0,1 2 0,0 0 0,0-2 0,0-4 12,0 6 0,1-5 0,-1 1-30,0 4 0,0 1 0,-1-4-81,0 5 1,1-2 50,0-12 0,-1 2 0,1 0 392,-1 12 0,1-3-812,1-13 0,0-4 2124,2 12-3563,2-32 916,0-19-2895,2-27 3868,-6 11 0,-1-1 0,0 0 0,-1-2 0,-2 2 0,-1-1 0</inkml:trace>
  <inkml:trace contextRef="#ctx0" brushRef="#br0" timeOffset="1462">20037 5154 7173,'-6'1'2429,"-3"1"-1980,4-1 91,-2 1-180,4-1-180,5 1 0,5-1 179,17-1 1,18-3-135,5-1 0,5-2-195,-16 1 0,0 1 0,2-1-707,-1 0 0,2 0 0,0 0 0,-1 0 707,-1 1 0,-1-2 0,2 2 14,-1-1 1,2 1 0,0-1 0,0 2-450,8-3 0,-1 1 1,2 0 471,-3 0 1,3 0-1,0 0 1,-2 0-24,-8 1 1,0 0 0,-1 0 0,1 1 0,8-1 0,3-1 0,-1 1 0,-4 0-481,-6 1 1,-3 1 0,3-1 465,10 0 0,2-1 0,-3 1-30,-12 1 0,-2 0 0,3 0-133,0 1 0,2-2 0,2 1 1,-1 0 132,2 0 0,0-1 0,2 1 0,3 0 15,-4-1 0,5 0 0,1 0 0,1-1 0,0 1 0,-2-1 0,-4 1 0,-1 0 0,0 0 0,0-1 0,0 0 0,2 0-65,-2 1 0,1-2 0,1 1 0,1-1 0,-2 1 0,-1 0 0,-3-1 50,12 0 0,-4-1 0,-1 1 0,1-1-18,-5 1 0,2-1 0,-1 0 0,-1 0 0,-2 0-81,-1 1 1,-1 0 0,-2 0 0,0 0 98,12-2 0,0 1 0,-1 0 105,-7 1 0,0 1 0,-4 0-105,-1 0 0,-2 2 200,9-2 1,-1 1-201,-4 1 0,2 0 918,10-1 1,0 1-919,-12 1 0,-3-1 45,3 1 0,-3 0-45,3-1 2209,2 0-2209,-12 1 0,-1 1 1696,-6 0-1696,-7 0 408,2-1-408,-2 1 87,1 0-1166,-7 0-1890,-9-2 1260,-6 1 1709,-24-5 0,1 1 0,-14-1 0</inkml:trace>
  <inkml:trace contextRef="#ctx0" brushRef="#br0" timeOffset="6580">16181 2399 7083,'-6'-12'2339,"0"1"-1080,-2-2-809,2 4 89,-4 0-359,5 12-90,1 5 0,4 22-90,3 19-270,-1-11 0,0 1-587,1-4 1,-2 0 451,1 3 1,0-2-136,-1-11 0,1 0-629,1 6 0,2-3 1169,12 8 0,1-8 0,6-27 0</inkml:trace>
  <inkml:trace contextRef="#ctx0" brushRef="#br0" timeOffset="6798">16325 2322 6813,'-5'-33'2968,"2"20"-2878,3 20 90,6 35-225,-3-17 0,3 2-45,-2 0 0,1 2-450,1 8 1,0 0-361,-3-8 1,0-2 899,2 4 0,-1-1 0,1 8 0,-1-16 0</inkml:trace>
  <inkml:trace contextRef="#ctx0" brushRef="#br0" timeOffset="7031">16061 2629 6543,'-23'7'2879,"18"-5"-2430,34-13-359,6-2-180,-4 0 0,2-3-405,-4 2 1,0-1-479,0-1 1,0 1 477,-3 1 0,-3 0-404,5-2 961,-5 2 1,-5 3 0,-5 2 0</inkml:trace>
  <inkml:trace contextRef="#ctx0" brushRef="#br0" timeOffset="7231">16153 2681 6903,'-10'8'1889,"7"-3"-1709,6-4 0,10-7-180,7-3-810,20-14 1,-5 4 359,-12 5 0,1 0 450,1-1 0,-1 1 0,12-7 0,-13 7 0,0 1 0</inkml:trace>
  <inkml:trace contextRef="#ctx0" brushRef="#br0" timeOffset="7915">16787 2386 6813,'-11'-12'5397,"-6"5"-4857,1 16-360,1 4-90,-3 20-90,12 2 0,2 0 0,7-5 0,4-14-90,11-6-90,3-14 90,6-23 90,-13-8 0,-9-9 0,-11 18-360,-9 10-540,5 18 361,2 4-181,7 6 1,5-3-541,14 2 811,0-7 89,9-1 90,-4-9 270,10-14 540,-3-12-46,-13 7 1,-1 0 45,2-21 134,-11 14 1,-4 1 584,-3-16-719,-2 1 270,-8 8-271,0 27-359,-1 12-180,7 39-45,6-13 0,2 2-225,2 13 0,1 1-90,0-10 1,0-1-901,2 11 1,-2 1-225,-1-9 0,-1-1 482,1 0 1,-1-1 1001,-1-3 0,0-5 0,2 4 0,0-5 0</inkml:trace>
  <inkml:trace contextRef="#ctx0" brushRef="#br0" timeOffset="8131">16888 2530 7623,'-21'0'2788,"2"0"-1709,7-3-809,18-6-540,6-3-674,10 0 0,4-3-361,2-1 1,2-1 1304,10-5 0,0-1 0,-7 3 0,-1 1 0,-1 1 0,-1 0 0</inkml:trace>
  <inkml:trace contextRef="#ctx0" brushRef="#br0" timeOffset="8398">17334 2023 6993,'-15'-17'5037,"3"2"-3957,3 1-901,6 15-179,6 6-719,8 26-1170,-1 12 494,-4-13 1,0 3 1394,0 2 0,-1-1 0,-1-7 0,-2-1 0,-1-3 0,2 1 0</inkml:trace>
  <inkml:trace contextRef="#ctx0" brushRef="#br0" timeOffset="9297">17344 2273 6813,'23'-27'2339,"1"3"-1710,8 0-359,-6 12 0,3 11 0,-12 13-180,-6 9-90,-12 1 90,-17 10-90,-3-10 0,1-2-90,6-10-180,19-20 90,15-15 90,6-3 0,8-6 90,-6 7 45,-8 9 0,0 0 135,9-9 0,6-6 90,-16 13 270,-1-2-91,-10 4-269,-18 10-180,-15 16-90,-16 19 90,9 0 0,8 1 0,15-7-539,11 5-541,14-2 361,5-4-901,27-10 945,-23-13 1,2-3 359,8-5 1,1-2 249,-7-1 0,-1-2 130,7-9 0,-3-4 294,-8 5 1,-1-2 135,3-5 0,-1-1-448,-8 9 0,-3 0 403,5-10-90,-15 17 89,-9 7-359,-3 8 0,-17 16 0,-2 14-135,9-7 0,2 1 45,-10 16 446,7 6-446,15-18 0,4-3 0,8-13 0,3-14 0,7-17 89,0-18-89,-1-5 90,-9 5 0,-3-2 90,-4 2 0,-2-2 30,-2 3 0,0-3 0,-2 3-75,-2-6 0,-1 4-45,-2 1 0,-1 15-450,-1 28-360,8 22-360,9 8 1,5 4-64,6 0 1,4-1 986,1 3 0,2-2 0,5-1 0,3-2 0,-5-11 0,0-1 0</inkml:trace>
  <inkml:trace contextRef="#ctx0" brushRef="#br0" timeOffset="9796">17111 3035 7173,'-10'-20'3238,"1"-1"-1709,6-11-539,11 0-271,28 2-539,6 22-90,-9 16 0,-1 7-90,-12 2 0,-3 1-90,-2 5 0,-5-1-180,-8 4-90,-8-12-179,-2-14-900,0-17 89,8-8 1,4-4 494,0-3 1,4-1 359,4-11 0,3 2 364,-2 14 1,1 2 0,13-12 0,-9 20-1</inkml:trace>
  <inkml:trace contextRef="#ctx0" brushRef="#br0" timeOffset="10498">17442 2695 6183,'18'17'4498,"-8"-3"-3419,-11 15-809,-8 1-180,-3 14 0,7 5-90,13-15 0,4-6-90,16-25 90,-3-17 0,0-12 0,-10 0 0,-15-12-90,-15 11 90,-11-1-90,1 11-180,-2 9-179,16 5 179,4-1-270,17-4 180,10-5 180,19-12 90,-11 6 90,5-1 0,-12 11 0,-7 4 0,4 2 0,-7 7 90,4 10-90,-5-1 0,8 16 0,-7-2 0,2 6 0,-6-11 0,2-6-90,3-14 90,1-3 0,3-6 0,-4-1 0,9-8 0,0-2 0,-2 0 0,-8-2 0,-19 4 0,-3 2 0,-10 2 0,0 6 0,-12 0 0,-2 3-90,1 0-179,2 1-271,19-2-360,5-5 361,11 0-810,12-10 1349,-3 7 0,6-4 0,-6 7 0</inkml:trace>
  <inkml:trace contextRef="#ctx0" brushRef="#br0" timeOffset="11331">17899 2579 6723,'2'-4'2519,"2"-1"-1980,1 2-179,3 2-90,0 2 270,5 6-270,2 5-91,-2 1 1,-1 6 90,-6-6-180,-3-3 0,-4-8 0,-2-13-90,0-9 0,1-1-90,4-10 90,4 9 0,1 2 0,5 8 0,2 15 0,3 6 0,-3 3 0,-4 1 0,-3-7 0,0-3-450,-1-6 181,0-1-451,0-10 0,0 4 451,0-2-91,2 5 90,-1 4-270,5-1 180,-3 0-269,9-8 269,0-6 270,1-3 90,-1-3 90,-5 3 270,3-9 269,-1 3 91,0-4-360,-6 13 269,-5 8-179,-5 12-270,-1 3 90,-1 9 90,6 2-270,2 0 90,6-2-1,2-7 271,8 2 90,2 1-360,-1 0 270,-4 5-361,-16 3-3147,-26 14 1529,4-17 0,-4-1 1529,-3 1 0,0-1 0,-2-5 0,1-2 0,-14 2 0</inkml:trace>
  <inkml:trace contextRef="#ctx0" brushRef="#br0" timeOffset="13246">22446 5494 7443,'-4'-11'2248,"0"1"-1258,-1-2-450,1 6-361,0 3-89,4 15 0,3 18-90,-2-5 0,1 2 0,0-1 0,-1 0-315,2 11 1,0 2-901,3-3 1,0 0 629,-3-6 1,3-2 44,0 1 0,2-4 540,1-8 0,1-6 0,1-4 0</inkml:trace>
  <inkml:trace contextRef="#ctx0" brushRef="#br0" timeOffset="13463">22580 5509 7083,'-5'-10'1709,"3"13"-1619,2 15-90,4 7-270,9 22-809,4-4 359,0 0-89,0-5 809,-7-15 0,-1-4 0,-1-1 0</inkml:trace>
  <inkml:trace contextRef="#ctx0" brushRef="#br0" timeOffset="13698">22359 5770 6453,'-7'4'990,"8"-3"-630,29-15-360,10-8-45,-15 8 0,0 0-270,5-5 0,-3 0-944,14-8 1259,-4 1 0,-13 9 0,-14 10 0</inkml:trace>
  <inkml:trace contextRef="#ctx0" brushRef="#br0" timeOffset="13883">22419 5809 6633,'9'4'1619,"12"-5"-2608,15-11 989,-9 2 0,2-1 0,-4 1 0,0-1 0,1 1 0,1-1 0</inkml:trace>
  <inkml:trace contextRef="#ctx0" brushRef="#br0" timeOffset="14580">23043 5621 7083,'0'-8'3868,"-3"-2"-3239,-2 3 91,-6 2-450,-3 13-180,1 2-90,-4 19 0,9 1 0,3 6-90,6-11 90,11-10 0,2-20 90,3-14-90,-6-15 0,-6 4 0,-10-5 0,-1 20 0,-2-1-180,2 13-450,5 4-269,10 5 359,3-1 90,10 0 91,0-7 89,12-10 270,1-12 90,-2-3 224,-17 4 1,-4-2 585,-2-23-451,-8 18 1,-1 0 0,-6-15 180,-12 3-361,2 29 1,-1 15-180,6 14-45,9 7 0,3 5 0,4 2 0,1 1-45,1-1 0,0 3-315,7 12 1,2 0-744,-3-8 1,0 1-382,4 8 0,2 0 134,-3-5 1,1-3 1304,-5-9 0,0-4 0,9 10 0,-8-19 0</inkml:trace>
  <inkml:trace contextRef="#ctx0" brushRef="#br0" timeOffset="15114">23214 5725 7443,'-12'-6'2338,"17"-1"-2068,19-6-450,9-1-225,-3 1 1,2-2-271,-3 1 1,0-1 140,-1-1 1,1 0 263,-2 0 1,-3-1-181,8-7 180,4-9 1260,-4-6-1,-7 5 90,-13 5-629,-13 17 360,-11 5 346,-3 7-617,-6 4-359,2 2 180,-2 9-90,10 0-270,4 2 90,7-1 0,7-4 0,11 5-90,6 2 0,3 0 0,0 0 0,-9-6 90,2 7-90,-10 3 90,-4 0-180,-12 1 0,-9-6-990,-9 1 91,6-7-270,-5-2-1,12-12 1260,6-18 0,6-2 0,6-11 0</inkml:trace>
  <inkml:trace contextRef="#ctx0" brushRef="#br0" timeOffset="15331">23723 5287 6903,'5'-17'2519,"0"2"-1890,-2 5 631,2 7-721,1 14-269,6 15-270,-1 5 0,4 6-90,-1-6-225,-5-8 0,3 1-584,-1 0 0,0 0 269,0 0 0,1-2-629,8 16 90,-7-20 1169,0-5 0,0-5 0,-1-5 0</inkml:trace>
  <inkml:trace contextRef="#ctx0" brushRef="#br0" timeOffset="16515">23841 5491 6453,'-4'0'1350,"4"-3"-991,4 0 91,1-3 0,-2 1-270,-2 1 0,-1 1 0,0 0-1,-1 0 1,1-1-180,0-1 0,4-1 90,4-2-90,11-4 0,2 1 0,16-5 0,-14 6 0,5 1 180,-11 1 0,-5 4 180,4-4 0,-9 4-180,-3 1-91,-4 2 1,-7 6-90,-4 4 0,-4 5 0,1-2 0,1 0 0,6-4-90,-1 2 90,4-4 0,-1 3 0,5-5 0,5 4 0,5 0 0,0 1 0,4-1 90,-2-1-90,4 2 0,3 1 0,0-1 0,-2-1 0,-5-4 0,3 2 0,0-3 0,-2 0 0,2-6 0,-7-3 0,0-7 0,-4-1 0,-6-9 0,-6-1 0,0 0 0,-3 2 0,2 7 0,-4 0 0,-3 6 0,1 0 0,0 6 0,5 3-90,-2 3 90,4-1 0,0 0 0,5 0-89,2-2-1,5 0 90,2 0 0,4-3 0,0-1 0,-1 0 0,5-2 0,1 2 0,0 0 0,0 2 0,-3 2 0,6 6 0,0 7 90,0 3-90,-1 4 0,-8-3 89,1 9-89,-5-7 90,-1 5 90,-3-11 0,-2-2 0,-1-8-180,1-3 90,1-9-90,1-4-90,1-4-360,4-16-809,0-3-810,3-4 990,-3 12 0,0 12 1079,-3 13 0,1 3 0,-1 2 0</inkml:trace>
  <inkml:trace contextRef="#ctx0" brushRef="#br0" timeOffset="16714">24298 5331 7803,'6'-6'3867,"-1"1"-2967,1 6-630,-2 3 0,6 14-270,0 7-720,7 11-90,-3-6-1708,6 1-181,-3-17 2699,-1-5 0,-5-12 0,-4-4 0</inkml:trace>
  <inkml:trace contextRef="#ctx0" brushRef="#br0" timeOffset="16864">24357 5270 6273,'-3'-1'360,"4"4"-540,4 2-269,9 8 449,5-1 0,0-1 0,1-3 0</inkml:trace>
  <inkml:trace contextRef="#ctx0" brushRef="#br0" timeOffset="17330">24501 5301 6453,'19'-27'3328,"-3"-2"-2158,-16 12-810,-5 9-271,-9 13-89,2 10 0,1 9 0,7-4-89,4 9-181,3-8 0,3 4-180,2-11-719,7-2-1,4-8 271,9-8 719,-6-7 270,5-17 450,-11-3-181,-2-1 631,-8-6-270,-10 14-271,-6 4-359,0 12 0,-2 14-90,12 6 0,7 6 90,4-3 180,10 4 180,-6-2-1,-3 6-539,-8-3-1798,-13 3-721,-8-8 2609,-2-2 0,0-7 0,7-7 0</inkml:trace>
  <inkml:trace contextRef="#ctx0" brushRef="#br0" timeOffset="19080">20673 4391 6813,'-6'-1'2519,"0"0"-990,-1-2-1079,4 0-361,0 0-89,5 1 90,2 0 0,3 0 0,2 0 0,0 2 0,1 2 0,-7 5 90,-4 5-90,-5 0 180,-10 5 90,0-6-180,1 0 89,0-8-89,8-8-90,3-6-90,5-1 0,7-3 0,3 7 180,7 5 0,-5 6 0,-3 6 0,-10 2 0,-8-2-180,-5 0 0,1-5 0,2-4-90,5-5-450,2-7-269,3 2-2070,6-7-269,0 14 3148,1 4 0,0 12 0,-2 5 0</inkml:trace>
  <inkml:trace contextRef="#ctx0" brushRef="#br0" timeOffset="22530">20640 4024 6903,'-2'-10'2159,"1"0"-1619,0 1 359,4-5-539,2 6 90,3-1 89,-1 11-269,-4 2 270,-9 10-1,-9 1-359,-2 1 180,-7-4-540,10-13-1709,7-10 360,8-4-1529,14-3 3058,-3 12 0,3 5 0,-5 8 0</inkml:trace>
  <inkml:trace contextRef="#ctx0" brushRef="#br0" timeOffset="23131">21033 4262 8252,'4'-1'2699,"2"1"-1980,-2 4-89,-4 2-360,-5-1 0,-10 1-180,0-3 0,-3 0-270,10-6-270,13-4-809,13-4-2519,5-7 3778,-16 2 0,-6-1 0,-17 7 0</inkml:trace>
  <inkml:trace contextRef="#ctx0" brushRef="#br0" timeOffset="23614">20997 3706 7713,'6'4'2428,"0"0"-1708,0 6-181,-3 3-269,-1 1 90,-7 6 0,-7-3 0,-5 2-180,4-11-180,4-10 0,9-7-180,11-11-180,2 4-1259,5-4 360,-5 9-1350,-4 4 2609,-10 6 0,-5 2 0,-3 3 0</inkml:trace>
  <inkml:trace contextRef="#ctx0" brushRef="#br0" timeOffset="24163">20579 3484 7982,'6'-6'3149,"5"0"-2790,1 2 91,11 2-270,-8 4 0,6 2 0,-9 2 90,0 3 90,-9 4-181,-3-1-89,-9 1 0,-1-6 90,-6 2-180,4-5 90,-2 0-180,8-6-270,5-9-1349,8-5 270,2-1-1529,12-5 2968,-2 12 0,2 2 0,-3 5 0</inkml:trace>
  <inkml:trace contextRef="#ctx0" brushRef="#br0" timeOffset="24646">21346 3966 10141,'5'7'1889,"-1"2"-1439,-6 9-270,-12-1 0,-12-1-180,2-8-180,-4-11-900,16-11-89,3-4-1619,15-11 2788,6 9 0,3 3 0,-1 9 0</inkml:trace>
  <inkml:trace contextRef="#ctx0" brushRef="#br0" timeOffset="25146">21043 4459 7982,'-1'-4'2969,"1"-1"-2070,1 5-629,1 2 360,0 7-270,-3 6-1,-6 7-269,-2-3-90,-5 0 0,1-9-539,-5-3-181,4-6-449,-2-6-271,10-5-1438,1-13 2878,4 3 0,0-6 0,2 6 0</inkml:trace>
  <inkml:trace contextRef="#ctx0" brushRef="#br0" timeOffset="25846">20433 4158 6723,'-7'-5'2968,"2"1"-1978,-1-2-540,2 2-181,2 0 271,-1 2-90,2 0-180,-1 0-90,0-1-90,1 2 0,1-1-90,0 0 0,0 0 90,3-3-90,1 1 0,0-1 0,1-1 0,0 3 0,1 0 89,0 3-89,-1 3 90,-4 6 0,-6 5 0,-5 4-90,0-4-90,-1-3 0,5-8-539,0-8-1,4-2-449,0-8-270,3 1-1350,2-7 2699,0 6 0,1-3 0,-2 8 0</inkml:trace>
  <inkml:trace contextRef="#ctx0" brushRef="#br0" timeOffset="26315">20432 3817 6903,'-5'-2'3778,"-1"0"-2429,3-1-989,3 1-180,1-1 90,4 3-90,-2 0 89,0 5 91,-4 4-270,-2 1 180,-9 8-90,-3-3 0,-3-2-90,6-6-90,7-15 0,11-12-360,3-2-1979,8-8-899,-4 15 3238,2 13 0,-5 13 0,-3 15 0</inkml:trace>
  <inkml:trace contextRef="#ctx0" brushRef="#br1" timeOffset="33579">21141 1580 7533,'-6'-4'2608,"3"1"-2158,2 2-90,5 8 89,-2 2 91,-4 5-270,-4-4 180,-9-2-90,3-8-181,0-2-89,4-7 0,7-1 0,7-7-90,6 1 0,2 1-180,6 8-989,-7 11-1619,-1 5 1348,-7 0 1440,-6 1 0,-2-7 0,-1 2 0</inkml:trace>
  <inkml:trace contextRef="#ctx0" brushRef="#br1" timeOffset="33981">20949 1813 6903,'6'-9'3328,"2"2"-2518,3 5-451,-1 5 91,1 9-90,-7 6-270,-2 0 90,-10 6-180,-5-8-180,-3-5-270,5-10-1439,8-23-719,12-9 1438,3-2 1170,7 1 0,-5 17 0,1 1 0</inkml:trace>
  <inkml:trace contextRef="#ctx0" brushRef="#br1" timeOffset="34346">21460 1807 7443,'6'-5'2518,"2"1"-1528,4 2-271,3 2-359,-1 3-180,-7 2-90,-6 4 0,-6-2 0,-11 6-90,2-4-180,-11 1-720,8-15-1438,1-11 2338,10-22 0,6 9 0,4-6 0</inkml:trace>
  <inkml:trace contextRef="#ctx0" brushRef="#br1" timeOffset="34781">21368 1458 6813,'-4'-12'4498,"3"0"-4229,3 3 1,2 2-90,2 5 90,4 3 0,1 4-90,-3 10-180,-10 1-360,-10 4-180,-4-10-1529,-6-12-1798,4-26 3867,4 5 0,1-14 0,8 16 0</inkml:trace>
  <inkml:trace contextRef="#ctx0" brushRef="#br1" timeOffset="35179">20967 1363 7353,'6'-10'4137,"3"4"-3867,4 8-180,-5 3 90,-9 2 0,-11 0-540,-9-1-269,1-3-1620,-4-8 2249,10-8 0,3 1 0,5-4 0</inkml:trace>
  <inkml:trace contextRef="#ctx0" brushRef="#br1" timeOffset="35580">21339 1032 7623,'3'-5'3418,"3"3"-2699,-2 6-539,2 2 0,-1 4 0,-2-1 0,-1 3-90,-1-3 0,-6 3 0,-3-8-90,-1-1 0,-2-10-540,5-5-3058,5-12 810,7 3 2788,4 3 0,1 12 0,-1 6 0</inkml:trace>
  <inkml:trace contextRef="#ctx0" brushRef="#br1" timeOffset="35949">21746 1494 7533,'-3'7'2878,"2"4"-2518,3-1-180,1-1-180,0 0 90,-3-3-180,-5 0-720,-6-3-2338,-15-10 3148,1-4 0,-2-4 0,7 3 0</inkml:trace>
  <inkml:trace contextRef="#ctx0" brushRef="#br1" timeOffset="36483">20778 1724 7353,'11'-20'3598,"-2"2"-3238,-8 13 269,-4 1-359,-10 8-90,-9 4-180,1 1 90,-7 4-90,10-6-180,2 0-1709,9-9-809,14-7 2698,9-9 0,2 2 0,3-2 0</inkml:trace>
  <inkml:trace contextRef="#ctx0" brushRef="#br1" timeOffset="36896">20959 995 7623,'0'-15'3148,"0"5"-2608,0 0 179,2 5-449,1 4 270,3 2-181,0 4-179,0-1 90,1 4 0,-7-2-180,-2 0-90,-9 0-1799,-2-3-1259,1 4 0,6 8 3058,9 3 0,8 11 0,1-4 0</inkml:trace>
  <inkml:trace contextRef="#ctx0" brushRef="#br2" timeOffset="42496">23851 2200 7263,'-7'-6'3508,"1"1"-2968,0 3-451,4 3-89,4 5 90,1 2 0,0 3 0,-1-2 90,-1 2-90,-4-5 270,-8-3-180,-5-3 0,-8-10-1080,7-2-1618,8-4 1079,11 9 1439,10 8 0,-3 6 0,6 4 0</inkml:trace>
  <inkml:trace contextRef="#ctx0" brushRef="#br2" timeOffset="42930">23855 2698 7533,'-5'-13'4227,"5"-1"-3777,6 4-270,1 0 0,2 3-90,-1 4 180,1 0-90,-1 4-91,-2 1 91,-8 6-90,-7 2-90,-3-1-449,-9 1-541,6-9-1349,3-6 990,11-5-1192,16-13 2541,1 5 0,9-6 0,-4 7 0</inkml:trace>
  <inkml:trace contextRef="#ctx0" brushRef="#br2" timeOffset="43297">24215 2455 6993,'17'-5'4497,"5"2"-3777,-6 7-270,2 3-270,-4-1 0,-7 2-1,-4-3 91,-8 1-180,-6-3-90,-1-1-90,-4-3-90,6-3-1259,-2-5-1349,3-3 1259,3 0 1529,5-4 0,2 9 0,2-2 0</inkml:trace>
  <inkml:trace contextRef="#ctx0" brushRef="#br2" timeOffset="43697">24198 2143 6903,'0'-9'2878,"1"0"-2248,0 2 0,0 2-1,2 2-179,2 6-270,-1 0 90,-4 6 0,-7-1-90,-2-1-1,-11-2-89,5-10-180,1-1-269,7-6-361,9 2-1978,8-4-181,6 4 2879,2 2 0,3 7 0,-5 5 0</inkml:trace>
  <inkml:trace contextRef="#ctx0" brushRef="#br2" timeOffset="44064">24556 2362 7533,'7'0'2698,"0"-1"-1349,2 2-539,3 1-540,0 1 90,1 4-91,-6 2 1,-5 2-180,-4-3 0,-13 0-630,-5-8-179,-1 0-540,0-7-181,10-1-1528,0-7 2968,5 4 0,1-3 0,5 6 0</inkml:trace>
  <inkml:trace contextRef="#ctx0" brushRef="#br2" timeOffset="44414">24348 2820 6993,'2'-9'3058,"0"4"-2068,4 2-361,1 9-179,0 10-270,-4 1-270,-9 2-180,-5-9-1529,-11-6-809,2-12 1348,-1-2 1260,4-7 0,8 2 0,2-1 0</inkml:trace>
  <inkml:trace contextRef="#ctx0" brushRef="#br2" timeOffset="45147">23713 2308 6453,'-2'-5'1799,"0"1"-1349,1 1 270,6 3-361,1 0-89,5 5 180,1 5 90,-6 12-360,-9 4-1,-15 7-179,-4-12 0,-10-3-719,14-16-2519,6-16 3238,15-9 0,8-4 0,5 6 0</inkml:trace>
  <inkml:trace contextRef="#ctx0" brushRef="#br2" timeOffset="45697">24749 2006 7443,'-4'2'2248,"0"-1"-1168,-2 2-451,-3 2-179,-3 3-180,0 0 270,-6 5-90,1-3-181,0 0 91,-1-3-90,10-9-180,4-7-180,7 0-1529,11-5-1529,0 10 1529,-1 2 90,-5 9 1529,-12 6 0,-5 5 0,-4 1 0</inkml:trace>
  <inkml:trace contextRef="#ctx0" brushRef="#br2" timeOffset="49397">25018 1883 7083,'-10'-14'1799,"-2"-1"-810,-6-8-179,-2-1-450,-1 0-90,0 3-1,5 5 271,-13-7-315,3 8 0,-3-1-90,-4-1 0,-2 1-105,5 4 0,-3 0 0,2 1 15,-5 1 0,0 2-45,4 2 0,-2 0 0,0 3 0,-12 0 0,1 3-193,1-2 0,-3 2 163,11 2 0,-2 1 1,2 0-16,-8 3 0,1 1 15,8-1 0,-2 2 0,0-1 0,-5 3 0,-2 1 0,2 0 30,5 0 0,2 0 0,-2 0-408,-4 3 0,-2 0 1,4 0 407,-2 1 0,4 0 0,-1 0 0,4-1 0,9-3 0,1 0 0,-9 6 0,-1 1-45,9-5 0,1 1 45,-6 5 0,0-1 0,-7 10 0,15-8 0,1 4 0,2 0 0,1 3 0,-3 9 0,2 0 0,6-6 0,2 0 0,1 10 0,3 2 45,4-5 0,1 0-45,1 0 0,0 2 30,2-5 0,1 0 0,2 0-82,2 10 0,4 1 82,0-7 0,1 2 0,1-3-30,4 9 0,4-3 0,1-8 0,3 0 0,0-4 146,2-3 0,1-2-146,-3-4 0,2 1 0,2-2 0,4-2 0,2-3 0,-1 0 0,9 2 0,0-2 0,-5-2 0,4-1 0,-4-1 0,7-2 0,0-2-30,-1-2 0,2 0 0,0-3 30,-12 0 0,0 0 0,3-2-45,6 0 0,3-2 0,0 0 0,-2-1 15,4-2 0,-1-2 0,1 0 30,-5-1 0,1 0 0,1 0 0,0-2 0,3-4 0,2-1 0,-1-1 0,-2-1 0,-7 1 0,-1-1 0,-1 0 0,-1-1-326,-1 0 0,-1 0 1,-1-1-1,-2 0 326,0-3 0,-3-3 0,-4 2 45,3-6 0,-2-2-15,-3-1 0,-1-4 0,-2-2-317,0-2 1,-2-4 0,-1-2 331,-2 4 0,-2-3 0,0 0 0,-2 1-15,0-4 0,-3 1 0,-2 0-8,-4 7 1,-1-1-1,-3 0 1,-3 3-263,-3 1 0,-4 2 0,-1 1-150,1 0 0,-1 0 1,-5 2-571,-10 0 1,-5 2-1,-4 4 960,-4 7 0,-3 5 0,-1 0 0,-1-1 0,-1 1 0,0 2 0,6 5 0,1 1 0,0-1 0,0 0 0</inkml:trace>
  <inkml:trace contextRef="#ctx0" brushRef="#br0" timeOffset="55115">21213 3236 6813,'-18'-10'1889,"-3"-2"-1439,-9 0 0,-5 1-271,6 5 91,-14 1-90,0 3-135,8 2 0,-2 1 0,4 1 0,1 1 0,-6 1 0,0 2-45,-7 4 90,6 0-90,15-1 0,-9 6 0,1 1 0,0 1 0,-8 7 0,4-2 0,14-7 0,-2 1 90,-14 9-90,15-10 0,0 1 0,-14 9 0,-1-1 0,5-1 0,10-6 90,-9 10-90,0 6 0,1 1 45,15-12 0,2 2 45,-3 16 0,1 3 45,11-14 0,1-1-1,3-1 1,1 1-45,2 9 0,0 0-520,0-5 1,0-2 474,2 1 0,1-2-45,1 12 45,0-13 0,0 2-45,3 0 0,-1-1 45,-1 0 0,2 0 0,4 4 0,1-3 45,0-6 0,0-2-45,0 0 0,2 0 45,6 2 0,2-1-90,-2-7 0,1 0 45,8 4 0,3-2-90,-6-4 0,0-2 396,1-1 0,-1-2-351,17 2-45,-12-4 0,0-1 45,-7-1 0,1-2 0,17 3 0,3-2 0,-7-2 0,1-2 0,-8 0 0,3 0 0,0-3-415,2 0 0,-1-2 1,-1 0 414,8-2 0,0-2-30,-9-1 0,1-2 0,-1 0 30,7-8 0,-2-1 0,0 1 0,-1-3-30,-10 2 0,-2-3 0,-1 0-190,2-11 0,-4-2 220,-4 3 0,-1-4 0,-2 2 0,-4 5 0,-1 0 0,-2-3 0,1-10 0,-2-3 0,-2 0 30,-2 8 0,-2 0 0,0-2-452,-2-8 0,0-1 1,-2 1 451,0 12 0,-1 2 0,-2-1 30,-5-3 0,-1-1 0,-5 4-150,-11-5 0,-4 3-180,1 0 0,-5 1-540,-2 10 1,-6 2-1,0 2-366,1 6 1,0 3 0,-2-1 1175,0 0 0,-1 1 0,0 1 0,0 3 0,-1 1 0,2 1 0,-4 3 0,-1 0 0</inkml:trace>
  <inkml:trace contextRef="#ctx0" brushRef="#br1" timeOffset="60015">21505 790 6633,'-12'-13'1709,"0"-1"-1259,-1 2 0,0 1 629,-16-7-539,2 4-360,-7-3 0,6 7-90,6 3 89,-12-3-89,6 2-45,3 2 0,0 1 45,-18 0-90,0 2 45,17 3 0,1 3-45,-17 6 0,-1 3 0,16-1 0,1 2 0,1 2 0,2 0 0,-1 0 0,-2 3 0,-5 6 0,-2 3 0,7-3 0,1 0-104,-2 0 1,3 2 103,-4 5 0,2 0 0,8-5 0,3-1 0,-2 0 0,2 1 0,1 6 0,3 1 0,2-3 0,3-1 0,-1 1 0,0 0 0,2 1 0,0-3 90,-1 16-90,3-13 0,-1 1 90,-1 17-90,1-17 0,1 0 0,1 13 45,0-14 0,2 2 45,2 1 0,1 1 0,3 10 0,0 0 0,1-9 0,1-2 0,7 8 0,2 0-45,2-7 0,2-2-110,-1 0 1,3 0 64,-1-9 0,3 1 0,0-3-380,12 3 0,1-1 380,0-1 0,2-1 45,1-4 0,1-3-45,-12-5 0,2-2-283,15 1 0,3-3 283,-14-4 0,0-1 0,3-1 0,9-1 0,3-1 0,-3-2 0,-9-1 0,0 1 0,0-3 30,9-3 0,0-3 0,-1-1 0,-10-1 0,-1 0 0,0-1-30,0 1 0,-1-1 0,0-3 0,4-5 0,-1-3 0,-4-1-30,-7 2 0,-4-2 0,0-4 30,-1-4 0,-1-6 0,-1-1 0,-4 0 0,-4 3 0,-2-2 0,-3 0 0,-2-1-575,-2-1 1,-3-1 0,-1-2-1,-2 2 1,-2 2 574,-2 1 0,0 3 0,-4 1 0,-1-2-54,-3 1 0,-3-3 0,-1 0 0,-4 2 0,-2 2-843,-5 0 0,-5 2 1,-2 2-1,-1 1 1,-2 2 416,5 4 0,-1 1 1,-1 0-1,-1 1 0,0 2 1,-1 1 419,0 0 1,-1 1 0,1 1 0,-2 1 0,1 2 0,0 4 0,-3 2 0,0 3 0,1 2 0,1 2 0,1 1 0,2 1 0,0 1 0,-1 0 0,1 0 0</inkml:trace>
  <inkml:trace contextRef="#ctx0" brushRef="#br1" timeOffset="69046">22515 651 7892,'-3'-4'2699,"-1"1"-2069,-1 2-451,0 1 1,-5 3-90,-22 15-180,10-6 0,-2 3-45,-12 9 1,-1 2 44,8-6 0,-1 2-225,-6 6 0,3-1-135,-4 3-45,12-9 1,1 0-855,-1 1 1349,-2 4 0,15-13 0,2-2 0</inkml:trace>
  <inkml:trace contextRef="#ctx0" brushRef="#br1" timeOffset="69347">21945 840 6183,'-11'30'1080,"2"-6"-900,-2 8-90,7-14 0,2 5 90,8-10-1,21-1-89,1-6-270,6-6 1,4-2-496,-1-3 0,1-2 430,0-1 1,0 0-1,-3-2 1,-1 1 0,8-6-1</inkml:trace>
  <inkml:trace contextRef="#ctx0" brushRef="#br1" timeOffset="184230">13623 8447 6723,'-10'0'1619,"0"1"-1259,2 0-90,0 1-90,3 0-90,1 1 0,2 4 0,4 0 0,1 1-90,9-1 90,3-4-90,10-2 0,7-3 89,-5-3-89,0-1 0,-9 1 0,6-2 0,-3 0 0,-2 1 0,-5 1 0,-13 5 90,-8 2 0,-6 2 0,-7 2 0,2 0 180,-9 2-90,2-1-90,-2 2-90,17-3 0,15-6 0,10-1 0,7-4 0,-5 1-90,7-4 90,-3 2 90,1 0-90,-9 3 180,-9 2 0,-16 6-90,2 0-90,-4 0 90,9-3-90,9-3-270,5 1-900,1-3-988,-1 4 2158,-10 4 0,-5 1 0,-4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7:55:46.217"/>
    </inkml:context>
    <inkml:brush xml:id="br0">
      <inkml:brushProperty name="width" value="0.09071" units="cm"/>
      <inkml:brushProperty name="height" value="0.09071" units="cm"/>
      <inkml:brushProperty name="color" value="#00206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20606 2054 6723,'-9'-1'1169,"2"0"-629,2 0-360,5 0 180,9-3-180,7 0 0,10-2-90,-2 0 0,10 0-90,-3 3 0,1 0 0,9 0 0,-10 0 90,7 2-90,-12-1 89,-5 2 91,-15 0 180,-9 0-90,-7 1 0,-9-1-90,1 1 269,-13 0-269,7 0 90,-14 1-180,16-1-450,2 0-629,10-1-180,11 0-1440,11-4 2609,0 1 0,8-2 0,-4 1 0</inkml:trace>
  <inkml:trace contextRef="#ctx0" brushRef="#br1" timeOffset="6650">21398 2218 6993,'-12'-2'2069,"0"2"-1080,-2-1-269,1-1-540,1 2 90,3-2-91,7 1-179,8 1 0,2 0 90,6 0-90,5 0 0,-3 1 0,17-1-90,-1-1 90,12-2-89,-8 0 89,5 0-90,-12 1 90,-2 0-180,-9 1-90,-11 1-810,-3 2-898,-8 0 27,-7-1 1951,-2 1 0,-3-3 0,4-1 0</inkml:trace>
  <inkml:trace contextRef="#ctx0" brushRef="#br1" timeOffset="7067">21378 2094 6993,'-3'-3'1619,"1"1"-809,0 0-181,-1 2-359,0 0 180,-5 5-180,-4 6 0,-6 12-181,2-2 1,-2 15 0,9-5-90,7 17 0,16-12-269,19-1-271,1-19-450,7-9-179,-8-7-1260,12-5 2429,-13 0 0,6-4 0,-16 2 0</inkml:trace>
  <inkml:trace contextRef="#ctx0" brushRef="#br1" timeOffset="65684">24691 2622 6633,'-6'1'1799,"1"0"-1349,0-1-90,1 1-90,-1 0 179,3 0-269,2-1 90,2 2-90,5-2 0,2 1 0,4-2 0,16-1-90,-3-1-90,14-2 0,-8 1 90,18-1-90,-24 2 0,-1 0 0,1 1 0,-1 0 0,2-1 0,-3 0 0,7 0-90,1 0-90,-14 1-900,-7 1 562,-11 1 1,-8-1 0,-7-1 0</inkml:trace>
  <inkml:trace contextRef="#ctx0" brushRef="#br1" timeOffset="66198">24662 2496 6273,'0'-6'1979,"-2"-1"-1619,1 2 90,-2-1-270,0 4 0,-1 0-90,-1 3 179,-6 7 1,-6 8 0,-7 11-180,4-1 90,-2 14-90,10-4 0,2 0 0,7 8-90,11-11 90,13 3 0,4-12-405,-1-15 0,3-4-720,-1-5 1,1-3 449,0 1 1,0-2-1,0-4 1,-3 0 584,4-5 0,-7 0 0,-4 0 0</inkml:trace>
  <inkml:trace contextRef="#ctx0" brushRef="#br1" timeOffset="70883">17173 3419 6723,'-10'7'1709,"1"0"-899,-1-3-271,3-4-449,1-2 90,5-10 0,9-4-180,10-12 90,1 3-90,6-2 0,-5 8 0,13-8 0,-10 12 0,0-1-45,1 2 0,-1 0 45,4 1 0,0 1-45,-2 3 0,-2 2 45,16-3 0,4 0-180,-7 4-809,-12 2-810,-6 0 809,-15 2 990,-9 0 0,-2 1 0,-2 0 0</inkml:trace>
  <inkml:trace contextRef="#ctx0" brushRef="#br1" timeOffset="71198">17459 3080 6183,'-5'-3'1530,"3"1"-1440,2 0 89,8 0 1,9 0-180,2 1 180,16 3 90,-4 4 360,16 10-360,-12 0-360,-7 9-540,-22-7-180,-10 1-89,-8-2 899,-15 12 0,4-6 0,-9 9 0</inkml:trace>
  <inkml:trace contextRef="#ctx0" brushRef="#br1" timeOffset="79101">16994 4238 6903,'-7'-5'1079,"0"-1"-809,1-1-90,2-2 90,2-7 0,4-5-180,1-2 90,9-11-90,5 0 0,3-2-90,-2 12 0,2 0 45,-2 4 0,2 0-90,6-4 0,1 1 45,-6 6 0,0 1 0,5 0 0,-2 4 0,13-2 0,-2 3-90,0 9 90,-12 6 0,3 5-90,-8 1 0,-6-2-90,-4-2-180,1 0-180,-2-3 271,1-1-181,-3-5 0,-5-6 270,-4-6 180,-2 1 180,-11-4 180,0 5-180,-2 1 269,-3 0 1,7 6-360,0 1 90,5 1-90,8 4 0,3 0-90,13 7 90,11 4 0,1 1 0,1 3-45,-1-2 0,-1 1 0,6 4 0,-2 2-360,-10-1 0,-5 1-1394,-5 14 1709,-21-1 0,-11-16 0,-2-7 0</inkml:trace>
  <inkml:trace contextRef="#ctx0" brushRef="#br1" timeOffset="98252">17175 5072 6633,'-16'-6'1889,"-8"-4"-1079,-5-7-540,4-5-181,4-11 1,16 6-90,11-19 0,2 22 0,2-1 0,0 0 0,1-1-174,3-1 0,1 0 174,12-14 0,-4 13 0,2-1 0,2 1 0,0 1 0,1 0 0,0 0 45,-1 6 0,-1 2-45,9-3 0,8 0 0,-5 8 0,-2 3-90,-10 7 90,-13 4-179,1 2-1,-6-2-180,3 0 348,-11-3-168,-5-4 90,-2-2 0,-11-6 90,0 2 0,-7-3 0,5 5 0,-1 1 0,8 4 0,2 2 90,5 2 0,27 4 0,-6 0 0,29 3-90,-13 0-90,4 4-450,-13 1-989,-14 14 1529,-25 10 0,-4 4 0,4-16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7:58:40.1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17864 1667 6993,'-5'-40'1934,"2"12"0,-1 0-1215,-1-13-404,2 15 0,0 1 225,1-3-1,1-2-449,1 11 0,6 0 0,3 21 0,1 5-90,0 13 0,-6 5 0,-3 2 0,-2 2 45,1-4 0,-3 0-627,0 12 1,-1 1 536,-1-7 0,-1 0-495,-2 15 1,-2 4-676,1-2 1,0 2 494,0-2 1,1-1-1,2-6 1,1-5-540,3 3 1259,3-11 0,5-12 0,2-7 0</inkml:trace>
  <inkml:trace contextRef="#ctx0" brushRef="#br0" timeOffset="283">18092 1547 6723,'-11'-3'1889,"-4"5"-1349,-4 6-1,-4 6 1,-4 6-90,-2 5-91,8-3 1,2 2-180,-9 14-547,12-13 1,3 2 456,7 10 110,11-11 1,5-2-201,7-1 0,5-1 0,-1-1 0,3-2-189,6-3 1,0-5-172,17 0-405,-16-8 1,1-1-405,10-1-90,5-2-1,-29-1 1260,-10-1 0,-11 2 0,-5 0 0</inkml:trace>
  <inkml:trace contextRef="#ctx0" brushRef="#br0" timeOffset="633">18269 2299 7623,'-1'-13'3867,"1"2"-2967,0 0 629,0 0-1079,0 5-180,0 3-90,1 9-1,1 19-3930,-1 15 3121,1 4-948,-3-12 0,0 1-131,-2-5 0,0-2 944,0 1 1,-1-1 764,-3 14 0,4-21 0,4-5 0</inkml:trace>
  <inkml:trace contextRef="#ctx0" brushRef="#br0" timeOffset="1034">19558 1470 6993,'17'-43'3328,"-3"2"-2338,-2 5 629,-2-3-630,-6 17-719,-2 6-180,-8 23 0,-2 14-45,1 4 0,0 2-45,2-3 0,-1 2-642,-3 11 0,2 0 417,1-6 0,1 1-675,-3 15 1,1 4-630,2-2 0,0 1 764,0-2 1,2 0 89,0-9 1,3-3 674,4 1 0,4-11 0,2-7 0</inkml:trace>
  <inkml:trace contextRef="#ctx0" brushRef="#br0" timeOffset="1283">19870 1492 7263,'-13'-11'2608,"-3"5"-1168,-25 16-901,3 7-728,10-3 1,1 3 368,5-2 0,1 0 0,1 1 0,-1 2 44,0 7 1,2 1-45,-2 12-180,9 10 296,25-21-881,11-12 1,3-3-46,-3-3 1,1-2-563,11 1 1,2-2 381,-8-4 1,-2-1 89,1-1 0,0-1 660,-2 0 1,0 0 0,22-2 0,-4-1 0</inkml:trace>
  <inkml:trace contextRef="#ctx0" brushRef="#br0" timeOffset="1649">19814 2076 8162,'7'0'5397,"8"2"-4947,4 3-270,1 2 0,-3 15-90,-17 8 0,-3 3-90,-11 0 90,1-9-90,0-3 0,3-2 0,4-4 0,7-4-270,10-3-1709,26-12 315,-8-3 0,1-3 854,2-1 1,0-2-318,4-4 0,-2-1 1127,-8 0 0,-2 0 0,1-2 0,-1-1 0,0-1 0,1-1 0</inkml:trace>
  <inkml:trace contextRef="#ctx0" brushRef="#br0" timeOffset="2071">21588 1434 8072,'0'-30'4588,"0"-9"-3329,0 7-629,0 4-540,-3 18 0,-5 36-225,1 3 0,1 3-90,-2 2 0,1 1-591,-2 8 1,2-1 140,2-9 1,2 0-945,-1 11 0,3 0 1619,4-5 0,2-1 0,0-3 0,2-2 0,5-11 0,-2 1 0</inkml:trace>
  <inkml:trace contextRef="#ctx0" brushRef="#br0" timeOffset="2323">21893 1365 6993,'-22'-15'3058,"-3"6"-2294,2 13 1,-2 7-225,-2 8 0,-1 4-1542,-1 1 0,2 3 1137,1 4 0,3 2-45,9-8 0,2 0 0,3 8 0,5 2-90,5 12-45,5-18 0,6-2 315,24-1-1305,2-15 1,7-4 44,-11-6 1,2-1 0,1-1 77,0 0 0,0 0 1,1-2 911,-1-2 0,0-2 0,-3 1 0,1-3 0,-2 1 0,-1-1 0,1 0 0</inkml:trace>
  <inkml:trace contextRef="#ctx0" brushRef="#br0" timeOffset="2850">22068 2103 6813,'-6'-11'4048,"2"0"-3239,1 0-179,3 0 0,1 1-181,3 1-89,3 1-270,1 3 90,7 1-90,0 7-90,-1 2 0,-4 6 0,-7 2 90,-7 11-90,-3-2 0,-6 8 0,1-8 0,-3 7 0,7-5-90,13-1 90,11-13 0,15-9 0,-1-6 0,12-4 90,-10 1 90,5 0 0,-19 4 269,-5 6-89,-13 8-270,-4 3 0,-12 7-180,-3-3-360,-5 1-989,-4 0-360,1-7 0,-1-1 0,-19 4 494,14-6 1,-2-2 1304,8-4 0,0-2 0,-1 0 0,-1-2 0,0-2 0,-1 1 0</inkml:trace>
  <inkml:trace contextRef="#ctx0" brushRef="#br0" timeOffset="35698">11995 5085 6903,'-6'-15'1979,"-1"1"-1529,1 3-1,-2 1 91,-2 3-180,0 10-270,-1 3-90,-1 12 90,4 6 0,-4 23-90,6-19 0,0 1-45,0 0 0,0 0-353,1 1 0,0-3-52,-3 11-1266,-4 8 636,3-16 91,-4 3 989,4-20 0,1-6 0,-1-4 0</inkml:trace>
  <inkml:trace contextRef="#ctx0" brushRef="#br0" timeOffset="35966">11741 5349 7083,'2'-9'2159,"-1"5"-1889,-4 8-1,-2 8 181,-8 25-270,6-10 0,0 2-45,1 1 0,0 2 90,0 10 0,4 0-91,5-12 1,4-2-204,-2 0 1,4-2 68,19 5-180,3-26-359,6-14-451,4-9-269,0-9 629,-20 11 1,-2-1-1,-1-1 0,0 0 630,12-18 0,-9 3 0,-4 2 0</inkml:trace>
  <inkml:trace contextRef="#ctx0" brushRef="#br0" timeOffset="37233">10131 5429 6993,'-2'-12'1349,"0"1"-1079,-1 2 180,-2 3-180,-1 9-180,-1 3 90,-4 17-180,-2 8 89,-1 2-89,2-7 0,0 0-45,0-3 1,0 1-136,-2 6 0,-1-2-180,-7 13-450,2-4 1,10-21 539,1-3 90,7-10 90,3-8 180,1-8 180,-1-5 0,-1 0-90,-1 0 90,0 7 179,-3-2-269,1 4-90,-2 0 90,0 6 0,-5 5 90,-1 8-180,1 0 90,1 6 0,5-3-1,2-1 1,5 0 0,1 0 0,4-2 0,4-1-180,12 1-1169,12-9 179,4-3-89,4-10-90,-11-4 1169,-4-5 0,-5-1 0,-4-1 0</inkml:trace>
  <inkml:trace contextRef="#ctx0" brushRef="#br0" timeOffset="182819">8289 6405 6903,'-36'-3'3328,"17"0"-2968,-6 0-90,24 1-90,7 1-90,6-1 0,8 1-90,5 0 90,8 1-90,-6 0 0,3 1 0,3-1 0,3 2-499,-1 0 1,0 0 453,0 1 0,-2 0 45,10 3-497,-2 1 407,-5 1-557,6 3 197,-15-4 0,4 3-179,-17-6 89,-3 0 871,-4-2-961,-2-1 352,-4-2-277,-1-1 560,-2-3 0,-2-1 0,0-1 0</inkml:trace>
  <inkml:trace contextRef="#ctx0" brushRef="#br0" timeOffset="183072">8770 6321 6273,'-4'-9'1260,"0"0"-901,1 3 1,1 0 270,3 1-270,2 4-90,5 1-1,2 4 271,10 7-90,2 7-360,1 0 90,-4 4-90,-10-4-810,-10 11-1439,-23 7 900,-9 0 395,8-18 1,-3-2 863,3-5 0,0-2 0,-1 0 0,-1-1 0,-1-1 0,1 0 0</inkml:trace>
  <inkml:trace contextRef="#ctx0" brushRef="#br0" timeOffset="185251">8463 8668 7083,'-8'3'2788,"1"0"-2248,1-1-180,1 1 0,4-3-91,4 2-89,7-1 90,19 4-270,18 3 0,-22-3 0,1 0-188,3 0 1,0 0 7,14 3-315,-12-4 0,0-1-134,15-1 179,-17-2 0,0-2-449,7-4-1,-3-3 91,-4-4 809,3-8 0,-13 3 0,2-5 0</inkml:trace>
  <inkml:trace contextRef="#ctx0" brushRef="#br0" timeOffset="185502">8892 8535 6453,'-13'-5'1799,"5"2"-1439,2 0-90,8 2 0,4 3 269,13 4-179,-1 2 180,16 12-270,-13-3 0,3 9-90,-13-3-1,-15 15-1034,-7-15 1,-4 0 269,-1-1 1,-1 0-196,-7 0 0,-2-4-569,-15 3 1349,-1-7 0,2-6 0,2-6 0</inkml:trace>
  <inkml:trace contextRef="#ctx0" brushRef="#br0" timeOffset="187419">8392 10957 7892,'-25'-4'3329,"1"0"-2070,-2-2-360,10 0-629,4 0-90,16 1-180,12 2 90,24-4-45,-12 3 0,3 0-90,1-1 0,0 1-247,4-2 1,0 1 156,-9 1 1,-2 1-91,1-1 0,-1 1-405,22-2-405,-19 3 1,-2 4-1664,12 11 1439,-8 4 1259,-21 10 0,-14-5 0,-4 1 0</inkml:trace>
  <inkml:trace contextRef="#ctx0" brushRef="#br0" timeOffset="187725">8747 10834 6813,'-4'-18'2789,"0"2"-1980,-1 1 1,1 3-181,1 3 1,2 2 269,7 2-539,1 4-90,10 3 0,0 4-90,4 4 0,2 2-90,2 1 0,-1 2 89,4 9-179,-12-5-90,-1 10-449,-20-5-720,-11 3-361,-12 6-134,-6-6 0,-7 1 1754,8-7 0,-3-1 0,0 1 0,-1 0 0,0 0 0,-1-1 0,-2-1 0,1-1 0,0 1 0</inkml:trace>
  <inkml:trace contextRef="#ctx0" brushRef="#br0" timeOffset="204785">8333 13126 7803,'-42'-2'2338,"4"0"-1888,4 0 0,5-1-91,5 0 1,5 0-180,5 1 90,8 0-180,7 3 0,7 2-90,7 2 90,3 2-90,6 2 90,21 7-90,-16-6 0,2 0-45,0 1 0,1-1-356,3 1 1,-1-1 220,-8-2 0,0-2-495,11 3 1,3-2-496,0-1 1,1-1 584,-1 0 1,0-1 44,-4-1 0,-3-1 540,10-1 0,-6-1 0,-2 1 0</inkml:trace>
  <inkml:trace contextRef="#ctx0" brushRef="#br0" timeOffset="205102">8806 13142 6903,'-27'-8'1799,"7"1"-1349,20 4-180,20 1-180,6 2 0,14 3-1,-5 1 1,1 3 90,-2 1 270,5 9-180,-16 1 0,-5 6-90,-23 1-180,-15 4-540,-16 6-180,10-16 1,-5 2-1,1-3-866,-8 5 1,-1-1 1165,3-4 0,-2 3 1,2-4 419,-4 0 0,1-2 0,1-1 0,1-1 0,1-1 0,0 0 0</inkml:trace>
  <inkml:trace contextRef="#ctx0" brushRef="#br0" timeOffset="-166079.73">3657 5858 6813,'-8'-2'1889,"-1"-1"-1349,-2 0-1,-2 2-89,-1-1 0,-1 1 0,-1-1-1,0-1-89,0 0 0,-1-1 0,-1-1-90,0 1-1,-1-1 1,-10-1-180,6 1 0,-6 0-90,9 3-90,-4 1-180,7 2-179,-2 0-361,11 1-1708,1 4-361,7 0 2879,1 0 0,5-1 0,0-3 0</inkml:trace>
  <inkml:trace contextRef="#ctx0" brushRef="#br0" timeOffset="-165740.73">3327 5758 7443,'-6'0'1079,"0"1"-809,0 0 0,0 2-90,1 1 180,-2 4-271,0-1 91,-1 4 0,1-2-90,0 3 90,0 0 0,-4 9-90,5-4-90,-1 6 90,6-6-90,9 7-720,14-3-89,3-3-1350,23-8 2159,-3-12 0,0-3 0,-5-3 0</inkml:trace>
  <inkml:trace contextRef="#ctx0" brushRef="#br0" timeOffset="-162791.73">1353 7730 7083,'-12'-5'2608,"1"-1"-2158,1 1-90,4 1-90,0 0 0,6 0-90,2 1-90,5 1-1,5 0-89,3 2 0,1 1 90,11 7-90,-2 10 0,-2 1 0,-9 8 0,-10-2 0,-10 17 90,-2-8-90,-6 10 0,2-15 90,-3 5 0,4-9-90,2-4 90,8-15-90,5-12 0,11-23 0,-1 1 0,5-17 0,-5 9 0,-5 11 0,-1-1 0,5-21 0,-2 4 0,-7 14 0,-5 18 90,-4 9-90,-1 14 0,-1 4 0,2 12 0,5-3 0,2 14-90,2-8-90,2 9-269,0-16-1350,7 7-720,2-3 1440,2-1 1079,-1-6 0,-5-9 0,1-2 0</inkml:trace>
  <inkml:trace contextRef="#ctx0" brushRef="#br0" timeOffset="-162226.73">1706 8091 6633,'-5'-7'2339,"0"0"-1889,1 2-1,1 0-89,0 2 0,2 1-180,1 3-90,1 3 90,2 9-90,0 1-90,2 8-90,-2-2-810,1 13-1259,2 0-84,1 6 2243,1-15 0,1-10 0,0-11 0</inkml:trace>
  <inkml:trace contextRef="#ctx0" brushRef="#br0" timeOffset="-161895.73">1856 7939 7443,'-6'-2'2878,"0"0"-2248,2-1-181,1 0-89,2-1-90,3 0-90,2 0-90,9-3-90,5 0-360,8 0-90,-5 4-1079,2 0 720,-12 3-181,0 0 181,-8 1-782,-7 7 1591,-3 1 0,-5 5 0,0-1 0</inkml:trace>
  <inkml:trace contextRef="#ctx0" brushRef="#br0" timeOffset="-161740.73">1865 8010 6363,'-2'6'1350,"2"-2"-721,6 1-359,2-3-90,5-2-90,0-2-180,2 0-180,2-1-360,-1-1-89,1 1-181,-2-1 900,-1 0 0,-1 0 0,-2 1 0</inkml:trace>
  <inkml:trace contextRef="#ctx0" brushRef="#br0" timeOffset="-161325.73">2211 7689 7443,'-4'-7'2518,"0"1"-2158,3 4-90,-1 2 0,3 4 0,1 4-180,2 0 0,2 2-1,1-2 1,8 5 0,6 4 0,2 0-90,2 2 90,-5-3 90,7 11 0,-8-5-90,3 9 180,-11 1-360,-7-7-360,-5 6-539,-9-13-1620,-14 0 2609,-8-15 0,-1-5 0,0-14 0</inkml:trace>
  <inkml:trace contextRef="#ctx0" brushRef="#br0" timeOffset="-161162.73">2159 7641 6453,'16'-30'1979,"-1"7"-1619,11-3-180,-3 10-180,4 2-450,1 1-1169,9 0 720,-11 4 899,2 0 0,-16 4 0,-4 1 0</inkml:trace>
  <inkml:trace contextRef="#ctx0" brushRef="#br0" timeOffset="-160573.73">2943 7867 9512,'6'2'1169,"0"4"-1349,3 10-450,-3 0-1438,-3 13 2068,-4-4 0,-1-2 0,0-4 0</inkml:trace>
  <inkml:trace contextRef="#ctx0" brushRef="#br0" timeOffset="-159978.73">3153 7624 6993,'-3'-10'2788,"1"2"-2428,1 4 270,0 4-450,4 7 0,7 7-180,8 7 0,0-3-90,5-3-90,-4-8 0,1-2-90,2-6-90,8-10 180,1-7 180,-2-3 90,-6-3 0,-11 10 180,0-2 90,-4 6-180,1 3 0,-3 11-90,-1 9 269,5 28-179,-1-1-90,-2-10 0,0 3-443,2 11 1,0 1 487,-1-9 0,0 0-46,-1-3 1,1 1 0,0-1 45,0 3 0,0-1-51,3 12 0,-2 1 6,-1-3 0,-1-1-90,-1-1 0,-3-2 45,-1-8 0,-4-3 45,-7 1 0,-6-8 89,-5-8 1,-19-14 0,8-11-90,-11-14-90,15-9-783,5-9 738,12 20 0,3-3-405,-1-12 0,3 0-45,2 8 1,2-1-1280,0-8 0,3 1 1009,2 10 1,0 3-855,7-23-112,4 3 1731,3 3 0,4 5 0,1 1 0</inkml:trace>
  <inkml:trace contextRef="#ctx0" brushRef="#br0" timeOffset="-159707.73">3907 7749 7353,'-14'10'4047,"2"-2"-3327,1-2-270,4 0-90,2-3-1,5-2-269,4-1-270,4-1-449,3-1-541,2-1-269,2-1-90,-1 1 1529,5-1 0,-6 2 0,3-1 0</inkml:trace>
  <inkml:trace contextRef="#ctx0" brushRef="#br0" timeOffset="-159510.73">3848 7893 6723,'-10'9'2159,"3"-1"-1080,5-2-719,4-3 180,12-3-1260,5-5-269,0 1-91,1-1-179,-6 1 1259,-1 0 0,-1-1 0,-1-1 0</inkml:trace>
  <inkml:trace contextRef="#ctx0" brushRef="#br0" timeOffset="-158995.73">4242 7622 7623,'-16'-1'3598,"-1"-1"-2789,-4-3-629,6 0 0,0-7-90,14 2-90,5-5 0,18-6-90,0 4-90,11-6 0,-5 6-180,14-4 1,-2 7 269,0 2 90,-9 11 0,-16 12 269,-3 23-89,-8 0-476,-4-7 0,-1 2 431,-3-5 0,-1 1-1,-1 2 1,0 1 0,-1 0 0,0 1 0,0-1 0,1 0 0,-1-1 0,2 1 135,-1 6 0,2-1-90,1 12-1,4 4 1,8-27-90,4-10 90,3-11-90,7-22 0,-6-24-45,-9 21 0,-3-2-350,-3-4 0,-5 2-144,-11-16-901,-8 3 467,-10 3-871,1 15 0,-5 3 944,6 4 1,-1 3 608,-13-4 0,-1 4 0,9 4 0,0 4 0,-1 0 0,-1-1 0</inkml:trace>
  <inkml:trace contextRef="#ctx0" brushRef="#br0" timeOffset="-157645.73">159 7673 6903,'7'-5'1529,"-1"0"-1259,1 1 0,-1 0-90,1 1 0,-1 0 0,2 1-1,-1 0 1,1 1-90,-1-1 0,2 1 90,2 0 0,0-1-90,0 1 0,-2-1 90,-4 0 0,-1 1 90,-2 0-1,-1 0-89,-1 0 270,-5-1-180,-6 2-180,-2 0 0,-4 2 90,0 1-90,0 1 90,-2 2 89,-8 9-179,6-1 0,-6 7 0,13 0-90,2 3 90,5 4 0,5 19-45,5-20 0,2-1-45,1 0 0,0 0 0,15 19-90,-1-20-90,5-5-180,3-8-1528,19-8 448,-20-7 1,-1-2 719,0-1 1,0-2-507,18-12 1226,-19 4 0,-5-1 0,-2 1 0</inkml:trace>
  <inkml:trace contextRef="#ctx0" brushRef="#br0" timeOffset="-157242.73">486 7636 6543,'3'-9'1170,"3"1"-541,8 0-359,-2 5 0,4 3 180,-7 8-1,-1 4 91,-4 4 719,-9 20-629,-1-7-90,-4 11-91,1-12-89,3-3-90,3-5 0,11-3-270,17-11-180,2-5-270,10-11-809,-11 1-270,-2 0-90,-6 2 0,-5 3 90,-7 3 1529,-7 4 0,-8 3 0,-2 0 0</inkml:trace>
  <inkml:trace contextRef="#ctx0" brushRef="#br0" timeOffset="-155278.73">447 8693 6903,'-5'-5'1439,"1"0"-1169,0 1 0,2 3-90,1 2-90,1 4 0,4 16 0,4 20-90,0 7-543,-3-17 1,0 0 497,-1-5 0,-1-1 0,1 2 0,-1 1-90,1-2 0,-1 2-360,2 7 1,0-1-361,1-5 1,0 0 854,0-2 0,0-3 0,7 2 0,-3-19 0</inkml:trace>
  <inkml:trace contextRef="#ctx0" brushRef="#br0" timeOffset="-154925.73">417 8696 6903,'1'-15'1439,"14"0"-1079,18 9-180,5 4 0,6 9 0,-10 7 90,-1 6 89,-1 5 1,-14-4 0,-2 3 0,-5 3 0,-2 1-402,-1 1 1,-2-1 85,-5 1 1,-4-2 45,-7 9-722,-10 9-1617,-3-10 990,2-7-90,3-17 1349,11-17 0,5-7 0,2-4 0</inkml:trace>
  <inkml:trace contextRef="#ctx0" brushRef="#br0" timeOffset="-152226.73">894 8895 7083,'-2'-4'1799,"1"-1"-1349,0 4 1259,1 0-1350,-4 7-179,0 2-180,-2 5 90,0-1-90,3-3 0,-2 1 90,3-3 0,1-1-90,3-6 0,1-3 90,3-4-90,5-10 0,4-7-90,4-9 90,-3 6 0,-3 5 0,-6 10 0,-1 2 0,-2 2 0,-2 3 0,1 2 0,-3 8 0,1 2 0,-1 6 0,0 2 0,0 3 0,1 2 0,1 13 0,2 1 0,0 1 0,1-5 0,-2-10 0,1 6 0,0 1 0,-1 8 0,-1-10 0,-2-2 0,-4-8 90,-7 1-90,-7-2 0,-12 1 0,4-6 0,1-5 0,9-2 0,2-2 0,4 0 0,5-1 0,11-2 0,3-1 0,11-1-90,-1 1-180,13-3-629,-7 2-270,8 0-91,-11 1 1260,10-1 0,-9 0 0,8-3 0</inkml:trace>
  <inkml:trace contextRef="#ctx0" brushRef="#br0" timeOffset="-151172.73">1630 8858 7623,'-12'-8'2158,"2"-1"-1888,3 2-180,5 0 90,14-3-180,4 2 0,13-1 90,-2 5-90,3 1 0,0 4 0,9 6 90,-12 1 0,2 6 0,-17 0 270,-7 11-90,-10 4-91,-2 0-89,-6-2 0,4-11 90,2-3-90,1-2 0,1-4-90,3-1 90,1-5 0,2-7-90,3-13 0,0-2 0,1-9 0,-1 6 0,0-9 90,0 2-90,-1 2 0,-1 9 0,-1 10 0,0 1 0,-1 4 0,0 2 0,2 4 0,-1 3 0,2 2 0,1 9 0,0 0 0,3 6-90,0-3-809,9 13-181,-1-7-179,8 10-90,-3-13 89,2 0 1260,1-3 0,-1-3 0,1-2 0</inkml:trace>
  <inkml:trace contextRef="#ctx0" brushRef="#br0" timeOffset="-150796.73">2124 9017 7173,'-5'-1'1979,"4"0"-1799,2-2 0,6-2-90,4 1-90,3-2 89,12 3 91,-1 4-90,-1 3 90,-9 6 0,-11 2 270,-7 11-90,-5 2-270,-1-1 0,1-4-90,5-10-540,8-5-180,3-4-359,8-6-1,2-5 1080,16-11 0,-6 3 0,11-9 0</inkml:trace>
  <inkml:trace contextRef="#ctx0" brushRef="#br0" timeOffset="-150477.73">2450 8858 7083,'-8'1'1889,"3"0"-1619,3 0-90,7-2-630,12-3-360,2 0 1,7-2-181,-5 0 990,-2-1 0,-2 2 0,-2-1 0</inkml:trace>
  <inkml:trace contextRef="#ctx0" brushRef="#br0" timeOffset="-150295.73">2455 8957 7443,'1'7'1529,"4"-4"-1709,9-1-450,5-6-989,19-3 1619,-7-2 0,11-2 0,-13 2 0</inkml:trace>
  <inkml:trace contextRef="#ctx0" brushRef="#br0" timeOffset="-149413.73">2796 8747 6543,'-6'-5'1799,"2"1"-1439,8-4-270,2 1 0,9-2-90,0 4 180,9 0 180,-1 9-1,-3 3 91,-8 8 0,-12 3 0,-5 3-1,-4 3-89,-3 1 0,-2 0 90,-4 6-360,6-10 0,2 3 0,8-12 0,10-1-1,11-5-178,2-1 89,7-6-180,-5-2-270,-1-2-630,0-1-1708,5-2 0,-8 0 2788,-1 0 0,-12 3 0,-6 0 0</inkml:trace>
  <inkml:trace contextRef="#ctx0" brushRef="#br0" timeOffset="-148179.73">3297 8939 9152,'5'0'1079,"1"1"-719,6-1-270,-1 2 0,6 1-90,-6 2-90,-1 3-180,-4 4-1529,-5 12 720,-4-3-91,-5 8 1170,0-8 0,-1-3 0,2-2 0</inkml:trace>
  <inkml:trace contextRef="#ctx0" brushRef="#br0" timeOffset="-146912.73">3775 8709 6633,'-10'-9'1799,"1"-1"-1619,1 3-90,3 2 0,2 2-90,3 3 90,2 3-90,3 3 0,1 2 0,6 6 0,1-1 0,1-1 0,-2-4 0,-3-6 0,4-5 0,-4-1 0,3-5 0,-5 0 90,0-2-90,-2-1 90,0 0 0,-2 0 270,1-3-181,-3 5-89,1 0 90,-1 6 0,-1 2-180,0 7 90,1 2-90,1 8 0,2 2 0,1 4 0,0 2 90,1 4-90,4 19 0,-4-20 0,-1 0 0,0 1 0,0 0 0,0 0 0,-1-2 0,2 10 90,-3 10 180,-3-3 0,-4-3-90,-4-10 89,-2-15-89,-1-3 0,-3-7-90,1-4 0,-2-6 0,2-7 0,1-7-180,1-7-180,4-7-449,2-5-451,5 9 1,0-3-91,1-3 1,1 1 1109,1 0 1,0 0 0,0 3 0,0 2-1,3-9 1</inkml:trace>
  <inkml:trace contextRef="#ctx0" brushRef="#br0" timeOffset="-146408.73">3800 8296 6453,'-8'-7'1799,"2"2"-989,2 1-450,1 2-91,0-1 181,1 2-360,2 1 90,3 5-270,0 2-180,3 5-449,1 3-181,2 3-179,1 1-1,0 4 1080,0-1 0,-1 0 0,-1 0 0</inkml:trace>
  <inkml:trace contextRef="#ctx0" brushRef="#br0" timeOffset="-145796.73">4038 9085 7803,'0'-6'1169,"3"-1"-989,3 0-90,2-1 90,4-2-90,1 1 89,3-1-89,1 3 90,0 1 0,-1 3 270,2 6-180,-9 2 0,0 6-1,-9 2 1,-6 3 0,-3 1 90,-6 10-270,0-2 0,1-1-180,8-7 0,8-12-270,5-3-449,5-5-1620,11-8-179,6-6 2608,0-1 0,-2-2 0,-10 6 0</inkml:trace>
  <inkml:trace contextRef="#ctx0" brushRef="#br0" timeOffset="-145426.73">4402 8786 7353,'-5'-5'2518,"0"2"-1798,2 0-180,1 0-91,1-1-179,3 1-90,2-1-90,5 0-90,2-2-90,5 0-270,2 0-449,3 0-361,1-2-89,0 2-90,-2 0 1349,0 3 0,-11 4 0,-1 1 0</inkml:trace>
  <inkml:trace contextRef="#ctx0" brushRef="#br0" timeOffset="-145278.73">4362 8880 6813,'-9'12'1709,"2"-2"-1259,5-2-90,7-5-180,4-3-450,7-3-450,2-3-1259,15-7 1979,-7 2 0,9-6 0,-10 5 0</inkml:trace>
  <inkml:trace contextRef="#ctx0" brushRef="#br0" timeOffset="-144873.73">4833 8483 7803,'-2'-5'2698,"0"1"-1978,0 1-181,2 0-89,-1 1-270,2 2 0,0 1-90,4 10 0,2 10-90,0 4 0,-1 7-450,-4-8-1709,0 15-719,0-1 1529,-1-2 1349,2-9 0,0-16 0,2-3 0</inkml:trace>
  <inkml:trace contextRef="#ctx0" brushRef="#br0" timeOffset="-144546.73">5016 8493 7982,'-10'-3'3598,"0"2"-2878,1 2-180,2 3-91,2 4-89,4 5 0,10 13-270,11 7-90,-4-12 0,2 0 0,14 11-90,4-7 90,-11-16 90,10-9-90,-12-6 0,3-11 0,-16-4-90,-6-4-630,-10-4-539,-11 0-360,-13 3 0,-4 16 0,-4 4 1619,5 4 0,-2 2 0,2 3 0,-1 0 0,0 3 0,-7 6 0,1-1 0</inkml:trace>
  <inkml:trace contextRef="#ctx0" brushRef="#br0" timeOffset="-140564.73">1702 11060 6813,'-19'-5'1889,"4"2"-1349,3-2-180,5 0-91,5 0-89,5-1-90,6 0 0,3 0-90,5 1 0,1 0 90,10 3 0,-3 5 90,-2 4-90,-8 7 0,-12 3 180,-9 15-180,-3-6 44,-1-2 1,-3 1 45,-10 13-135,9-16 0,-1-1 45,-5 8 0,6-8 0,9-12 90,7 0-90,3-5 0,6 0-90,4-3 90,9-3-90,-4 1 0,5-1 0,-9 2 0,-2 0 0,-4 1 90,-1 1 0,-2 0 0,-3 0 0,-1 0 0,0 0 0,-3 0 0,2-1 0,-2 0-1,1-1-89,0-1-719,1-2-1800,0-1 990,-1-1 90,-1-1 1439,-2 3 0,-1-1 0,0 0 0</inkml:trace>
  <inkml:trace contextRef="#ctx0" brushRef="#br0" timeOffset="-139973.73">2100 11240 7623,'-9'1'2518,"0"1"-1259,5-1-809,5-1-180,7-2 0,8 0-180,18-5-540,-3 1-449,12-3-361,-12 4-89,-2 0 0,-3 1 1349,0 2 0,-9 1 0,1 1 0</inkml:trace>
  <inkml:trace contextRef="#ctx0" brushRef="#br0" timeOffset="-139524.73">2564 10997 6813,'-3'-8'2789,"-1"2"-2160,0 2 1,0 0-180,-1 3-181,0 1 1,0 1-180,-1 3 0,1 3-90,-1 1 0,2 2 90,1 2-90,2 2 90,3 1-90,3 1 90,2 0 0,4 1 0,2 1-90,4 0 90,1-1-90,8 7 90,-6-6-90,5 4 180,-11-6-90,-5-1 0,-4 1 89,-13 8-89,-5-5-269,-13 7-361,1-10-540,-4-3-269,0-5-180,3-8 90,3-10 1439,3-29 0,11 0 0,5 9 0,1 0 0</inkml:trace>
  <inkml:trace contextRef="#ctx0" brushRef="#br0" timeOffset="-139310.73">2522 10894 8342,'-1'5'2789,"2"-2"-1980,3-2-269,5-1 90,18-6-1080,15-4-450,3-2 270,-21 5 1,0 0-810,9-2-90,-4 1 179,-4 2 1350,-7 3 0,-6 2 0,-3 2 0</inkml:trace>
  <inkml:trace contextRef="#ctx0" brushRef="#br0" timeOffset="-138995.73">2832 10965 7713,'18'0'4677,"12"7"-4227,-7 3-180,9 7-181,-7 3 1,-9-1 0,-2 2-180,5 14-135,-8-9 1,-3 0-766,-8 16-359,-9 5 629,1-22 1,-3 1-765,-12 12 0,-3-1 1331,5-8 1,-2-1 0,-10 7 0,0-1 0,6-13 0,0 0 0</inkml:trace>
  <inkml:trace contextRef="#ctx0" brushRef="#br0" timeOffset="-138411.73">1482 10812 6633,'-15'45'1979,"3"-15"0,2 2-1619,0-1 0,1-1-1057,0 1 1,2 1 741,1-1 0,1-1-45,7 11-630,6-14 1,3 0-630,11 12 629,-4-15 1,2-3-261,18 3 890,3-3 0,2-6 0,2-3 0</inkml:trace>
  <inkml:trace contextRef="#ctx0" brushRef="#br0" timeOffset="-137612.73">3049 10818 6993,'-2'-9'2609,"0"2"-2070,3-1-89,2-1-90,3 0-90,3 1-91,10 0 91,2 7-180,-2 3 0,-4 9 90,-12 4-90,-3 3 0,-6 3 0,-2 2 0,-1 0 90,-3 5-270,7-9 0,3 2-270,9-14-1529,18-5-719,9-10 1348,2-1 1260,0-4 0,-17 3 0,-2 0 0</inkml:trace>
  <inkml:trace contextRef="#ctx0" brushRef="#br0" timeOffset="-137174.73">3304 11267 7533,'-10'4'2518,"1"0"-1888,3-1-90,4-1-91,4-1-179,6-1-90,6-1 0,20-2-360,11-3-270,1-1-359,-1 1-361,-18 1-1438,2 2 2608,-8 0 0,-3 0 0,-10 2 0</inkml:trace>
  <inkml:trace contextRef="#ctx0" brushRef="#br0" timeOffset="-136946.73">3469 11160 7623,'-14'-3'3328,"1"0"-2879,8 3-179,2 1 0,2 6-270,1 2-180,2 8-449,-2 2-1620,-3 17 900,-1-5 89,-1 11 1260,3-12 0,2-1 0,1-2 0</inkml:trace>
  <inkml:trace contextRef="#ctx0" brushRef="#br0" timeOffset="-135526.73">3882 10992 7083,'-6'-15'2339,"1"1"-1800,1 2 1,1 1-180,0 2-90,0 2 89,2 3-269,1 16 0,0 3-90,-1 16-180,0 1-179,-1 5-361,1-6 0,1 0-359,-2 18 326,2-17 1,1-1-328,3 8 1080,2-6 0,2-7 0,2-4 0</inkml:trace>
  <inkml:trace contextRef="#ctx0" brushRef="#br0" timeOffset="-135174.73">3986 11069 7083,'-5'-5'1439,"-1"2"-1079,1 4 0,1 5-90,1 4 179,0 10-359,5-3 90,2 6-90,3-7 0,4-3 0,2-1 90,11-1-90,6-9 0,-1-3-90,-1-8 0,-13-2 90,-3-11-90,-8 4-90,-7-6 0,-8 8-1079,-14-1 179,3 7-179,-9 3 1169,6 11 0,9 0 0,0 4 0</inkml:trace>
  <inkml:trace contextRef="#ctx0" brushRef="#br0" timeOffset="-134892.73">4466 11118 7353,'-9'8'3508,"5"-2"-3508,22-5-630,3-2-269,15-2-271,-2 0 1,1 0-15,1 1 1184,-3-1 0,-2 2 0,-2-1 0</inkml:trace>
  <inkml:trace contextRef="#ctx0" brushRef="#br0" timeOffset="-134312.73">4847 11034 7353,'-23'-8'1709,"0"1"-1349,4-1-91,1 0 1,4-2-180,5 1 0,5-1-90,5-2 90,6 0-180,12-6 90,-1 6 0,8-4 0,-5 7-90,9 1 90,-9 3-90,4 4 90,-11 4 0,-4 6 0,-4 3 0,-4 6 90,-4 3-90,-1 3 0,-5 3 90,-1 3-90,-2 0 90,0 0 0,-1 0 0,2 0 0,-1 9 0,5-3-90,2-3 0,7-10 90,4-13-90,3-2 0,2-4 0,6-6 90,-5-3-90,0-4 90,-7-3 180,-11-11-90,-3 3-1,-9-9-89,-2 7-90,-3 1-269,0 0-1620,-8-2-630,7 3 2519,3 3 0,12 4 0,9 5 0</inkml:trace>
  <inkml:trace contextRef="#ctx0" brushRef="#br0" timeOffset="-134012.73">5050 10845 7713,'43'-12'2338,"-16"7"1,0 3-2159,-1 1 0,0 3-90,3 1 0,-2 3 90,11 11-91,-4 5 1,-5 4-180,-9 5-359,-10 4-766,-16-5 1,-4 1 494,-2-5 1,-3-1-1747,-8 11 1,-4-1 1790,2-8 0,-2-2 675,-2-1 0,0 0 0,-2-3 0,0 0 0,-1-2 0,0 1 0</inkml:trace>
  <inkml:trace contextRef="#ctx0" brushRef="#br0" timeOffset="-133355.73">3648 10890 6813,'-7'8'2429,"-1"2"-1800,-3 5 1,-1 5-90,1 6-91,2 6-134,6-6 0,2 2-225,3 17-315,3-15 0,1 1-764,11 13-270,6-1-923,5-3 833,7-5 1349,4-6 0,3-7 0,3-5 0</inkml:trace>
  <inkml:trace contextRef="#ctx0" brushRef="#br0" timeOffset="-132845.73">5385 10428 7803,'-6'-5'2338,"3"1"-1798,1 1-90,4 2 179,7 5-359,0 3 0,4 7 0,-5 3 0,-2 3 0,-3 3 179,-8 14-179,-1-9-90,-4 7-90,3-15 0,3-6-90,6-5-90,7-8-360,9-7-629,6-8-450,6-5-90,2-1 89,-4-1 1,-6 2 1529,-11 1 0,-11 4 0,-7 3 0</inkml:trace>
  <inkml:trace contextRef="#ctx0" brushRef="#br0" timeOffset="-131913.73">1197 10607 6183,'-10'17'630,"-1"4"-540,1 7 90,-1 6-45,5-4 0,-2 2-45,3-7 0,0 2-547,-2 8 1,0 0 591,3-9 0,-1-1 0,1 0 0,-1 0 385,-3 22-160,-1-4 0,-1-4 90,1-5-91,-1-5 1,1-7-90,-1-4-90,0-5 270,-6-6-270,2-7 731,-5-3-821,5-5 110,-8-8-1099,-2-3-181,0-1-179,1 2 0,8 9 0,1 2 1259,1 3 0,3 3 0,0 1 0</inkml:trace>
  <inkml:trace contextRef="#ctx0" brushRef="#br0" timeOffset="-131164.73">1426 10563 6813,'-11'-3'810,"2"2"-541,3-1 271,4 2-270,8 0 270,15 3-1,26 3-494,-22-3 0,2 0-407,7 1 1,1 0 406,0 0 0,-1-1-946,8 1 1,1 1 930,-10-2 0,1 1 0,3 0 6,-1 0 0,5 0 0,2 1 0,-1-2 0,-2 2-633,4-1 1,-1 0-1,1 0 1,1 0 596,-4 0 0,2 0 0,1 0 0,0 0 0,0 0 0,-3-1-18,2 1 0,-1-1 0,-1 0 0,0 0 0,1 0 18,3 0 0,-1 0 0,1-1 0,1 1 0,0-1-342,2 0 1,0 1 0,1-2 0,-1 1 0,1 0 341,-6-1 0,0-1 0,-1 1 0,1 0 0,1 0 0,-1-1-104,1 0 0,0 0 0,0 0 0,1 0 0,2 0 0,1-2 74,-5 1 0,1 0 0,1-1 0,2 1 0,0-1 0,0-1 0,1 1 0,0 0 1,-1 0-113,2-1 1,0 1 0,0-1 0,0 0 0,1 1 0,-1-1-1,1 0 1,-1 0 0,1 0 71,-2 0 0,1 0 0,-1 0 0,0 0 0,0 0 0,0 0 0,0 0 0,1 0 0,0 0-4,-3 0 1,1-1 0,2 1 0,-1-1 0,0 1 0,0 0 0,-2 0 0,-2 0 0,-2 0 0,-2 0 73,10 0 0,-6 0 0,-1 0 0,-1 0 0,2 0 0,-2 1 0,1-1 0,2 0 0,-2 1 0,-2 0 0,-4-1 0,7 0 0,-4 1 0,-2 1 0,-2-2 0,-1 2 0,0-1 0</inkml:trace>
  <inkml:trace contextRef="#ctx0" brushRef="#br0" timeOffset="-123529.73">2349 11718 6903,'-4'-14'2609,"-1"0"-1980,0 0 1,0-1-270,0 1-1,0 1-179,2 0-90,1 1 0,1 1-90,2 0 0,0 3 0,1 1 0,-1 3 0,1 3 0,-1 4 0,0 6-90,-1 7-719,-1 20-1,-2-12 1,1 2 269,-1 1 0,1 0-250,-2 1 1,1 0-290,-1 10 1032,-2-3 1,2-4-1,-1-4 1</inkml:trace>
  <inkml:trace contextRef="#ctx0" brushRef="#br0" timeOffset="-123262.73">2227 11925 7353,'3'8'270,"0"0"-180,-1 0 0,1-1-1,0 1 1,1-2 90,1-2-90,1 0 0,3-3 90,0 0-180,3-2 0,2-2-360,3-3-989,15-7 540,-6 1 809,9-8 0,-10 5 0,-2 0 0</inkml:trace>
  <inkml:trace contextRef="#ctx0" brushRef="#br0" timeOffset="-122681.73">2382 12272 7353,'-6'-14'2069,"-1"-1"-1620,0 0 91,0 1-90,-1 2-180,0 2-1,0 2 1,-2 2-90,0 3-90,-1 3 0,0 3 0,-1 3-90,-3 8 0,5 6 0,1 0-90,7 0 90,5-8 0,3-3 0,3-1 0,6-4 0,-3-2 0,3-2 0,-6-2 90,-1-1-90,-2 2 90,-1 0 0,-1 2 0,-1 3-90,-1 4 90,0 5-270,-2 5-360,0 3-539,-1 6-180,0 0-1530,2 12 2789,2-12 0,4 3 0,2-15 0</inkml:trace>
  <inkml:trace contextRef="#ctx0" brushRef="#br0" timeOffset="-122247.73">2869 12325 6903,'-22'2'3328,"2"-1"-1979,-2 1-899,8 0-90,3 0-180,12-1 0,16 0-180,2-1 0,13-2 0,-3 0 0,3 0-90,1-1-90,0 1-180,-3 0-1079,6-1 270,-12 1-91,3-1 1,-16 3 90,-5-1 1169,-3 1 0,-5-2 0,1 1 0</inkml:trace>
  <inkml:trace contextRef="#ctx0" brushRef="#br0" timeOffset="-122038.73">2978 12220 7173,'-15'0'2608,"1"1"-1438,-1 5-810,7 1-181,1 7 91,8 9-450,1-3-269,4 10-541,0-7-89,-2 3-180,0 3-91,-2 2 1350,-1 1 0,0-1 0,-1-1 0</inkml:trace>
  <inkml:trace contextRef="#ctx0" brushRef="#br0" timeOffset="-120097.73">3414 12102 7353,'0'-6'1889,"-1"0"-1350,0 2 181,1-4-450,0 4 0,0-1-90,1 2 89,0 0-89,-1 1 90,1 1 360,0-1-630,-3 7 90,1-2-90,-3 6 0,0 6 90,0 0-90,-3 5 0,1-2 0,-1 2 0,0 0 0,-3 11 0,3-8 0,0 5 0,3-11-90,3-2 90,1-3 0,3-1 0,3-3-90,9-1 90,-3-4 0,8-2 0,-6-3 0,2-2 0,-2-2 0,0 0 0,-2-1 0,-3-1 0,0-2 90,-2-1-90,-2 1 0,-2-1 0,-1-3 90,-2 4-90,0-2 0,-1 6 0,0 1 0,0 3 0,0 3 0,0 5-270,-1 8-180,1 7-1889,-2 28 990,0-5 351,2-11 0,-1 1 998,0-8 0,1 0 0,-2 1 0,0 0 0,1 0 0,-1 0 0</inkml:trace>
  <inkml:trace contextRef="#ctx0" brushRef="#br0" timeOffset="-117593.73">1982 12258 6903,'0'-11'2159,"0"2"-7100,0 0 5481,0 2 1678,0-1-1858,-1 4 679,0 0-859,0 5 0,0 3-180,-1 4 3482,0 5-3392,-1 5-90,-1 5 0,-1 4 0,0 3 0,1 1 0,-2 1 90,0-2-90,-2 0 0,0-4 0,-6 5 0,-6-7 90,-1-2-90,-2-11-90,4-10 90,-12-8 0,-3-7 0,-1-1 0,4 0 0,11 7 0,2 5 0,1 4-90,2 4-180,2 5-180,4 3-269,0 3-271,3-1-1438,1 3 1348,2-9 1080,0-2 0,2-13 0,-1-5 0</inkml:trace>
  <inkml:trace contextRef="#ctx0" brushRef="#br0" timeOffset="-117031.73">2008 11958 6633,'-12'-4'2699,"2"1"-2070,1 0 1,2 0-90,2-1-181,3 0-89,3-1 0,10-2-180,12-1 0,6 1-90,10 3 90,-2 2-45,-1 3 0,2 0-45,-7 0 0,2-1-936,12 2 1,3 0 935,-10 0 0,-1 1 0,4 0 0,0-1-536,2 2 0,1-1 536,1 0 0,1 1 0,0 0 0,3 0-30,-3 0 0,3 1 0,-3-2-381,-8 1 1,-4-1 0,4 0 380,8 1 0,3 0 0,-3 0-105,2 0 0,-2-1-45,-1-1 1,-1 1-91,-1-1 0,-2-1-180,-2 0 0,-1 0-142,-4-1 0,1-1-623,6-1 1,-1-1 1214,-12 0 0,-2 0 0,5 0 0,-3-2 0,3-2 0</inkml:trace>
  <inkml:trace contextRef="#ctx0" brushRef="#br0" timeOffset="-113014.73">2088 13418 7623,'-24'-2'3688,"2"2"-2969,1-3-269,2 2 0,4-2-91,5 1-269,9-2-359,8 1-271,10-2-90,5 4-269,5 0-91,3 1-179,1 2 90,-1 1-923,5 7 2002,-13 0 0,0 6 0,-15-4 0</inkml:trace>
  <inkml:trace contextRef="#ctx0" brushRef="#br0" timeOffset="-112842.73">2058 13565 6453,'-5'2'1529,"2"0"-1439,12-5-90,1 2-90,7-3-269,0 1-811,11-1 2609,-4 1-1439,8 0 0,-8 0 0,1 0 0</inkml:trace>
  <inkml:trace contextRef="#ctx0" brushRef="#br0" timeOffset="-112245.73">2580 13242 7623,'-17'-6'1619,"4"-2"-1439,4 0-90,8-1-90,7 0 0,7 0 0,6 1 0,4 1 0,4 2 0,1 5 0,-2 2 0,-2 3 0,-3 4 179,-5 8 1,-8-2 0,-5 7 90,-8-6 270,-7 4-270,1-3-180,1 1 0,6-7-90,7-4 0,3-1 0,4 1 89,10 6 91,1 3 0,-2 0 0,-5 1 0,-12-5 90,-6 2-90,-5-1 90,-5 1-90,-4-2-90,-3-2 89,-1-4-179,0-3-179,2-4-181,4-5-450,6-4-359,6-3-270,9-4-1,6 0 91,6-1 1349,6 1 0,1 0 0,3 1 0</inkml:trace>
  <inkml:trace contextRef="#ctx0" brushRef="#br0" timeOffset="-112007.73">3129 13408 7892,'-6'5'3149,"0"0"-2879,3-2-270,2-1-270,2-1-360,2-3-359,4 1-271,3-2 91,1-2 0,2 1 1169,-1-2 0,0-1 0,-1 0 0</inkml:trace>
  <inkml:trace contextRef="#ctx0" brushRef="#br0" timeOffset="-111548.73">3354 13141 7982,'-1'-10'2699,"0"0"-2429,0 2 0,0 2-91,-1 3-89,-1 1 0,-1 4 0,-1 1 0,-3 6-90,-1 4 0,-1 6 0,-2 3 90,2 4-90,-1 13 90,7-9-90,2 9 0,14-5 0,1-10 0,22 6 0,3-18 0,2-4 0,-1-10 0,-14-7 0,-3-3 0,-6-2 0,-7-2 0,-9-2 0,-18-5-90,-3 9-90,-15-1-269,4 13-1800,-16 8-270,5 7 2519,3 1 0,16 0 0,16-7 0</inkml:trace>
  <inkml:trace contextRef="#ctx0" brushRef="#br0" timeOffset="-110947.73">3701 13341 7623,'-3'0'3688,"1"-1"-3329,5-2-359,3-2-359,3 0-991,12-3 451,-2 2-91,10-1 91,-8 3-456,8 4 1355,-10 0 0,3 3 0,-10 1 0</inkml:trace>
  <inkml:trace contextRef="#ctx0" brushRef="#br0" timeOffset="-110707.73">4075 13322 6903,'10'-4'900,"0"0"-721,-1-1-89,1 1-90,1 1 0,-1 0-90,1 1-89,1 1-721,3 1 900,1 0 0,1 0 0,1 1 0</inkml:trace>
  <inkml:trace contextRef="#ctx0" brushRef="#br0" timeOffset="-101292.73">2383 6752 6903,'-9'3'1889,"0"-1"-1439,0 0-1,0-2-179,1 1 0,0-1 0,1 0-90,1 0-90,1-1 0,2 1-90,3-1 0,1-1 90,4 1-90,4-1 0,11-1 0,7-2 0,2 0 0,0 0 0,-11 1-360,4-1-1349,-7 3 540,-4 1-1,-10 3 1170,-8 4 0,-4 1 0,-2 0 0</inkml:trace>
  <inkml:trace contextRef="#ctx0" brushRef="#br0" timeOffset="-99765.73">2908 6720 6363,'-4'-1'1080,"0"-1"-810,0-1-1,0 1-89,1 0 0,0 0 0,-2-1 90,-1 0-180,1 2 0,-2-1 0,3 2 90,-2-1-180,1 1 0,1 1 90,4-1-90,5 3 0,7 1 0,3 1 0,6 3 0,-2-2-90,14 4-450,-8-3-180,10 4-179,-12-5 899,5 0 0,-10-6 0,3-1 0</inkml:trace>
  <inkml:trace contextRef="#ctx0" brushRef="#br0" timeOffset="-73981.73">2389 5643 6183,'-12'0'720,"0"0"-630,1 1 90,1-1 0,2-1-90,1 1-90,1 0 90,2-1-90,1-1 0,0 2 90,1 0 0,0-1 89,0 1 1,0 0-90,1 1-90,11-1 0,0 0 0,12-1 0,-1-1 90,19-4-90,-5 3-425,13-2 425,-12 3-90,2 1 90,1 2-12,-12 0 0,1 2 12,0 0 0,1 2 0,0-1 0,-1-1 0,-1 2 0,-3-1 0,10 2 0,1-1 90,-1-1-90,0-2 90,0-1-90,2-2 212,-11-1 0,3-1-167,1-1 0,2-1-45,-1 0 0,0 1-98,0-2 0,-2 0 98,12-2 0,1 1 0,-2-1 0,-2 1 0,-1 2 0,-3 0 0,-3 1 0,-4 1-270,5 0-48,-11 2-312,4-1-180,-12 1 810,-3 0 0,-3-1 0,-2 0 0</inkml:trace>
  <inkml:trace contextRef="#ctx0" brushRef="#br0" timeOffset="-72481.73">9146 6513 6903,'-4'-5'1259,"0"1"-719,1 1-360,2 1-90,0 0 0,2 0 0,2 2-90,2-1 180,11 1-180,-1 0 90,8 0-90,-3 1 0,4 0 90,1 1-90,4 1 0,2-1 0,4 0 0,-8-1 0,2 0 0,3 1 0,2-1-172,0 0 1,0 1 216,10-1 0,1 1 45,-6-1 0,-1 1-45,1 0 0,-1 0 0,0 0 0,-2 1 0,-9-2 0,-3 1-45,3-1 0,0 1 45,-2 0 0,3-1-45,11 2 0,1 0 0,-9-1 0,0-1-537,10 2 0,0-2 537,-11 0 0,-1 0 0,14-1 0,1 0 0,-10 0 0,-1-1 0,11 0 0,0 0 0,-13 1 0,-1-2 0,1 1 0,-1-1 0,0 1 0,0 0-396,0-1 1,0 1 395,-1-1 0,-1 1 0,2 0 0,-2 0 0,0 0 0,0 0 0,-1 1 0,0-1 45,0 1 0,0 0-45,-1 0 0,0 0 45,0 0 0,-1 0-45,25 1 0,-2-2 0,0 0 368,0-3-368,-13 0 0,0-1 0,-8 1 0,0-1 314,8-1 1,1-1-315,-12 2 0,0-1 0,10-2 0,1 0 0,-9 2 0,-1-1 138,8-1 1,0 1-139,9-3 0,-3 2-283,-3 1 283,-5 1 0,-3 2 0,3-1 383,-10 3-383,1-1 519,-10 2-519,1 0 134,-3 1-404,-1 0-269,-2-1-361,-5-1-1079,-2-1 1979,-3 0 0,-6-2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8:05:17.93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15144 6270 7083,'-7'-2'1799,"0"2"-1349,0-1-91,2-1-89,1 2-90,0 0 0,1 0 0,0 0 0,0 0 0,-2 0 0,0 1 0,-3 1-1,0 0-89,-2 1 90,-1 0-90,0 0 0,-1 1-90,1-1 90,-1 0 0,3-1-90,-1 0 90,2 0 0,2-1-90,2 1 90,0-2-90,2 1 90,0 0 0,3 0-90,1 0 90,3 0 0,1 0 0,4-1 0,1 1-90,4 0 90,2-1-90,3 0 0,1-1 0,2 1 0,0-1 0,11 3 0,-9-1 0,6 2 0,-11 0 0,4 3 0,-6 0 0,3 0 0,-9 0-90,4 0 90,-5-2-90,4 1 90,-7-4 0,0 0 0,-1-2 0,2-2 0,-4 1 0,0-3 0,-2 2 0,-3 0 0,0 0 0,-2-1 0,0 0 0,-1 1 90,-1-1-90,0 2 90,-1-2 0,1 2-90,-2 0 0,2 0 90,-1 1-180,2 0-360,-2 0-630,1 1-359,1 0 0,-2 0 0,-2 1 33,-4 3 1406,-2 3 0,-5 5 0,-2 2 0</inkml:trace>
  <inkml:trace contextRef="#ctx0" brushRef="#br0" timeOffset="2877">21139 6341 7173,'-15'0'1979,"1"0"-1440,1-1-89,2 1-90,2 0-90,3 0-90,0 0-90,1 0 90,2 0-1,0 1-89,1 1 90,0-1 0,2 1 0,0 1 0,3 0 0,3 2 90,3-1-180,6 0 90,5 0-90,18 0 0,12-2-90,-25-1 0,1-1-45,0 1 0,-1-1 45,11 0-90,-4 0 90,-3 0-90,4 0 0,-11 0 90,1 0 0,-12 0-990,-1-1-179,-5 1-180,0-1-90,-6 0 89,-3 0 1350,-1 0 0,-3 0 0,-2 0 0</inkml:trace>
  <inkml:trace contextRef="#ctx0" brushRef="#br0" timeOffset="25036">8425 8723 6094,'-4'-2'539,"1"0"-449,1 0-90,2 0 0,0 1 90,2 0-90,3 0 0,1 1 0,3-1 0,3 0 0,3 1 0,15-3 0,-3 2 0,9-3 0,-6 1 0,-1 1 0,0-1 0,-3 1 0,-2 0 0,-4 1 0,-4-1 90,-6 2-90,-8 0 0,-12 1 0,-13 0 90,-1 0-90,-3 0 0,9-1 90,2 0-90,2 0 0,4 0 0,3 0 0,3 0 0,4 0 0,3 0 90,3 0-90,0 0 0,0 1 0,1-1 90,-2 1 90,-1 1-90,-3-1 0,-1 0-90,-2 0-90,1-1-360,0 1-719,4 3 1169,2-1 0,4 2 0,0-1 0</inkml:trace>
  <inkml:trace contextRef="#ctx0" brushRef="#br0" timeOffset="26476">17150 8611 6183,'-9'-1'1350,"2"0"-991,1 0-89,1 0-90,1 0 0,1 0 0,1 0-90,-1 0 90,2 0-90,0 1-90,1-2 90,3 1-90,3 0 0,5-1 0,7-1-90,21-3 90,-3-1-319,-10 2 1,0 0 318,15-3 0,-12 2 0,-1 0 0,-2 1 0,-1-1 0,21-4 0,-19 3 0,-21 3 0,-8 3 0,-9 0 367,-14 6-997,3 0-89,-9 5-91,12 0-72,4 1 882,4 1 0,6-3 0,4 0 0</inkml:trace>
  <inkml:trace contextRef="#ctx0" brushRef="#br0" timeOffset="27292">21145 8671 6723,'-7'-3'1529,"0"0"-1169,4 0-90,1 0-180,5 1 0,5 0 0,14 0-90,0 2 0,12-1 0,-7 1-90,2 0 90,-1 1 0,-3-1 0,-2 0 0,-6 1 90,-4-1-90,-8-1 90,-7 1-90,-15 0-990,-8 1 181,-2 1-91,0 3 900,7 0 0,1 0 0,1 1 0</inkml:trace>
  <inkml:trace contextRef="#ctx0" brushRef="#br0" timeOffset="32293">19247 10938 6813,'-6'-4'1889,"0"0"-1259,1-2-1,0 1 1,0 1-180,2-2-1,-1 2-89,0 1 0,1 0-180,1 1-90,0 1 0,-1 0 0,1 0-90,0 1 0,0 1 0,2 1 0,0 0 0,2 1-90,2 0 90,2 0 0,2-1-90,4 0 0,3-1 0,2-2-270,10-1 180,-6 1 0,5-3 90,-11 2 90,-3 0-90,-6-1 180,-8 1 180,-17 0-90,-4 0 0,-10 3-90,8 0 180,-8 2-810,14 2-359,5-1-361,19 2-89,14-2 0,9 0 64,8-3 1285,5-1 0,4-3 0,0-1 0</inkml:trace>
  <inkml:trace contextRef="#ctx0" brushRef="#br0" timeOffset="33426">21225 10936 6363,'9'-3'1529,"1"0"-1079,0 0-180,2 0 270,6-3-270,0 0-90,0 0-1,-4 2 91,-8 1 270,-4 1-180,-3 1-90,-7 0 89,-4 1-89,-3 1 0,-1 0-90,-1 0 0,2 1 90,2 0-270,9-1 0,5 2 0,9-2-270,6 0-180,3-1-449,1 0-361,-1-2-89,-3 2-90,-4-1 180,-6 1 1259,-5 1 0,-7-1 0,-4 1 0</inkml:trace>
  <inkml:trace contextRef="#ctx0" brushRef="#br0" timeOffset="40393">18809 7158 6363,'-15'-1'990,"2"1"-810,5 0 0,4 1-90,7 0-1,5 1-89,7 0 90,20 2-90,-4 0 0,16 0-287,-8 0 287,3-1 0,1 0-45,-11 0 0,-1 0 45,18 1-167,-18-1 1,-1 1 76,9 1 0,-2 1 0,-4-1 0,7 3 0,-12-3 0,4 3 90,-14-4 0,-3 1 279,-2-2-279,-2 1 0,-2-2 0,-2-1 342,-3-1-342,-2 0 0,-4-3 180,-7-1-90,-1-1 0,-7 1 89,1 0 1,-2 1 180,-14-1-180,6 1 0,-9-1 0,9 2 0,0 0 0,0 0 0,2 0 179,-5 1-269,10-1 0,0 1-90,14-1 90,14-1-90,6 1 0,12-2-90,2 1-90,5 0 0,3 1 0,-11 1 1,3-1 44,-3 1 0,1 1 90,-1-1 0,-2 1-45,15-1 90,-22 1 0,-4-1 0,-7 1 90,-4-1-90,-4 0-180,-1 0-360,-1 1-989,-1-1 630,5 0 899,3 0 0,8-3 0,2-1 0</inkml:trace>
  <inkml:trace contextRef="#ctx0" brushRef="#br0" timeOffset="41076">21103 7057 7263,'-13'-3'1799,"1"1"-1349,5 1-91,2 1-179,7 0 0,4 3-90,7 0 0,5 0-90,6 0-90,20 0-540,-9 0-179,14 0-270,-16-3-1,-4 2 1080,-6-1 0,-7-1 0,-5 0 0</inkml:trace>
  <inkml:trace contextRef="#ctx0" brushRef="#br0" timeOffset="47143">17246 7855 6543,'-10'-1'1619,"-1"-1"-1169,1-1-90,1 0 0,1 0-180,3 0-1,3 0-179,3-2 90,3 1-90,5-1 0,4 1 0,3 1 0,2 1 0,12 1-90,-8 2 90,7 0 0,-12 0 0,-4 2 0,-6-1 180,-4 1 0,-8 1 360,-18 2-180,-1 0 0,-15 0-1,6-2 271,-14 1-360,14-3-90,-2 0-90,22 0-90,12-2-270,12 0-1529,33 0 359,-12-1 1,2 0 764,1 0 1,-1-1 538,1 0 0,-2 0 1,6-2-1,-5-1 1</inkml:trace>
  <inkml:trace contextRef="#ctx0" brushRef="#br0" timeOffset="48080">21177 7930 6633,'-3'-2'1080,"2"0"-901,0 1 91,1 0-90,1 1 0,4 0-90,1-1 90,4 1 0,2-1-90,3 0-90,3 1 90,2-1-270,1 0-450,1 0-89,-1 1-181,-2 0 1,-3 2 899,-5 0 0,-6 0 0,-3 1 0</inkml:trace>
  <inkml:trace contextRef="#ctx0" brushRef="#br0" timeOffset="51243">16841 9406 6903,'-9'2'1439,"1"-1"-989,1-1-180,2 1-90,1-1 0,1 0-90,0 0 0,2 0 179,0 0-89,4 0-90,1 1 0,5 0 0,1-1 0,3 0 0,4 0 0,5-1-90,4-1 0,18-1 0,-7 0-190,-11 1 0,-1 0 190,14-2 0,-12 2 0,0 0 0,14-1-45,-16 0 0,1 1 45,5-1-38,-2 2 38,-4-1 0,-2 1 90,-4 0-90,5 1 0,-9 0 379,4 1-379,-8-1 39,-2 1-39,0-1-90,4-1-360,-2-2 1,1 0-361,-3-2-179,-4 1-990,0-2 1979,-3 2 0,0-1 0,-3 2 0</inkml:trace>
  <inkml:trace contextRef="#ctx0" brushRef="#br0" timeOffset="52642">21291 9381 7083,'-3'-3'1169,"0"0"-989,2 1 0,-1 2 90,1-1-180,4 2 0,2 0 0,4 3 0,2-1-90,3 1 0,4-1 90,3 0-90,0-1 90,0-1-90,0 1 90,-2-1 0,-4-1-90,-4 0 179,-11-2-89,-6 0 180,-11 0-90,-5 0 90,-4 1-90,-2-1 0,1 1-90,2-1-450,-1 1-540,11 2-179,3 1-90,12 0 1169,14 1 0,0-2 0,8-1 0</inkml:trace>
  <inkml:trace contextRef="#ctx0" brushRef="#br0" timeOffset="55131">17004 10206 7083,'-13'-2'1709,"-1"-1"-1259,3 1-90,0-1-1,4 0-179,0 1 0,3 0 0,0 0-90,2 1 90,2-1-90,1 1 90,4 1-90,3 0 90,4 0-91,4 0-89,3 0 0,4-1 90,4 0-90,3 0-90,3 0 90,-8-1 0,1 1 0,14-1 0,-13 0 0,-1 1 0,10-1 0,0 1-179,0 0-181,-3-1-270,0 2-359,-2-2-91,1 2-89,-2-1 0,2-1 1169,-1 1 0,-2-3 0,-1 0 0</inkml:trace>
  <inkml:trace contextRef="#ctx0" brushRef="#br0" timeOffset="56176">21150 10216 6993,'-5'-2'1439,"0"0"-1079,2 1-90,3 0-90,3 1-90,3-1 90,5 2-90,5-1-1,4 0-178,5 0-541,4 0-180,4-1-180,-8-2 1,2-1 989,12-5 0,-12 2 0,-3-2 0,8-6 0</inkml:trace>
  <inkml:trace contextRef="#ctx0" brushRef="#br0" timeOffset="58966">16849 11794 6453,'4'0'540,"2"1"-360,0-1-90,3-1 180,7 1-90,-2-1-90,7 0 89,-6 0-89,5 1 0,1-1 0,4 0 0,4 0-45,-4 1 0,1 0 45,18-1-90,-14 0 0,3 1-540,5 0 1,1 0 404,-8 1 0,1 0-180,11-1 0,1 1-45,-12 1 1,2 0 359,-2-1 0,3 1 0,-2-1 0,6 1 0,1 0 0,-6 0 0,0-1 0,1 1 0</inkml:trace>
  <inkml:trace contextRef="#ctx0" brushRef="#br0" timeOffset="59999">21218 11752 7083,'-8'0'1799,"2"0"-810,2 1-719,14 0-270,7 0-629,16-1-181,7-3-269,10-1 154,-22 0 1,1 0 924,2-2 0,1-1 0,0-1 0,0-2 0,2-1 0,-1 1 0</inkml:trace>
  <inkml:trace contextRef="#ctx0" brushRef="#br0" timeOffset="152973">15015 364 6543,'-4'-6'1529,"-2"0"-1349,2 2-90,-1 1 0,1 2 0,-4 2-90,1 0 180,-7 2 180,2 1-270,0 0 90,0-1 0,4 0-1,-5 1-89,4-2 0,-6 3-90,6-3 0,0 2 0,3-2 0,3 0 90,-1-1-90,2 1 0,-1 0 0,2 0 0,0 0 0,1-1 0,1 2 90,0-2-90,2 1 0,-3 0 0,3 0 0,-3-1 90,1-1-90,1 1 90,-2-1-90,2 0 90,0-1-90,0 0 0,1 0 0,-1 1 0,1-1 0,-1 1 0,1-1 0,-1 1 0,1 0 0,0 0 0,-1 0 0,-1 0 0,-1 0 0,2 0 0,-1-1 90,0 0-90,1 0 0,-1 0 0,1 1 0,0-1 0,-1 0-90,1 0 90,0 0 0,0 0 0,1 0 0,-2 1 0,1-1 0,-2 0 0,1 0 180,0 0-90,-1 0 90,0 0 360,0 0-1,1-1-359,-1 2 450,0-2-450,0 7 0,0 8-90,1 3 179,-2 18-269,-2-8 90,-3 11-90,0-5 45,1-7 0,0 0-45,-4 16-287,3-15 1,0-1 286,-2 11-180,-1 9 0,3-15-270,-2 6-269,5-18-1440,1-1 810,2-7-1,2-3 181,4-8 1169,2-4 0,4-5 0,0-2 0</inkml:trace>
  <inkml:trace contextRef="#ctx0" brushRef="#br0" timeOffset="153306">15132 487 6723,'2'-5'1439,"-1"2"-989,-2 2 360,-5 3-451,-2 2 1,-6 2-90,-1 3 90,-3 2 0,-2 2-91,0 1 1,-1 2 0,2 0-90,1 2 0,3 0 0,4 1 0,7 8-90,7-7-90,8 6 90,5-9-90,3-3 0,3-1-180,1-3-360,1-2-539,-1-4-1710,1-1 1440,-9-5 1349,-3 0 0,-11-3 0,-3-1 0</inkml:trace>
  <inkml:trace contextRef="#ctx0" brushRef="#br0" timeOffset="153857">15257 763 8072,'7'-1'1530,"2"0"-1081,-1 3-89,3 0 90,4 4-270,-3 0 179,4 10-179,-10-4 90,-2 6-90,-5-2 0,-2 0 0,-3 0-90,0 0 0,0-1 0,1-1 0,1 5-90,4-5 90,3 3 0,3-7 0,7 3 89,-2-4 1,2 2 0,-5-5 180,-5 3-90,-5-2-90,-5 4 0,-5-3-180,-3 0 0,-3 0-450,-2 0-809,-1-1-360,0 0-1799,-7-2 1888,10-3 1530,-3-4 0,12-4 0,3-2 0</inkml:trace>
  <inkml:trace contextRef="#ctx0" brushRef="#br0" timeOffset="154744">15830 679 7443,'-12'-1'1619,"3"0"-1439,2 0 0,3-1-90,5 0 0,4 1-1,5 0-178,3 1-271,4 1-270,0 0-179,0 1-181,-2 1 990,-1 3 0,-7-1 0,-1 2 0</inkml:trace>
  <inkml:trace contextRef="#ctx0" brushRef="#br0" timeOffset="154945">15777 787 6903,'-13'6'1799,"1"1"-1349,3 0-90,0-2-1,4 0-179,4 0 0,4-1 90,14 2-270,2-2-180,14 1-450,-4-4-359,3-1 0,2-2-181,0-3 1170,1-2 0,-2-5 0,1-2 0</inkml:trace>
  <inkml:trace contextRef="#ctx0" brushRef="#br0" timeOffset="155640">16484 438 6903,'1'-9'2339,"-2"-3"-1440,-7 1-539,-2 2 90,-11 0-360,3 6 90,-6 1-90,3 3-1,-10 3-89,8 2 0,-5 1 90,7 4-90,9-1 0,0 4 0,11-2 0,3 0 0,6 3 0,3 0-90,3 1 90,4 2-89,0 2 89,2 0-90,-1-1 90,-1 1 0,-3-1 0,-2-2 0,-3-1 0,-6-1 90,-4-1-1,-14 4 1,-2-6 0,-11 3-90,6-7 0,-8 2 90,10-5-90,-2 1 0,14-4 0,6-3 0,6-1-90,4-1 90,4 3-90,8 6 0,-6 1 90,4 8 0,-9 2 0,-4 2 0,-4 4 90,-4 0-90,-4 2 90,-3 2-90,-8 12 0,4-10 90,-2 6-90,6-14 0,10 1-90,5-9-90,10 0-179,6-10-361,5-4-359,4-3-91,3-4-459,0-4 496,-1 0 1083,-1-2 0,-4 0 0,-1 0 1</inkml:trace>
  <inkml:trace contextRef="#ctx0" brushRef="#br0" timeOffset="155946">16916 604 7263,'-5'-14'3148,"1"1"-2428,0 3-181,1 2-89,1 2-180,-1 5-90,2 2 0,0 11-90,1 0-90,-1 9 0,1-1 0,-3 12-270,0-6-270,-3 10-449,2-12-1620,-4 9 1260,3-10 90,0 4 1259,5-14 0,2-4 0,3-2 0</inkml:trace>
  <inkml:trace contextRef="#ctx0" brushRef="#br0" timeOffset="156254">16836 541 6633,'8'-12'1529,"3"0"-1079,5 3 360,14 2-541,-3 2 91,10 4-90,-9 3 360,12 11-360,-13 0-91,6 9 91,-18 0-90,-5 3-90,-5 2 90,-7 1-90,-5 1-90,-5-2 0,-6 0-360,-1-3-359,-4-3-361,1-3-269,0-6-1259,-3-4 2608,11-7 0,1-3 0,12-5 0</inkml:trace>
  <inkml:trace contextRef="#ctx0" brushRef="#br0" timeOffset="156630">17153 758 6993,'10'-1'1619,"0"1"-1079,0 2-180,-1 1-1,0 3 181,-2 8-270,-5 0 0,-3 7-90,-7-2 89,-13 11-179,2-8-90,-6 6 90,9-10-90,4-3 0,3-3 0,6-4 0,6-3-90,5-5-719,17-9-181,-3-1-179,10-8 0,-8 5-1,-3 1 1170,-1 1 0,-2 0 0,-2 1 0</inkml:trace>
  <inkml:trace contextRef="#ctx0" brushRef="#br0" timeOffset="157079">17579 719 7533,'1'-3'2338,"1"1"-1258,4 3-631,0 2-89,6 3-180,-1 3 180,5 8-270,-5-1-90,2 14-990,-11-5-179,-4 1-90,-6-4-180,0-10 179,0-1 1260,3-3 0,2-4 0,2-1 0</inkml:trace>
  <inkml:trace contextRef="#ctx0" brushRef="#br0" timeOffset="157473">18074 468 7713,'0'-4'1619,"0"2"-1260,0 2 1,0 3 0,0 3-90,-1 4-90,1 2 0,-1 6-90,0 2 0,0 3-180,0 2-1170,-1 13 181,-1-9-90,-2 8-91,1-14 1260,-1-2 0,2-4 0,0-3 0</inkml:trace>
  <inkml:trace contextRef="#ctx0" brushRef="#br0" timeOffset="157795">18049 475 6363,'19'2'1529,"0"0"-629,11 6-1,0 4-539,-1 3 540,-2 9-451,-16-6-89,-1 6-90,-8-6 0,-5 2-90,-3-1 90,-11 11-270,2-7-810,-15 12-269,12-16-270,-3 2-91,9-11 1,6-3 1439,3-3 0,4-5 0,4-3 0</inkml:trace>
  <inkml:trace contextRef="#ctx0" brushRef="#br0" timeOffset="158328">18312 691 6993,'-11'-5'2339,"0"2"-1800,5-1-89,4 1-90,4 0-180,6 1-90,4 1-90,4 1 90,2 0-90,3 0 0,-2 1 0,1 0 0,-4 0 90,-2 0-90,-2 0 0,-3 0 90,-3 0-90,-2 2 90,-2 3-1,-3 2 1,-4 14 0,-1-1-90,-1 11 0,2-6 0,1 1-269,-1 1-181,2-2-270,0-2-359,0-2-1260,1 1 2339,1-9 0,-1-2 0,2-8 0</inkml:trace>
  <inkml:trace contextRef="#ctx0" brushRef="#br0" timeOffset="158506">18263 852 7533,'7'-5'809,"4"2"-1079,7-2-269,4-1-181,4 0-89,2-2 809,1 0 0,0-3 0,-1 1 0</inkml:trace>
  <inkml:trace contextRef="#ctx0" brushRef="#br0" timeOffset="158828">18647 403 6813,'4'-3'2789,"1"1"-2340,7 3 91,2 2 269,13 7-359,-5 1-45,-1 2 0,0 5-91,-3 3 1,-2 3-225,1 0 0,-2 1-45,-2 4 0,-4 3-900,-8 5 1,-5 1-237,-1-8 0,-3 0 281,-6 10 1,-4-1-715,-11-2 1,-3-2 1523,8-10 0,0 0 0,-8 5 0,0-2 0,12-12 0,-1 1 0</inkml:trace>
  <inkml:trace contextRef="#ctx0" brushRef="#br0" timeOffset="160828">18680 414 6633,'-14'-7'2069,"1"1"-1529,1 1-91,2 0-89,2 2-90,2 0-90,4 0-90,4 1 0,4 1 0,3 1-90,6 0 0,4 0 0,3 0 90,14 1-90,-8 0 0,8 0 0,-12 0 0,4 1 0,-10 1 0,2 0 0,-12 0 0,-6 6 90,-5-2-90,-5 6 0,-4-1 90,-11 10 0,5-4 0,-9 9 0,9-7-1,-3 13 1,9-8 0,-1 10-90,12-10 90,9 8-90,3-9 0,7 6 90,-2-13-90,10 2 90,-8-7-90,4 0 180,-10-9 180,0-6-90,-7-1 180,-4-8-1,-12 1-359,-2 0 90,-11 5-180,6 7 0,-6 4 90,8 5-90,-6 12 0,5 8 0,1 2 0,9 2 0,8-7 0,3 0 0,2 2 0,4-1 0,0-1 0,3 0 90,1 0 0,1 0-90,-1-4 180,-1 5-90,-9-12 0,-6 2-90,-11-13 0,-8-3 0,-6-4 0,-4-4-180,-2-3-1619,-12-7 180,12 4 0,-7-3-90,17 7 180,3 2 1529,3 1 0,3 3 0,2 0 0</inkml:trace>
  <inkml:trace contextRef="#ctx0" brushRef="#br0" timeOffset="162654">18056 1358 7353,'-3'-11'2338,"0"1"-1708,1 2-90,0 0-180,0 4-91,2 2-89,0 5-90,0 8 0,1 6-90,0 9 90,0 7-90,-1 7-90,-1 7-334,0-22 0,0 1 64,1 1 1,-2 0-136,1 0 0,0 0-90,0-2 1,0 1-812,0 5 1,0-1 1395,1 11 0,1 1 0,0-21 0</inkml:trace>
  <inkml:trace contextRef="#ctx0" brushRef="#br0" timeOffset="163026">18024 1401 6813,'2'-8'1259,"1"2"-629,12 2-360,1 2 0,11 2 0,0 3-1,5 3-89,3 3 90,3 4 0,1 3-90,0 3 0,-14-3 0,-1 3-1,-5 1 1,-2 2-135,0-1 0,-4 1 135,-6 21-90,-19-11 0,-12-2-90,-11-1 45,15-15 0,-1 0-467,-2-1 0,-1-1 197,1 0 0,-1-1-1070,-6 3 1,1-1 35,-12 4-90,-2 1 1349,26-11 0,11-3 0,6-2 0</inkml:trace>
  <inkml:trace contextRef="#ctx0" brushRef="#br0" timeOffset="163457">18510 1805 6903,'9'-1'1439,"2"1"-1079,1-1 0,0 1-90,0 1-90,-1 2-1,-2 3-89,-3 2 90,-4 2-90,-4 2 0,-5 3-90,-5 0 90,-3 2 0,-2 0 90,-6 5-180,6-6 90,1 2-90,10-9 90,8-3-180,5-3-989,17-7 179,-2-2-269,10-6 89,-10 1 1080,-2-3 0,-4 0 0,-1 0 0</inkml:trace>
  <inkml:trace contextRef="#ctx0" brushRef="#br0" timeOffset="163895">18972 1567 6993,'-1'-6'2519,"1"0"-2250,6 3-179,-1 2 0,1 2-90,-2 1 90,-1 1 0,-3 0-90,-1 0 90,-3 1-90,-2-1 0,-4 0-180,2-3-269,-2 0-361,7-3-179,2 0-1,2-3-28,1 0 1018,3-1 0,1 2 0,1 0 0</inkml:trace>
  <inkml:trace contextRef="#ctx0" brushRef="#br0" timeOffset="164179">19004 1780 6633,'0'6'2249,"0"0"-1619,2-1 449,2 3-719,-1-2-90,1 2-1,-1-2 91,-1 0-180,-2-2-180,-1 1-270,-3-3-629,0-1-360,2-1-1,1-1-89,4-1 1349,2-2 0,2-4 0,2-1 0</inkml:trace>
  <inkml:trace contextRef="#ctx0" brushRef="#br0" timeOffset="166794">20240 1339 6633,'0'-9'1979,"2"-2"-1709,5 2 0,5 1 0,3 0-180,3 4 89,3 1-89,0 3 0,0 4 0,-2 3 0,-2 4 0,-5 3 0,-4 3 90,-7 3 90,-6 1 0,-7 3 0,-4 1 89,-5-1 181,-9 8-270,10-9-90,-5 2 90,16-11 89,9-1-269,6-7 90,10 0-180,6-7 0,3-1 0,2-2-90,12-1-90,-11 2-449,7 1-541,-16 1-179,-3 2-180,-4 0 90,-4 1 1439,-2 0 0,-2-1 0,-1 1 0</inkml:trace>
  <inkml:trace contextRef="#ctx0" brushRef="#br0" timeOffset="167739">22278 1293 7533,'-1'-10'2878,"0"1"-2158,-1 0-91,1 2-179,-1 1-180,1 1-180,-1 3 0,1 3 0,-1 4-90,-1 4 0,-3 5 90,-5 15-90,1-4 0,-5 10 90,3-11-90,-3 8 0,5-10 0,0 1 90,9-12 0,11-4-90,4-5 0,10-3 0,-1-4 0,2-2 0,2 1 0,-2 0 0,-2 1 0,-1 3 0,-3 2 0,-3 3 0,-1 2 0,-4 4 0,-2 3 0,-2 3 0,-1 3 0,-2 2 89,-2 2-89,-1 9 0,-2-8 90,-3 4-90,-4-12 0,-12-1-449,-12-5-181,-3-4-449,-5-6-361,11-4 1,2-3 90,3-4 1349,4-1 0,4-4 0,3-1 0</inkml:trace>
  <inkml:trace contextRef="#ctx0" brushRef="#br0" timeOffset="168004">22262 1237 7083,'1'-7'2968,"2"0"-2338,5 2 179,14-1-539,-1 3-90,13 1-180,-6 2-180,2 3-449,0 0-361,-4 1-269,-4 1-1350,-4 1 2609,-12-3 0,-7 0 0,-8-2 0</inkml:trace>
  <inkml:trace contextRef="#ctx0" brushRef="#br0" timeOffset="169472">18255 2569 7173,'-9'-21'3418,"0"3"-2519,-1-1-89,1 2-270,1 2-91,1 3-179,1 1-90,3 5-90,0 4 0,5 12 0,-1 2-90,3 14-90,-2 2-315,-1-4 1,-1 3-496,-1 14 193,1-13 1,-2 1-643,-1 9-180,1-1 179,2-5 1350,1-4 0,2-6 0,2-4 0</inkml:trace>
  <inkml:trace contextRef="#ctx0" brushRef="#br0" timeOffset="169829">18268 2355 6993,'-12'-17'2339,"3"3"-1800,4 5 1,5 5-180,5 5 0,7 5-180,6 5-91,5 3 1,5 4-90,-5-3 0,0 1 0,13 9-85,-12-8 1,0 1 84,4 7 90,-3 1 89,-7 0 1,-10 13 0,-9-8-90,-12 9 90,-9-11-180,-6-2 0,-3 0-835,-1-2-245,1-2-179,3-2-1619,2 1 2878,12-8 0,6-1 0,12-9 0</inkml:trace>
  <inkml:trace contextRef="#ctx0" brushRef="#br0" timeOffset="170255">18611 2828 6993,'-1'-9'2339,"2"-1"-1710,4 1-179,3-1-90,5 2-180,3 1 90,11 2-180,3 5-1,0 3-89,-2 6 90,-12 0-90,-3 2 90,-2 2-90,-4 2 90,-4 3-90,-2 3 0,-5 1 0,-2 2-359,-6 14-271,0-8-360,-3 7-269,7-14-1169,-1 4 2428,5-11 0,-1 0 0,4-12 0</inkml:trace>
  <inkml:trace contextRef="#ctx0" brushRef="#br0" timeOffset="170441">18660 2923 8522,'5'-4'1799,"5"1"-1709,8 1-720,6-1-359,4 1-90,3-1-91,-1 1 1170,-1 0 0,-4-1 0,-2 0 0</inkml:trace>
  <inkml:trace contextRef="#ctx0" brushRef="#br0" timeOffset="172877">20590 2371 6813,'-4'-6'1889,"1"0"-1349,0 2 89,-1-1-449,1 2-90,-1 1-90,-1 4 180,-5 10-90,-7 9 0,-1 0 0,-3 4-90,6-7 90,-5 4-90,7-7 90,0 1-90,8-9 90,2-2 0,5-5 0,8-10 0,0-1 0,8-8 0,-4 1-1,0 0 1,-1-2 180,3-4-90,-5 6-90,0-3 0,-7 10 0,0 3-90,-2 9 0,-2 3 90,-1 10-90,-1 2 0,0 4 0,1 4 0,-1 2 0,1 1 90,1 1-90,-3 12-90,1-2 90,-1-1 0,-3-2 90,-3-14-90,-1-3 90,-5-6 0,3-5-90,-1-2 0,-1 1 90,1-2-90,1 1 0,2-2 0,1 1 0,2 1 0,1 1 0,4 0 0,3 0 0,4-1-90,4-1 0,4-1-180,4 0-540,5-2-359,1-1-180,3 0 0,-1-2-1,1-1 1350,0-2 0,0-1 0,0-2 0</inkml:trace>
  <inkml:trace contextRef="#ctx0" brushRef="#br0" timeOffset="173826">22385 2347 6813,'-9'-11'2429,"0"1"-1710,1 0-179,1 1-90,3 1-90,2 2-181,2 1 1,3 2-90,8 2-90,-1 2 0,5 2 0,-3 2 90,-1 1-90,-1 2 0,-2 2 0,-3 0 0,-3 2 90,-9 7 0,-4-1 0,-1-1-90,1-3 90,7-8 0,4 1-90,10 1 0,3-2 0,7 2 0,-3-1 0,0 3 0,-1 2 90,-2 2 0,-3 1 0,-3 0 180,-4-1 0,-5 0 179,-14 4-269,-1-7-90,-10 2-180,1-8-1439,-11-4-1529,-1-3 1529,0-3 0,6-1 1529,12-1 0,2-1 0,1-1 0</inkml:trace>
  <inkml:trace contextRef="#ctx0" brushRef="#br0" timeOffset="174810">19142 2316 6813,'-6'-6'2519,"1"1"-1890,1-1-89,1 3-90,0 0-180,3 1-91,-1 1 91,3 3-180,3 2 0,1 2-90,2 1 0,-4 0-899,0 3-181,-3-2-179,-3 2 0,-3-6 0,-2 0 1259,1 0 0,-2-1 0,1 2 0</inkml:trace>
  <inkml:trace contextRef="#ctx0" brushRef="#br0" timeOffset="175112">19112 2605 6633,'6'3'2069,"0"0"-1439,3 1-91,-1-1 1,1 2-90,-1-1 0,0 1-1,-2 0-89,-2-1 270,-5 2-450,-3-3-90,-5 0-90,-1-3-990,0-6-1618,4-9 1078,2-3 91,5-3 1439,0 7 0,-2 1 0,1 3 0</inkml:trace>
  <inkml:trace contextRef="#ctx0" brushRef="#br0" timeOffset="183987">17580 3206 6903,'-1'-13'1709,"-2"1"-1259,-1 0 90,-2 3-181,0 0 1,-1 1-90,1 2 0,-1 2-90,-2 1 0,0 3-90,-4 2-90,-2 4 0,-3 3 0,-5 4 0,-1 4-45,4-2 0,0 2 135,-11 11-408,12-8 0,1 0 318,-4 13 45,12-9 0,3 2-45,1 13 0,5-14 0,3 0 0,11 8-136,8-3 226,6-4-90,-2-13 0,3-2-90,16 2-90,-13-8 0,0-1-539,13-8-271,-3-5-269,-4-3 0,-7-5 179,-7 0 1080,-8 0 0,-7 2 0,-4 1 0</inkml:trace>
  <inkml:trace contextRef="#ctx0" brushRef="#br0" timeOffset="184711">17837 3625 6453,'-16'-10'2339,"3"1"-2159,12 4 0,4 0-90,3 1-90,3-1 0,4 1 0,1 1 90,10-1-90,-6 2 0,3 0 0,-7 3 90,1 2 269,-5 3-179,-3 1 90,-7 3 0,-6-1 0,-2 1-90,-3 0 0,-1 0 0,1 1-1,1-2-89,3 0 0,4-1 90,7 3-180,4-2 90,7 2 0,1-4-90,2 1 180,0 0-90,0 1 180,-2 0 0,-2 0 89,-2 0 1,-5-1 0,-4 1 0,-4 0-180,-8-1 0,-6 0-90,-6-1-360,-17 0-450,8-2-629,-8-2-360,16-4-1619,3-7 3328,11-7 0,4-3 0,9-2 0</inkml:trace>
  <inkml:trace contextRef="#ctx0" brushRef="#br0" timeOffset="190127">20734 1137 6273,'-8'-23'630,"-1"2"-540,1 1 0,1 0 0,-1 1 0,0 0 0,-1 1-90,-2-1 90,-1-1-90,-2 2 0,-2 1 0,-1 1 90,-2 3-90,-4 2 90,-1 3-90,-2 3 0,-2 2 90,-1 2-90,0 3 0,-13 4 0,11 0 0,-9 6 0,14-2 90,0 1-90,2 2 0,-1 1 0,1 2 0,0 1 0,-10 10 0,0 6 0,1 0 44,13-12 1,2 0-45,-4 4 0,-4 9 0,9-11 0,-1 2 0,0 0 0,-8 12 0,12-16 0,0 2 45,-3 6 0,0 1-45,4-6 0,1 0 0,1 0 0,1-1 0,-2 12 0,0 1 0,1 1 90,1 1-90,2-1 0,0 0 0,1 0 0,1-2 0,2 0 0,1 0 90,0-2-90,3 2 0,0 0 0,0-9 0,2 0 0,-1 15-192,2-13 0,-2-1 192,3 13 0,0 2 0,2 0 90,0 4-90,-1 1 0,1 1 90,-1 0-90,1 1 0,-1-16 0,1 1 0,-1-9 0,0 0 0,3 7 0,0-1 0,7 9 45,-1-15 0,2 1-45,11 11 0,-8-15 0,2 0 0,12 3 0,-7-8 0,2-1-90,17 5 90,-15-8 0,1-2 0,18 1-90,-12-7 0,2-2 45,-8-1 0,0-1 0,9-2 0,1-1-460,-12-1 0,0-2 505,-2-1 0,1-1-45,-1-1 0,-1-2 45,-1-1 0,-1-1-310,-1-3 1,-2 0 264,0-3 0,-3-3 45,0 0 0,-1-3 0,-2-3 0,-2 0 0,1-4 0,-3-1 45,0-3 0,0-1-639,-1-3 0,-2-1 594,1-3 0,-1-3 0,-3 12 0,1-5 0,0 0 0,-1 2 0,1-4 0,-2 2 0,2-6 0,-2 3 0,1-3 0,0-4 0,-1 1 0,-1 1-639,-1-1 1,-2 0 0,1 0 0,-1 0 503,0 1 0,0 0 0,0 0 0,-2-1 135,-2 0 0,-3-2 0,-1 2 0,-1 6 0,-3-4 0,-3 4 0,0 7 0,2 1 0,-1 0 0</inkml:trace>
  <inkml:trace contextRef="#ctx0" brushRef="#br0" timeOffset="192570">19143 3146 7083,'-8'-14'1619,"0"0"-1259,2 2-90,3 1-90,3 3-90,6 1-1,3 2-89,3 3 90,5 2-90,2 2 0,1 2 0,-1 2-90,0 2 90,-4 2 0,-4 1 0,-5 2 0,-6 2 90,-9 2-90,-7 1 0,-6 1 0,-17 7 0,1-1 0,1-1 0,13-6 0,17-7 0,13 0 0,6-3 0,11-1 0,1-5 0,2-1 0,2-2 0,9-1 0,-10 0 0,4-2-90,-14 3 1,-2 0-181,-3 0-1170,2 1 541,-5 1-90,2 0 989,-4 0 0,-1-2 0,1 0 0</inkml:trace>
  <inkml:trace contextRef="#ctx0" brushRef="#br0" timeOffset="193103">19495 3175 7982,'13'-1'990,"7"-1"-810,11 2-180,-2 0 90,7-1-90,-17-1 0,2 2-90,-10-1-90,-4 0-90,-1 0-90,-4 1 0,-2-1-179,-3-1 89,0 2-270,-3-3 541,1 0-1,-3-3 180,4 2 180,-2-3-1,3 1 91,-1-1 90,1 1 360,-1-3-361,0 3-89,1 0-90,0 4 0,1 2-90,0 3 0,-1 9-90,1 1 0,0 7 0,2-2-810,-1 13 91,1-7-181,0 8 900,-1-9 0,-1-2 0,0 1 0</inkml:trace>
  <inkml:trace contextRef="#ctx0" brushRef="#br0" timeOffset="193427">19889 3088 6993,'3'-11'2339,"0"1"-1710,0 2-89,-1 1-90,-1 1-180,0 3-1,0 1-179,0 8 0,-1 2 0,0 5-90,0 1 0,-1 4-180,-1 1-1169,-1 12 180,0-6-90,0 8-1,0-12 1260,1 0 0,1-3 0,1-1 0</inkml:trace>
  <inkml:trace contextRef="#ctx0" brushRef="#br0" timeOffset="194026">19142 3571 6633,'-13'-3'1979,"1"-1"-900,2 0-719,8 3-90,6-1-90,8 3 0,9 0-90,6 1 0,6 0 0,7 0 0,4-1 0,5-1 0,-11-1 0,-1 1-564,-8-1 0,1-1 474,8 0 0,-1 0 0,12-3 45,-18 2 0,0-1-45,11-1 0,-15 2 0,-3-1-90,2 0-540,2 1-1349,-10 2-360,-6 1 2339,-10 3 0,-10 0 0,0 1 0</inkml:trace>
  <inkml:trace contextRef="#ctx0" brushRef="#br0" timeOffset="194462">19337 3741 6543,'6'-12'1619,"2"3"-1349,6-3 0,2 6 0,0 1 90,11 2-180,-9 4-90,6 2 89,-11 10-179,-6-1 0,-4 7 90,-9-1-90,-5 0 0,-4 3 0,-3-2 0,1 0 0,1-3 0,1-1 90,4-3 0,3-1 0,5-3 0,4-2 90,6-1-90,7-2 180,16-2-720,12-2-450,-16-2 1,1 0-270,14-2-1,-9-2 1170,-19 2 0,-4-1 0,-3-1 0</inkml:trace>
  <inkml:trace contextRef="#ctx0" brushRef="#br0" timeOffset="195208">20108 3490 6993,'-7'-3'2249,"0"-1"-1620,1 1-179,1-1-90,3 1 0,1 0-180,5 1-90,11 0-1,1-1-178,10 3-1,-3-1-180,0 1-270,0 0-269,-1 0-181,-2 0-89,-3 0 1079,-1 1 0,-9-1 0,0 2 0</inkml:trace>
  <inkml:trace contextRef="#ctx0" brushRef="#br0" timeOffset="195411">20105 3547 6813,'6'3'2159,"0"0"-1889,5-3 0,4 0-180,13 0-450,-5 0-360,8 0-179,-8-1-91,-4 0 990,-3 0 0,-4-1 0,-2 1 0</inkml:trace>
  <inkml:trace contextRef="#ctx0" brushRef="#br0" timeOffset="196688">20729 3242 6903,'3'-19'2159,"-2"1"-1619,-1 3-1,0 0-179,0 4-90,1 2-90,-1 3-90,1 2 0,1 4 0,1 4-90,-1 3 0,1 4 0,-1 4 0,-2 2-270,0 15-990,2 3 181,0 1-90,4-4-1,2-11 1170,1-3 0,1-3 0,1 0 0</inkml:trace>
  <inkml:trace contextRef="#ctx0" brushRef="#br0" timeOffset="197225">20972 3295 6723,'4'-6'1259,"1"0"-989,0 1 0,0 2-180,1 1 90,-1 1-90,0 2 90,-1 1-90,-1 1 180,-1 0-90,-4 0 269,-4 2-269,-2-2 0,-3-1 0,3-2-90,1-1 0,3-3-180,3 1-1079,10-6 179,0 2-89,4-3-91,-2 6 1170,-2 1 0,0 1 0,-3 1 0</inkml:trace>
  <inkml:trace contextRef="#ctx0" brushRef="#br0" timeOffset="197686">21205 3151 6723,'1'-5'1080,"-1"1"-811,0 1-89,-1 1 0,-1 2 0,0 2 0,0 1 0,1 1 180,2 3-90,0-1-91,4 3 91,2-2-90,1-1-90,3 2 0,2-1 90,8 6-90,1 1-90,1 1 0,-4 0 180,-9 0-180,-4-3 90,-2 4 0,-7-5-90,-2-2 90,-3 1-90,-6 1-90,2-2-90,-3-1-270,5-5-270,2-2-269,1-3-90,1-3-91,1-3 1170,1-1 0,0-4 0,1-1 0</inkml:trace>
  <inkml:trace contextRef="#ctx0" brushRef="#br0" timeOffset="197872">21209 3106 6543,'4'-7'1349,"2"-1"-989,3 2-180,4-1 0,3 0 0,6 1-270,4 0-899,19 1 179,-11 1 1,11 0 809,-19 3 0,-5 0 0,-3 0 0</inkml:trace>
  <inkml:trace contextRef="#ctx0" brushRef="#br0" timeOffset="203424">23035 2958 6903,'-1'-6'2069,"0"0"-1619,0 1-91,0 1-89,0 1-90,0 1-90,-1 1-90,0 2 90,-2 2-90,-2 0 0,0 3 0,-2 0 0,0 0 0,1 2 0,0 2 90,3-1 0,8 6 0,14-1 0,1 1 0,9-2-90,-7-1 0,8 3 90,-4 3 0,-3 0-90,-8-1 0,-11-5 90,-11 4-270,-13 2-90,-3-2-450,-11-2-269,6-6-91,0-2-89,4-4 1169,5-3 0,6-5 0,4-3 0</inkml:trace>
  <inkml:trace contextRef="#ctx0" brushRef="#br0" timeOffset="203642">23060 2863 7083,'0'-15'3868,"3"3"-3598,9 3-360,21 5-540,-2 0-359,16 1-181,-8 3-44,-14 1 0,1 0 1214,10 2 0,6 3 0,-19-3 0</inkml:trace>
  <inkml:trace contextRef="#ctx0" brushRef="#br0" timeOffset="203986">23423 3010 7083,'-9'-6'2159,"0"2"-1530,3 0-179,3 1-90,3 2-180,3 1 0,5 1-90,5 2 0,5 1-180,15 2-90,-6-1-180,11 0-180,-13-2-269,-2-1-271,-4-1 1,-3-1 90,-5 0 989,-5-1 0,-5 0 0,-2 0 0</inkml:trace>
  <inkml:trace contextRef="#ctx0" brushRef="#br0" timeOffset="204195">23551 2955 6453,'-6'-5'1799,"1"2"-1529,3 4-180,1 4 0,1 1-90,1 5-720,1 10 1,1-2-91,0 7 810,-3-7 0,0 2 0,0-2 0</inkml:trace>
  <inkml:trace contextRef="#ctx0" brushRef="#br0" timeOffset="204745">23776 2923 7083,'7'-15'2878,"1"5"-2428,2-3-90,0 6-90,9-2-180,-3 3-90,7 0 90,-7 4-90,-1 2 0,0 1 0,-2 1 0,-2 3 0,-3 1 0,-4 2 90,-2 2-90,-7 5 0,0-3 0,-3 4 0,1-5 0,3-2 0,1 1 89,5 4-89,2-4 90,5 4 0,2-5 0,-1-1 0,1 0 90,-1-1-90,-1 0 90,-2-2 180,0 2-270,-4-3 90,-1 1-90,-5-2 0,-11 3-90,-1-3-180,-8 3-360,2-2-449,1 1-271,1-1-179,1 0 0,2-1 1439,-1-3 0,6-2 0,0-1 0</inkml:trace>
  <inkml:trace contextRef="#ctx0" brushRef="#br0" timeOffset="205446">23221 3362 6813,'-16'-1'1799,"2"-1"-1079,-4 0-450,7 0-1,-2 0 1,8 1 0,2 1-90,4 0 360,7 0-91,10 0-269,3 0 0,27 0-90,-12 0-255,-9 0 0,0 0 165,19 0 0,4 0 0,-24 1 0,1-1 0,12 1 0,1-1 0,-10-1 0,1 1-492,9-1 0,-1 1 492,-12-1 0,-2-1 0,10-1 0,-1 1 0,-2-1 0,-2 0-1479,0 0 1,-2 0 1388,12-2 109,-21 3-469,-5-1 411,-5 3-1130,-4-2-91,-6 2 1,-4 1 2107,-12 1 0,2-1 0,-8 1 0</inkml:trace>
  <inkml:trace contextRef="#ctx0" brushRef="#br0" timeOffset="206054">23298 3662 7083,'-9'-4'2159,"2"1"-1530,4-1-179,3 0-180,5 0 0,5 1-90,3 1-90,4 1 0,2 0 0,10 3-1,-7 2-89,4 2 90,-11 0-90,-4 1 0,-4 2 90,-5 1-90,-5 1 90,-5 1-90,-3 0 90,-2 0 0,-6 4 0,6-5 90,-1 1-90,9-6 90,4 0 0,5-3 90,13 1-270,0-2 0,10-2-180,-3 0-270,1-2-449,0 1-361,-1-1-179,-2 1 90,-2 1 0,-5 0 1349,-2 0 0,-4 0 0,-2 0 0</inkml:trace>
  <inkml:trace contextRef="#ctx0" brushRef="#br0" timeOffset="-210070.73">22188 2333 12120,'-3'-1'720,"0"0"-361,1-1-269,0 2 0,0-2 0,1 1 0,1 0-90,0-1 90,2 2-90,0-2 0,3 0 0,1 0 0,3 1 0,0-1 0,3 1 0,2-1 0,8 1 0,2-1 90,1 2-90,-2 0 0,-8 0 90,6 3-90,-6 0 0,3 1 0,-6 1 0,0 1 90,-2 1-90,4 6 0,-5-3 90,2 5-90,-7-5 0,-1 1 90,-4 1-90,-7 9 90,-1-6-90,-7 7 0,0-7 90,-8 7-90,5-6 0,-5 4 0,8-7 0,2-2 0,2-1 90,-1 2-90,5-3 0,-1 0 0,6-4 90,3 2 90,0-2-90,3 0 0,3-1-1,3-2 1,2 0 0,4-1 0,16-3-90,-4 0 90,14-4 0,5-3 0,1 0 0,-1 0 0,-8 2 0,-17 2 90,-3 2-90,-3 0 0,-3 1 90,-2 0-90,-3 1 90,1 0-180,-4 0 0,1 0 0,-2 0 0,0 1-90,-1 0-900,1 0-359,-1 0-540,-2-2 0,-2 0 0,-5-2 180,-3-1 1709,-2 0 0,-2 0 0,0 1 0</inkml:trace>
  <inkml:trace contextRef="#ctx0" brushRef="#br0" timeOffset="-208542.73">23788 2921 7533,'-2'-4'1619,"0"1"-1080,2 0-179,1 1 90,1 0 360,3-2-451,0 1-89,2 0 0,-2 1 180,3-1-270,-1 1 0,1-1-90,0 2-1,-1-1-89,1 1 90,1-1-90,0 2 0,2-1 0,0 1 0,0 1 0,1 0 0,0 1 0,0 1 0,-1 0 0,-1 2 0,1 0 0,-1 1 90,5 5-90,-6-2 0,3 3 0,-6-3 90,-1 4-90,-5 2 0,-2 1 0,-6-1 0,-2-5 0,-2 1 90,-2-1-90,0-1 0,0 0 0,0-2 0,1-1 0,2-1 0,2 0 0,2-1 0,1-1 90,3 0 0,1 2 90,4 2 0,4 1 0,2 1-90,2-1 0,-3-3 180,7 1-180,-2-2-1,6-1 1,-3-3 0,3-1-90,0-2 90,12-3-90,-6 1 0,8-2-90,-9 2-90,0 1-269,-2 1-451,-1 1-2248,1 0 1439,-10 1 90,0 1 1619,-14 1 0,-3 0 0,-4-1 0</inkml:trace>
  <inkml:trace contextRef="#ctx0" brushRef="#br0" timeOffset="-205392.73">24583 3151 6723,'-3'2'2069,"1"-1"-1439,-1 1-91,1-1 1,1-1-180,0 0 0,-1 0 629,2 0-899,3 0 0,1 0-90,5 0-90,10 0-90,-3 1-180,8 0-179,-7 0-1260,4 0 629,-7 1 1,2 1 0,-9 0 1169,-4 0 0,-4 0 0,-2-1 0</inkml:trace>
  <inkml:trace contextRef="#ctx0" brushRef="#br0" timeOffset="-205194.73">24522 3244 6723,'-6'4'1799,"2"0"-1349,4-1-90,3 0-90,3 1-181,6-1-178,4 0-271,3 0-450,3 0-1079,14 0 1889,-7-3 0,8 0 0,-13-3 0</inkml:trace>
  <inkml:trace contextRef="#ctx0" brushRef="#br0" timeOffset="-204610.73">25013 3028 7263,'0'-7'1259,"3"-1"-1079,1 3-90,4 0 0,4 1 0,2 2-90,2 1 0,2 2 0,0 0 0,-2 2 90,-1 0-90,-1 0 90,-4 0 0,-2 2 0,-3-1 0,-3 0 90,-5 4-180,-1-2 179,-6 6-179,5-4 180,-1 3-90,4-2 0,3 0 90,1 2 0,3 0 0,1 2 0,0 0 0,3 1 0,-2 1-1,0-1 1,-1 0 0,-1 0 0,-2-2 0,-2-2-90,-2 0 90,-3-1-90,-3-2 0,-4 0-90,-5-1 90,-2-1-90,-2-2-450,-8 0-90,8-1-539,-3-3-270,13-2-1350,8-5 2699,6 0 0,8-4 0,3 3 0</inkml:trace>
  <inkml:trace contextRef="#ctx0" brushRef="#br0" timeOffset="-204327.73">25415 3184 8972,'3'-1'1529,"0"0"-1259,0 2 0,1 0 0,1 2-270,-1-1-90,1 1-180,-3-1-1619,-1-1 1079,0 0 1,0-1-1</inkml:trace>
  <inkml:trace contextRef="#ctx0" brushRef="#br0" timeOffset="-203958.73">25508 3018 7623,'-1'-4'989,"-1"1"-359,2 2-450,2 7 89,-1 0 1,4 5-90,-1-1 90,1 2 0,1 0-90,1 3 90,3 0-90,1 0-1,1 1 1,9 6-90,-6-6-90,6 5 0,-6-8 0,-2-1 0,0-1 0,-2-2-90,-2 0-180,-1-2-1079,-2 0 270,-5-3-90,-2-1-91,-5-3 1260,-3-2 0,-3-2 0,-3-1 0</inkml:trace>
  <inkml:trace contextRef="#ctx0" brushRef="#br0" timeOffset="-203743.73">25548 2971 6723,'22'-15'1799,"2"1"-1349,1 2-90,2 2-270,-1 4-270,-1 2-450,-4 1-269,-4 1-990,-7 3 1889,-10 1 0,-9 1 0,-4 1 0</inkml:trace>
  <inkml:trace contextRef="#ctx0" brushRef="#br0" timeOffset="-202343.73">23225 4479 6903,'-1'-13'2339,"-1"0"-1620,1 1-89,0 0 0,1 2-91,-1-1-89,1 3-90,-1 0-90,-1 1 0,0 1-91,-2 2-89,-2 1 0,-3 2 0,-3 2-90,-5 3 0,-2 4 90,-3 6-90,-1 3 0,-9 16 0,10-4 90,-2 12-90,15 5 0,9-10 0,5 10 0,8-16 0,4-3-90,5-3-180,4-4-179,3-5-451,3-4-449,2-4-90,-1-5 0,-1-3-1,-5-1 1440,-3-2 0,-5 0 0,-2 1 0</inkml:trace>
  <inkml:trace contextRef="#ctx0" brushRef="#br0" timeOffset="-201711.73">23480 4804 5824,'5'-5'449,"1"1"-179,1 1 0,1-2 0,0 2 0,0-1 90,1 0-1,-2 0-89,0 0 0,0 1 0,-2 0 0,0 0 0,-1 2-1,-1 0 1,-1 2 90,0 0-90,-2 2 0,0 1 0,-1 1-90,-1 0-91,0 2 1,1-1 0,0 3 0,1-1-90,1 0 90,3 6-90,1-5 90,1 6 0,0-6 0,-1 1 90,-1-1 0,1 0 0,-3-1 0,0 0 0,-3 0-90,-3 0 179,-6 4-179,1-2-180,-5 2-89,5-5-1081,-1 0 1,4-4-180,2 0 0,3-6 89,3-3 1350,0-4 0,1-4 0,1-1 0</inkml:trace>
  <inkml:trace contextRef="#ctx0" brushRef="#br0" timeOffset="-201225.73">23798 4415 7263,'-9'-5'3328,"-1"0"-2608,2-1-91,1 1-269,2 1-90,2 1-180,1 1-360,4 1-360,0 1-539,2 2-180,0 0-1,0 3 1,0 0 1349,-3 2 0,0 2 0,-1 0 0</inkml:trace>
  <inkml:trace contextRef="#ctx0" brushRef="#br0" timeOffset="-201009.73">23806 4616 7803,'-2'3'2698,"1"-1"-2068,2 0-91,1-2-269,2-1-270,3 0-540,1-1-449,1-1-270,-1-1-90,-1 0-1,0-1 1350,-2-2 0,-2-1 0,-1-2 0</inkml:trace>
  <inkml:trace contextRef="#ctx0" brushRef="#br0" timeOffset="-200525.73">24092 4316 7173,'2'-7'2698,"-1"1"-2068,0 0-90,0 1-181,0 1-89,-1 1-180,0 1 180,0 1-180,-1 6 0,-1 0 90,-3 6-90,-2 3 0,-2 5 0,-1 4 90,-7 23-135,8-17 0,2 1-90,0 1 0,1-1 0,2 1 0,3-1-225,6 13-180,6-3-629,6-1-181,5-3-89,5-3 0,3-4 1349,2-7 0,-1-5 0,0-4 0</inkml:trace>
  <inkml:trace contextRef="#ctx0" brushRef="#br0" timeOffset="-200136.73">24370 4393 6723,'1'-9'1709,"1"0"-1079,-1 1-90,0 2-91,1 2 1,-2-1-90,1 3 269,0 0-449,0 6 0,-1 2 90,1 13-540,0 8-180,-1 2-269,1 3-450,0-8-1350,4 9 1350,-1-10 1169,6 5 0,-1-15 0,2-1 0</inkml:trace>
  <inkml:trace contextRef="#ctx0" brushRef="#br0" timeOffset="-199861.73">24575 4492 6813,'-6'-4'2519,"2"0"-1440,-1 0-629,4 1 89,0 0-359,2 3 360,0 0-630,0-1-180,0 1-269,1-2-451,0 1-179,3-1-180,2-1 89,2-1 1260,3 1 0,0-2 0,3 1 0</inkml:trace>
  <inkml:trace contextRef="#ctx0" brushRef="#br0" timeOffset="-199538.73">24767 4374 6723,'-11'-5'2609,"1"0"-2070,1 1-89,1 1 0,3 2-180,3 1 179,5 6 1,11 4-270,3 3 0,6 2-90,-2-2 0,0-1 90,0 1 0,6 5-90,-7-3 0,1 3-90,-11-6 90,-4 0-90,-4-2-180,-4 1-360,-6-2-629,-3-2-1620,-15-1 1350,5-5 1439,-9-3 0,10-7 0,1-3 0</inkml:trace>
  <inkml:trace contextRef="#ctx0" brushRef="#br0" timeOffset="-199375.73">24809 4204 6993,'21'-14'1349,"1"1"-1349,3 2-360,1 2-359,0 2-1,-2 3 720,-5 2 0,-5 4 0,-4 1 0</inkml:trace>
  <inkml:trace contextRef="#ctx0" brushRef="#br0" timeOffset="-199021.73">25123 4537 7263,'6'3'3238,"4"1"-2878,-1 0 269,9 6-449,-8-1-180,3 3-90,-7-1-1169,-3 4 180,-4-4-181,-4 3 1,-3-7 1259,-3-2 0,0-3 0,-1-2 0</inkml:trace>
  <inkml:trace contextRef="#ctx0" brushRef="#br0" timeOffset="-198372.73">25325 4303 7533,'-1'-10'1529,"2"1"-1259,2 1-90,2 1-90,5 2-1,2 1 1,3 2-90,2 2 0,0 3 90,0 0-90,0 1 0,-3 1 90,0 3 90,-8 1-90,-2 1-90,-11-1 90,-2-1-90,-3-1 90,0 1-90,2-1 90,2-1 90,3 1-90,4 0 90,1 0 90,4 2-1,3-1 1,2 1 270,6 5-270,-3-2-90,3 4 90,-5-5-1,-2 0-89,-1 0 0,-1-1 0,-3-1-90,-2 0 0,-3-1-90,-5-1-90,-4 1-270,-6-2-179,-3-1-271,-3-1-269,-2-2-271,0-2-89,1-1 180,3-3 90,3-1 1169,5-1 0,4-3 0,4 0 0</inkml:trace>
  <inkml:trace contextRef="#ctx0" brushRef="#br0" timeOffset="-198070.73">25666 4379 9242,'4'2'1439,"2"1"-1169,-2 1-90,1 1 0,-2-1-1,0 1-179,0-2 0,-2 1-269,0-1-541,-2-1-269,1-1-91,-3-1-89,1-2 1259,-2-1 0,1-2 0,2-1 0</inkml:trace>
  <inkml:trace contextRef="#ctx0" brushRef="#br0" timeOffset="-197737.73">25789 4309 6993,'-7'-2'2788,"2"1"-2338,2 1 0,1 0 0,3 3 449,5 6-89,8 6-540,1 2-1,6 3 1,-3-5-90,2 1 90,10 7-180,-8-4-90,8 4 90,-12-8-90,-3-1 0,-3-2-180,-3 0-180,-4-3-1439,-13 1 270,-4-5 0,-13-1 0,-1-5 180,-5-4 1349,-1-2 0,-1-2 0,1 0 0</inkml:trace>
  <inkml:trace contextRef="#ctx0" brushRef="#br0" timeOffset="-197552.73">25797 4242 6993,'14'-14'2339,"-1"2"-1980,1 0-89,1 3-180,1 1-270,-1 2-449,1 1-1260,5 3 899,-5 3 990,3 1 0,-7 2 0,-1 1 0</inkml:trace>
  <inkml:trace contextRef="#ctx0" brushRef="#br0" timeOffset="-197260.73">26032 4201 8612,'12'1'3328,"1"2"-2698,6 6 449,11 14-719,-5-1-328,-8-5 0,0 2 148,8 16 0,-2 6-180,-12-18 0,-2 0-429,-1 3 0,-2-1 24,-2 2 0,-2 0-315,-2-1 1,-4 2-990,-11 10 0,-5-1 899,1-8 1,-2-1 69,-11 8 1,-3-2 532,3-11 1,0-2 0,-2 0 0,-2 0-1,0-2 1,0 1 0</inkml:trace>
  <inkml:trace contextRef="#ctx0" brushRef="#br0" timeOffset="-192621.73">18850 12338 7353,'-7'-16'2968,"-1"-2"-2608,3 6-180,0 0 0,4 9-90,2 3-90,1 4 90,2 10 0,-1 0-90,2 10 89,-3-2-268,-1 5-91,0 3-1259,-1 18 449,0-12-179,-1 12 180,1-17 1079,0-4 0,1-3 0,1-4 0</inkml:trace>
  <inkml:trace contextRef="#ctx0" brushRef="#br0" timeOffset="-192310.73">19025 12366 6723,'-6'-29'2609,"-1"7"-2250,-4 19-89,-4 4-90,-3 8 0,-3 5 0,0 5-90,2 4 0,2 4 0,5 1 0,5 2-90,7-2-90,16 10-270,2-11-539,14 5-91,-2-15-1349,16 0 2339,-10-8 0,8 0 0,-17-6 0</inkml:trace>
  <inkml:trace contextRef="#ctx0" brushRef="#br0" timeOffset="-191893.73">19149 12742 7982,'-14'-2'3418,"6"1"-2878,5-2-360,7 3-90,7 0-90,1 2 90,1 1 0,-2 2 0,-2 3 0,-4 1-90,-3 2 90,-4 1 0,-6 7-90,2-5 0,-2 2-90,7-6-270,5-3-360,5-3-269,6-3-270,6-3-91,4-4 1,3-3 1349,2-2 0,-1-3 0,0 0 0</inkml:trace>
  <inkml:trace contextRef="#ctx0" brushRef="#br0" timeOffset="-191410.73">19451 12495 7263,'-4'-1'2608,"0"0"-1978,1 1-90,1-1-181,3 0-89,2 0-90,5 1 0,4-1-270,4 0-899,14-1-1350,0 0 1080,1 2 0,-8 0 1259,-14 3 0,-4 0 0,-4 1 0</inkml:trace>
  <inkml:trace contextRef="#ctx0" brushRef="#br0" timeOffset="-191227.73">19481 12586 6633,'-6'3'2429,"0"0"-1889,3 0-91,4-2-269,5 0-180,5-2-540,6 0-269,4-2-181,3 1-179,3-2 1169,1-1 0,1-2 0,-1-2 0</inkml:trace>
  <inkml:trace contextRef="#ctx0" brushRef="#br0" timeOffset="-190472.73">19960 12229 7083,'-16'-13'1529,"0"0"-1169,-2 3-90,-1 1 0,-1 3-91,0 2 1,1 1 0,0 3-90,2 1 0,3 2 0,1 2-90,3 1 90,2 7 0,6-2-90,4 5 90,6-3-90,5 0 90,2 0-90,5 1 0,2-1 0,-1 1 90,1-1-90,-1 0 0,-4 0 90,-1 0 0,-5 1 0,-4 0 90,-9 9-90,-5-6-1,-9 7-89,-1-7 0,-2 0 0,-1-2 90,-1 4-90,10-3 0,5-1 0,13-5 0,6-4 0,4 0 0,1 0 0,1 1 0,-1 3 90,-2 2-90,-4 3 180,-2 4-90,-4 2 90,-4 2 180,-4 14-180,0-10-90,-2 10 0,4-14-90,4-3 90,4-3-90,6-3 0,5-3-270,4-5-1349,14-5 270,-10-3-91,5-5 1440,-16-8 0,-10 0 0,-4-6 0</inkml:trace>
  <inkml:trace contextRef="#ctx0" brushRef="#br0" timeOffset="-187788.73">20372 12367 6993,'-9'-10'2429,"1"0"-1800,2 2-89,1 1-90,2 3-180,1 1-1,2 5-89,2 3 0,-1 6-90,2 5 0,-1 4 0,0 4-90,0 4 0,1 1-90,0 2-180,0-1-1259,2 8 360,0-13-180,1 3 89,-1-18 1260,1-7 0,0-6 0,-2-4 0</inkml:trace>
  <inkml:trace contextRef="#ctx0" brushRef="#br0" timeOffset="-187503.73">20333 12262 6903,'13'-2'1799,"3"1"-1259,4 4-91,4 4 91,4 3-90,0 4 0,0 3-1,-2 3-89,-5 2 0,-5 2-180,-6 2 90,-7-1-180,-8 1 90,-18 9-360,2-9-450,-11 7-539,9-13-181,3-4-179,4-1 90,4-5 1439,7-2 0,6-4 0,3-1 0</inkml:trace>
  <inkml:trace contextRef="#ctx0" brushRef="#br0" timeOffset="-187017.73">20655 12641 6633,'11'-4'1799,"1"0"-1439,2 0 0,3 1-180,1 0-90,-1 2 0,-2 1 89,-2 1-89,-5 2 90,-3 3 0,-4 2 0,-5 1-90,-2 2 90,-2 0 0,1 1-90,1-1 90,2 0 0,6 4-90,3-5-1,5 4 91,3-7 90,6 3 0,-5-2-90,3 1 0,-10-2 0,-4-1 0,-6 2-90,-5-2-90,-6 2-1170,-14 0-179,5-2 0,-7-1-180,12-5 179,3-5 1350,5-5 0,5-5 0,5-2 0</inkml:trace>
  <inkml:trace contextRef="#ctx0" brushRef="#br0" timeOffset="-186271.73">21082 12538 9242,'3'4'1619,"1"1"-1259,2 2-181,0 2 1,0 2-90,0 1 0,-2 2-270,-2-1-269,-2-1-541,-3 0-269,-1-1 0,-1-2-1,-1-2 1260,1-2 0,3-3 0,1-1 0</inkml:trace>
  <inkml:trace contextRef="#ctx0" brushRef="#br0" timeOffset="-186012.73">21319 12329 7623,'7'-17'3418,"-1"6"-2879,2 0-89,-2 10-90,3 11-180,-2 10-270,-1 5-360,-2 7-269,-3-6-271,0 1-359,1-1 0,2 0 89,-1-4 1260,3-3 0,0-6 0,-1-1 0</inkml:trace>
  <inkml:trace contextRef="#ctx0" brushRef="#br0" timeOffset="-185669.73">21325 12289 7173,'-1'-14'1979,"3"1"-1440,4 1-179,3 2-90,5 2 0,3 0 0,3 2-90,4 2 90,2 2-91,0 3 271,11 9 0,-4 8-270,-3 4 0,-12 5-90,-14-4 90,-8 0-90,-6 1-1,-6 0-178,-2-2-181,-4-1-450,2-1-539,1-4-1620,1 1 2879,10-7 0,4-3 0,10-6 0</inkml:trace>
  <inkml:trace contextRef="#ctx0" brushRef="#br0" timeOffset="-185172.73">21683 12466 7533,'-3'-4'2069,"0"0"-1530,1 3-89,0 3 0,0 2-91,-1 2 1,0 3-90,-1 3-90,1 2-90,0 1 90,1 9-90,0-7-90,3 6 90,3-11-90,9 1 90,1-6-90,7-3 0,-3-7 0,2-3 0,0-5 0,-1-2 0,-1-2 90,-3-2-90,-2 0 180,-2 2-90,-4 4 89,-2 4 1,-3 7 0,-3 7 0,-3 8-180,-1 9-180,-1 6-719,-1 5-540,-1 3-91,-1 1-89,0-1 1619,3-14 0,0 0 0,-1 9 0,-1 7 0</inkml:trace>
  <inkml:trace contextRef="#ctx0" brushRef="#br0" timeOffset="-184674.73">22109 12540 7892,'-4'-5'2879,"2"2"-1170,0 0-1169,10 11-361,-3-1 1,8 9-90,-7-2-90,0 0-90,-3 2-1169,-6 5 0,-1-5-270,-6 4 0,1-9 89,0-2 1440,4-3 0,2-3 0,1-2 0</inkml:trace>
  <inkml:trace contextRef="#ctx0" brushRef="#br0" timeOffset="-184104.73">22383 12360 7353,'-3'-18'3958,"0"2"-3239,1 8 181,0 1-631,2 5 1,2 3-90,0 5-90,2 5 0,0 3-90,0 5 90,1 2-360,-1 16-180,-1-7-359,1 10-360,-2-13-361,0-1 1,1-3 180,1-4 1349,1-2 0,0-5 0,0-2 0</inkml:trace>
  <inkml:trace contextRef="#ctx0" brushRef="#br0" timeOffset="-183754.73">22382 12316 7263,'21'-3'2249,"0"3"-1440,13 12-449,-6 2-1,-4 1 1,-1 1 0,2 8 0,3 8 0,-16-8-90,-9-1-90,-5 0 0,-7-2-91,-7-2-89,-4-1-359,-4-2-541,0-3-359,0-1-1709,-5 0 1528,9-6 1440,2 1 0,12-5 0,4-1 0</inkml:trace>
  <inkml:trace contextRef="#ctx0" brushRef="#br0" timeOffset="-183271.73">22697 12670 6993,'2'-4'2698,"-1"0"-1978,0 2 269,-1 0-719,-2 5 90,0 1 270,-6 10-360,3-3-90,-3 5 89,3-2-89,2-1 90,2 1-90,4 0-90,5 0 90,4 1-90,4-2-90,5 1 90,0 0-90,1-1 0,5 5 0,-11-6 0,-2 3 0,-16-6-270,-8-1-450,-7-3-449,-6-1-360,-4-3-90,-1-1 90,1-3 0,2-3 1529,3-2 0,7-4 0,1-1 0</inkml:trace>
  <inkml:trace contextRef="#ctx0" brushRef="#br0" timeOffset="-183120.73">22661 12671 7173,'19'-23'3598,"4"2"-2069,18-5-1349,-7 10-585,-11 7 0,0 0-854,10 2-90,-3 1-180,-4 2 90,-5 0 1439,-6-1 0,-4-1 0,-2-1 0</inkml:trace>
  <inkml:trace contextRef="#ctx0" brushRef="#br0" timeOffset="-182558.73">23076 12479 7533,'2'-6'2698,"-1"2"-2068,1 0-91,0 3-179,2 3-90,1 3-90,1 3-90,1 3-90,-1 2-180,-1 2-629,-2 1-361,-3 0-89,-4 1-180,-3-2 90,-1-2 1349,-2-2 0,3-4 0,0-1 0</inkml:trace>
  <inkml:trace contextRef="#ctx0" brushRef="#br0" timeOffset="-182254.73">23317 12287 7083,'4'-10'3598,"0"2"-3058,1 9-1,0 4-269,1 4-90,1 5 90,3 15-180,-2-4-180,0 10-180,-3-8-360,0 0-359,-2-1-270,1-2-91,0-2 1,0-3 1349,0-4 0,1-3 0,0-3 0</inkml:trace>
  <inkml:trace contextRef="#ctx0" brushRef="#br0" timeOffset="-181888.73">23355 12205 6903,'8'-9'1709,"1"1"-1259,5 4-90,3 1-1,3 6-89,3 3 0,2 4-90,-1 4 90,0 4 0,-1 3 0,-3 4 89,-3 2-89,-3 2 90,-6 2 0,-3 0-90,-7-1-90,-4-1-1,-5 0-89,-4-5-270,-3 0-449,-3-4-630,1-4-271,-1-4 1,3-4 0,3-4 1529,5-4 0,4-3 0,4-3 0</inkml:trace>
  <inkml:trace contextRef="#ctx0" brushRef="#br0" timeOffset="-180859.73">23846 12478 8162,'-6'-2'2159,"-2"3"-1529,-1 3-1,-1 3-89,-3 4-90,-1 3-90,-1 3-1,0 3-179,1 1 0,2 3-90,2-2 0,4 0 0,3-2 0,4-2-90,4-3 0,4-2 90,3-4-90,3-3 0,0-5 0,0-2 0,-2-4 0,-2-4 0,-4-1 0,-3-4 0,-5 0-90,-5-2-720,-13-2-359,2 5-270,-8-1-90,7 9-90,2 3 180,4 1 1439,5 0 0,6 2 0,4 0 0</inkml:trace>
  <inkml:trace contextRef="#ctx0" brushRef="#br0" timeOffset="-180526.73">24101 12484 6903,'3'-8'3238,"3"1"-2428,0 3-181,3 2-179,3 2-180,-1 5-90,0 3 0,-1 5-180,-3 3 90,-1 2-180,-5 2-1080,-7 10 1,-1-8-180,-5 6 0,2-12-1,2-3 1350,2-2 0,5-5 0,2-2 0</inkml:trace>
  <inkml:trace contextRef="#ctx0" brushRef="#br0" timeOffset="-180254.73">24389 12242 7173,'1'-17'3148,"1"2"-2518,-1 9-450,0 5-90,0 6-90,1 7-180,0 6-360,0 3-270,-1 3-269,1 3-90,1 1-1,1 0 1170,0-1 0,0-3 0,-1-2 0</inkml:trace>
  <inkml:trace contextRef="#ctx0" brushRef="#br0" timeOffset="-179818.73">24444 12175 8612,'8'5'1259,"1"0"-989,0 1 90,1 1 0,8 4-180,2 3-90,0 0 0,-3 2 0,-7-4-1,-2 3 271,-2 11-270,-4-5 90,-2 7-90,-5-6 0,-2-1 0,-14 7-810,-10-3-359,-2-4-270,-3-6 0,13-11-1,2-3 1350,6-4 0,7-3 0,3-2 0</inkml:trace>
  <inkml:trace contextRef="#ctx0" brushRef="#br0" timeOffset="-179228.73">24704 12508 7623,'4'-9'2338,"1"-1"-1708,4-1-270,2-1-180,3 0 0,3 1-91,2 2-89,1 2 90,1 1-90,-2 3 0,0 2 0,-3 2 0,-4 2 0,-3 0 0,-5 2 0,-4 2 0,-4 0 0,-5 2 90,-3 1-90,-4 2 0,-1 1 0,-1 1 0,0 1 0,3 1 0,1 2 0,4 0 0,3-2 0,3 7 0,4-6 0,3 2 90,2-8-90,2-4 0,1-1 0,1-3 0,0-1 0,0-4 0,-2-1 0,-1-4-90,-6-7 90,-11-4-90,-3 0-179,-11 0-361,3 7-1529,-11-2 990,10 3-90,-5-2 1259,15 6 0,7-1 0,3 0 0</inkml:trace>
  <inkml:trace contextRef="#ctx0" brushRef="#br0" timeOffset="-178472.73">25063 12097 6633,'16'-12'1259,"2"-1"-989,2 2-90,0 0 0,1 4-90,-1 1 0,-1 2 0,-2 1-90,-2 1 90,-2 0-90,-2 1 180,2 2-180,-5 1 180,0 1-90,-7 2 90,-1 1-1,-5 2 271,-8 9-270,1-3 90,-4 7-90,3-5-90,2 2 0,1 1 0,3 0 0,4 0 0,7 6-90,2-5 0,7 3 0,1-10 0,9 2 0,-5-6 0,4 0 0,-8-6 0,-4-4 0,-2-2 0,-5-2 0,-3-1 0,-3-2 0,-4 1 0,-3 0 0,-1 1 90,-2 3-90,0 1 89,0 3 1,2 3 0,-3 9 0,4 8 0,1 2 0,6 4 0,3-5 0,3 0 0,2 2 90,2 0-90,2 1 0,0 0 90,2-2-90,-1-1 0,-1-1 0,-3-4 0,-3-1-90,-3-4-90,-6-2-720,-6-2-359,-8-5-1800,-23-6 1530,3-1 1439,11 0 0,1 0 0,-16-3 0,-1-1 0</inkml:trace>
  <inkml:trace contextRef="#ctx0" brushRef="#br0" timeOffset="-153296.73">5089 8946 6183,'13'-5'900,"-1"0"-630,1 0-90,0 1-90,-1 0 90,-2 2-91,1 0-89,-2 0 90,1 2 0,-2 1 0,0 1 0,-3 0 90,-2 0 0,-2 0 0,-1 1 90,-2-2-90,-3-1 90,-4 0-180,-5-1 89,-5 0-89,-4-2 180,-18-2-90,6 0 0,-10-2-90,12 2 0,2 0-90,2 0 0,3 2 90,4-1-90,3 2 0,4 1-90,3 1-180,3 1-180,3 2-269,2 0-361,4 2 1,3 0 0,3 0 1079,1-2 0,1-1 0,0-3 0</inkml:trace>
  <inkml:trace contextRef="#ctx0" brushRef="#br0" timeOffset="-152911.73">4820 8722 7533,'-3'-4'2069,"0"0"-1620,0 4-89,-3 2-90,-3 1 90,-2 3 89,-14 9-179,3 1-180,-12 8 0,7-2 90,0 2-90,2 1-90,3-1 90,5 1 0,7-2-90,7-2 90,9-2-270,10-2-270,11-2-629,9-5-180,6-2-479,4-4 389,-1-2 1349,-3-1 0,-7-1 0,-3 0 0</inkml:trace>
  <inkml:trace contextRef="#ctx0" brushRef="#br0" timeOffset="-149922.73">5585 10024 6543,'1'-4'1349,"0"-1"-1079,0 2 0,-1 0 0,0 1-90,0 0 0,-1 1 0,-1 0 0,-4 1-90,-3 0 89,-5 0-89,-5 1 0,-6 1 0,-4-1 90,-4 2-90,-3 0 0,0 0 0,1 0-90,5-1 0,4 1-90,6 0-360,5-1-269,6 1-271,6 1-89,4-1 0,5 2 1079,4-2 0,0-1 0,0 0 0</inkml:trace>
  <inkml:trace contextRef="#ctx0" brushRef="#br0" timeOffset="-149611.73">5189 9898 6903,'-28'3'1889,"4"3"-1709,12 7 0,0 4 0,1 4 0,4 3-90,2 0-1,3 1 1,4-2 0,4 0-90,3-3 90,3-2-270,4-3-359,2-2-181,2-3-269,1-3-1,-1 0 990,-2-1 0,-2 0 0,-1 1 0</inkml:trace>
  <inkml:trace contextRef="#ctx0" brushRef="#br0" timeOffset="-147261.73">4809 9395 6993,'3'-5'1529,"-1"0"-1079,0 1-180,0 2-90,0 0-90,0 2 89,0 2-179,-1 1 90,-1 3 90,-7 6-180,-2 0 0,-8 3 90,-3-1-90,-5-1 0,-5 1 0,-4-1 0,-1-1 0,-2-3 0,1 0 0,2-3 0,4-1 0,5-1-899,-1-1 89,11 0-179,2-3-1,13 0 990,4-2 0,3-1 0,2-1 0</inkml:trace>
  <inkml:trace contextRef="#ctx0" brushRef="#br0" timeOffset="-146846.73">4476 9324 6633,'-1'-5'1170,"0"-1"-631,-3 5-359,0 3-90,-4 5 90,-2 5-90,-2 4 90,-3 3 90,-8 13-90,1 0-90,0 0-1,5-6-89,10-10 90,6 3-90,5-5 90,7 3-90,6-6 0,5-1-90,5-1-539,5-3-271,3-1-1079,15-3 1979,-16-3 0,4-4 0,-21-1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8:10:22.01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1135 6451 6183,'-7'-15'1799,"-7"-5"-1349,2 7-90,-5-1 0,4 7-90,-2 1 179,-8 2-269,5 2-90,-5 1 0,7 2 0,3 2-90,1 1 0,3 2 90,2 1-90,6 8 0,5-2 0,6 8 0,2-6 0,15 12 0,-5-6 0,10 7 0,-10-5 0,-1 0 0,-2 2 0,-4 2 0,-3 2 0,-8 16 0,-5-8 45,-3-13 0,-2 1-45,-10 13-133,-5-1 313,-3 1-90,0-2 90,-1-3-90,2-5 0,6-3 0,6-5 0,7-5-90,8-4 90,20-2-90,-1-5-90,14 0 90,-9 0 0,2 3 0,-3 5 0,5 20 0,-13 1 45,-10-9 0,-1 3-74,-8 20 74,-3-20 0,-2 1-317,-2 2 0,-1 0 362,-2 3 0,-1 0 45,-2 3 0,-1-2 0,0 2 0,0-1-45,-1 0 0,0-1 45,1-1 0,1-1-45,0-2 0,1-2-1,2-1 1,1-2 0,-5 18-260,7-8 170,10-9 90,8-8-90,11-9 90,8-5-180,10-6-315,-8-3 1,0 0-855,16-5 405,-17 2 1,-2 1-766,2-5 772,-9 1 847,-8 1 0,-8 2 0,-6 1 0</inkml:trace>
  <inkml:trace contextRef="#ctx0" brushRef="#br0" timeOffset="1206">4312 6303 6723,'-6'-3'1529,"2"0"-1169,-1 1-90,1 1 0,-1 0-90,-1 1-90,-2 1 90,-1 2-1,-2 1-89,-3 4 0,-2 2 90,-2 3-90,-4 4 0,-2 1-90,-3 3 90,0 0-90,-2 0-279,1 0 279,2 0 0,2-3 0,4-3 0,3-3-629,1-2-91,7-5-179,0-2-91,7-6-89,1-3 1148,1 1 1,0-2 0,-1 0 0</inkml:trace>
  <inkml:trace contextRef="#ctx0" brushRef="#br0" timeOffset="1607">3913 6394 6723,'0'-7'1529,"2"2"-1259,-1 2-90,1 0-90,-1 3 90,0 0 90,0 2 179,-4 6-269,-2 0 0,-3 8 0,-2-1 0,-2 2 90,-9 13 0,1 1-180,1 0 90,8-3 89,14-6-89,15-2-180,5-3-270,13-6-629,-3-8-270,2-2-91,-1-1 1,-2-1 1259,-6 0 0,-6 0 0,-3-1 0</inkml:trace>
  <inkml:trace contextRef="#ctx0" brushRef="#br0" timeOffset="15574">18738 14329 7353,'-8'-22'3508,"1"-1"-2699,0 2-89,2 0-180,0 3-91,2 4-269,1 4 90,1 10-180,1 7-90,0 10 0,-3 3 90,-16 14-90,-4-8-194,5-9 0,-3 0 194,-20 5 0,18-11 0,-1-2 0,-2 0 0,-1 0-315,-12 0 0,0 0 0,9-3 1,2-1-226,-8 0 0,1-1-809,-2-3-180,8-2 90,10-4 179,9-1 1260,8 0 0,6-3 0,3 1 0</inkml:trace>
  <inkml:trace contextRef="#ctx0" brushRef="#br0" timeOffset="15834">18227 14275 6453,'-42'-7'2429,"1"2"-1889,8 7-1,0 4-89,1 4 450,-6 15-541,13-2-89,1 10-90,18-5 0,9-1-450,27 9-360,3-11-101,-8-11 0,3-1-618,19-2-1,1-4 1,-3-5 1349,-6-3 0,-8-5 0,-6-2 0</inkml:trace>
  <inkml:trace contextRef="#ctx0" brushRef="#br0" timeOffset="32289">16635 8620 6094,'-8'0'809,"-2"-2"-719,3 1 0,-1 1-90,6 0 90,-1 0-90,2 0 0,-1 2 0,2-1 90,0 2 0,1-1-90,2 0 90,2 0 0,4 1 90,13-1-90,0-1-90,13-1 0,-3 0 44,-4 0 1,1-1-45,16-1-212,-13 1 1,-1 0 211,16 0 0,-1-1 0,0 1 0,-2-1 0,-2 1 0,-17 1 0,1 0 0,9-1-133,6 2 133,-18-1 0,2 1 0,-7 0 0,4 0 0,-9-1 417,-1 0-417,-2 0 139,5 0-139,-4-1-89,2-1-1,-5 2-360,-3-1-90,-1 1 382,-3-1 1,-6 2 0,-3-1 0</inkml:trace>
  <inkml:trace contextRef="#ctx0" brushRef="#br0" timeOffset="45249">20488 12630 5914,'-15'1'629,"0"-1"-359,0 2 90,-7 0-90,-2 1-90,0 1 0,1 0-91,5 0 91,0 1-90,-1 1 90,-1 0-90,1 1 0,-1 1-90,1 1 90,-1 2 0,2 0 0,0 3-90,0 0 90,-4 11 0,5-4 0,-3 8-90,7-7 90,1 1-90,1 1 90,1 1 0,1 12-90,2-7 90,1 10-90,3-11 90,3 1-90,1 1 90,4 0-90,8 11 0,1-10 0,7 8 89,-2-13-89,4-3 0,1-1 0,16 7 0,-7-10 0,-12-7 0,2-2 0,11 2 0,2-3-216,1-4 216,2-2 0,2-2 0,-11-5 0,1-1 0,18-5-482,-17 1 1,0-1 481,-8-1 0,-1-1 45,0-1 0,0-1 0,1-2 0,-2-2 45,0 1 0,0-2-65,-2-1 1,0 0 244,4-11 0,-1 1-135,-6 6 0,-2 0-45,3-7 0,-3 0 90,-4-13-135,-14 11 0,-4-1-135,-1 8 0,-2-1-839,-9-9 0,-4 1 434,-1 7 0,-3 2-90,-6-2 1,0 1-1,-6-1 0,-1 1 165,10 9 1,0 0-1,-2 2 420,-1-1 0,-1 1 0,-1 1 0,-1 0 0,0 1 0,-1 1 0,-1 0 0,0 0 0,1 0 0</inkml:trace>
  <inkml:trace contextRef="#ctx0" brushRef="#br0" timeOffset="75613">4750 11416 6723,'-3'-8'2429,"0"1"-1710,1 1 1,1 0-270,0 2-91,1 2 1,2 2-270,0 3 0,2 2 0,-2 2 0,-4 6-90,-3 0 0,-9 5 0,-6-3 0,-6 0 0,-6-1 0,-4-2-45,6-5 0,0-2-135,-17 3-145,16-5 1,1-1-395,-7-1-361,4-3-179,5 0 0,7-1 0,8 1 1259,5 1 0,7-1 0,3 1 0</inkml:trace>
  <inkml:trace contextRef="#ctx0" brushRef="#br0" timeOffset="75896">4330 11404 6813,'-21'-4'2159,"-2"5"-1889,1 2-90,0 7 0,7 4-1,-4 16-89,8-3-90,0 9 90,11-9-180,4-2 0,6-1-359,5-4-361,4-2-1079,14-3 1889,-5-6 0,9-4 0,-11-7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8:12:49.50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19449 14543 7443,'-7'-3'2338,"1"0"-1618,0 1-180,2-1-91,0 2-89,1-1-90,0 1-90,1 0 0,0 0-90,2 0 0,0-1 0,0-3-90,1-2 0,1-2 90,-1-3-90,4-12 0,1-13 0,2-2 0,1-6 0,-1 9 90,1-1-90,0 0 45,-1 10 0,-2-1 45,6-13-46,-6 14 1,0 1 45,2-7 0,-1 4-90,-2 3 180,0-2-180,-1 10 90,-2-2-90,-2 13 0,-3 3 0,-1 4 0,-6 8 0,0 1 0,-3 6 0,1-3 0,0 0 0,-2 2 0,0-1 0,0 0 0,0-1 0,1-1 0,2-1 0,1-1 0,2-1 0,2-3 0,2-1 0,2-1 0,2-3 0,2-3 0,3-2 0,4-7 0,2-4 90,1-1-90,0 0 0,-2 4 0,0 0 0,-1-1 0,6-4 90,-5 5-90,3-3 0,-4 7 0,-2 1 90,1 2-90,0 2 90,6 2-90,-2 3 90,6 2 0,-2 3 0,0 2 0,2 2-90,-1 2 90,1 0 0,1 1-90,-2 0 0,1 0 0,-1 0-360,0-1-719,-2 0-541,-1-2 1,-2-1-90,-4-1 90,-5-3 1619,-6-5 0,-5-3 0,-5-2 0</inkml:trace>
  <inkml:trace contextRef="#ctx0" brushRef="#br0" timeOffset="3358">21429 14601 11041,'-4'-3'1889,"1"0"-1440,0 0-89,-1-1-180,0 1 0,0-2 0,1 0-90,0 0-90,0-3 0,0-1 0,0-2 0,0-2 0,1-5 0,1-1-90,2-5 90,1-3 0,1-4-90,1-3 45,1 7 0,0-1 0,0-3 0,0 0 45,1 1 0,-1-1-266,0 2 0,0 1 266,-1-8 0,-1 1 0,-1-7 0,-3 11-90,-2-13 90,-1 23 0,-1-3 442,0 13-442,-3 3-90,1 5 90,-5 3 0,3 5 0,-1 3 0,-1 3 0,0 2 0,0 1 0,0 1 0,1 1 0,0-1 0,2-2 0,0 0 0,1 1 0,2-4 0,2-1 0,3-5-90,2-4 90,3-3 0,3-3 0,1-3 0,1-4 0,1-1 0,0-3 0,-1-1 0,0 0 0,1-5 0,0 4 0,-1 3 0,-2 7 0,-2 8 0,0 3 0,1 4 0,2 4 0,3 3-90,3 2-359,3 3-631,5 2-359,5 1-180,4 0 90,4-2 90,1-1 1439,-2-5 0,-4-2 0,-4-3 0</inkml:trace>
  <inkml:trace contextRef="#ctx0" brushRef="#br0" timeOffset="6408">21457 10369 6363,'4'-7'1080,"1"-1"-810,-1 0 89,2 0-89,0-1 0,-2 1 90,1-1-90,-4-1 0,-2 0-91,-2-1 1,-7-3 0,-4 1-90,-7-2 0,-4 1 0,-7 1 0,-4 1-689,-3 1 689,-3 2-90,-2 1 0,1 2 90,1 1-90,15 5 0,-1-1 0,-12 2 0,-9 2 0,19 5 0,0 2-244,2 5 244,-1 3-90,0 6 90,0 6 0,0 5-45,14-16 0,0 2 45,0 2 0,0 0 0,0 3 0,0 0-496,0 1 0,2 1 496,-1 1 0,2 1 0,0 13 0,2 0 0,4-11 0,2 1 0,2 7 0,3-1 0,7-13 0,2-4-296,5-1 1,1-2 295,4-2 0,4-3 0,20 0 0,3-5 0,-8-4 0,1-2-358,-3-2 0,1-2 0,-1-2 358,5-4 0,-1-4 45,-1-2 0,0-2-88,-2 0 1,1-4 42,-9-1 0,2-2 0,-3-3-30,-4-2 0,-2-2 0,0-1-199,-2 1 1,0-2-1,-4-1-131,-1-16 1,-10-1-136,-10 12 0,-8 1-195,-10 1 1,-8-1-1,-1 3 690,4 6 0,-2 3 0,-3 0 0,-2 0 0,-3 0 0,-1 0 0,1 4 0,-7 1 0,1 0 0,-1 1 0</inkml:trace>
  <inkml:trace contextRef="#ctx0" brushRef="#br0" timeOffset="15140">3926 8727 7173,'-15'-4'2249,"3"-1"-1710,2-1 1,2 1-90,1-1-180,2 0-91,3-1 1,2 1-180,2 0 90,3 0-90,2-1 90,2 1-90,3 1 90,3-1-90,2 2 90,2 0-90,5 1 0,0 1 0,6 0 0,0 1 0,4 0-180,16 1-180,-13 1-89,9 0-91,-19 0-90,-5 1-89,-6 0-1,-6 2 91,-6 1-91,-8 2 180,-6 2-89,-6 1 629,-4 3 0,-5 0 0,-2 2 0</inkml:trace>
  <inkml:trace contextRef="#ctx0" brushRef="#br0" timeOffset="15322">3942 8838 6543,'6'2'720,"4"-1"-630,3-3 0,6 0-90,4-1-270,4-1-270,4 0 1,3 1 539,1 0 0,1 2 0,0 0 0</inkml:trace>
  <inkml:trace contextRef="#ctx0" brushRef="#br0" timeOffset="18639">3645 12743 7353,'-13'-3'2338,"0"0"-1618,2 0-180,1-1-1,3 1-269,4 0-90,5 1-90,16-2-90,0 2 0,15 0-90,-3 0-180,2 1-89,2 1-181,-1 0-90,-2 0-89,-2 1-91,-4 1 90,-4-2 91,-6 3-1,-4-1 91,-8 2 539,-6 2 0,-6 1 0,-3 1 0</inkml:trace>
  <inkml:trace contextRef="#ctx0" brushRef="#br0" timeOffset="18805">3681 12826 6094,'-22'8'1079,"4"-2"-809,5 0 0,7-1-91,7-1-89,9-1 0,10 1-90,10-2-180,6 0-269,9-2-617,4 0 706,-23-2 0,1 1 360,1-1 0,1-1 0,-1-2 0,1 0 0,-1-1 0,1 0 0</inkml:trace>
  <inkml:trace contextRef="#ctx0" brushRef="#br0" timeOffset="19514">4905 10899 6993,'-3'-4'1169,"2"1"-989,4 1 90,6 4-90,4 1-90,6 3 90,4 2-90,3 4 0,4 3 0,-2 2 0,1 3 0,-2 2 0,-5 0-1,-2 2 1,-8 0 0,-4 2 90,-8 1-90,-9 0-90,-7 1 0,-6 2 0,-6-1 0,-3 1-45,9-9 0,1-1-45,-10 10-90,13-12 1,1-1-631,-1 4-1079,5 4 900,6-9 989,3 2 0,4-13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08:13:22.2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24994 14567 5824,'-1'26'359,"1"-1"-269,-1 0 0,-1 0 90,-1 8-180,0-9 0,0 7 0,0-11 0,1-2 0,1-2 0,-1-1 0,0-1 0,-2 6 0,0-5-90,-1 5-90,1-6-269,-2 5 449,1-4 0,-2 5 0,2-7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1692" y="298145"/>
            <a:ext cx="687768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41E9-4347-F953-0350-AC3BD7A7D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817466"/>
            <a:ext cx="6858000" cy="69249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EF466-69C2-19D0-20AB-D57065E56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AA4DB-5AC2-E1C6-CA7D-60CF4BE0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DE3883F4-E1D8-5C40-8DD1-10E7D46F7BE1}" type="datetimeFigureOut">
              <a:rPr lang="en-PK" smtClean="0"/>
              <a:t>03/29/2025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457F9-8AF4-1E59-6A9F-4927FD53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4B89D-0EFC-722F-F2F4-1BCAC56C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8FBE7B7E-6E6F-BB42-A59A-303B0C6FD41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95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640" y="-109982"/>
            <a:ext cx="8954719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18969" y="2566161"/>
            <a:ext cx="6238875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uring_Award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Nobel_Prize_in_Economic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771A-D967-B00B-B7C6-CCDC8CAA9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63303"/>
            <a:ext cx="7309308" cy="1354217"/>
          </a:xfrm>
        </p:spPr>
        <p:txBody>
          <a:bodyPr/>
          <a:lstStyle/>
          <a:p>
            <a:r>
              <a:rPr lang="en-US" dirty="0"/>
              <a:t>Applied Artificial Intelligence /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1869F-8521-EA04-CC13-EF02366A689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43000" y="3152001"/>
            <a:ext cx="6400800" cy="553998"/>
          </a:xfrm>
        </p:spPr>
        <p:txBody>
          <a:bodyPr/>
          <a:lstStyle/>
          <a:p>
            <a:pPr algn="ctr"/>
            <a:r>
              <a:rPr lang="en-US" sz="3600" dirty="0"/>
              <a:t>Machine Learning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1650BD-A491-BA33-54B3-77D8F18BF911}"/>
              </a:ext>
            </a:extLst>
          </p:cNvPr>
          <p:cNvCxnSpPr/>
          <p:nvPr/>
        </p:nvCxnSpPr>
        <p:spPr>
          <a:xfrm>
            <a:off x="1143000" y="3017520"/>
            <a:ext cx="6858000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0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2126" y="466166"/>
            <a:ext cx="4086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Machine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074" y="1615185"/>
            <a:ext cx="5325745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Herbert</a:t>
            </a:r>
            <a:r>
              <a:rPr sz="3000" b="1" spc="-9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Alexander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Simon</a:t>
            </a:r>
            <a:r>
              <a:rPr sz="3000" spc="-10" dirty="0">
                <a:latin typeface="Calibri"/>
                <a:cs typeface="Calibri"/>
              </a:rPr>
              <a:t>: </a:t>
            </a:r>
            <a:r>
              <a:rPr sz="3000" dirty="0">
                <a:latin typeface="Calibri"/>
                <a:cs typeface="Calibri"/>
              </a:rPr>
              <a:t>“Learning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improves performance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experience.”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“Machine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concerned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computer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that </a:t>
            </a:r>
            <a:r>
              <a:rPr sz="3000" spc="-10" dirty="0">
                <a:latin typeface="Calibri"/>
                <a:cs typeface="Calibri"/>
              </a:rPr>
              <a:t>automatically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improve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their performance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through </a:t>
            </a:r>
            <a:r>
              <a:rPr sz="3000" dirty="0">
                <a:latin typeface="Calibri"/>
                <a:cs typeface="Calibri"/>
              </a:rPr>
              <a:t>experience.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“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6243" y="2721736"/>
            <a:ext cx="1685925" cy="2514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63817" y="5392013"/>
            <a:ext cx="28606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Herbert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Simon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Turing</a:t>
            </a:r>
            <a:r>
              <a:rPr sz="1800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Award</a:t>
            </a:r>
            <a:r>
              <a:rPr sz="1800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1975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Nobel</a:t>
            </a:r>
            <a:r>
              <a:rPr sz="18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Prize</a:t>
            </a:r>
            <a:r>
              <a:rPr sz="18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in</a:t>
            </a:r>
            <a:r>
              <a:rPr sz="18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Economics</a:t>
            </a:r>
            <a:r>
              <a:rPr sz="1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1978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5923" y="252222"/>
            <a:ext cx="2209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Why</a:t>
            </a:r>
            <a:r>
              <a:rPr sz="4000" spc="-160" dirty="0"/>
              <a:t> </a:t>
            </a:r>
            <a:r>
              <a:rPr sz="4000" spc="-20" dirty="0"/>
              <a:t>now?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07593" y="1078814"/>
            <a:ext cx="7780655" cy="324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956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Flood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available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(especially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advent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Internet)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Increasing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computational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power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Growing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progress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available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theory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developed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researchers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Increasing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industries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2723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683" y="252222"/>
            <a:ext cx="80429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The</a:t>
            </a:r>
            <a:r>
              <a:rPr sz="4000" spc="-80" dirty="0"/>
              <a:t> </a:t>
            </a:r>
            <a:r>
              <a:rPr sz="4000" dirty="0"/>
              <a:t>concept</a:t>
            </a:r>
            <a:r>
              <a:rPr sz="4000" spc="-9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dirty="0"/>
              <a:t>learning</a:t>
            </a:r>
            <a:r>
              <a:rPr sz="4000" spc="-65" dirty="0"/>
              <a:t> </a:t>
            </a:r>
            <a:r>
              <a:rPr sz="4000" dirty="0"/>
              <a:t>in</a:t>
            </a:r>
            <a:r>
              <a:rPr sz="4000" spc="-70" dirty="0"/>
              <a:t> </a:t>
            </a:r>
            <a:r>
              <a:rPr sz="4000" dirty="0"/>
              <a:t>a</a:t>
            </a:r>
            <a:r>
              <a:rPr sz="4000" spc="-70" dirty="0"/>
              <a:t> </a:t>
            </a:r>
            <a:r>
              <a:rPr sz="4000" dirty="0"/>
              <a:t>ML</a:t>
            </a:r>
            <a:r>
              <a:rPr sz="4000" spc="-60" dirty="0"/>
              <a:t> </a:t>
            </a:r>
            <a:r>
              <a:rPr sz="4000" spc="-10" dirty="0"/>
              <a:t>system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07593" y="1078814"/>
            <a:ext cx="7999095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Learning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Improving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experience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some </a:t>
            </a:r>
            <a:r>
              <a:rPr sz="3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Improve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respect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measure,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P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experience,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2723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483" rIns="0" bIns="0" rtlCol="0">
            <a:spAutoFit/>
          </a:bodyPr>
          <a:lstStyle/>
          <a:p>
            <a:pPr marL="2089785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Learning </a:t>
            </a:r>
            <a:r>
              <a:rPr spc="-1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081" y="2075336"/>
            <a:ext cx="8474628" cy="25568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36108" y="2132825"/>
            <a:ext cx="136842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325"/>
              </a:spcBef>
            </a:pPr>
            <a:r>
              <a:rPr sz="1200" b="1" dirty="0">
                <a:latin typeface="Arial"/>
                <a:cs typeface="Arial"/>
              </a:rPr>
              <a:t>Model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76288" y="2061946"/>
            <a:ext cx="792480" cy="462280"/>
          </a:xfrm>
          <a:custGeom>
            <a:avLst/>
            <a:gdLst/>
            <a:ahLst/>
            <a:cxnLst/>
            <a:rect l="l" t="t" r="r" b="b"/>
            <a:pathLst>
              <a:path w="792479" h="462280">
                <a:moveTo>
                  <a:pt x="792086" y="0"/>
                </a:moveTo>
                <a:lnTo>
                  <a:pt x="0" y="0"/>
                </a:lnTo>
                <a:lnTo>
                  <a:pt x="0" y="461670"/>
                </a:lnTo>
                <a:lnTo>
                  <a:pt x="792086" y="461670"/>
                </a:lnTo>
                <a:lnTo>
                  <a:pt x="7920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33641" y="2091054"/>
            <a:ext cx="55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Model </a:t>
            </a:r>
            <a:r>
              <a:rPr sz="1200" b="1" spc="-25" dirty="0">
                <a:latin typeface="Arial"/>
                <a:cs typeface="Arial"/>
              </a:rPr>
              <a:t>Testing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683" y="252222"/>
            <a:ext cx="80429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Machine Learning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17968" y="1287093"/>
            <a:ext cx="7999095" cy="2875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is broadly categorized into:</a:t>
            </a:r>
          </a:p>
          <a:p>
            <a:pPr lvl="8" algn="just" rt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Supervised 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(Labeled Data)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Unsupervised 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(Unlabeled Data)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different types of problems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22723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939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309"/>
            <a:ext cx="8458200" cy="677108"/>
          </a:xfrm>
        </p:spPr>
        <p:txBody>
          <a:bodyPr/>
          <a:lstStyle/>
          <a:p>
            <a:pPr algn="ctr"/>
            <a:r>
              <a:rPr lang="en-US" dirty="0"/>
              <a:t>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3763-5A2E-A2E4-D7CA-923652954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95401"/>
            <a:ext cx="8458200" cy="501675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Learns from labeled data.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The model maps inputs to outputs using given examples.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Goal: Minimize error between predictions and actual labels.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Common tasks: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Classification (Spam detection, Image recognition)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Regression (Stock price prediction, House price estimation)</a:t>
            </a:r>
          </a:p>
        </p:txBody>
      </p:sp>
    </p:spTree>
    <p:extLst>
      <p:ext uri="{BB962C8B-B14F-4D97-AF65-F5344CB8AC3E}">
        <p14:creationId xmlns:p14="http://schemas.microsoft.com/office/powerpoint/2010/main" val="8414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309"/>
            <a:ext cx="8458200" cy="677108"/>
          </a:xfrm>
        </p:spPr>
        <p:txBody>
          <a:bodyPr/>
          <a:lstStyle/>
          <a:p>
            <a:pPr algn="ctr"/>
            <a:r>
              <a:rPr lang="en-US" dirty="0"/>
              <a:t>Unsupervised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3763-5A2E-A2E4-D7CA-923652954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95401"/>
            <a:ext cx="8458200" cy="3816429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Learns from unlabeled data.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Finds patterns, structures, or groupings in data.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Common tasks: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Clustering (Customer segmentation, Anomaly detection)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Dimensionality Reduction (PCA, t-SNE for visualization)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746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Regression vs Classification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745FD0-13EC-6C61-8046-31A5D671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285151"/>
              </p:ext>
            </p:extLst>
          </p:nvPr>
        </p:nvGraphicFramePr>
        <p:xfrm>
          <a:off x="240030" y="2810406"/>
          <a:ext cx="8661655" cy="3232488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728395">
                  <a:extLst>
                    <a:ext uri="{9D8B030D-6E8A-4147-A177-3AD203B41FA5}">
                      <a16:colId xmlns:a16="http://schemas.microsoft.com/office/drawing/2014/main" val="272902867"/>
                    </a:ext>
                  </a:extLst>
                </a:gridCol>
                <a:gridCol w="3466630">
                  <a:extLst>
                    <a:ext uri="{9D8B030D-6E8A-4147-A177-3AD203B41FA5}">
                      <a16:colId xmlns:a16="http://schemas.microsoft.com/office/drawing/2014/main" val="257616234"/>
                    </a:ext>
                  </a:extLst>
                </a:gridCol>
                <a:gridCol w="3466630">
                  <a:extLst>
                    <a:ext uri="{9D8B030D-6E8A-4147-A177-3AD203B41FA5}">
                      <a16:colId xmlns:a16="http://schemas.microsoft.com/office/drawing/2014/main" val="13615540"/>
                    </a:ext>
                  </a:extLst>
                </a:gridCol>
              </a:tblGrid>
              <a:tr h="6067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b="1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cap="none" spc="0">
                          <a:solidFill>
                            <a:schemeClr val="tx1"/>
                          </a:solidFill>
                          <a:effectLst/>
                        </a:rPr>
                        <a:t>Regression</a:t>
                      </a:r>
                      <a:endParaRPr lang="en-US" sz="22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cap="none" spc="0">
                          <a:solidFill>
                            <a:schemeClr val="tx1"/>
                          </a:solidFill>
                          <a:effectLst/>
                        </a:rPr>
                        <a:t>Classification</a:t>
                      </a:r>
                      <a:endParaRPr lang="en-US" sz="22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26084"/>
                  </a:ext>
                </a:extLst>
              </a:tr>
              <a:tr h="521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00" cap="none" spc="0">
                          <a:solidFill>
                            <a:schemeClr val="tx1"/>
                          </a:solidFill>
                          <a:effectLst/>
                        </a:rPr>
                        <a:t>Goal</a:t>
                      </a:r>
                      <a:endParaRPr lang="en-US" sz="17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Predict continuous values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Predict discrete labels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955544"/>
                  </a:ext>
                </a:extLst>
              </a:tr>
              <a:tr h="521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00" cap="none" spc="0">
                          <a:solidFill>
                            <a:schemeClr val="tx1"/>
                          </a:solidFill>
                          <a:effectLst/>
                        </a:rPr>
                        <a:t>Output Type</a:t>
                      </a:r>
                      <a:endParaRPr lang="en-US" sz="17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Continuous (Real numbers)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Categorical (Classes/Labels)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986"/>
                  </a:ext>
                </a:extLst>
              </a:tr>
              <a:tr h="7914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00" cap="none" spc="0">
                          <a:solidFill>
                            <a:schemeClr val="tx1"/>
                          </a:solidFill>
                          <a:effectLst/>
                        </a:rPr>
                        <a:t>Examples</a:t>
                      </a:r>
                      <a:endParaRPr lang="en-US" sz="17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House price prediction, Temperature forecasting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Spam detection, Disease diagnosis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801978"/>
                  </a:ext>
                </a:extLst>
              </a:tr>
              <a:tr h="7914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00" cap="none" spc="0">
                          <a:solidFill>
                            <a:schemeClr val="tx1"/>
                          </a:solidFill>
                          <a:effectLst/>
                        </a:rPr>
                        <a:t>Algorithms</a:t>
                      </a:r>
                      <a:endParaRPr lang="en-US" sz="17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>
                          <a:solidFill>
                            <a:schemeClr val="tx1"/>
                          </a:solidFill>
                          <a:effectLst/>
                        </a:rPr>
                        <a:t>Linear Regression, Neural Networks</a:t>
                      </a:r>
                      <a:endParaRPr lang="en-US" sz="17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Logistic Regression, Naïve Bayes, Neural Networks</a:t>
                      </a:r>
                      <a:endParaRPr lang="en-US" sz="17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19" marR="94627" marT="25234" marB="1892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7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38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Supervised Learning – Naïve Bayes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F7F867-B655-FB90-8FD1-CF8220C5E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41085"/>
              </p:ext>
            </p:extLst>
          </p:nvPr>
        </p:nvGraphicFramePr>
        <p:xfrm>
          <a:off x="780881" y="1675227"/>
          <a:ext cx="7582240" cy="4394205"/>
        </p:xfrm>
        <a:graphic>
          <a:graphicData uri="http://schemas.openxmlformats.org/drawingml/2006/table">
            <a:tbl>
              <a:tblPr firstRow="1" firstCol="1" bandRow="1"/>
              <a:tblGrid>
                <a:gridCol w="1153265">
                  <a:extLst>
                    <a:ext uri="{9D8B030D-6E8A-4147-A177-3AD203B41FA5}">
                      <a16:colId xmlns:a16="http://schemas.microsoft.com/office/drawing/2014/main" val="4216990676"/>
                    </a:ext>
                  </a:extLst>
                </a:gridCol>
                <a:gridCol w="1285300">
                  <a:extLst>
                    <a:ext uri="{9D8B030D-6E8A-4147-A177-3AD203B41FA5}">
                      <a16:colId xmlns:a16="http://schemas.microsoft.com/office/drawing/2014/main" val="2134375692"/>
                    </a:ext>
                  </a:extLst>
                </a:gridCol>
                <a:gridCol w="1285300">
                  <a:extLst>
                    <a:ext uri="{9D8B030D-6E8A-4147-A177-3AD203B41FA5}">
                      <a16:colId xmlns:a16="http://schemas.microsoft.com/office/drawing/2014/main" val="2019418142"/>
                    </a:ext>
                  </a:extLst>
                </a:gridCol>
                <a:gridCol w="1286125">
                  <a:extLst>
                    <a:ext uri="{9D8B030D-6E8A-4147-A177-3AD203B41FA5}">
                      <a16:colId xmlns:a16="http://schemas.microsoft.com/office/drawing/2014/main" val="1803780965"/>
                    </a:ext>
                  </a:extLst>
                </a:gridCol>
                <a:gridCol w="1286125">
                  <a:extLst>
                    <a:ext uri="{9D8B030D-6E8A-4147-A177-3AD203B41FA5}">
                      <a16:colId xmlns:a16="http://schemas.microsoft.com/office/drawing/2014/main" val="678657694"/>
                    </a:ext>
                  </a:extLst>
                </a:gridCol>
                <a:gridCol w="1286125">
                  <a:extLst>
                    <a:ext uri="{9D8B030D-6E8A-4147-A177-3AD203B41FA5}">
                      <a16:colId xmlns:a16="http://schemas.microsoft.com/office/drawing/2014/main" val="1721841554"/>
                    </a:ext>
                  </a:extLst>
                </a:gridCol>
              </a:tblGrid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DAY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OUTLOOK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TEMP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HUMIDITY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WIND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NewRomanPS-BoldMT"/>
                          <a:ea typeface="Calibri" panose="020F0502020204030204" pitchFamily="34" charset="0"/>
                          <a:cs typeface="TimesNewRomanPS-BoldMT"/>
                        </a:rPr>
                        <a:t>PLAY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69037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Sunny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Hot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9554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D2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Sunny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Hot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40061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D3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Overcast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Hot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522257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D4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Rain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932216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D5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Rain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Cool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070511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D6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Rain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Cool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731280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D7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Overcast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Cool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92306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D8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Sunny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34601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D9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Sunny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Cool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004528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D10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Rain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41094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Sunny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51142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D12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Overcast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31584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D13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Overcast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Hot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Normal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Weak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Yes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288252"/>
                  </a:ext>
                </a:extLst>
              </a:tr>
              <a:tr h="29294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D14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Rain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Mild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High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Strong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1400" b="0" i="0" u="none" strike="noStrike">
                          <a:effectLst/>
                          <a:latin typeface="TimesNewRomanPSMT"/>
                          <a:ea typeface="Calibri" panose="020F0502020204030204" pitchFamily="34" charset="0"/>
                          <a:cs typeface="TimesNewRomanPSMT"/>
                        </a:rPr>
                        <a:t>No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096" marR="89096" marT="123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3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37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309"/>
            <a:ext cx="8458200" cy="677108"/>
          </a:xfrm>
        </p:spPr>
        <p:txBody>
          <a:bodyPr/>
          <a:lstStyle/>
          <a:p>
            <a:pPr algn="ctr"/>
            <a:r>
              <a:rPr lang="en-US" dirty="0"/>
              <a:t>Naïve Bayes Classification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A387B1-E4B5-DBD5-B3EA-3117F13B5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608281"/>
              </p:ext>
            </p:extLst>
          </p:nvPr>
        </p:nvGraphicFramePr>
        <p:xfrm>
          <a:off x="1918818" y="2182996"/>
          <a:ext cx="4783455" cy="327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475">
                  <a:extLst>
                    <a:ext uri="{9D8B030D-6E8A-4147-A177-3AD203B41FA5}">
                      <a16:colId xmlns:a16="http://schemas.microsoft.com/office/drawing/2014/main" val="977270879"/>
                    </a:ext>
                  </a:extLst>
                </a:gridCol>
                <a:gridCol w="2379980">
                  <a:extLst>
                    <a:ext uri="{9D8B030D-6E8A-4147-A177-3AD203B41FA5}">
                      <a16:colId xmlns:a16="http://schemas.microsoft.com/office/drawing/2014/main" val="1800403185"/>
                    </a:ext>
                  </a:extLst>
                </a:gridCol>
              </a:tblGrid>
              <a:tr h="163830">
                <a:tc>
                  <a:txBody>
                    <a:bodyPr/>
                    <a:lstStyle/>
                    <a:p>
                      <a:pPr marL="0" marR="557530" algn="ctr" eaLnBrk="0" hangingPunct="0">
                        <a:lnSpc>
                          <a:spcPts val="118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200" i="0" kern="0" dirty="0">
                          <a:effectLst/>
                          <a:latin typeface="+mn-lt"/>
                        </a:rPr>
                        <a:t>Total YES = 9</a:t>
                      </a:r>
                      <a:endParaRPr lang="en-US" sz="1200" i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295" marR="0" algn="ctr" eaLnBrk="0" hangingPunct="0">
                        <a:lnSpc>
                          <a:spcPts val="118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200" i="0" kern="0" dirty="0">
                          <a:effectLst/>
                          <a:latin typeface="+mn-lt"/>
                        </a:rPr>
                        <a:t>Total NO = 5</a:t>
                      </a:r>
                      <a:endParaRPr lang="en-US" sz="1200" i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553921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L="0" marR="557530" algn="ctr" eaLnBrk="0" hangingPunct="0">
                        <a:lnSpc>
                          <a:spcPts val="118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200" i="0" kern="0" dirty="0">
                          <a:effectLst/>
                          <a:latin typeface="+mn-lt"/>
                        </a:rPr>
                        <a:t>Probability (YES) = 9/14</a:t>
                      </a:r>
                      <a:endParaRPr lang="en-US" sz="1200" i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295" marR="635" algn="ctr" eaLnBrk="0" hangingPunct="0">
                        <a:lnSpc>
                          <a:spcPts val="118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200" i="0" kern="0" dirty="0">
                          <a:effectLst/>
                          <a:latin typeface="+mn-lt"/>
                        </a:rPr>
                        <a:t>Probability (NO) = 5/14</a:t>
                      </a:r>
                      <a:endParaRPr lang="en-US" sz="1200" i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0142939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3B613CF-6D6C-487D-8B8E-E4281E36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327" y="1885596"/>
            <a:ext cx="1440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93057-7625-B777-F0DA-0360985DBD29}"/>
              </a:ext>
            </a:extLst>
          </p:cNvPr>
          <p:cNvSpPr txBox="1"/>
          <p:nvPr/>
        </p:nvSpPr>
        <p:spPr>
          <a:xfrm>
            <a:off x="793256" y="1624320"/>
            <a:ext cx="4850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Step#1: </a:t>
            </a:r>
            <a:r>
              <a:rPr lang="en-US" sz="1800" kern="0" dirty="0">
                <a:effectLst/>
                <a:latin typeface="+mn-lt"/>
                <a:ea typeface="Calibri" panose="020F0502020204030204" pitchFamily="34" charset="0"/>
                <a:cs typeface="TimesNewRomanPSMT"/>
              </a:rPr>
              <a:t>Total Rows = 14</a:t>
            </a:r>
            <a:endParaRPr lang="en-US" altLang="en-US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E2E33-6EB3-53B7-B802-9FD66F162BB5}"/>
              </a:ext>
            </a:extLst>
          </p:cNvPr>
          <p:cNvSpPr txBox="1"/>
          <p:nvPr/>
        </p:nvSpPr>
        <p:spPr>
          <a:xfrm>
            <a:off x="793256" y="2826314"/>
            <a:ext cx="63342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eaLnBrk="0" hangingPunct="0">
              <a:lnSpc>
                <a:spcPct val="107000"/>
              </a:lnSpc>
              <a:spcBef>
                <a:spcPts val="5"/>
              </a:spcBef>
              <a:spcAft>
                <a:spcPts val="5"/>
              </a:spcAft>
            </a:pPr>
            <a:r>
              <a:rPr lang="en-US" sz="1800" b="1" kern="0" dirty="0">
                <a:effectLst/>
                <a:latin typeface="+mn-lt"/>
                <a:ea typeface="Calibri" panose="020F0502020204030204" pitchFamily="34" charset="0"/>
                <a:cs typeface="TimesNewRomanPS-BoldMT"/>
              </a:rPr>
              <a:t>Step#2: </a:t>
            </a:r>
            <a:r>
              <a:rPr lang="en-US" sz="1800" kern="0" dirty="0">
                <a:effectLst/>
                <a:latin typeface="+mn-lt"/>
                <a:ea typeface="Calibri" panose="020F0502020204030204" pitchFamily="34" charset="0"/>
                <a:cs typeface="TimesNewRomanPSMT"/>
              </a:rPr>
              <a:t>Make a table for every attribute. (4 attributes, 4 tables)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3E3B1B6-9104-6767-9B4A-637D14693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499243"/>
              </p:ext>
            </p:extLst>
          </p:nvPr>
        </p:nvGraphicFramePr>
        <p:xfrm>
          <a:off x="923092" y="3293764"/>
          <a:ext cx="3037273" cy="1014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7073">
                  <a:extLst>
                    <a:ext uri="{9D8B030D-6E8A-4147-A177-3AD203B41FA5}">
                      <a16:colId xmlns:a16="http://schemas.microsoft.com/office/drawing/2014/main" val="4471635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980225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71531613"/>
                    </a:ext>
                  </a:extLst>
                </a:gridCol>
              </a:tblGrid>
              <a:tr h="161290">
                <a:tc gridSpan="3">
                  <a:txBody>
                    <a:bodyPr/>
                    <a:lstStyle/>
                    <a:p>
                      <a:pPr marL="0" marR="0" algn="ctr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Attribute: Outlook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419794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YES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effectLst/>
                        </a:rPr>
                        <a:t>NO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4335740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Sunny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2/9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effectLst/>
                        </a:rPr>
                        <a:t>3/5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15458657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Overcast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4/9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0/5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9928229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Rain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3/9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2/5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74539469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58420" algn="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Total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9/9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5/5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9962762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0D6B679-B6E1-FEC4-649F-2AA4F79D4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844384"/>
              </p:ext>
            </p:extLst>
          </p:nvPr>
        </p:nvGraphicFramePr>
        <p:xfrm>
          <a:off x="4610100" y="3293764"/>
          <a:ext cx="3352800" cy="1014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2012419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171557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24552019"/>
                    </a:ext>
                  </a:extLst>
                </a:gridCol>
              </a:tblGrid>
              <a:tr h="160655">
                <a:tc gridSpan="3">
                  <a:txBody>
                    <a:bodyPr/>
                    <a:lstStyle/>
                    <a:p>
                      <a:pPr marL="0" marR="0" algn="ctr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Attribute: Temperature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38780566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0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YES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effectLst/>
                        </a:rPr>
                        <a:t>NO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2901568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Hot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effectLst/>
                        </a:rPr>
                        <a:t>2/9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2/5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810494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Mild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effectLst/>
                        </a:rPr>
                        <a:t>4/9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effectLst/>
                        </a:rPr>
                        <a:t>2/5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955471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Cool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3/9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effectLst/>
                        </a:rPr>
                        <a:t>1/5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35211479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58420" algn="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Total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9/9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5/5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8796490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81D88F6-337B-38C9-8983-569DB1E5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43735"/>
              </p:ext>
            </p:extLst>
          </p:nvPr>
        </p:nvGraphicFramePr>
        <p:xfrm>
          <a:off x="923092" y="4580979"/>
          <a:ext cx="3039308" cy="853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20124196"/>
                    </a:ext>
                  </a:extLst>
                </a:gridCol>
                <a:gridCol w="753308">
                  <a:extLst>
                    <a:ext uri="{9D8B030D-6E8A-4147-A177-3AD203B41FA5}">
                      <a16:colId xmlns:a16="http://schemas.microsoft.com/office/drawing/2014/main" val="10171557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724552019"/>
                    </a:ext>
                  </a:extLst>
                </a:gridCol>
              </a:tblGrid>
              <a:tr h="160655">
                <a:tc gridSpan="3">
                  <a:txBody>
                    <a:bodyPr/>
                    <a:lstStyle/>
                    <a:p>
                      <a:pPr marL="0" marR="0" algn="ctr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Attribute: Humidity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38780566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0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YES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effectLst/>
                        </a:rPr>
                        <a:t>NO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2901568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High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3/9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4/5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810494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Normal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6/9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1/5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955471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58420" algn="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Total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9/9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5/5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879649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204D314-FFA6-A2A7-C701-2EEEF9A80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89275"/>
              </p:ext>
            </p:extLst>
          </p:nvPr>
        </p:nvGraphicFramePr>
        <p:xfrm>
          <a:off x="4610100" y="4580979"/>
          <a:ext cx="3352800" cy="853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2012419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171557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24552019"/>
                    </a:ext>
                  </a:extLst>
                </a:gridCol>
              </a:tblGrid>
              <a:tr h="160655">
                <a:tc gridSpan="3">
                  <a:txBody>
                    <a:bodyPr/>
                    <a:lstStyle/>
                    <a:p>
                      <a:pPr marL="0" marR="0" algn="ctr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Attribute: Wind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38780566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0" eaLnBrk="0" hangingPunc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YES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effectLst/>
                        </a:rPr>
                        <a:t>NO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2901568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Strong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3/9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3/5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810494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Weak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6/9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effectLst/>
                        </a:rPr>
                        <a:t>2/5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955471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0" marR="58420" algn="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effectLst/>
                        </a:rPr>
                        <a:t>Total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0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9/9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0640" algn="ctr" eaLnBrk="0" hangingPunct="0">
                        <a:lnSpc>
                          <a:spcPts val="1165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20" dirty="0">
                          <a:effectLst/>
                        </a:rPr>
                        <a:t>5/5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8796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12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76A-6E6B-CBCC-451B-FB039E0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309"/>
            <a:ext cx="8458200" cy="677108"/>
          </a:xfrm>
        </p:spPr>
        <p:txBody>
          <a:bodyPr/>
          <a:lstStyle/>
          <a:p>
            <a:pPr algn="ctr"/>
            <a:r>
              <a:rPr lang="en-US" dirty="0"/>
              <a:t>Naïve Bayes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4C3763-5A2E-A2E4-D7CA-923652954E6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81000" y="1295401"/>
                <a:ext cx="8458200" cy="4716676"/>
              </a:xfrm>
            </p:spPr>
            <p:txBody>
              <a:bodyPr/>
              <a:lstStyle/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/>
                  <a:t>Predict(X), X= Sunny, Cool, High, Strong</a:t>
                </a: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Take positive for all and multiply them</a:t>
                </a: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Take negative for all and multiply them</a:t>
                </a: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Compare both, the greater value is the prediction</a:t>
                </a: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E.g.,</a:t>
                </a:r>
              </a:p>
              <a:p>
                <a:pPr marL="1371600" lvl="2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Probability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YES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=0.005 </m:t>
                    </m:r>
                  </m:oMath>
                </a14:m>
                <a:endParaRPr lang="en-US" sz="2800" dirty="0"/>
              </a:p>
              <a:p>
                <a:pPr marL="1371600" lvl="2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Probability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endParaRPr lang="en-US" sz="2400" b="0" dirty="0"/>
              </a:p>
              <a:p>
                <a:pPr marL="1371600" lvl="2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0.02&gt;0.005,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so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label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NO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4C3763-5A2E-A2E4-D7CA-923652954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95401"/>
                <a:ext cx="8458200" cy="4716676"/>
              </a:xfrm>
              <a:blipFill>
                <a:blip r:embed="rId2"/>
                <a:stretch>
                  <a:fillRect l="-2740" t="-2717" b="-2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9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991D-CAF2-192D-D822-EEF452779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/>
              <a:t>Unsupervised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47EDA-A42B-C48E-5C22-DEB26392C0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PK" dirty="0"/>
              <a:t>-means Clustering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1BD381-01E7-A3E4-4638-C593BC808141}"/>
                  </a:ext>
                </a:extLst>
              </p14:cNvPr>
              <p14:cNvContentPartPr/>
              <p14:nvPr/>
            </p14:nvContentPartPr>
            <p14:xfrm>
              <a:off x="3665520" y="1021410"/>
              <a:ext cx="4202280" cy="283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1BD381-01E7-A3E4-4638-C593BC8081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9320" y="1005210"/>
                <a:ext cx="4234680" cy="28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01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5B58-AE91-EC93-025A-3470EEF1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00" y="309817"/>
            <a:ext cx="8954719" cy="677108"/>
          </a:xfrm>
        </p:spPr>
        <p:txBody>
          <a:bodyPr/>
          <a:lstStyle/>
          <a:p>
            <a:pPr algn="ctr"/>
            <a:r>
              <a:rPr lang="en-GB" dirty="0"/>
              <a:t>K</a:t>
            </a:r>
            <a:r>
              <a:rPr lang="en-PK" dirty="0"/>
              <a:t>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C5E180-4D59-D393-1B61-72CC5D2D06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296593"/>
                <a:ext cx="7886700" cy="2430321"/>
              </a:xfrm>
            </p:spPr>
            <p:txBody>
              <a:bodyPr>
                <a:normAutofit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en-GB" sz="1500" b="1" dirty="0"/>
                  <a:t>Initialize centroids</a:t>
                </a:r>
                <a:r>
                  <a:rPr lang="en-GB" sz="1500" dirty="0"/>
                  <a:t>:</a:t>
                </a:r>
                <a:br>
                  <a:rPr lang="en-GB" sz="1500" dirty="0"/>
                </a:br>
                <a:r>
                  <a:rPr lang="en-GB" sz="1500" dirty="0"/>
                  <a:t>Select k initial cluster centroids randomly from the dataset or using a specific method.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en-GB" sz="1500" b="1" dirty="0"/>
                  <a:t>Repeat until convergence</a:t>
                </a:r>
                <a:r>
                  <a:rPr lang="en-GB" sz="1500" dirty="0"/>
                  <a:t>:</a:t>
                </a:r>
              </a:p>
              <a:p>
                <a:pPr marL="728663" lvl="1" indent="-385763">
                  <a:buFont typeface="+mj-lt"/>
                  <a:buAutoNum type="alphaLcPeriod"/>
                </a:pPr>
                <a:r>
                  <a:rPr lang="en-GB" sz="1350" b="1" dirty="0"/>
                  <a:t>Assign each data point to the nearest centroid</a:t>
                </a:r>
                <a:r>
                  <a:rPr lang="en-GB" sz="1350" dirty="0"/>
                  <a:t>: </a:t>
                </a:r>
              </a:p>
              <a:p>
                <a:pPr lvl="2"/>
                <a:r>
                  <a:rPr lang="en-GB" sz="1200" dirty="0"/>
                  <a:t>For each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1200" dirty="0"/>
                  <a:t>, compute the distance to all centroids.</a:t>
                </a:r>
              </a:p>
              <a:p>
                <a:pPr lvl="2"/>
                <a:r>
                  <a:rPr lang="en-GB" sz="1200" dirty="0"/>
                  <a:t>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/>
                  <a:t> to the cluster with the closest centroid.</a:t>
                </a:r>
              </a:p>
              <a:p>
                <a:pPr marL="728663" lvl="1" indent="-385763">
                  <a:buFont typeface="+mj-lt"/>
                  <a:buAutoNum type="alphaLcPeriod"/>
                </a:pPr>
                <a:r>
                  <a:rPr lang="en-GB" sz="1350" b="1" dirty="0"/>
                  <a:t>Update centroids</a:t>
                </a:r>
                <a:r>
                  <a:rPr lang="en-GB" sz="1350" dirty="0"/>
                  <a:t>: </a:t>
                </a:r>
              </a:p>
              <a:p>
                <a:pPr lvl="2"/>
                <a:r>
                  <a:rPr lang="en-GB" sz="1200" dirty="0"/>
                  <a:t>For each cluster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1200" dirty="0"/>
                  <a:t>, recompute the centroid as the mean of all points assigned to that cluster.</a:t>
                </a:r>
              </a:p>
              <a:p>
                <a:pPr marL="728663" lvl="1" indent="-385763">
                  <a:buFont typeface="+mj-lt"/>
                  <a:buAutoNum type="alphaLcPeriod"/>
                </a:pPr>
                <a:r>
                  <a:rPr lang="en-GB" sz="1350" b="1" dirty="0"/>
                  <a:t>Check stopping criterion</a:t>
                </a:r>
                <a:r>
                  <a:rPr lang="en-GB" sz="1350" dirty="0"/>
                  <a:t>: </a:t>
                </a:r>
              </a:p>
              <a:p>
                <a:pPr lvl="2"/>
                <a:r>
                  <a:rPr lang="en-GB" sz="1200" dirty="0"/>
                  <a:t>If centroids do not change significantly or max iterations reached, stop.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en-GB" sz="1500" b="1" dirty="0"/>
                  <a:t>Return final cluster centroids and assignments</a:t>
                </a:r>
                <a:r>
                  <a:rPr lang="en-GB" sz="1500" dirty="0"/>
                  <a:t>.</a:t>
                </a:r>
              </a:p>
              <a:p>
                <a:endParaRPr lang="en-PK" sz="1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C5E180-4D59-D393-1B61-72CC5D2D0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296593"/>
                <a:ext cx="7886700" cy="2430321"/>
              </a:xfrm>
              <a:blipFill>
                <a:blip r:embed="rId2"/>
                <a:stretch>
                  <a:fillRect l="-1468" t="-2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33181F-A6D5-7130-C390-45CB8E3DBF71}"/>
              </a:ext>
            </a:extLst>
          </p:cNvPr>
          <p:cNvSpPr txBox="1"/>
          <p:nvPr/>
        </p:nvSpPr>
        <p:spPr>
          <a:xfrm>
            <a:off x="685800" y="1219200"/>
            <a:ext cx="4147457" cy="1546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050" b="1" dirty="0"/>
              <a:t>Input:</a:t>
            </a:r>
            <a:endParaRPr lang="en-GB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 A dataset </a:t>
            </a:r>
            <a:r>
              <a:rPr lang="en-GB" sz="1050" i="1" dirty="0"/>
              <a:t>D</a:t>
            </a:r>
            <a:r>
              <a:rPr lang="en-GB" sz="1050" dirty="0"/>
              <a:t> with </a:t>
            </a:r>
            <a:r>
              <a:rPr lang="en-GB" sz="1050" i="1" dirty="0"/>
              <a:t>n</a:t>
            </a:r>
            <a:r>
              <a:rPr lang="en-GB" sz="1050" dirty="0"/>
              <a:t> data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 Number of clusters </a:t>
            </a:r>
            <a:r>
              <a:rPr lang="en-GB" sz="1050" i="1" dirty="0"/>
              <a:t>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 A distance metric (e.g., Euclidean distance)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 A stopping criterion (e.g., convergence of centroids or max iterations)</a:t>
            </a:r>
          </a:p>
          <a:p>
            <a:r>
              <a:rPr lang="en-GB" sz="1050" b="1" dirty="0"/>
              <a:t>Output:</a:t>
            </a:r>
            <a:endParaRPr lang="en-GB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050" i="1" dirty="0"/>
              <a:t> k</a:t>
            </a:r>
            <a:r>
              <a:rPr lang="en-GB" sz="1050" dirty="0"/>
              <a:t> cluster centroids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 Cluster assignments for each data point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88F357-1147-807D-7BD4-37E2D9056723}"/>
                  </a:ext>
                </a:extLst>
              </p14:cNvPr>
              <p14:cNvContentPartPr/>
              <p14:nvPr/>
            </p14:nvContentPartPr>
            <p14:xfrm>
              <a:off x="444788" y="1588934"/>
              <a:ext cx="2933820" cy="110565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88F357-1147-807D-7BD4-37E2D90567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589" y="1572738"/>
                <a:ext cx="2965858" cy="11376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293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532-2C4F-6F8C-DD25-D799E5F6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" y="306109"/>
            <a:ext cx="8954719" cy="677108"/>
          </a:xfrm>
        </p:spPr>
        <p:txBody>
          <a:bodyPr/>
          <a:lstStyle/>
          <a:p>
            <a:pPr algn="ctr"/>
            <a:r>
              <a:rPr lang="en-PK" dirty="0"/>
              <a:t>K-means Clustering - Example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D2CFEE-B347-9D77-90ED-DD74F938BF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7258" y="2313555"/>
          <a:ext cx="5090582" cy="2819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226">
                  <a:extLst>
                    <a:ext uri="{9D8B030D-6E8A-4147-A177-3AD203B41FA5}">
                      <a16:colId xmlns:a16="http://schemas.microsoft.com/office/drawing/2014/main" val="309343093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3798592438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296789190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2198336079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335712465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1892019283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1881249836"/>
                    </a:ext>
                  </a:extLst>
                </a:gridCol>
              </a:tblGrid>
              <a:tr h="278130"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Datapoints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Distance to Centroid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67371"/>
                  </a:ext>
                </a:extLst>
              </a:tr>
              <a:tr h="278130">
                <a:tc gridSpan="3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2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3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990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baseline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113319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2990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013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22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2155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25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3134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81116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/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P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blipFill>
                <a:blip r:embed="rId2"/>
                <a:stretch>
                  <a:fillRect l="-979" r="-16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EE506A-A1A5-C21C-D522-919383DD1C47}"/>
              </a:ext>
            </a:extLst>
          </p:cNvPr>
          <p:cNvSpPr txBox="1"/>
          <p:nvPr/>
        </p:nvSpPr>
        <p:spPr>
          <a:xfrm>
            <a:off x="468087" y="2313555"/>
            <a:ext cx="1741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(2, 10)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(5, 8)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(1, 2)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71A4E3-3D55-5280-8117-AEB81A2569DA}"/>
                  </a:ext>
                </a:extLst>
              </p14:cNvPr>
              <p14:cNvContentPartPr/>
              <p14:nvPr/>
            </p14:nvContentPartPr>
            <p14:xfrm>
              <a:off x="22140" y="1288350"/>
              <a:ext cx="7997670" cy="442665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71A4E3-3D55-5280-8117-AEB81A2569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0" y="1272151"/>
                <a:ext cx="8030070" cy="44586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6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532-2C4F-6F8C-DD25-D799E5F6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9" y="177862"/>
            <a:ext cx="8954719" cy="677108"/>
          </a:xfrm>
        </p:spPr>
        <p:txBody>
          <a:bodyPr/>
          <a:lstStyle/>
          <a:p>
            <a:pPr algn="ctr"/>
            <a:r>
              <a:rPr lang="en-PK" dirty="0"/>
              <a:t>K-means Clustering - Example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D2CFEE-B347-9D77-90ED-DD74F938BF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7258" y="2313555"/>
          <a:ext cx="5090582" cy="2819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226">
                  <a:extLst>
                    <a:ext uri="{9D8B030D-6E8A-4147-A177-3AD203B41FA5}">
                      <a16:colId xmlns:a16="http://schemas.microsoft.com/office/drawing/2014/main" val="309343093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3798592438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296789190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2198336079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335712465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1892019283"/>
                    </a:ext>
                  </a:extLst>
                </a:gridCol>
                <a:gridCol w="727226">
                  <a:extLst>
                    <a:ext uri="{9D8B030D-6E8A-4147-A177-3AD203B41FA5}">
                      <a16:colId xmlns:a16="http://schemas.microsoft.com/office/drawing/2014/main" val="1881249836"/>
                    </a:ext>
                  </a:extLst>
                </a:gridCol>
              </a:tblGrid>
              <a:tr h="278130"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Datapoints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Distance to Centroid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67371"/>
                  </a:ext>
                </a:extLst>
              </a:tr>
              <a:tr h="278130">
                <a:tc gridSpan="3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2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3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990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aseline="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8.06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113319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2990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8.49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013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22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7.07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6.71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2155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5.39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25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8.06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3134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2.24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1.41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81116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/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P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blipFill>
                <a:blip r:embed="rId2"/>
                <a:stretch>
                  <a:fillRect l="-979" r="-16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A80FFA8-5CA3-B549-9697-046BB3D41555}"/>
              </a:ext>
            </a:extLst>
          </p:cNvPr>
          <p:cNvSpPr txBox="1"/>
          <p:nvPr/>
        </p:nvSpPr>
        <p:spPr>
          <a:xfrm>
            <a:off x="468087" y="2313555"/>
            <a:ext cx="1741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(2, 10)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(5, 8)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(1, 2)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A070F-C7D4-3C85-BD4C-0E53B62D6352}"/>
              </a:ext>
            </a:extLst>
          </p:cNvPr>
          <p:cNvSpPr txBox="1"/>
          <p:nvPr/>
        </p:nvSpPr>
        <p:spPr>
          <a:xfrm>
            <a:off x="468087" y="3704205"/>
            <a:ext cx="1741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New 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(2, 10)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(6, 6)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9EF25D-5EF0-C6ED-2ECB-D5D0FBCE44DA}"/>
                  </a:ext>
                </a:extLst>
              </p14:cNvPr>
              <p14:cNvContentPartPr/>
              <p14:nvPr/>
            </p14:nvContentPartPr>
            <p14:xfrm>
              <a:off x="1168830" y="950130"/>
              <a:ext cx="7892910" cy="452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9EF25D-5EF0-C6ED-2ECB-D5D0FBCE44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630" y="933930"/>
                <a:ext cx="7925310" cy="45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42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532-2C4F-6F8C-DD25-D799E5F6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" y="438001"/>
            <a:ext cx="8954719" cy="677108"/>
          </a:xfrm>
        </p:spPr>
        <p:txBody>
          <a:bodyPr/>
          <a:lstStyle/>
          <a:p>
            <a:pPr algn="ctr"/>
            <a:r>
              <a:rPr lang="en-PK" dirty="0"/>
              <a:t>K-means Clustering - Example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D2CFEE-B347-9D77-90ED-DD74F938BF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7257" y="2313555"/>
          <a:ext cx="5090584" cy="2964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323">
                  <a:extLst>
                    <a:ext uri="{9D8B030D-6E8A-4147-A177-3AD203B41FA5}">
                      <a16:colId xmlns:a16="http://schemas.microsoft.com/office/drawing/2014/main" val="30934309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798592438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96789190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198336079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35712465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9201928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81249836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229194928"/>
                    </a:ext>
                  </a:extLst>
                </a:gridCol>
              </a:tblGrid>
              <a:tr h="278130"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Datapoints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Distance to Centroid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Old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New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67371"/>
                  </a:ext>
                </a:extLst>
              </a:tr>
              <a:tr h="278130">
                <a:tc gridSpan="3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2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3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90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aseline="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5.66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113319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2990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8.49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2.83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013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2.24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22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7.07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1.41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2155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4.53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25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8.06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6.40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3134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2.24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8111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D689D9-349E-1052-9A58-FBF3B677FFB2}"/>
              </a:ext>
            </a:extLst>
          </p:cNvPr>
          <p:cNvSpPr txBox="1"/>
          <p:nvPr/>
        </p:nvSpPr>
        <p:spPr>
          <a:xfrm>
            <a:off x="468087" y="2313555"/>
            <a:ext cx="1741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(2, 10)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(6, 6)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/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P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blipFill>
                <a:blip r:embed="rId2"/>
                <a:stretch>
                  <a:fillRect l="-979" r="-16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3EE29D6-75A5-E46B-E55D-A9681B0B4C02}"/>
              </a:ext>
            </a:extLst>
          </p:cNvPr>
          <p:cNvSpPr txBox="1"/>
          <p:nvPr/>
        </p:nvSpPr>
        <p:spPr>
          <a:xfrm>
            <a:off x="468087" y="3704205"/>
            <a:ext cx="1741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New 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(3, 9.5)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(6.5, 5.25)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0D6DD83-88C4-8363-A812-AAB32BD60DC5}"/>
                  </a:ext>
                </a:extLst>
              </p14:cNvPr>
              <p14:cNvContentPartPr/>
              <p14:nvPr/>
            </p14:nvContentPartPr>
            <p14:xfrm>
              <a:off x="335610" y="2751210"/>
              <a:ext cx="7208190" cy="296379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0D6DD83-88C4-8363-A812-AAB32BD60D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410" y="2735010"/>
                <a:ext cx="7240590" cy="29961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78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532-2C4F-6F8C-DD25-D799E5F6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" y="401011"/>
            <a:ext cx="8954719" cy="677108"/>
          </a:xfrm>
        </p:spPr>
        <p:txBody>
          <a:bodyPr/>
          <a:lstStyle/>
          <a:p>
            <a:pPr algn="ctr"/>
            <a:r>
              <a:rPr lang="en-PK" dirty="0"/>
              <a:t>K-means Clustering - Example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D2CFEE-B347-9D77-90ED-DD74F938BF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7257" y="2313555"/>
          <a:ext cx="5090584" cy="2964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323">
                  <a:extLst>
                    <a:ext uri="{9D8B030D-6E8A-4147-A177-3AD203B41FA5}">
                      <a16:colId xmlns:a16="http://schemas.microsoft.com/office/drawing/2014/main" val="30934309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798592438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96789190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198336079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35712465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9201928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81249836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229194928"/>
                    </a:ext>
                  </a:extLst>
                </a:gridCol>
              </a:tblGrid>
              <a:tr h="278130"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Datapoints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Distance to Centroid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Old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New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67371"/>
                  </a:ext>
                </a:extLst>
              </a:tr>
              <a:tr h="278130">
                <a:tc gridSpan="3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2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3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90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aseline="0" dirty="0"/>
                        <a:t>1.12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113319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4.61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4.51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2990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7.43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1.95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013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2.50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3.13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22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0.56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2155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6.26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1.35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4.53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25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7.76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6.39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3134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4.51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8111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D689D9-349E-1052-9A58-FBF3B677FFB2}"/>
              </a:ext>
            </a:extLst>
          </p:cNvPr>
          <p:cNvSpPr txBox="1"/>
          <p:nvPr/>
        </p:nvSpPr>
        <p:spPr>
          <a:xfrm>
            <a:off x="468087" y="2313555"/>
            <a:ext cx="1741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(3, 9.5)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(6.5, 5.25)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/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P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blipFill>
                <a:blip r:embed="rId2"/>
                <a:stretch>
                  <a:fillRect l="-979" r="-16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3EE29D6-75A5-E46B-E55D-A9681B0B4C02}"/>
              </a:ext>
            </a:extLst>
          </p:cNvPr>
          <p:cNvSpPr txBox="1"/>
          <p:nvPr/>
        </p:nvSpPr>
        <p:spPr>
          <a:xfrm>
            <a:off x="468087" y="3704205"/>
            <a:ext cx="1741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New 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(3.67, 9)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(7, 4.33)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B713EE-5E90-48FF-5E67-BF0E4418EF00}"/>
                  </a:ext>
                </a:extLst>
              </p14:cNvPr>
              <p14:cNvContentPartPr/>
              <p14:nvPr/>
            </p14:nvContentPartPr>
            <p14:xfrm>
              <a:off x="1066800" y="3367864"/>
              <a:ext cx="6529680" cy="215001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B713EE-5E90-48FF-5E67-BF0E4418EF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0600" y="3351666"/>
                <a:ext cx="6562080" cy="21820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77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532-2C4F-6F8C-DD25-D799E5F6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" y="398055"/>
            <a:ext cx="8954719" cy="677108"/>
          </a:xfrm>
        </p:spPr>
        <p:txBody>
          <a:bodyPr/>
          <a:lstStyle/>
          <a:p>
            <a:pPr algn="ctr"/>
            <a:r>
              <a:rPr lang="en-PK" dirty="0"/>
              <a:t>K-means Clustering - Example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D2CFEE-B347-9D77-90ED-DD74F938BF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7257" y="2313555"/>
          <a:ext cx="5090584" cy="2964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323">
                  <a:extLst>
                    <a:ext uri="{9D8B030D-6E8A-4147-A177-3AD203B41FA5}">
                      <a16:colId xmlns:a16="http://schemas.microsoft.com/office/drawing/2014/main" val="30934309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798592438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96789190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198336079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335712465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92019283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881249836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1229194928"/>
                    </a:ext>
                  </a:extLst>
                </a:gridCol>
              </a:tblGrid>
              <a:tr h="278130"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Datapoints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Distance to Centroid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Old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New Cluster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67371"/>
                  </a:ext>
                </a:extLst>
              </a:tr>
              <a:tr h="278130">
                <a:tc gridSpan="3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2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="1" dirty="0"/>
                        <a:t>C</a:t>
                      </a:r>
                      <a:r>
                        <a:rPr lang="en-PK" sz="1400" b="1" baseline="-25000" dirty="0"/>
                        <a:t>3</a:t>
                      </a:r>
                      <a:endParaRPr lang="en-PK" sz="1400" b="1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90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baseline="0" dirty="0"/>
                        <a:t>1.94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113319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4.33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2990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013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1.67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4.18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22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0.67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5.70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2155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5.52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4.53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25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7.49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6.44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1.58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3134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PK" sz="1400" dirty="0"/>
                        <a:t>D8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PK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0.33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5.55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/>
                        <a:t>6.04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8111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D689D9-349E-1052-9A58-FBF3B677FFB2}"/>
              </a:ext>
            </a:extLst>
          </p:cNvPr>
          <p:cNvSpPr txBox="1"/>
          <p:nvPr/>
        </p:nvSpPr>
        <p:spPr>
          <a:xfrm>
            <a:off x="468087" y="2313555"/>
            <a:ext cx="1741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Centroids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1</a:t>
            </a:r>
            <a:r>
              <a:rPr lang="en-PK" b="1" dirty="0"/>
              <a:t>:</a:t>
            </a:r>
            <a:r>
              <a:rPr lang="en-PK" dirty="0"/>
              <a:t> (3.67, 9)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2</a:t>
            </a:r>
            <a:r>
              <a:rPr lang="en-PK" b="1" dirty="0"/>
              <a:t>:</a:t>
            </a:r>
            <a:r>
              <a:rPr lang="en-PK" dirty="0"/>
              <a:t> (7, 4.33)</a:t>
            </a:r>
          </a:p>
          <a:p>
            <a:r>
              <a:rPr lang="en-PK" b="1" dirty="0"/>
              <a:t>C</a:t>
            </a:r>
            <a:r>
              <a:rPr lang="en-PK" b="1" baseline="-25000" dirty="0"/>
              <a:t>3</a:t>
            </a:r>
            <a:r>
              <a:rPr lang="en-PK" b="1" dirty="0"/>
              <a:t>:</a:t>
            </a:r>
            <a:r>
              <a:rPr lang="en-PK" dirty="0"/>
              <a:t> (1.5, 3.5)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/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P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1BF590-8C02-D382-7C9A-A32CF1CE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28" y="5407478"/>
                <a:ext cx="3738459" cy="335413"/>
              </a:xfrm>
              <a:prstGeom prst="rect">
                <a:avLst/>
              </a:prstGeom>
              <a:blipFill>
                <a:blip r:embed="rId2"/>
                <a:stretch>
                  <a:fillRect l="-979" r="-16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437645-EE1A-B9AE-25C4-DC3166314ECF}"/>
                  </a:ext>
                </a:extLst>
              </p14:cNvPr>
              <p14:cNvContentPartPr/>
              <p14:nvPr/>
            </p14:nvContentPartPr>
            <p14:xfrm>
              <a:off x="6731370" y="4790340"/>
              <a:ext cx="22950" cy="14715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437645-EE1A-B9AE-25C4-DC3166314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5233" y="4774150"/>
                <a:ext cx="55223" cy="1795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40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1295</Words>
  <Application>Microsoft Office PowerPoint</Application>
  <PresentationFormat>On-screen Show (4:3)</PresentationFormat>
  <Paragraphs>590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TimesNewRomanPS-BoldMT</vt:lpstr>
      <vt:lpstr>TimesNewRomanPSMT</vt:lpstr>
      <vt:lpstr>Office Theme</vt:lpstr>
      <vt:lpstr>Applied Artificial Intelligence / Artificial Intelligence</vt:lpstr>
      <vt:lpstr>Machine Learning</vt:lpstr>
      <vt:lpstr>Why now?</vt:lpstr>
      <vt:lpstr>The concept of learning in a ML system</vt:lpstr>
      <vt:lpstr>The Learning Process</vt:lpstr>
      <vt:lpstr>Machine Learning</vt:lpstr>
      <vt:lpstr>Supervised Learning</vt:lpstr>
      <vt:lpstr>Unsupervised Learning</vt:lpstr>
      <vt:lpstr>Regression vs Classification</vt:lpstr>
      <vt:lpstr>Supervised Learning – Naïve Bayes</vt:lpstr>
      <vt:lpstr>Naïve Bayes Classification</vt:lpstr>
      <vt:lpstr>Naïve Bayes Classification</vt:lpstr>
      <vt:lpstr>Unsupervised Learning</vt:lpstr>
      <vt:lpstr>K-means Clustering</vt:lpstr>
      <vt:lpstr>K-means Clustering - Example </vt:lpstr>
      <vt:lpstr>K-means Clustering - Example </vt:lpstr>
      <vt:lpstr>K-means Clustering - Example </vt:lpstr>
      <vt:lpstr>K-means Clustering - Example </vt:lpstr>
      <vt:lpstr>K-means Clustering - 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Artificial Intelligence / Artificial Intelligence</dc:title>
  <cp:lastModifiedBy>Waqas Ali</cp:lastModifiedBy>
  <cp:revision>41</cp:revision>
  <dcterms:created xsi:type="dcterms:W3CDTF">2025-03-29T12:35:40Z</dcterms:created>
  <dcterms:modified xsi:type="dcterms:W3CDTF">2025-03-29T15:08:59Z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2012-07-31T00:00:00Z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2025-03-29T00:00:00Z</vt:filetime>
  </property>
  <property fmtid="{D5CDD505-2E9C-101B-9397-08002B2CF9AE}" pid="5" name="Producer">
    <vt:lpwstr>Microsoft® Office PowerPoint® 2007</vt:lpwstr>
  </property>
</Properties>
</file>