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583" r:id="rId23"/>
    <p:sldId id="584" r:id="rId24"/>
    <p:sldId id="585" r:id="rId25"/>
    <p:sldId id="586" r:id="rId26"/>
    <p:sldId id="582" r:id="rId27"/>
    <p:sldId id="587" r:id="rId28"/>
    <p:sldId id="588" r:id="rId29"/>
    <p:sldId id="589" r:id="rId30"/>
    <p:sldId id="590" r:id="rId31"/>
    <p:sldId id="591" r:id="rId3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>
      <p:cViewPr varScale="1">
        <p:scale>
          <a:sx n="108" d="100"/>
          <a:sy n="108" d="100"/>
        </p:scale>
        <p:origin x="115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4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1035 156 4,'-17'-18'819,"-2"2"1,0 0-1,0 2 0,-1 0 1,-1 1-1,0 1 0,-42-17 0,49 23-414,0 2 0,-1 0 0,1 1 0,-1 0 0,0 1 0,0 1 0,0 0 0,0 1 0,0 1 0,0 0-1,1 1 1,-1 1 0,-28 8 0,-2 5-207,2 3-1,0 1 1,2 2-1,0 2 1,1 2-1,-56 48 1,70-52-175,2 1 0,1 1 1,0 1-1,2 1 0,1 1 1,2 1-1,0 1 1,2 0-1,1 1 0,-11 32 1,20-46-22,2 1 0,0-1 0,1 1 0,0 0 1,1 0-1,1 0 0,1 0 0,1 0 0,0 0 0,1 0 1,1 0-1,0 0 0,1 0 0,1-1 0,9 21 1,-4-17-22,1 0 0,0 0 0,2-1 0,0-1 0,1 0 0,1-1 1,0-1-1,2 0 0,0-1 0,0-1 0,22 14 0,-5-8-151,0-1 1,2-2-1,-1-1 0,2-2 0,0-2 0,1-1 0,0-2 1,0-1-1,1-2 0,0-2 0,39-1 0,-43-3 52,0-1 0,0-2-1,0-1 1,-1-2 0,0-1-1,0-2 1,-1-2 0,0 0-1,-1-2 1,0-2 0,-1-1-1,46-31 1,-59 33 157,-1 0 1,0-2 0,-1 0-1,-1-1 1,0 0-1,-2-1 1,0-1-1,0 0 1,-2 0-1,-1-1 1,0-1-1,-1 0 1,-2 0-1,0-1 1,-1 0-1,3-26 1,-5 20 101,-2 1-1,-1-1 1,-2 0-1,0 0 1,-2 1-1,-1-1 1,-1 1 0,-1 0-1,-2 0 1,0 1-1,-2 0 1,-24-45-1,24 52-41,-1 0-1,-1 1 0,-1 1 1,0 0-1,-1 0 0,-1 2 0,-24-21 1,30 29-312,-1 1 0,1 0 0,-1 0 0,0 1 0,0 1 0,-18-6 0,18 7-381,0 1-1,0 0 0,-1 1 1,1 0-1,0 1 0,0 0 0,0 1 1,-12 1-1,2 2-238,0 1-1,1 1 1,0 0 0,0 2-1,0 0 1,-26 16 0,-9 10 192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5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30 120,'0'-1'71,"0"0"0,0 0 0,1 0 1,-1 0-1,0 0 0,0 0 0,0 0 0,0 1 0,0-1 0,-1 0 0,1 0 1,0 0-1,0 0 0,-1 0 0,1 0 0,0 0 0,-1 0 0,1 1 0,-1-1 1,1 0-1,-1 0 0,1 1 0,-1-1 0,0 0 0,1 1 0,-1-1 0,0 0 1,1 1-1,-1-1 0,0 1 0,0-1 0,0 1 0,1 0 0,-1-1 0,0 1 1,0 0-1,0-1 0,0 1 0,0 0 0,0 0 0,0 0 0,0 0 0,0 0 1,-1 0-1,-53-2 2868,45 3-2260,-11-1 147,0 2 0,0 0 1,0 2-1,-32 9 0,43-11-711,0 2-1,0-1 0,1 1 1,-1 1-1,1 0 1,0 0-1,1 1 0,-1 0 1,1 0-1,0 1 1,-8 9-1,14-13-107,0 0 0,0 1 0,0-1 0,1 1 0,-1 0-1,1-1 1,0 1 0,0 0 0,0 0 0,1 0 0,-1 0 0,1 0 0,0 0 0,0 0-1,0-1 1,1 1 0,-1 0 0,1 0 0,0 0 0,0 0 0,0-1 0,1 1 0,-1 0-1,1-1 1,0 1 0,0-1 0,3 5 0,9 11-14,0-1 0,0 0 1,26 24-1,-23-25-10,63 56-49,-52-50 108,45 51 0,-72-74-4,-1 1-1,1-1 0,-1 0 0,0 1 0,1-1 0,-1 1 0,0-1 0,1 1 0,-1-1 1,0 1-1,0-1 0,1 1 0,-1 0 0,0-1 0,0 1 0,0-1 0,0 1 0,0-1 1,0 1-1,0 0 0,0-1 0,0 1 0,0-1 0,0 1 0,0-1 0,0 1 0,0 0 0,-1-1 1,1 1-1,0-1 0,0 1 0,-1-1 0,1 1 0,0-1 0,-1 1 0,1-1 0,0 0 1,-2 1-1,-27 13 979,-50-3-94,71-10-892,-15 1-39,0-2 1,1 0-1,-27-3 0,31 0-1267,0 0-1,0-2 1,0 0 0,0-1-1,1-1 1,0 0 0,0-1-1,1-1 1,0-1-1,1 0 1,-28-24 0,18 12 657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0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65 119 32,'-19'-72'3833,"3"25"4912,18 60-8017,-1 0 0,0 0 0,-1 1-1,0-1 1,-1 0 0,-3 14-1,0 15-84,-7 113 204,3-87-1024,4 1 0,2 0 0,4 0 0,10 73-1,-11-139-108,-1 0-1,1 0 0,-1 0 0,1 0 0,0 0 0,1 0 1,-1 0-1,0 0 0,1 0 0,0 0 0,-1-1 0,1 1 1,0-1-1,3 4 0,-4-6 114,-1 0 0,1 1 0,-1-1 0,1 0 0,0 0 0,-1 1 0,1-1 0,-1 0 0,1 0 0,0 0 0,-1 0 0,1 0 0,0 0 0,-1 0 0,1 0 0,0 0-1,-1 0 1,1 0 0,-1 0 0,1 0 0,0-1 0,-1 1 0,1 0 0,-1 0 0,1-1 0,0 0 0,1 0-217,0-1-1,0 0 0,0 0 0,-1 0 0,1 0 1,-1 0-1,1 0 0,-1 0 0,0 0 1,2-4-1,1-5-363,0-1 0,0 0 1,-2-1-1,1 1 0,1-25 0,-2-6 309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132 187 128,'-4'-7'307,"0"1"0,0-1 1,0 1-1,0 0 0,-1 1 0,0-1 0,-1 1 1,-6-6-1,-51-28 6611,46 30-4632,17 9-2242,0 0 0,0 0 0,0 0 0,0 0 0,-1 0-1,1 0 1,0 0 0,0 0 0,0 0 0,0-1 0,-1 1 0,1 0 0,0 0-1,0 0 1,0 0 0,0 0 0,0 0 0,-1 0 0,1 0 0,0-1 0,0 1 0,0 0-1,0 0 1,0 0 0,0 0 0,0 0 0,0-1 0,0 1 0,0 0 0,0 0-1,-1 0 1,1 0 0,0-1 0,0 1 0,0 0 0,0 0 0,0 0 0,0 0 0,0-1-1,1 1 1,-1 0 0,0 0 0,0 0 0,0 0 0,0-1 0,0 1 0,0 0 0,0 0-1,0 0 1,0 0 0,0-1 0,0 1 0,1 0 0,13-5 843,30-1-917,-32 4 275,120-24-95,-46 7-1763,-1 7-3866,-83 11 5224,0 1-1,0-1 0,-1 1 0,1 0 0,0 0 0,0 0 0,0 0 0,-1 0 1,1 0-1,0 1 0,0-1 0,-1 0 0,1 1 0,0 0 0,0-1 0,-1 1 1,1 0-1,-1 0 0,1 0 0,-1 0 0,1 0 0,-1 0 0,1 0 1,-1 0-1,0 1 0,0-1 0,0 0 0,0 1 0,0-1 0,2 4 0,0 6-315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0 116,'-33'18'1801,"-1"-2"3892,35-12-2367,11 0-2244,15 2-485,-1-5-881,1-1 0,-1 0 0,49-9 0,25-11-10468,-92 19 10097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2 190 84,'-1'-7'520,"1"0"0,-1 0 1,1 0-1,0 0 0,1 0 0,0 0 0,0 0 1,0 0-1,1 0 0,0 0 0,0 1 0,5-11 0,-1 5 639,1-1 1,0 1-1,1 0 0,0 1 0,13-14 0,-20 25-1099,-1-1 0,0 1 0,1 0 0,-1-1 1,0 1-1,1 0 0,-1-1 0,0 1 0,1 0 0,-1 0 1,1-1-1,-1 1 0,1 0 0,-1 0 0,1 0 1,-1 0-1,1 0 0,-1 0 0,0-1 0,1 1 0,-1 0 1,1 0-1,-1 1 0,1-1 0,-1 0 0,1 0 1,-1 0-1,1 0 0,-1 0 0,1 0 0,-1 1 0,1-1 1,14 16 852,5 30-263,-18-41-463,15 36 80,-3 1-1,-1 0 1,-2 1 0,10 85-1,-20-127-242,-1 0-1,0 1 1,0-1-1,0 0 0,0 1 1,0-1-1,0 0 1,0 1-1,0-1 0,-1 1 1,1-1-1,-1 0 0,1 0 1,-1 1-1,1-1 1,-1 0-1,0 0 0,1 0 1,-3 2-1,3-3-6,-1 0-1,0 0 0,0-1 0,1 1 1,-1 0-1,0-1 0,0 1 1,1-1-1,-1 1 0,1-1 1,-1 1-1,0-1 0,1 0 0,-1 1 1,1-1-1,-1 1 0,1-1 1,0 0-1,-1 0 0,1 1 1,0-1-1,-1 0 0,1 0 0,0 1 1,0-1-1,0 0 0,-1 0 1,1 0-1,0 1 0,0-1 1,0 0-1,1 0 0,-1-1 0,-3-19-58,2-1-1,0 0 0,1 0 1,1 1-1,1-1 0,2 1 0,7-32 1,-5 30-1977,1 1 1,1 0-1,19-37 0,-25 56 1558,-1 1-1,1-1 1,-1 1-1,1 0 1,0-1-1,0 1 1,0 0-1,0 0 1,0 0-1,0 0 1,1 1-1,-1-1 1,5-2-1,-5 4 314,-1 0 0,1-1-1,-1 1 1,1 0 0,-1 0 0,0 0 0,1 0-1,-1 0 1,1 0 0,-1 0 0,1 1-1,-1-1 1,1 0 0,-1 1 0,0-1 0,1 1-1,-1 0 1,0-1 0,0 1 0,1 0 0,-1 0-1,0 0 1,0 0 0,0 0 0,0 0 0,0 0-1,0 0 1,0 0 0,1 2 0,14 22-389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88,'7'-61'3056,"-4"37"7141,12 77-9237,-8-30-963,-1 0 0,4 32 0,-9-45-1536,0-1 0,-1 1 0,-1-1 1,0 1-1,-2 12 0,5-33-3220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8 153 148,'-2'-9'425,"0"0"1,1 0-1,0 0 0,0 0 0,1-1 1,1-8-1,-1 16-280,0 0-1,1 0 1,-1 0 0,0 0 0,1 0 0,0 1-1,-1-1 1,1 0 0,0 1 0,0-1 0,0 0-1,0 1 1,0-1 0,0 1 0,1-1 0,-1 1-1,0 0 1,1 0 0,-1 0 0,1-1 0,0 1-1,-1 0 1,1 1 0,0-1 0,-1 0 0,1 0-1,0 1 1,0-1 0,0 1 0,-1 0 0,1-1-1,0 1 1,0 0 0,3 0 0,-11 6 4711,5-6-4873,0 0 0,0 0 0,1 1 0,-1-1 0,0 0 0,1 0 0,-1 0 0,0 0 0,0 1 0,1-1 0,-1 0 0,0-1 0,0 1 0,1 0 0,-1 0 0,0 0 0,1 0 1,-1-1-1,0 1 0,0 0 0,1 0 0,-1-1 0,0 1 0,1-1 0,-1 1 0,1 0 0,-1-1 0,1 1 0,-1-1 0,1 0 0,-1 1 0,1-1 0,-1 1 0,1-1 0,0 0 0,-1 1 0,1-1 0,0 0 0,-1 1 0,1-2 0,-2-21-4183,3 13 854,4 22-1453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3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10 237 172,'-1'-1'305,"0"1"1,1-1-1,-1 0 1,0 1-1,1-1 0,-1 0 1,0 0-1,1 0 1,-1 1-1,1-1 1,-1 0-1,1 0 0,0 0 1,-1 0-1,1 0 1,0 0-1,0 0 0,-1 0 1,1 0-1,0 0 1,0 0-1,0 0 0,0 0 1,0 0-1,1 0 1,-1 0-1,0 1 0,0-1 1,1 0-1,-1 0 1,0 0-1,1 0 1,-1 0-1,1 0 0,-1 0 1,1 1-1,-1-1 1,1 0-1,0 0 0,0 1 1,-1-1-1,1 0 1,0 1-1,0-1 0,-1 1 1,1-1-1,0 1 1,0-1-1,0 1 0,0 0 1,0-1-1,0 1 1,1 0-1,-1 0-219,0 0 0,0 0 1,0 0-1,1 0 0,-1 0 0,0 1 0,0-1 0,0 0 0,0 0 1,0 1-1,0-1 0,0 1 0,0-1 0,0 1 0,0 0 0,-1-1 0,1 1 1,0 0-1,0-1 0,0 1 0,-1 0 0,1 0 0,0 0 0,-1 0 1,1 1-1,4 7 80,-1 0 0,0 1 1,0-1-1,-1 1 0,0-1 0,-1 1 1,0 0-1,-1 0 0,0 0 0,-1 10 1,1-11-145,-1 0 0,-1-1 0,0 1 0,0-1 0,0 1 1,-1-1-1,0 0 0,-1 0 0,0 1 0,0-2 0,-9 16 1,12-23-23,0 0 0,0 0 0,0 0 0,0 0 0,0 1 0,0-1 0,0 0 0,0 0 0,0 0 0,0 0 0,-1 0 0,1 0 0,0 0 0,0 0 0,0 0 0,0 1 0,0-1 0,0 0 0,0 0 0,0 0 0,0 0 0,0 0-1,0 0 1,-1 0 0,1 0 0,0 0 0,0 0 0,0 0 0,0 0 0,0 0 0,0 0 0,0 0 0,-1 0 0,1 0 0,0 0 0,0 0 0,0 0 0,0 0 0,0 0 0,0 0 0,0 0 0,0 0 0,-1 0 0,1 0 0,0 0 0,0 0 0,0 0 0,0 0 0,0 0 0,0 0 0,0-1 0,0 1 0,0 0 0,0 0 0,0 0 0,-1 0 0,1 0 0,0 0 0,0 0 0,0 0 0,0 0 0,0-1 0,0 1 0,0 0 0,0 0 0,0 0 0,-1-13-16,3-14-25,3-1-28,3 0 0,0 1 0,1 0-1,2 0 1,1 1 0,1 1 0,0 0 0,3 1-1,0 0 1,35-40 0,-49 63 53,-1-1 0,1 0 0,0 1 0,-1-1 0,1 1 0,0 0 0,0-1 0,0 1 0,0 0 0,0 0 0,0 0 0,0 0 0,0 1 0,1-1 0,-1 0 0,0 1-1,0 0 1,1 0 0,-1-1 0,0 1 0,1 0 0,-1 1 0,0-1 0,4 1 0,-3 1 3,-1-1-1,0 1 1,0-1-1,1 1 1,-1 0 0,0 0-1,0 0 1,-1 0-1,1 0 1,0 1-1,-1-1 1,1 1-1,-1-1 1,0 1-1,0-1 1,0 1-1,0 0 1,0-1-1,0 1 1,-1 3-1,4 12-8,-1-1-5,1-1 0,1 1 0,0-1 0,11 23 0,-13-34-5,0-1 0,0 1 0,0-1 0,0 1-1,1-1 1,-1 0 0,1-1 0,0 1 0,1-1-1,-1 1 1,0-1 0,1 0 0,0-1 0,0 1-1,0-1 1,0 0 0,0 0 0,9 1 0,5 0-185,0-1 0,0-1 0,0 0 1,1-2-1,-1 0 0,0-1 0,0-1 1,0-1-1,0-1 0,18-7 0,-1-1-183,-1-1-1,0-2 0,-1-2 0,36-24 0,-57 33 335,0-1 0,0 0 0,-1-1 0,18-21 0,-28 29 98,0 1 0,0-1 0,0 1 1,-1-1-1,1 0 0,-1 1 0,0-1 1,0 0-1,0 0 0,0 0 0,0 0 1,0 0-1,-1 0 0,0-4 0,0 5 27,0 0 0,-1 0 0,0 0-1,1 0 1,-1 0 0,0 0 0,0 0-1,0 1 1,0-1 0,-1 0 0,1 0-1,0 1 1,-1-1 0,1 1-1,-1-1 1,1 1 0,-1 0 0,0-1-1,1 1 1,-1 0 0,0 0 0,0 0-1,-3 0 1,-4-3 178,-1 1 1,1 1-1,-1 0 0,1 0 0,-1 1 0,0 0 1,0 0-1,0 1 0,1 1 0,-1 0 1,-13 2-1,7 0-7,0 1 0,0 0-1,1 1 1,0 1 0,0 0 0,-15 9 0,26-13-205,0 0 1,1 0-1,0 1 1,-1-1-1,1 0 0,0 1 1,0 0-1,0 0 1,1 0-1,-1 0 1,1 0-1,-1 1 0,1-1 1,0 1-1,0-1 1,1 1-1,-3 6 1,4-7-20,0 1 1,0-1 0,0 1 0,0-1 0,0 1 0,1 0 0,-1-1 0,1 0 0,0 1 0,0-1 0,1 1-1,-1-1 1,1 0 0,-1 0 0,5 6 0,7 7-26,1 0 0,0-1 0,1-1 1,1-1-1,24 17 0,-27-20 29,15 10-17,-1 2 0,-1 1 1,34 38-1,-52-51 10,-1 0 0,0 0 0,0 1-1,-1-1 1,-1 2 0,1-1-1,-2 1 1,0-1 0,0 1 0,-1 0-1,0 0 1,-1 1 0,0 13 0,-2-4 6,-1 0 0,0 0 0,-2 0 0,-1 0 0,0-1 0,-15 41 0,14-48 48,0-1 0,-1 0-1,-1 0 1,0 0 0,-1-1-1,-1 0 1,1 0-1,-2-1 1,0 0 0,0 0-1,-16 11 1,24-20-21,0 0-1,0-1 1,0 1-1,-1-1 1,1 1-1,0-1 1,-1 0-1,1 0 1,-1 0 0,1 0-1,-1-1 1,0 1-1,1-1 1,-1 0-1,0 1 1,1-1-1,-1 0 1,0 0 0,1-1-1,-5 0 1,5 0-4,-1 0 1,1-1-1,0 1 1,0-1 0,0 1-1,0-1 1,0 0-1,0 0 1,0 0-1,1 0 1,-1 0 0,1 0-1,-1 0 1,1-1-1,0 1 1,0-1-1,-1-2 1,-2-8 23,0 0 1,1 0-1,1 0 0,0-1 0,1 1 1,1-25-1,4-15-953,2 1-1,13-52 1,9 0-4379,5 5-3461,-26 81 6938,0 1-1,19-33 1,-1 17 765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4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9 334 48,'-8'-17'8307,"21"12"501,4 3-9403,0-2 892,1-1 0,-1 0 0,0-1 0,0-1 0,-1 0 0,0-2 0,-1 1 0,26-21-1,-33 23-295,0 0 0,-1-1 0,0 0 0,0-1 0,0 0 0,-1 0 0,-1 0 0,1-1 0,-1 0 0,-1 0 0,1 0 0,-2 0 0,1-1 0,-1 0 0,-1 1-1,3-21 1,-4 28 11,-1 0 0,1-1-1,-1 1 1,0 0 0,0-1-1,0 1 1,0 0 0,0-1-1,0 1 1,-1 0 0,1 0-1,-1-1 1,0 1 0,1 0-1,-1 0 1,0 0 0,0 0 0,-1 0-1,1 0 1,0 0 0,-1 0-1,1 0 1,-1 1 0,1-1-1,-1 0 1,0 1 0,0 0-1,0-1 1,0 1 0,0 0-1,0 0 1,0 0 0,0 0-1,0 0 1,0 0 0,-1 1-1,1-1 1,-4 1 0,-1 0 28,1 0-1,-1 0 1,1 1 0,0 0 0,-1 1 0,1-1 0,0 1 0,0 0 0,0 1 0,0-1 0,0 1 0,0 1 0,-5 3 0,3-1-20,0 0 1,1 1-1,0-1 1,0 2 0,0-1-1,1 1 1,0 0 0,0 0-1,1 1 1,0-1 0,1 1-1,0 0 1,0 1 0,1-1-1,0 1 1,1-1 0,0 1-1,0 0 1,0 19 0,2-20-36,1-1 0,0 1 0,0 0 0,1 0 0,0-1 1,0 1-1,1-1 0,0 0 0,1 0 0,-1 0 0,2 0 1,-1-1-1,1 1 0,0-1 0,1 0 0,-1-1 0,1 1 1,1-1-1,-1 0 0,1-1 0,0 0 0,14 8 1,-6-5-351,0-2 1,0 1 0,1-2-1,0 0 1,0-1 0,1-1 0,26 3-1,-30-5-708,1-1 1,0 0-1,-1-1 0,15-3 0,-20 2-93,-1 0 0,1 0 1,-1 0-1,0-1 0,0 0 0,0-1 0,12-7 1,-6-2-512,-5 0 784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65 204,'-143'7'3022,"1"5"4485,129-7-4997,32-1-1837,36 1-593,506-24-169,-240 1 20,434 24 142,-754-6-55,56-3-649,-57 3 530,1 0-1,-1 0 0,1 0 0,-1-1 1,1 1-1,-1 0 0,1 0 0,-1 0 1,1-1-1,-1 1 0,1 0 1,-1-1-1,1 1 0,-1 0 0,0-1 1,1 1-1,-1 0 0,1-1 0,-1 1 1,0-1-1,0 1 0,1-1 1,-1 1-1,0-1 0,0 1 0,1-1 1,-1 1-1,0-1 0,0 1 1,0-1-1,0-1-341,-1 0 1,0 1-1,0-1 1,1 0-1,-1 1 1,0-1-1,0 1 1,-1 0 0,1-1-1,0 1 1,0 0-1,-1 0 1,1-1-1,-3 0 1,3 1 233,-1 0 0,1 0 1,0 0-1,0 0 0,0 0 1,0 0-1,0-1 1,0 1-1,1 0 0,-1 0 1,0-1-1,1 1 0,-2-3 1,1-7-339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13 12,'-130'18'3842,"49"-11"5587,186-10-9696,177-27 0,-300 25-12238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4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55 48,'-19'-4'754,"-15"-6"2453,33 10-2978,0 0-1,0-1 1,0 1-1,0-1 0,1 1 1,-1-1-1,0 1 0,0-1 1,0 1-1,0-1 0,1 0 1,-1 1-1,0-1 1,1 0-1,-1 0 0,1 0 1,-1 1-1,0-1 0,1 0 1,0 0-1,-1 0 0,1 0 1,0 0-1,-1 0 1,1-1-1,3-8 408,-2 3 844,-14 3-462,-4 4-649,-1 0 0,1 2 1,-1 0-1,1 1 0,0 0 1,-27 11-1,33-11-321,0 1 1,0 1-1,0 0 0,1 0 0,0 1 0,0 0 0,1 1 1,0 0-1,0 1 0,1 0 0,-9 9 0,15-14-41,0 1-1,0-1 1,0 1-1,0 0 1,1 0-1,-1-1 1,1 1-1,0 0 1,0 0-1,1 0 1,-1 0-1,1 1 1,0-1-1,0 0 1,0 0-1,0 0 1,1 0-1,0 0 1,0 0-1,0 0 1,0 0-1,1 0 1,-1-1-1,1 1 1,0 0-1,0-1 1,0 1-1,1-1 1,4 6-1,8 8 16,0-1 0,1 0 0,1-1 0,20 14 0,-30-24-9,71 52 196,-43-34 320,-2 2-1,-1 1 1,-1 1-1,31 35 1,-60-60-430,0 0 0,0 1 0,-1-1 1,1 1-1,0-1 0,-1 1 0,0-1 0,1 1 0,-1 0 1,0 0-1,0 0 0,-1 0 0,1 0 0,-1 0 1,1 0-1,-1 0 0,0 0 0,0 0 0,0 0 0,-1 0 1,0 4-1,-1-3-9,1 0 0,-1-1-1,-1 1 1,1 0 0,0-1 0,-1 1 0,0-1 0,0 0 0,0 0 0,0 0-1,0 0 1,0-1 0,-6 4 0,-10 5 84,-1-1 0,0-1 0,0-1 0,-35 9 0,23-7-23,-1-2 1,0-1 0,-1-2 0,-52 1 0,75-6-473,1 0 1,0-1-1,0-1 0,0 0 0,0 0 0,0-1 0,0 0 1,-14-7-1,19 7-422,0 0 0,0 0 0,0-1 0,1 1 0,-1-1 0,1 0 0,0 0 0,0-1 0,0 1 0,1-1 0,-1 0 0,1 0 0,0 0 0,1-1 0,-5-10 0,7 15 435,-1-1 0,0 0 0,0 0 0,1 0-1,-1 0 1,1 0 0,0 1 0,0-1 0,0 0 0,-1 0-1,2 0 1,-1 0 0,0 0 0,0 0 0,1 0 0,-1 0-1,1 1 1,-1-1 0,1 0 0,0 0 0,0 0 0,-1 1-1,1-1 1,1 0 0,-1 1 0,0-1 0,0 1 0,3-3-1,9-1-394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118 204 24,'-33'-1'674,"-12"-1"1841,40 1-1752,1 1 0,0-1 0,0 0-1,-1 0 1,1-1 0,0 1 0,-6-4 0,10 1 2141,10 1-1896,10 0-687,6 6-194,30 3 83,89-2 0,-129-4-205,0-2 0,-1 0 1,1 0-1,-1-1 0,1-1 1,-1-1-1,0 0 0,-1-1 0,1-1 1,21-12-1,-35 18 33,1 0 1,0 0-1,0 0 1,-1 0-1,1 0 1,-1-1-1,1 1 0,-1 0 1,1-1-1,-1 1 1,0-1-1,0 0 1,0 1-1,0-1 1,0 0-1,0 1 0,0-1 1,0 0-1,-1 0 1,1 0-1,-1 0 1,1 0-1,-1 0 0,0 0 1,0 0-1,0 0 1,0 0-1,0 0 1,0 0-1,0 0 1,-1 0-1,1 0 0,-1 1 1,0-1-1,1 0 1,-1 0-1,0 0 1,0 0-1,0 1 0,0-1 1,0 1-1,-1-1 1,1 1-1,0-1 1,-1 1-1,1-1 1,-1 1-1,-1-1 0,-5-5 242,-1 1-1,1 0 0,-1 1 0,0 0 0,-1 0 1,1 1-1,-20-6 0,22 8-239,0 0-1,0 1 1,0 0-1,0 0 1,0 1-1,0-1 1,0 2-1,0-1 1,0 1 0,0 0-1,0 0 1,-7 3-1,11-2-37,0-1 1,-1 1-1,1 0 0,0 0 0,0 0 0,1 0 1,-1 1-1,0-1 0,1 1 0,-1 0 0,1-1 1,0 1-1,0 0 0,0 1 0,0-1 0,1 0 1,-1 0-1,1 1 0,0-1 0,0 1 0,0-1 1,0 1-1,1-1 0,-1 1 0,1 4 0,1 267-10,4-109-6,-6-49-29,2 119-1806,0-231 1508,4 40-2250,-5-43 2202,0 0 1,0 0-1,1-1 1,-1 1-1,1 0 1,-1-1-1,1 1 1,0-1-1,0 1 1,0-1 0,0 1-1,0-1 1,0 1-1,0-1 1,0 0-1,0 1 1,1-1-1,-1 0 1,0 0-1,3 1 1,-3-2 242,0 0 0,0 0 0,0 0 1,0 0-1,0-1 0,0 1 0,0 0 0,0 0 1,0-1-1,0 1 0,-1-1 0,1 1 0,0-1 0,0 1 1,0-1-1,-1 1 0,1-1 0,0 0 0,0 0 1,-1 1-1,1-1 0,-1 0 0,1 0 0,-1 0 0,1 1 1,-1-1-1,1 0 0,-1 0 0,0 0 0,1 0 1,-1 0-1,0 0 0,0 0 0,0 0 0,0 0 1,0-1-1,5-17-289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44 179 220,'-6'-6'-19,"-27"-27"4224,33 32-4058,-1 1 0,1-1 0,-1 0 0,1 1 0,0-1 0,-1 0 0,1 1 1,-1-1-1,1 0 0,0 0 0,0 1 0,0-1 0,-1 0 0,1 0 0,0 0 1,0 1-1,0-1 0,0 0 0,0 0 0,0 0 0,0 1 0,1-1 0,-1 0 1,0 0-1,0 1 0,1-1 0,-1 0 0,0 0 0,1 1 0,-1-1 1,0 0-1,1 1 0,-1-1 0,1 1 0,0-1 0,-1 0 0,1 1 0,-1-1 1,1 1-1,0 0 0,-1-1 0,1 1 0,0-1 0,-1 1 0,1 0 0,0 0 1,1-1-1,86-29 1657,3 7-4448,43-14-5782,-106 27 7111,-2 1 576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55 220,'1'-29'1895,"-1"27"-1494,-1 1 1,1 0 0,0 0-1,-1-1 1,1 1 0,-1 0-1,0 0 1,1-1 0,-1 1-1,0 0 1,1 0 0,-1 0 0,0 0-1,0 0 1,0 0 0,0 0-1,0 0 1,0 1 0,-1-1-1,-1-1 1,2 2-4,-1-1 1,1 1-1,-1-1 1,1 1-1,-1 0 0,1 0 1,-1 0-1,1 0 1,-1 0-1,1 0 0,-1 1 1,1-1-1,-1 0 1,1 1-1,-1-1 0,1 1 1,0-1-1,-3 2 1,-17 17-93,15-11-246,1 0-1,0 0 1,0 0 0,1 1 0,0-1 0,0 1 0,1 0 0,0 0 0,0 1 0,1-1 0,1 0-1,0 1 1,0-1 0,1 13 0,0-17-144,1 1-1,0-1 0,0 0 1,0 0-1,1 0 1,0 0-1,0 0 0,0 0 1,0 0-1,1-1 1,0 1-1,0-1 0,0 0 1,1 0-1,-1 0 1,1 0-1,0-1 0,0 1 1,0-1-1,0 0 1,1 0-1,0 0 1,-1-1-1,1 0 0,0 0 1,0 0-1,5 1 1,11 2-2100,-1-2 0,1 0 0,0-1 0,0-1 0,0-1 0,25-4 0,-13 3 949,-11-1 810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49 116 32,'-12'-25'560,"-7"-11"2116,1 15 2759,22 28-4603,-2-1 1,1 1-1,-1 0 1,0 0-1,1 9 1,-1 61 237,-2-43-966,-1-34-96,1 0 0,0 0 0,0 1 0,0-1 0,0 0 0,0 0 0,0 0 0,0 1 1,0-1-1,0 0 0,0 0 0,0 1 0,0-1 0,0 0 0,0 0 0,0 0 0,0 1 0,0-1 0,0 0 0,0 0 0,0 1 0,0-1 0,0 0 0,0 0 0,0 0 0,0 1 0,0-1 1,1 0-1,-1 0 0,0 0 0,0 1 0,0-1 0,0 0 0,1 0 0,-1 0 0,0 0 0,0 0 0,0 1 0,1-1 0,-1 0 0,0 0 0,0 0 0,0 0 0,1 0 0,-1 0 0,0 0 1,0 0-1,1 0 0,-1 0 0,0 0 0,0 0 0,0 0 0,1 0 0,-1 0 0,0 0 0,0 0 0,1 0 0,-1 0 0,15-16 751,10-22 422,-13 16-738,-2 2-219,1 0 0,15-19-1,-23 35-219,0 0-1,0 1 1,0-1-1,1 1 1,-1-1-1,1 1 1,0 0-1,0 0 1,0 1-1,1-1 1,-1 1-1,0 0 1,1 0-1,-1 0 1,8-1-1,-11 3-5,1 0 0,0 0 0,0 0 1,0 0-1,0 0 0,0 0 0,0 0 0,-1 1 0,1-1 0,0 1 0,0 0 1,-1-1-1,1 1 0,0 0 0,-1 0 0,1 0 0,0 0 0,-1 0 0,0 0 1,3 3-1,-1-1 19,0 1 0,0 0 0,0 1 0,0-1 0,-1 0 0,0 1 0,3 7 0,0 3 82,-1-1 0,-1 1 0,0 0 1,1 19-1,1 0 232,-1 5-3729,6-61-11611,-6 11 14171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54 64,'0'-10'511,"0"-19"1621,-5 14 5065,12 25-1413,5 15-4116,0-1-994,-1-6-188,42 80 732,-49-88-1118,1 0 0,-2 1-1,1 0 1,-1 0-1,-1 0 1,0 0 0,1 17-1,-4-24-54,1 0 0,0 1 1,-1-1-1,0 0 0,0 0 0,0 0 0,0 0 0,-1 0 0,0 0 0,0-1 0,0 1 1,0 0-1,0-1 0,-1 0 0,1 1 0,-1-1 0,0 0 0,-5 4 0,-5 3-420,-1-1 0,1-1 1,-25 12-1,-16 10-9309,53-30 9342,0 1-1,1-1 1,-1 1-1,0-1 1,0 1-1,1-1 1,-1 1 0,0 0-1,1 0 1,-1-1-1,1 1 1,-1 0 0,1 0-1,-1-1 1,1 1-1,-1 0 1,1 0-1,0 0 1,0 0 0,-1 0-1,1 0 1,0 0-1,0-1 1,0 1 0,0 2-1,2 3-699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32 208,'-54'-11'3813,"41"9"-1194,0 1 1,0 0-1,-1 1 0,-16 1 1,30-1-2579,0 0 1,0-1 0,0 1 0,-1 0 0,1 0-1,0 0 1,0 0 0,0 0 0,0 0 0,0 0 0,-1 0-1,1 0 1,0 0 0,0 0 0,0 0 0,0 0-1,-1 0 1,1 0 0,0 0 0,0 0 0,0 0-1,0 0 1,-1 0 0,1 0 0,0 0 0,0 0 0,0 0-1,0 0 1,0 0 0,-1 0 0,1 0 0,0 0-1,0 1 1,0-1 0,0 0 0,0 0 0,0 0 0,-1 0-1,1 0 1,0 0 0,0 1 0,0-1 0,0 0-1,0 0 1,0 0 0,0 0 0,0 1 0,0-1 0,0 0-1,0 0 1,0 0 0,0 0 0,0 0 0,0 1-1,0-1 1,0 0 0,0 0 0,0 0 0,0 0-1,0 1 1,0-1 0,14 6 626,20 2-663,2-8-396,0-2-1,0-1 0,48-11 0,-34 5-3968,0 2-4218,-48 7 8319,-10 8-5304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0 140,'-10'3'256,"-36"12"1835,44-14-1790,0-1 0,0 1 0,0 0-1,1-1 1,-1 1 0,0 0 0,1 0 0,-1 0-1,1 0 1,-1 1 0,1-1 0,0 0-1,-1 1 1,1-1 0,0 1 0,0-1 0,0 1-1,-2 2 1,4-3-99,-1 0-1,0 0 1,0 0 0,1 0 0,-1 0-1,0 0 1,1 0 0,-1 0-1,1 0 1,-1 0 0,1-1 0,-1 1-1,1 0 1,0 0 0,-1 0-1,1-1 1,0 1 0,0 0 0,0-1-1,-1 1 1,1-1 0,0 1-1,0-1 1,0 1 0,0-1-1,0 0 1,0 1 0,0-1 0,0 0-1,0 0 1,0 0 0,0 0-1,1 0 1,37 4 2426,-7-6-1421,54-9 0,-28 2-4381,0 5-7824,-41 7 6135,-10 0 3936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283 147 92,'7'-39'2556,"-7"33"-1518,0-1 1,0 1-1,-1 0 0,0-1 0,0 1 0,0 0 0,-4-10 1,3 13-574,1 0 0,0 0 1,-1 0-1,1 0 1,-1 1-1,0-1 0,0 1 1,0-1-1,0 1 1,-1-1-1,1 1 0,-1 0 1,1 0-1,-1 1 1,-4-3-1,4 2-383,0 1 0,0 0 0,0 1 1,0-1-1,0 0 0,0 1 0,0 0 0,0-1 0,-1 1 0,1 1 1,-4-1-1,-4 3 2,0 0 0,0 0 1,0 1-1,0 0 0,1 1 0,0 0 1,0 1-1,0 0 0,1 1 0,-13 9 1,15-10-85,1 0 0,-1 0 0,1 1 1,0 0-1,0 0 0,1 0 0,0 0 1,0 1-1,1 0 0,0 0 0,1 0 0,-1 1 1,-3 14-1,7-21-32,-1 1 0,1-1 0,-1 1-1,1-1 1,0 1 0,0-1 0,0 1 0,1-1 0,-1 0 0,0 1 0,1-1 0,0 1-1,-1-1 1,1 0 0,0 1 0,0-1 0,0 0 0,1 0 0,1 4 0,-1-5-13,0 0 0,0 1 1,0-1-1,0 0 0,-1 0 1,1 0-1,1-1 0,-1 1 1,0 0-1,0-1 0,0 1 1,0-1-1,0 0 0,1 0 1,-1 0-1,0 0 0,4 0 1,3-2-42,1 1 1,-1-2-1,1 1 1,-1-2 0,0 1-1,0-1 1,0 0-1,9-7 1,18-15 77,-29 19 32,1 1 1,1 0 0,-1 0-1,1 1 1,0 0-1,17-7 1,-23 12-8,-1 0-1,1-1 1,-1 2-1,1-1 1,-1 0 0,0 0-1,1 1 1,-1-1-1,0 1 1,1 0 0,-1 0-1,0 0 1,0 0-1,0 0 1,0 0 0,0 1-1,0-1 1,0 1-1,0-1 1,0 1 0,-1 0-1,1 0 1,-1 0-1,1-1 1,-1 2 0,0-1-1,1 0 1,0 3-1,3 6 103,0-1-1,0 0 0,-1 1 0,5 19 0,-5-6-51,0 1-1,-1-1 0,-2 1 1,0-1-1,-2 1 1,0-1-1,-2 1 0,-1-1 1,-12 44-1,12-57-63,0 0 1,-1-1-1,0 1 1,0-1-1,-1-1 0,-1 1 1,1-1-1,-2 0 0,1 0 1,-11 9-1,11-13 23,0 0 0,-1 0 1,1 0-1,-1-1 0,0 0 1,0 0-1,-1-1 0,1 0 0,0-1 1,-1 0-1,0 0 0,0-1 0,0 0 1,-14 0-1,20-1-7,-1 0 1,1 0-1,-1 0 0,0-1 1,1 1-1,-1-1 0,1 0 1,-1 0-1,1 0 0,-1-1 1,1 1-1,0-1 0,0 1 1,0-1-1,0 0 0,0 0 1,0-1-1,0 1 0,0-1 1,-2-2-1,2 0 2,1 1 1,-1-1-1,1 0 1,0 0-1,1 0 1,-1 1-1,1-2 1,0 1-1,0 0 1,0 0-1,1 0 1,0-8 0,1-6-462,1 0 1,1 1-1,1-1 1,0 1-1,1 0 0,13-29 1,-5 19-4159,1 1 0,34-51 0,-5 27 1038,-19 28 2933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69 176,'5'-10'772,"9"-19"1162,-14 28-1535,0 1 0,1-1 1,-1 0-1,1 0 0,-1 0 0,0 0 0,0 0 0,0 0 1,1 0-1,-1 0 0,0 0 0,0 0 0,0 0 1,0 0-1,-1 0 0,1 0 0,0 0 0,0 0 1,-1 0-1,1 0 0,0 1 0,-1-1 0,0-1 0,0 1-57,1 0-1,-1 1 0,0-1 0,0 1 0,0-1 0,0 1 0,0-1 0,0 1 0,0-1 0,0 1 0,0 0 0,0 0 0,0-1 0,0 1 0,0 0 0,0 0 0,0 0 0,0 0 0,0 0 0,0 0 0,0 1 0,0-1 0,-2 1 0,-23 17 1809,20-12-2103,0 1 1,1 0-1,0 1 1,-8 14-1,9-13-23,1 0 0,-1 0-1,2 0 1,-1 1 0,1-1-1,0 1 1,1-1 0,0 1 0,1 0-1,0-1 1,1 1 0,0 0 0,0-1-1,1 1 1,0-1 0,0 1 0,1-1-1,1 0 1,5 11 0,-4-11-366,0 0 0,1-1 0,0 0 0,0 1 0,1-2 0,1 1 1,12 10-1,-10-11-846,0 0 1,1 0 0,-1-1-1,2-1 1,-1 0 0,20 7-1,-15-8-1431,1 0 0,30 3 0,-31-7 1655,0 1-1,0-2 1,16-2 0,4-3 304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41 139 84,'-7'-11'410,"-19"-31"2770,25 41-2798,0-1 0,0 1 0,0 0 0,1-1 0,-1 1 0,0-1-1,1 1 1,-1-1 0,1 0 0,0 1 0,0-1 0,-1 1 0,1-1-1,0 0 1,0 1 0,0-1 0,1 1 0,-1-1 0,0 0 0,1 1-1,-1-1 1,1-1 0,0 2-288,0 1-1,0 0 1,-1-1 0,1 1-1,0 0 1,0-1-1,-1 1 1,1 0-1,0 0 1,0 0 0,0-1-1,-1 1 1,1 0-1,0 0 1,0 0 0,0 0-1,0 1 1,-1-1-1,1 0 1,0 0 0,0 0-1,0 1 1,-1-1-1,1 0 1,0 1-1,0-1 1,-1 1 0,1-1-1,0 1 1,-1-1-1,1 1 1,-1-1 0,1 1-1,0 0 1,-1-1-1,0 1 1,1 0 0,23 28 533,-24-28-536,7 10 76,0 1 0,-1 0 1,-1 1-1,0-1 0,-1 1 1,-1 0-1,1 0 0,0 18 1,4 9 260,-6-47-234,-1-1 0,1 0 1,1 1-1,-1-1 0,1 1 0,5-10 1,2-4-75,1-10-39,-8 19-80,1 0 1,0 0-1,1 1 0,0-1 1,1 1-1,0 0 0,1 0 0,0 1 1,1 0-1,12-13 0,-18 22-5,-1 1-1,0-1 1,1 0-1,-1 1 1,1-1-1,-1 1 1,1-1-1,0 1 1,-1-1-1,1 1 1,-1 0 0,1 0-1,0 0 1,-1 0-1,1 0 1,-1 0-1,1 1 1,0-1-1,-1 1 1,1-1-1,-1 1 1,1-1-1,-1 1 1,1 0-1,-1-1 1,0 1 0,1 0-1,-1 0 1,0 0-1,0 0 1,0 0-1,1 1 1,-1-1-1,0 0 1,-1 1-1,2 0 1,6 8-3,-1 0 0,-1 1 0,9 16 0,-13-22 4,11 21-728,15 47 0,-19-39-3885,-1 1-5112,2-18 6170,-3-11 2937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81 204,'-20'-30'1733,"4"5"2548,1-1 5454,34 57-5341,16 13-2675,11 17-1180,-29-34-330,-5-11-53,-2 1 0,0 0 0,9 23 0,-17-35-159,0 1 0,0-1 1,-1 1-1,0 0 0,0-1 0,0 1 0,-1 0 1,0-1-1,0 1 0,0 0 0,-1 0 1,0-1-1,0 1 0,0 0 0,-4 8 0,-28 44-2767,-4 6-7413,35-60 9493,0 0 1,1 0-1,0 1 1,0-1-1,0 0 1,0 0 0,0 0-1,1 1 1,0-1-1,0 0 1,0 1-1,0-1 1,2 7-1,4 4-21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32 124,'-71'6'5084,"0"-4"8850,246-5-10817,3-9-5666,-177 12 2425,28-5-2933,-16-5-3044,-13 9 5895,0 1 0,0 0 1,0 0-1,0-1 1,0 1-1,0 0 1,0 0-1,0-1 0,-1 1 1,1 0-1,0 0 1,0-1-1,0 1 1,-22-5-6504,12 8 6036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74 228,'-32'-32'4038,"21"11"1187,13 1 4056,0 22-9104,-1-1-1,1 1 1,0 0 0,-1 0-1,1 0 1,-1 0-1,0 1 1,0-1-1,0 0 1,0 1-1,0-1 1,1 3-1,4 21-219,-1 1-1,-1 0 1,0 47-1,4 26-5140,-6-87 3257,1 1 0,0-1 0,1 0 0,0-1 1,7 16-1,-8-23 1522,-1 0 1,1-1-1,0 1 1,0-1 0,0 0-1,1 1 1,-1-2-1,8 7 1,12 4-88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90 134 36,'-6'-31'639,"-6"-22"3631,-7 4 8067,-2 97-9723,11-2-2556,1 0 0,3 1 0,2 0-1,2 0 1,1 1 0,3-1-1,12 67 1,-13-103-54,-1-5 3,1 0-1,0 0 1,0 0 0,0 0 0,1 0-1,0 0 1,0 0 0,0 0-1,1-1 1,-1 1 0,8 9 0,-9-15-4,-1 0 1,1 1 0,-1-1 0,1 0 0,0 0 0,-1 0 0,1 1 0,0-1 0,-1 0 0,1 0-1,0 0 1,-1 0 0,1 0 0,0 0 0,-1 0 0,1-1 0,-1 1 0,1 0 0,0 0 0,-1 0 0,1-1-1,0 1 1,-1 0 0,1-1 0,-1 1 0,1 0 0,-1-1 0,1 1 0,-1-1 0,1 1 0,-1-1 0,1 1-1,-1-1 1,0 1 0,1-1 0,-1 1 0,0-1 0,1 0 0,-1 1 0,0-1 0,0 1 0,0-1-1,0 0 1,1 1 0,-1-2 0,11-33 60,-10 33-61,8-32-65,27-65-1,-34 92 5,1 0 1,1 0-1,0 0 0,0 0 1,0 1-1,0 0 1,1 0-1,0 0 0,1 0 1,-1 1-1,1 0 0,0 0 1,0 0-1,1 1 0,12-7 1,-16 10 36,0 0 0,0 1-1,0-1 1,0 0 0,0 1 0,1 0 0,-1 0 0,0 0 0,0 0 0,0 0 0,0 1 0,1-1-1,-1 1 1,0 0 0,0 0 0,0 0 0,0 0 0,3 3 0,0-1 7,-1 1 1,0 0 0,0 0-1,0 1 1,-1-1 0,1 1-1,-1 0 1,6 9-1,0 4 5,-1 0-1,0 0 1,-1 1 0,10 34-1,-14-35 1599,2 2-3472,5 0-5744,-10-19 7232,0-1 0,-1 1 0,1-1 0,0 1 0,0-1 0,0 1-1,0-1 1,0 0 0,0 0 0,0 1 0,0-1 0,0 0 0,0 0 0,0 0 0,0 0 0,0 0-1,1 0 1,-1 0 0,1-1 0,22-7-1978,-6-1 1620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57 204,'0'-2'331,"-1"-1"0,0 0 0,0 0 0,1 1 0,-2-1 0,1 0 0,0 1 1,0-1-1,-1 1 0,1-1 0,-1 1 0,0 0 0,0 0 0,0 0 0,0 0 0,0 0 0,0 0 0,-1 0 0,1 1 0,0-1 0,-1 1 0,1 0 1,-1-1-1,0 1 0,1 0 0,-1 1 0,0-1 0,0 0 0,0 1 0,1 0 0,-1 0 0,0-1 0,0 2 0,0-1 0,0 0 0,0 0 1,1 1-1,-1 0 0,0 0 0,0-1 0,1 1 0,-1 1 0,1-1 0,-6 3 0,-1 1 530,-1 1 0,1 0 0,0 0 0,-14 14 1,-21 30-484,37-39-263,-1 1 0,1 0 0,1 0-1,1 1 1,-1-1 0,2 1 0,0 1 0,0-1 0,2 1 0,-1-1 0,0 26 0,3-33-176,1 0 0,-1 0 0,1 0 1,0 0-1,1 0 0,-1 0 0,1 0 1,0 0-1,1 0 0,-1-1 0,1 1 1,0-1-1,1 0 0,-1 0 1,1 0-1,0 0 0,1-1 0,-1 1 1,1-1-1,-1 0 0,1-1 0,0 1 1,1-1-1,-1 0 0,0 0 0,1-1 1,0 1-1,8 1 0,-1 0-840,-1-1 0,1 0 0,19 1 0,-17-3-572,0-1-1,1 0 1,-1-1 0,0-1 0,0-1 0,0 0 0,0-1 0,-1 0 0,15-7-1,-8 2 623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65 180,'-4'-4'651,"-13"-18"4831,17 22-5335,0 0-1,0 0 1,-1 0 0,1 0-1,0 0 1,0-1 0,-1 1-1,1 0 1,0 0 0,0 0-1,0-1 1,-1 1 0,1 0-1,0 0 1,0-1 0,0 1-1,0 0 1,0-1 0,-1 1-1,1 0 1,0 0 0,0-1-1,0 1 1,0 0 0,0-1-1,0 1 1,0 0 0,0-1-1,0 1 1,0 0-1,0 0 1,0-1 0,0 1-1,0 0 1,1-1 0,-1 1-1,0 0 1,0 0 0,0-1-1,0 1 1,0 0 0,1 0-1,-1-1 1,0 1 0,0 0-1,0 0 1,1 0 0,-1-1-1,0 1 1,0 0 0,1 0-1,-1 0 1,0 0 0,0-1-1,1 1 1,-1 0 0,1 0-1,11 46 2215,-5-10-1961,-2 0 1,1 52-1,-3-88 197,5-12-326,5-16-64,3-14-60,-10 23-136,1 1-1,1 0 1,0 0 0,2 0-1,0 2 1,15-21 0,-24 36-12,-1 0 1,1 1 0,0-1-1,0 1 1,-1 0-1,1-1 1,0 1 0,0-1-1,0 1 1,-1 0-1,1 0 1,0 0 0,0-1-1,0 1 1,0 0-1,0 0 1,-1 0-1,1 0 1,0 0 0,0 1-1,0-1 1,0 0-1,0 0 1,-1 0 0,1 1-1,0-1 1,0 0-1,0 1 1,-1-1 0,1 1-1,0-1 1,-1 1-1,1-1 1,0 1 0,-1 0-1,1-1 1,-1 1-1,1 0 1,-1-1 0,1 1-1,-1 0 1,1 0-1,-1-1 1,1 3 0,24 43 20,-20-35-22,27 60-25,9 20-489,-4-40-6194,-37-50 6413,1-1 0,-1 1-1,1-1 1,-1 0 0,1 1-1,-1-1 1,1 1 0,-1-1-1,1 0 1,0 1 0,-1-1-1,1 0 1,0 0 0,-1 0 0,1 1-1,0-1 1,-1 0 0,1 0-1,0 0 1,-1 0 0,1 0-1,0 0 1,-1 0 0,1 0 0,-1-1-1,1 1 1,0 0 0,-1 0-1,2-1 1,9-10-2218,-4 0 1692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44 240,'-9'-12'1029,"-5"-4"1952,8 1 4586,13 19-2660,26 21-2884,3 8-1465,-1 2 0,-2 0 0,55 78 0,-82-103-462,1 0 1,-1 0-1,-1 1 1,0-1-1,0 1 1,-1 1-1,-1-1 0,0 1 1,0-1-1,-1 1 1,-1 0-1,0 0 1,0 0-1,-2 17 1,-1-17-264,0 0 0,-1 0-1,0 0 1,-1-1 0,-9 20 0,6-16-1176,-1-1 0,-1 0 1,0-1-1,-14 16 0,-26 25-12363,46-51 12827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61 107 60,'11'-64'3002,"-11"59"-1928,0 0 1,0 1-1,0-1 1,0 1-1,-1-1 0,0 1 1,-2-6-1,-11 58 2760,-2 26-3166,-7 90-1,9-5-2860,16-103-3696,-2-55 5630,1 0-1,-1 1 0,0-1 1,0 0-1,1 0 0,-1 0 1,1 0-1,-1 0 0,1 0 1,-1 0-1,1 0 0,-1 0 0,1-1 1,0 1-1,0 0 0,0 0 1,-1 0-1,3 0 0,-2-1 127,0 0 0,0 1 0,0-1 0,0 0 0,0-1 0,0 1 0,0 0 0,0 0-1,0 0 1,0-1 0,0 1 0,0 0 0,0-1 0,0 1 0,0-1 0,0 1 0,0-1-1,0 0 1,-1 1 0,1-1 0,0 0 0,0 1 0,-1-1 0,2-1 0,14-16-334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111 105 216,'-44'-17'1603,"-23"-10"6956,67 27-8491,1 0 0,-1 0 1,0 1-1,0-1 0,0 0 1,0 0-1,0 0 0,0 0 0,0 0 1,0 0-1,1 0 0,-1 0 1,0 0-1,0 0 0,0 0 1,0 0-1,0 0 0,0 0 1,0-1-1,0 1 0,1 0 1,-1 0-1,0 0 0,0 0 0,0 0 1,0 0 272,0 0-272,0 0-1,1 0 0,-1-1 1,0 1-1,0 0 0,0 0 1,0 0-1,0 0 0,0 0 1,0 0-1,0 0 0,0 0 0,0 0 1,0-1-1,0 1 0,0 0 1,0 0-1,0 0 0,0 0 1,0 0-1,0 0 0,0 0 1,0-1-1,0 1 0,0 0 1,0 0-1,0 0 0,0 0 0,0 0 1,0 0-1,-1 0 0,1 0 1,0 0-1,0-1 0,19-3 1310,27-2-1348,-41 6 294,135-18 568,-51 6-352,-31 4-3034,-8 4-2510,-1 0-3518,-30 4 7190,1 2 694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89 28,'-11'-45'1997,"-8"3"5956,19 42-7866,-1 0 0,1-1 0,-1 1 0,1 0-1,-1 0 1,0 0 0,1 0 0,-1 0 0,1 0-1,-1 0 1,1 0 0,-1 0 0,1 0 0,-1 0 0,1 0-1,-1 0 1,1 0 0,-1 0 0,0 1 0,1-1-1,0 0 1,-1 0 0,1 1 0,-1-1 0,1 0 0,-1 1-1,1-1 1,-1 0 0,1 1 0,0-1 0,-1 1-1,1-1 1,0 1 0,-1-1 0,1 1 0,0-1 0,0 1-1,-1 0 1,-15 21 518,8-10-266,-10 15 482,-20 40 0,34-58-761,0-1 0,1 1 0,0 0 0,1 1 0,-1-1 0,2 1 0,-1-1 0,1 1 0,1 11 0,-1-19-59,1-1 1,0 1 0,0 0 0,0 0-1,0-1 1,0 1 0,0 0 0,1-1-1,-1 1 1,1 0 0,-1-1 0,1 1 0,-1 0-1,1-1 1,0 1 0,0-1 0,0 1-1,0-1 1,0 0 0,0 1 0,0-1 0,0 0-1,1 0 1,-1 0 0,0 0 0,1 0-1,-1 0 1,1 0 0,-1 0 0,1 0-1,-1-1 1,1 1 0,0-1 0,-1 1 0,1-1-1,0 0 1,-1 1 0,1-1 0,0 0-1,0 0 1,-1 0 0,1-1 0,0 1 0,-1 0-1,1 0 1,3-2 0,1 0 12,0 0 0,0-1 1,0 0-1,-1 0 0,1 0 0,-1-1 0,1 1 1,-1-1-1,0-1 0,-1 1 0,8-8 1,-5 0 199,0 1 0,0-1 0,-1 0 0,0-1 0,-2 1 0,1-1 1,-1 0-1,-1 0 0,0-1 0,1-24 0,0 24 597,2 14-425,10 26-341,1 2-66,-3-16-7,2 0 1,0 0 0,0-1-1,1-1 1,0-1-1,0-1 1,1 0 0,1-1-1,23 6 1,-42-13 28,1 0 0,-1 1 0,1-1 0,-1 0 0,1 0 0,-1 1 0,1-1 1,0 0-1,-1 0 0,1 0 0,-1 0 0,1 0 0,-1 0 0,1 0 0,0 0 0,-1 0 0,1 0 0,-1 0 0,1 0 1,-1 0-1,1 0 0,0 0 0,-1 0 0,1-1 0,-1 1 0,1 0 0,-1-1 0,1 1 0,-1 0 0,1-1 1,0 1-1,-7-19 70,-32-32-14,27 38-139,8 8 565,-13-17-1639,-4-18-6150,19 39 7088,1 0 1,-1 0-1,1 0 0,-1 0 0,1 0 0,0 0 0,0-1 0,-1 1 0,1 0 1,0 0-1,0 0 0,0-1 0,0 1 0,1 0 0,-1 0 0,0 0 0,0 0 1,1-1-1,-1 1 0,0 0 0,1 0 0,0 0 0,-1 0 0,1 0 1,-1 0-1,1 0 0,0 0 0,0 0 0,0 0 0,-1 1 0,1-1 0,0 0 1,0 0-1,0 1 0,0-1 0,0 1 0,0-1 0,1 1 0,-1-1 1,0 1-1,0 0 0,0-1 0,0 1 0,1 0 0,-1 0 0,0 0 0,0 0 1,0 0-1,0 0 0,1 0 0,-1 0 0,0 0 0,1 1 0,19 1-221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124 121 92,'1'-1'354,"0"1"0,1-1 0,-1 0-1,0 0 1,1 1 0,-1-1 0,0 0 0,0 0 0,0 0 0,0 0 0,0-1-1,0 1 1,0 0 0,0 0 0,0-1 0,-1 1 0,1 0 0,0-1-1,-1 1 1,1-1 0,-1 1 0,0-1 0,1 1 0,-1-1 0,0 1 0,0-1-1,0 1 1,0-1 0,0 1 0,0-1 0,0 1 0,-1-1 0,1 1-1,-1-1 1,1 1 0,-1 0 0,1-1 0,-1 1 0,0-1 0,0 0 0,-1 0 78,1 1 0,-1-1 0,1 1 0,-1-1 0,1 1 0,-1 0 0,0-1 0,0 1 0,0 0 0,1 0 0,-1 1 0,0-1 0,0 0 0,0 1 1,-4-2-1,-23 6-429,24-2 46,0 0-1,1 0 0,-1 1 1,1-1-1,-1 1 1,1 1-1,0-1 0,0 0 1,0 1-1,0 0 0,1 0 1,-1 0-1,1 0 1,0 1-1,1-1 0,-1 1 1,1 0-1,0 0 0,0 0 1,0 0-1,-1 8 1,2-10-52,1 1 1,0 0 0,0-1 0,0 1 0,0-1 0,1 1 0,0-1 0,0 1 0,0-1 0,0 1 0,0-1 0,0 1-1,1-1 1,0 0 0,0 0 0,0 0 0,0 0 0,0 0 0,0-1 0,1 1 0,-1 0 0,1-1 0,0 0-1,0 0 1,0 0 0,0 0 0,0 0 0,0 0 0,1-1 0,-1 0 0,0 1 0,5 0 0,-3-1 3,1 0 0,0 1 1,0-2-1,0 1 0,0-1 0,0 0 1,0 0-1,0 0 0,-1-1 0,1 0 1,0 0-1,0-1 0,0 1 0,-1-1 1,1-1-1,-1 1 0,0-1 1,1 0-1,-1 0 0,-1 0 0,1-1 1,0 0-1,-1 1 0,0-2 0,1 1 1,-2 0-1,1-1 0,0 0 0,-1 0 1,0 0-1,0 0 0,-1-1 1,0 1-1,1-1 0,-2 1 0,1-1 1,-1 0-1,0 0 0,0 0 0,0 1 1,-1-1-1,0 0 0,0 0 0,0 0 1,-1 0-1,0 0 0,0 0 1,-1 0-1,-2-5 0,3 7-442,-1 1-1,1 0 1,-1-1 0,0 1-1,0 0 1,-1 0 0,1 0-1,-1 1 1,1-1 0,-1 1-1,0-1 1,0 1-1,0 0 1,0 0 0,0 0-1,0 0 1,-1 1 0,1-1-1,-1 1 1,1 0 0,-1 0-1,-3 0 1,0 0-457,1 0-1,-1 0 1,0 1 0,1 0 0,-1 0 0,0 1-1,1 0 1,-1 0 0,1 1 0,-1-1-1,-8 5 1,-9 8-484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61 101 256,'-6'-26'1060,"-13"-21"5758,4 19 304,15 28-7026,0 1 0,0-1 0,0 0 1,0 0-1,0 0 0,0 0 0,0 0 0,-1 1 97,1-1-97,0 0 0,0 0 0,0 0 0,0 0 0,0 0 1,0 0-1,-1 0 0,1 0 0,0 0 0,0 0 0,0 0 0,0 1 1,0-1-1,-1 0 0,1 0 0,0 0 0,0 0 0,0 0 1,0 0-1,-1 0 0,1 0 0,0-1 0,0 1 0,0 0 1,0 0-1,0 0 0,-1 0 0,1 0 0,0 0 0,0 0 1,0 0-1,0 0 0,0 0 0,0 0 0,-1-1 0,1 1 1,0 0-1,0 0 0,0 0 0,0 0 0,0 0 0,0-1 1,-7 174 297,0 39-1144,8-174-1194,12 63 0,-1-52-2377,-11-47 3859,0 1 0,0-1 0,0 0 0,0 1 0,0-1-1,0 0 1,1 0 0,-1 0 0,1 0 0,0 0 0,-1 0 0,1 0 0,0-1 0,0 1 0,0 0-1,5 2 1,-7-4 379,1 0 0,-1 0 0,1 0 0,-1 0-1,1 1 1,-1-1 0,1 0 0,0 0 0,-1 0 0,1 0-1,-1 0 1,1 0 0,-1-1 0,1 1 0,-1 0-1,1 0 1,-1 0 0,1 0 0,0-1 0,-1 1 0,1 0-1,-1 0 1,0-1 0,1 1 0,-1 0 0,1-1-1,-1 1 1,1-1 0,-1 1 0,0 0 0,1-1 0,-1 1-1,0-1 1,0 1 0,1-1 0,-1 1 0,0-2-1,4-13-555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0 102 100,'0'-5'132,"1"1"0,-1 0 1,1-1-1,0 1 0,0 0 0,0-1 0,1 1 1,-1 0-1,1 0 0,0 0 0,0 0 0,0 0 1,1 1-1,0-1 0,-1 1 0,1 0 0,1-1 1,-1 1-1,0 0 0,1 1 0,-1-1 0,1 1 1,0-1-1,0 1 0,0 0 0,0 1 0,0-1 1,0 1-1,0 0 0,1 0 0,-1 0 0,0 0 1,1 1-1,6-1 0,2 1 239,0 0 1,0 0-1,0 1 1,0 1-1,0 0 0,-1 1 1,15 4-1,-19-5-42,-1 1 1,0 0-1,0 0 0,-1 0 1,1 1-1,-1 0 1,1 1-1,-1-1 0,0 1 1,-1 0-1,1 0 0,-1 1 1,7 10-1,-10-14-165,-1 1 0,0 0 0,0 0 0,0 0 0,0 0 0,-1 0 0,1 0 0,-1 0-1,0 1 1,0-1 0,0 0 0,0 0 0,0 0 0,-1 0 0,1 0 0,-1 0 0,0 0 0,0 0 0,0 0 0,0 0 0,-1 0 0,1 0-1,-1-1 1,0 1 0,1-1 0,-1 1 0,-1-1 0,1 0 0,0 1 0,0-1 0,-4 2 0,-9 9 160,-1-1 0,0-1 0,-28 16 0,39-25-279,4-1-50,-7 4-211,-1 0-1,-1 0 1,1-1-1,-1 0 1,-16 4-1,21-10-4200,13-7 1489,16-9-1222,-7 10 2743,-1 0-1,1 1 1,19-5-1,-6 3 957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89 76,'27'-18'293,"-10"-5"3823,-17 22-3835,1 0 1,-1 0-1,0 0 1,0 0-1,1 0 1,-1 0-1,0 0 1,0 0-1,0 0 1,0 0 0,0 0-1,0-1 1,0 1-1,-1 0 1,1 0-1,0 0 1,-1 0-1,1 0 1,0 0-1,-2-1 1,1 0 121,-1 0-1,1 1 1,-1-1-1,0 0 1,0 1-1,0 0 1,0-1-1,0 1 1,0 0 0,0 0-1,0 0 1,0 0-1,-3 0 1,-3-1-87,0 1-1,1 0 1,-1 0 0,0 1 0,0 0-1,0 0 1,1 1 0,-1 0 0,0 1 0,1-1-1,-1 2 1,1-1 0,-1 1 0,1 0-1,0 0 1,0 1 0,-8 5 0,3-1-257,0 0 0,0 1 0,1 0 0,0 1 0,0 0 0,1 1 0,1 0 0,-12 17 0,16-19-57,0 0-1,1 1 1,0-1 0,1 1-1,0 0 1,1-1 0,0 1-1,-1 15 1,2-23-11,1 0 0,0 1-1,-1-1 1,1 0 0,0 0 0,0 0 0,1 1-1,-1-1 1,0 0 0,1 0 0,-1 0 0,1 0-1,0 0 1,0 0 0,0 0 0,0 0 0,0 0-1,0 0 1,0 0 0,1 0 0,-1-1-1,1 1 1,-1-1 0,1 1 0,0-1 0,-1 1-1,1-1 1,0 0 0,0 0 0,0 0 0,0 0-1,0 0 1,0 0 0,0-1 0,0 1 0,1-1-1,-1 1 1,0-1 0,0 0 0,0 0 0,1 0-1,-1 0 1,4-1 0,0 1-6,-1-1 0,0 0 0,1-1 0,-1 1-1,0-1 1,0 0 0,0 0 0,0-1 0,0 0 0,-1 1 0,1-2 0,-1 1 0,0 0-1,0-1 1,6-6 0,2-5 10,-1 0 0,0-1 0,10-20 0,-14 21 28,2 1 1,0 0-1,19-23 1,-27 37-24,-1-1 0,1 1 0,0-1 0,-1 1 0,1-1 0,0 1 0,-1 0 0,1 0 0,0-1 0,0 1 0,-1 0 0,1 0 0,0 0 0,0 0 0,-1 0 0,1 0 0,0 0 0,0 0 0,-1 0 0,1 0 0,0 0 0,0 0 0,-1 1 0,1-1 0,0 0 0,-1 0 1,1 1-1,0-1 0,-1 1 0,1-1 0,0 0 0,-1 1 0,1-1 0,-1 1 0,1 0 0,-1-1 0,1 1 0,-1-1 0,1 1 0,-1 0 0,0-1 0,1 2 0,20 34-72,-18-29 46,4 7 738,17 33-1689,-16-33-759,0-1 0,1 0 0,17 19-1,-24-29 1334,0 0 0,1 0-1,-1-1 1,1 1 0,0-1-1,0 1 1,0-1 0,0 0-1,0 0 1,1 0 0,-1-1-1,1 1 1,-1-1 0,1 0-1,-1 1 1,1-2 0,0 1-1,-1 0 1,1-1 0,0 0-1,0 0 1,0 0 0,-1 0-1,1 0 1,0-1 0,0 0-1,-1 0 1,1 0 0,-1 0-1,1 0 1,-1-1 0,1 0-1,3-2 1,16-13-187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54 151 168,'3'-21'396,"3"-45"1161,-5 61-856,-1 0 0,0 0 1,-1 1-1,1-1 0,-1 0 0,0 0 1,0 1-1,-1-1 0,1 1 1,-4-8-1,5 11-558,0 1 1,-1 0-1,1 0 0,0-1 1,0 1-1,0 0 0,0 0 1,-1-1-1,1 1 0,0 0 1,0 0-1,-1 0 1,1-1-1,0 1 0,0 0 1,-1 0-1,1 0 0,0 0 1,0 0-1,-1-1 0,1 1 1,0 0-1,-1 0 0,1 0 1,0 0-1,-1 0 1,1 0-1,0 0 0,0 0 1,-1 0-1,1 0 0,0 0 1,-1 0-1,1 0 0,0 0 1,-1 1-1,1-1 1,0 0-1,-1 0 0,-9 13 2222,-4 20-881,9-8-1334,0-1 0,2 1 0,1 0 0,1 33-1,2-29-2894,7 45 0,7-13-4769,-14-58 7130,0 0 0,0 0 0,1 0 0,-1 0-1,1 0 1,-1 0 0,1 0 0,0 0 0,0-1 0,0 1 0,0-1-1,1 1 1,-1-1 0,1 0 0,-1 0 0,6 3 0,7-2-181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1 216 192,'10'-85'1274,"-2"18"1448,3 4 4348,-9 81-644,2 51-4455,-5-19-1304,-1-26-534,2 0-1,1 0 1,0 0-1,9 41 1,-10-64-131,1 1 1,-1-1 0,1 1 0,-1-1 0,1 1 0,-1-1 0,1 1 0,0-1-1,0 0 1,0 1 0,0-1 0,0 0 0,0 0 0,0 0 0,0 1 0,0-1-1,0 0 1,1-1 0,-1 1 0,0 0 0,1 0 0,-1 0 0,2 0 0,33-2 21,-33 0-24,0 0-1,1 1 1,-1-1 0,0 1-1,0 0 1,0 0 0,1 0-1,-1 0 1,0 0-1,0 1 1,0-1 0,0 1-1,1 0 1,-1 0 0,0 0-1,5 4 1,-2 0 7,0 1 0,0 1 1,0-1-1,-1 1 0,0 0 0,0 0 1,-1 0-1,4 11 0,-3-9-781,0 1 0,1-1 1,13 16-1,-14-72-16652,-12 24 16854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50 120,'-54'-17'2176,"18"7"4233,47 9 436,24-4-4776,9-2-3022,-16 4-1136,-3-1-1732,0 2 1,30 1 0,-9 8 1414,-16 1 1756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93 107 96,'17'-15'685,"18"-18"994,-34 32-1333,0 0 0,0 0-1,0-1 1,0 1 0,0 0 0,-1 0 0,1-1 0,0 1 0,-1-1 0,1 1 0,0 0 0,-1-1 0,0 1-1,1-1 1,-1 1 0,0-1 0,0 1 0,0-1 0,0 1 0,0-1 0,0 1 0,0-1 0,-1-1 0,0 1 26,0 1 1,1 0 0,-1 0-1,0 0 1,0 0 0,0 0 0,0 0-1,0 0 1,-1 0 0,1 0-1,0 0 1,0 0 0,0 1 0,-1-1-1,-2 0 1,-29-6 1996,24 7-2139,0-1 1,0 2-1,-1-1 0,-13 3 0,22-3-218,-1 1 0,0-1-1,0 0 1,0 1 0,0-1 0,1 1 0,-1-1-1,0 1 1,0 0 0,1 0 0,-1 0-1,1 0 1,-1 0 0,1 0 0,-1 0 0,1 0-1,-1 1 1,1-1 0,0 0 0,0 1-1,0-1 1,0 1 0,0 0 0,0-1-1,0 1 1,1 0 0,-1-1 0,0 1 0,1 0-1,-1 0 1,1 3 0,1 0 3,0 0 1,0 0-1,1 0 0,0 0 1,0 0-1,0-1 1,0 1-1,1-1 0,0 1 1,5 6-1,13 14 85,43 41-1,-8-11 280,-56-54-353,1-1 0,0 1 0,-1 0 0,1-1 1,0 1-1,-1-1 0,1 1 0,-1 0 0,1 0 0,-1-1 0,1 1 0,-1 0 0,1 0 0,-1-1 0,0 1 0,0 0 0,1 0 0,-1 0 0,0 0 0,0 0 0,0 0 0,0-1 0,0 1 0,0 0 0,0 0 0,0 0 0,0 1 1,-1-2 3,0 1 1,0 0 0,0-1 0,0 1 0,0-1 0,0 1-1,0-1 1,0 1 0,0-1 0,0 0 0,0 0 0,0 1-1,0-1 1,0 0 0,0 0 0,0 0 0,0 0 0,-2 0-1,-3-1-183,0 1 1,-1-1-1,1 0 0,-1-1 0,1 1 0,-8-4 0,-16-22-7833,29 27 7703,1-1 1,-1 1-1,0-1 1,1 1-1,-1-1 1,1 1-1,-1-1 1,1 0-1,-1 1 1,1-1-1,-1 0 1,1 0-1,-1 1 1,1-1-1,0 0 1,0 0-1,-1 1 1,1-1-1,0 0 1,0 0-1,0 0 1,0 1-1,0-1 1,0 0-1,0 0 1,0 0-1,0 0 1,0 1-1,0-1 1,0 0-1,1 0 1,-1 0-1,0 1 1,1-1 0,-1 0-1,1 0 1,-1 1-1,0-1 1,1 0-1,0 1 1,-1-1-1,1 1 1,0-1-1,10-2-747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0 195 224,'27'-97'3797,"-15"49"1681,3 1 3949,-15 47-9393,0 0-1,0-1 1,0 1-1,0 0 0,0 0 1,0 0-1,0 0 1,0 0-1,0 0 0,0 0 1,1 0-1,-1 0 0,0-1 1,0 1-1,0 0 1,0 0-1,0 0 0,0 0 1,0 0-1,0 0 1,1 0-1,-1 0 0,0 0 1,0 0-1,0 0 1,0 0-1,0 0 0,0 0 1,1 0-1,-1 0 1,0 0-1,0 0 0,0 0 1,0 0-1,0 0 0,0 0 1,0 0-1,1 0 1,-1 0-1,0 0 0,0 0 1,0 0-1,0 1 1,0-1-1,0 0 0,0 0 1,0 0-1,1 0 1,-1 0-1,0 0 0,0 0 1,0 0-1,0 0 1,0 1-1,0-1 0,0 0 1,0 0-1,0 0 1,0 0-1,0 0 0,0 0 1,0 0-1,0 1 0,0-1 1,8 16 604,2 18-425,-6 23-48,-5 86 0,-1-28-1859,3-82-1168,7 48 0,-6-71 1592,0-1 0,1 0-1,-1 0 1,2-1 0,5 12 0,-8-18 1020,-1 0 1,2 0 0,-1 0-1,0 0 1,0 0-1,1 0 1,-1-1-1,1 1 1,-1 0 0,1-1-1,0 1 1,0-1-1,0 1 1,0-1-1,0 0 1,0 0-1,0 0 1,0 0 0,0 0-1,0-1 1,0 1-1,1 0 1,-1-1-1,0 0 1,1 1-1,3-1 1,8-5-235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65 163 16,'-11'-6'148,"7"5"53,-1-1 0,1-1-1,-1 1 1,1-1 0,0 1 0,0-1-1,0-1 1,0 1 0,0 0-1,1-1 1,-5-6 0,8 9-123,0 0 0,0 0-1,0 1 1,0-1 0,0 0 0,0 0 0,0 0-1,0 1 1,1-1 0,-1 0 0,0 0 0,1 1 0,-1-1-1,1 0 1,-1 0 0,0 1 0,1-1 0,0 0-1,-1 1 1,1-1 0,-1 1 0,1-1 0,0 1 0,-1-1-1,1 1 1,0-1 0,-1 1 0,1 0 0,0-1-1,1 1 1,28-12 579,-26 10-508,69-18 835,133-19 1,-199 38-918,-3 0 67,1 0 1,-1 0 0,1 1 0,-1 0-1,1 0 1,-1 0 0,1 0-1,-1 1 1,1-1 0,-1 1 0,1 0-1,-1 1 1,1-1 0,5 4-1,-8-3 35,0-1 0,0 1 0,-1 0 0,1 1 0,0-1 0,-1 0 0,0 0 0,1 1 0,-1-1 0,0 0 0,0 1 0,0-1 0,-1 1 0,1 0 0,-1-1 0,1 1 0,-1-1 0,0 1 0,0 0 0,0-1 0,0 1 0,-1 0 0,1-1 0,-1 1 0,-1 4 0,-2 13 739,0-1-456,0 1 1,2 0 0,0 0-1,1 0 1,2 25 0,-1-40-434,1-1 0,-1 0 0,1 0 1,0 0-1,1 0 0,-1 0 0,1 0 1,-1 0-1,1-1 0,0 1 0,1 0 1,-1-1-1,1 0 0,-1 1 1,1-1-1,0 0 0,0 0 0,0-1 1,1 1-1,-1-1 0,1 1 0,-1-1 1,1 0-1,0-1 0,0 1 0,0-1 1,0 1-1,0-1 0,0 0 1,0-1-1,7 2 0,-9-2 11,1 1 0,0-1 0,0 0 0,0 0-1,0 0 1,0 0 0,0 0 0,0-1 0,0 1 0,0-1 0,0 0 0,0 0-1,0 0 1,0 0 0,-1 0 0,1-1 0,0 1 0,-1-1 0,0 1 0,1-1-1,2-3 1,-3 2 24,0 0 0,0-1-1,0 1 1,0-1-1,-1 1 1,1-1 0,-1 0-1,0 0 1,0 1 0,0-1-1,-1 0 1,1 0 0,-1 0-1,0-5 1,-1-3-140,0-1-1,-1 1 1,-1-1 0,0 1-1,0 0 1,-1 0 0,0 0-1,-1 1 1,-8-14 0,4 11-1393,-1 1 1,0 1-1,-1-1 1,0 1-1,-22-16 1,27 22 681,-2 1 1,1 0 0,0 0-1,-1 1 1,0 0 0,0 0 0,0 1-1,-1 0 1,1 1 0,-1-1 0,-16-1-1,6 5 188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421 79 60,'0'-4'352,"-1"1"0,1-1 0,-1 1 1,0-1-1,0 1 0,-1 0 0,1-1 0,-1 1 0,1 0 0,-1 0 0,0 0 1,0 0-1,0 1 0,0-1 0,-1 0 0,1 1 0,-1-1 0,0 1 1,0 0-1,-3-2 0,1 2 297,0-1 1,-1 1 0,0 0 0,0 1-1,1 0 1,-1 0 0,0 0-1,0 0 1,0 1 0,-12 1-1,2 0 600,0 1-1,1 1 0,-23 7 0,-32 18-363,54-20-666,0 1 1,0 1-1,-26 21 1,37-26-202,-1 0 0,1 0 0,0 1 0,0-1-1,0 1 1,1 0 0,0 0 0,0 1 0,1-1 0,0 1 0,0 0 0,-3 10 0,6-16-19,-1 1 1,1-1-1,-1 1 1,1-1-1,0 1 1,0 0-1,0-1 1,0 1-1,0 0 1,0-1-1,0 1 0,1-1 1,-1 1-1,0 0 1,1-1-1,-1 1 1,1-1-1,0 1 1,0-1-1,-1 0 1,1 1-1,0-1 0,0 0 1,0 1-1,0-1 1,3 2-1,-1-2-2,0 1-1,0-1 1,0 0-1,0 0 1,0 0-1,0 0 1,0-1-1,0 1 1,0-1-1,1 0 1,-1 0 0,6-1-1,5-1-11,0 0 0,-1-1 0,1-1 0,0 0 0,13-7 0,-10 2 11,-1 0-1,-1-2 1,0 1 0,0-2-1,21-21 1,34-28 3,-69 61 0,0-1 0,-1 1 0,1 0 1,-1-1-1,1 1 0,0 0 1,-1-1-1,1 1 0,0 0 0,-1 0 1,1 0-1,0-1 0,0 1 1,-1 0-1,1 0 0,0 0 0,-1 0 1,1 0-1,0 1 0,0-1 1,-1 0-1,1 0 0,0 0 0,-1 0 1,1 1-1,0-1 0,-1 0 1,1 1-1,0-1 0,-1 1 0,1-1 1,-1 1-1,1-1 0,-1 1 1,1-1-1,-1 1 0,1-1 0,-1 1 1,0-1-1,1 1 0,-1 0 1,0-1-1,1 1 0,-1 0 0,0-1 1,0 1-1,0 0 0,1-1 1,-1 1-1,0 0 0,0 0 0,0 0 1,5 43 42,-5-42-38,0 318 737,-2-137-597,3-149-138,-2-1 0,-2 1 0,-1 0 0,-10 39 0,12-63 3,-1-1-1,-1 0 1,0 0 0,0 0 0,-1 0 0,0-1 0,0 1 0,-9 9 0,10-14-3,-1 1 1,0-1-1,0 0 1,0 0-1,0-1 0,0 1 1,-1-1-1,1 0 1,-1-1-1,0 1 1,0-1-1,0 0 1,0-1-1,-8 2 1,7-3-18,0 1 1,0-1 0,0 0-1,0-1 1,1 0 0,-1 0-1,0 0 1,0-1 0,1 0-1,-1 0 1,1 0-1,-1-1 1,1 0 0,0-1-1,0 1 1,0-1 0,1 0-1,-1-1 1,1 1 0,0-1-1,0 0 1,1 0 0,0-1-1,-1 1 1,2-1-1,-1 0 1,1 0 0,-3-7-1,-1-1-59,1 0 0,1-1-1,0 0 1,0 0-1,2 0 1,0 0-1,1-1 1,0 1 0,1-1-1,1 1 1,3-24-1,-1 24-94,2 0 0,0 0 1,0 0-1,1 1 0,11-21 0,-8 20-974,1 0 1,1 1 0,0 0-1,16-16 1,0 5-1654,1 1 0,1 1 0,0 1 0,40-21-1,-35 24 2172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177 127 152,'17'-31'1237,"-16"28"-557,0 0 1,0 0-1,0 0 0,-1 0 1,1 0-1,-1 0 1,0 0-1,0 0 1,0-1-1,0 1 1,0 0-1,-2-5 0,1 6-270,1 1 0,-1-1-1,0 0 1,0 1 0,0-1-1,0 1 1,0-1-1,0 1 1,0-1 0,0 1-1,0-1 1,-1 1 0,1 0-1,-1 0 1,1 0 0,-1 0-1,1 0 1,-1 0-1,0 0 1,-3 0 0,2 0-326,-1 0-1,1 0 1,-1 1 0,1 0 0,-1 0 0,0 0 0,1 0 0,-7 1 0,3 1-33,0 0 0,0 1 0,0 0 1,0 0-1,1 0 0,-1 1 0,1 0 1,0 0-1,0 0 0,0 1 0,1 0 0,0 0 1,0 1-1,0 0 0,0-1 0,1 1 1,0 1-1,0-1 0,1 1 0,0-1 0,0 1 1,1 0-1,-1 0 0,1 0 0,1 1 0,-1-1 1,2 0-1,-1 1 0,1-1 0,0 0 1,0 1-1,0-1 0,1 0 0,1 1 0,-1-1 1,1 0-1,0 0 0,6 12 0,-7-17-48,1 1-1,-1 0 0,1-1 0,0 1 0,0-1 1,0 0-1,0 0 0,0 0 0,1 0 0,-1 0 1,1 0-1,-1 0 0,1-1 0,0 1 1,-1-1-1,1 0 0,0 0 0,0 0 0,0 0 1,0 0-1,0-1 0,0 1 0,0-1 1,0 0-1,0 0 0,0 0 0,0 0 0,0-1 1,0 1-1,0-1 0,0 0 0,0 0 0,0 0 1,5-2-1,-4 1 0,1-1 0,0 0 0,-1 0 0,1 0 0,-1 0 0,0-1 0,0 0 0,0 0-1,-1 0 1,1 0 0,-1 0 0,0-1 0,0 1 0,-1-1 0,1 0 0,-1 0 0,0 0 0,3-10 0,-3-3-203,0 1 1,-1 0-1,0 0 1,-2-1-1,-2-22 0,-7-1-4288,-5 4-5513,19 44 4265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156 523 192,'1'-1'399,"1"0"-1,-1 0 1,0 0 0,0 0 0,1-1-1,-1 1 1,0 0 0,0-1 0,0 1-1,0 0 1,0-1 0,-1 1 0,1-1-1,0 0 1,-1 1 0,1-1 0,-1 1-1,0-1 1,1 0 0,-1 1 0,0-1-1,0 0 1,0 0 0,0 1 0,0-1-1,-1 0 1,1 1 0,0-1-1,-1 0 1,1 1 0,-1-1 0,0 1-1,1-1 1,-1 1 0,0-1 0,0 1-1,0-1 1,0 1 0,0 0 0,0 0-1,-1-1 1,-1 0 0,1 0 59,0 0 1,0 0-1,0 0 0,-1 1 1,1 0-1,-1-1 0,1 1 1,-1 0-1,1 0 0,-1 0 0,1 0 1,-5 0-1,5 1-437,-1-1 0,1 1 0,0 0 0,0 1 0,0-1 0,-1 0 0,1 0 0,0 1 0,0 0 0,0-1 0,0 1 0,0 0 0,0 0 0,0 0 0,0 0 0,0 0 0,-2 3-1,-4 3 24,0 1-1,1 1 1,0 0-1,0 0 1,1 0-1,0 0 1,1 1-1,-7 18 1,9-21-56,0 0 0,1 1 0,-1-1 1,2 0-1,-1 1 0,1-1 0,0 1 1,1-1-1,0 1 0,0-1 0,1 1 1,0-1-1,3 15 0,-4-20 6,1-1 0,-1 0 0,0 1 0,1-1 0,0 0 0,-1 0 0,1 1-1,0-1 1,-1 0 0,1 0 0,0 0 0,0 0 0,0 0 0,0 0 0,0 0 0,0 0 0,0 0-1,0-1 1,0 1 0,0 0 0,1-1 0,-1 1 0,0 0 0,1-1 0,-1 0 0,0 1 0,2-1-1,0 0-2,-1-1 0,1 1 0,-1-1 0,0 0 0,1 1-1,-1-1 1,0 0 0,0-1 0,0 1 0,0 0-1,0-1 1,0 1 0,4-4 0,2-3-13,1-1 1,-1-1-1,-1 1 0,12-22 1,-3-5 20,10-15-30,-23 55 16,0 1 0,-1-1-1,1 1 1,-1 0 0,0 0-1,-1 0 1,1 0 0,1 10-1,0-4-16,-2-6-27,0 0-1,1 0 0,-1-1 0,1 1 0,0-1 0,0 1 1,1-1-1,-1 0 0,1 0 0,0 0 0,0 0 0,1 0 1,-1-1-1,1 1 0,-1-1 0,1 0 0,0 0 0,0 0 1,1-1-1,-1 1 0,1-1 0,-1 0 0,1 0 0,-1-1 1,1 0-1,0 1 0,0-2 0,0 1 0,0 0 0,0-1 0,0 0 1,0 0-1,-1 0 0,1-1 0,8-2 0,4 0 26,0-1-1,0 0 1,0-1-1,-1-1 1,0-1-1,0 0 1,-1-1 0,0-1-1,0-1 1,-1 0-1,0 0 1,-1-1-1,0-1 1,-1-1-1,0 1 1,-1-2-1,-1 0 1,0 0-1,0 0 1,-2-2-1,0 1 1,0-1-1,-2 0 1,0 0 0,-1-1-1,0 0 1,-2 0-1,0 0 1,2-30-1,-5 27 62,0 0-1,-1 0 0,-1-1 1,-1 1-1,-1 1 0,0-1 1,-2 1-1,0-1 0,-1 1 1,-1 1-1,-16-28 0,23 44-19,-1-1 0,0 1 1,0-1-1,0 1 0,0 0 0,0-1 0,0 1 0,-1 0 0,1 1 0,-1-1 1,1 0-1,-1 1 0,0-1 0,0 1 0,0 0 0,-4-1 0,5 1-2,0 1-1,0 0 1,-1 1-1,1-1 1,0 0-1,0 0 1,0 1-1,0 0 1,0-1-1,0 1 1,0 0-1,0 0 0,0 0 1,0 0-1,0 0 1,1 0-1,-1 1 1,-2 1-1,-2 3 3,0 1-1,0 1 0,1-1 1,-1 1-1,2 0 0,-1 0 1,1 1-1,0-1 0,-3 13 1,-3 15-218,1 1 1,1 1 0,3-1 0,1 1-1,1 0 1,3 0 0,4 44 0,0-46-1703,1 0 0,2 0 1,2-1-1,17 46 1,-22-71 1232,0-1 1,0 1-1,1-1 1,0 0-1,0 0 1,1-1-1,0 0 1,1 0 0,0 0-1,0-1 1,1 0-1,14 11 1,10-1 136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35 204,'-13'-8'1271,"0"-5"5987,14 4-886,19 6-4225,-19 2-2090,-1 1 0,1 0 0,-1 0 0,1 0 0,0 0 0,-1-1 0,1 1 0,-1 0 0,1 0 0,0 0 0,-1 0 0,1 1 0,0-1 0,-1 0 0,1 0 0,-1 0 0,1 0 0,0 1 0,-1-1 0,1 0 0,-1 1 0,1-1 0,-1 0 0,1 1 0,-1-1 0,1 1 0,-1-1 0,1 0 0,-1 1 0,0-1 0,1 1 0,-1 0 0,0-1 0,1 1 0,-1-1 0,0 1 0,0-1 0,0 1 0,1 0-1,-1-1 1,0 1 0,0-1 0,0 1 0,0 0 0,0-1 0,0 1 0,0 0 0,0-1 0,0 1 0,0-1 0,-1 1 0,1 0 0,0-1 0,0 1 0,-1-1 0,1 1 0,0-1 0,-1 2 0,0 0 59,-1 1-1,0 0 1,0-1-1,0 1 1,0-1-1,0 0 0,0 0 1,-1 0-1,1 0 1,-5 3-1,3-3-18,1-1 0,-1 1 0,0-1 1,0 0-1,0 0 0,0 0 0,-1-1 0,-7 1 0,12-1-90,0 0 0,-1 0 0,1 0 0,0 0 0,-1 0-1,1 0 1,0 0 0,-1 0 0,1 0 0,0-1 0,-1 1-1,1 0 1,0 0 0,-1 0 0,1 0 0,0-1 0,-1 1 0,1 0-1,0 0 1,0 0 0,-1-1 0,1 1 0,0 0 0,0-1 0,-1 1-1,1 0 1,0 0 0,0-1 0,0 1 0,0 0 0,0-1-1,-1 1 1,1 0 0,0-1 0,0 0 0,14-20-61,15 0 622,3 10-5020,-31 11 4119,0-1 0,0 1 0,0 0-1,0 0 1,1 0 0,-1 0 0,0 1 0,0-1 0,0 0 0,0 0 0,0 1 0,0-1 0,0 0-1,1 1 1,-1-1 0,0 1 0,0 0 0,-1-1 0,1 1 0,0 0 0,1 0 0,-1 1-115,0 0 0,0 0 0,0-1 1,-1 1-1,1 0 0,0 0 1,-1 0-1,0 0 0,1 0 0,-1 0 1,0-1-1,0 1 0,0 0 1,0 0-1,0 0 0,-1 0 0,0 2 1,-10 48-2744,4-25 2718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33 76,'23'-13'3509,"-20"12"-2741,-1 1 0,0-1-1,1 1 1,-1 0 0,1-1 0,-1 1 0,1 0-1,-1 1 1,0-1 0,1 0 0,-1 1-1,5 1 1,-5-2-334,0 1 0,-1 0 0,1 0 1,-1 0-1,1 0 0,-1 0 0,1 0 0,-1 0 0,0 0 0,1 0 0,-1 1 1,0-1-1,0 1 0,0-1 0,0 1 0,0-1 0,1 3 0,0 25-820,-2-29 416,0 1 0,0 0 0,0 0 0,0-1 0,0 1 0,0 0 0,-1-1 0,1 1 0,0 0 0,-1-1 1,1 1-1,0 0 0,-1-1 0,1 1 0,0-1 0,-1 1 0,1 0 0,-1-1 0,1 1 0,-1-1 0,0 1 0,1-1 0,-1 0 0,1 1 0,-1-1 0,0 0 0,1 1 0,-1-1 0,0 0 1,1 0-1,-1 1 0,0-1 0,0 0 0,1 0 0,-1 0 0,0 0 0,1 0 0,-1 0 0,0 0 0,0 0 0,1-1 0,-2 1 0,0-1-18,1 1-1,-1-1 0,1 0 1,-1 0-1,1 1 0,-1-1 1,1 0-1,0 0 0,0 0 1,-1-1-1,1 1 1,0 0-1,0 0 0,0-1 1,0 1-1,0 0 0,1-1 1,-2-2-1,-2-31-455,1 5-3725,-18 55-7843,-9 29 7242,13-21 3835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50 142 56,'-10'-106'5917,"10"106"-5799,0-1-1,0 1 1,0 0-1,0-1 1,0 1-1,0 0 0,0 0 1,0-1-1,0 1 1,0 0-1,0-1 1,0 1-1,-1 0 1,1 0-1,0-1 1,0 1-1,0 0 1,0 0-1,-1 0 0,1-1 1,0 1-1,0 0 1,0 0-1,-1 0 1,1-1-1,0 1 1,0 0-1,-1 0 1,1 0-1,0 0 1,-1 0-1,1 0 0,0 0 1,0 0-1,-1 0 1,1 0-1,0 0 1,-1 0-1,1 0 1,0 0-1,0 0 1,-1 0-1,1 0 1,0 0-1,-1 0 0,1 0 1,0 0-1,0 0 1,-1 0-1,1 1 1,0-1-1,0 0 1,-1 0-1,1 0 1,0 0-1,0 1 1,0-1-1,-1 0 0,1 0 1,0 1-1,0-1 1,0 0-1,0 0 1,0 1-1,-1-1 1,1 0-1,0 0 1,0 1-1,-14 20 3169,9 12-3104,1 0-1,1 0 1,3 0 0,0 0 0,2 1 0,2-1 0,1-1 0,1 1 0,16 49 0,-18-69-128,3 6-340,-4-37-1757,-1-8-2304,8-51 0,-6 57 3451,-1-1-1,0 1 0,-2-1 0,-2-30 0,-1 29 1071,-2-1-1,0 1 1,-2 0-1,-1 1 1,0-1-1,-1 1 0,-22-38 1,69 90 6265,79 61-5263,-80-72-991,0-2 1,48 14-1,21 10 58,-87-35-170,-15-4 2021,-23-3-509,15 0-1553,-14 1 153,-1 1 0,1 1 1,0 1-1,0 0 0,1 1 0,-1 1 0,-22 11 0,-107 63-212,67-34 645,36-21-1639,36-21-2643,45-23-9946,-31 13 12777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232 160 160,'2'-6'223,"0"0"-1,1 0 1,-1 0-1,1 0 1,1 0-1,-1 1 1,1 0-1,0 0 1,0 0-1,0 0 1,1 0-1,-1 1 1,1 0-1,1 0 1,-1 0-1,7-3 1,-3 1 211,0-1 1,-1 1 0,0-2-1,11-11 1,-19 19-338,0 0 0,1-1 0,-1 1 0,0-1 0,1 1 1,-1 0-1,0-1 0,1 1 0,-1-1 0,0 1 0,0 0 0,0-1 0,1 1 0,-1-1 0,0 1 1,0-1-1,0 1 0,0-1 0,0 1 0,0-1 0,0 1 0,0-1 0,0 1 0,0-1 1,0 1-1,0-1 0,0 1 0,-1-1 0,1 1 0,0-1 0,0 1 0,0-1 0,-1 0 1,-17-6 1603,-28 6-538,45 1-1087,-21 1 72,0 2 0,1 0-1,0 2 1,0 0 0,0 1-1,0 1 1,1 1-1,0 1 1,-24 15 0,41-23-146,1 1 1,-1-1 0,1 1 0,-1-1-1,1 1 1,0 0 0,0 0 0,0 0-1,0 0 1,0 0 0,0 0-1,0 1 1,1-1 0,-1 1 0,1-1-1,0 1 1,0-1 0,0 1 0,0 0-1,0 0 1,0-1 0,1 1 0,0 0-1,-1 0 1,1 0 0,0 0 0,0 0-1,0-1 1,1 1 0,-1 0-1,2 5 1,2-1-5,0 0-1,0 0 1,0-1-1,1 1 1,0-1 0,0 0-1,0-1 1,1 1-1,0-1 1,11 7-1,61 39 12,-56-38 122,-1 0 0,0 2 1,-1 0-1,-1 1 0,21 22 0,-38-36-54,-1-1 0,1 1 0,-1-1 0,0 1 0,0-1-1,0 1 1,0 0 0,0-1 0,0 1 0,0 0 0,-1 0 0,1 0-1,-1 0 1,1 0 0,-1 0 0,0 0 0,0 0 0,0 0 0,0 0-1,0 0 1,0 0 0,0 0 0,0-1 0,-1 1 0,-1 4 0,0-3 4,0 0 0,0 0 0,0 0 0,-1-1 0,1 1 0,-1-1 0,0 1 0,0-1 0,0 0 0,0 0 1,0 0-1,-7 2 0,-10 5 59,-1-2 1,0-1 0,-34 6 0,53-12-138,-22 6-127,-51 8 422,72-13-447,1-1 0,-1 0-1,0 0 1,1 0-1,-1 0 1,0 0 0,1-1-1,-1 1 1,0-1-1,1 1 1,-1-1 0,1 0-1,-1 0 1,1 0-1,-1 0 1,1-1 0,0 1-1,0-1 1,0 1-1,0-1 1,0 0-1,-2-2 1,3 2-382,0-1 0,0 1-1,1-1 1,-1 0 0,1 1 0,0-1-1,0 0 1,0 1 0,0-1 0,0 0 0,0 1-1,1-1 1,-1 1 0,1-1 0,0 1-1,1-5 1,19-40-4501,-12 32 4215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52 24,'-87'-10'3109,"31"-3"5886,66 15-8515,0-1 1,0 0-1,0-1 0,1 0 1,15-2-1,11 0-332,99 1-726,197-26-1,-323 26-556,-15 17-10910,-2-12 11348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211 144 28,'0'-1'63,"15"-37"1205,-10 9 6854,-14 35-6161,-7 9-204,-17 32 346,-54 101 0,44-72-1885,37-66-210,-21 42 9,25-49-22,1 0 1,0 0-1,-1 0 1,1 0-1,1 1 1,-1-1-1,0 0 1,1 0-1,0 1 1,-1-1-1,1 0 1,1 0-1,0 7 1,-1-9 3,1-1-1,-1 0 1,0 1-1,1-1 1,-1 1 0,1-1-1,-1 0 1,1 1 0,-1-1-1,1 0 1,-1 1 0,1-1-1,-1 0 1,1 0-1,-1 0 1,1 1 0,0-1-1,-1 0 1,1 0 0,-1 0-1,1 0 1,-1 0 0,1 0-1,0 0 1,-1 0-1,1 0 1,-1-1 0,1 1-1,0 0 1,-1 0 0,1 0-1,-1-1 1,1 1-1,-1 0 1,1-1 0,-1 1-1,1 0 1,-1-1 0,0 1-1,1-1 1,-1 1 0,1 0-1,-1-1 1,1 0-1,23-21-12,-22 20 9,11-12-6,-1-1 1,-1 0-1,0-1 1,-1-1-1,-1 1 0,0-1 1,10-31-1,0-10 72,11-64-1,-13 48 265,-2 37 110,-2 30-54,-12 7-360,-1 1 0,1-1 1,0 1-1,0-1 0,0 1 0,0 0 1,0-1-1,-1 1 0,1 0 0,0-1 1,-1 1-1,1 0 0,0 0 0,-1 0 1,1 0-1,-1 0 0,1 0 0,-1 0 1,1 1-1,22 54 775,23 80 0,-29-80-751,40 90 1,-55-142-660,13 29 527,-12-22-2987,-26-25-13928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80 100,'-21'-4'360,"7"-2"348,2 3 464,8 3 1644,13 0-1379,3 0-153,6-2-244,8 0-256,0-2-216,4 0-364,-2 2-720,2-2-1376,0-1-468,1-1 123,-1-2 481,10-7 628,1 0 612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11 136,'-34'5'1073,"25"-5"419,-1 1 1,1 1-1,0 0 1,-15 5-1,24-6-1359,0-1-1,1 1 0,-1-1 0,0 1 0,1-1 1,-1 1-1,1-1 0,-1 1 0,0-1 0,1 0 0,-1 1 1,1-1-1,-1 1 0,1-1 0,0 0 0,-1 0 0,1 1 1,-1-1-1,1 0 0,-1 0 0,1 0 0,0 1 1,-1-1-1,1 0 0,0 0 0,-1 0 0,1 0 0,-1 0 1,2-1-1,27 8 321,41-5 300,1-3 1,75-11 0,-34 2-319,-105 9-572,80-4 446,-51 4-3050,-66-7-9777,19 2 11883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67 24,'35'-38'1899,"-19"12"2110,-22 24 753,-24 12-2239,6 3-1827,1 0 1,0 2-1,1 0 0,-25 24 0,26-21-603,2 1 1,0 1-1,1 1 0,2 1 0,0 0 0,1 1 0,-18 36 1,30-51-96,-1 0 1,2 0-1,-1 0 1,1 0 0,0 1-1,1-1 1,0 1-1,0-1 1,1 1 0,0-1-1,1 1 1,-1-1-1,4 13 1,-2-15-8,0 1 0,1 0 0,0-1-1,0 0 1,0 0 0,1 0 0,0 0 0,0-1-1,1 1 1,-1-1 0,1 0 0,0 0 0,0-1 0,1 1-1,0-1 1,-1 0 0,8 2 0,0 1-61,0-1 0,1-1 0,-1 0 0,1-1 1,0-1-1,28 4 0,-33-6 17,0 0 1,0-1-1,0 0 1,0-1 0,0 1-1,-1-2 1,1 1-1,0-1 1,0-1-1,-1 1 1,0-2 0,13-5-1,-20 8 52,0 1 0,0-1-1,1 0 1,-1 0 0,0 1 0,0-1-1,0 0 1,0 0 0,0-1 0,0 1-1,0 0 1,0 0 0,0 0-1,0-1 1,-1 1 0,1 0 0,-1 0-1,1-1 1,-1 1 0,1-1 0,-1 1-1,0-1 1,0 1 0,1 0 0,-1-1-1,0-2 1,-1 1 2,0 0 0,0 0 0,-1 1 0,1-1 1,0 0-1,-1 0 0,1 1 0,-1-1 0,0 1 0,0 0 0,0-1 0,-3-1 0,-6-6 14,0 1 0,-1 1-1,0 0 1,-17-8-1,-5 2 7,1 1 0,-2 1-1,-46-8 1,100 22-158,0 0-1,0-1 1,36-4 0,-35 1 120,0 1 0,1 0 0,-1 2 0,0 0 0,0 2 0,23 5 0,-39-7 36,0 1-1,0 1 1,0-1 0,0 1-1,0-1 1,-1 1-1,1 0 1,-1 0 0,0 1-1,0-1 1,0 1-1,0-1 1,0 1 0,-1 0-1,0 0 1,0 0-1,0 0 1,0 1 0,-1-1-1,2 6 1,3 14 175,-1 1 0,4 40 0,-3-18-64,-4-34-393,1 10 376,2 1 0,1 0 0,12 33 0,-15-52-481,0 1 0,0 0 0,0 0 0,1-1 0,-1 0 0,1 0-1,9 9 1,-11-12-204,1 0 0,0 0 0,0 0 0,0 0 0,0 0 0,0-1 0,0 1 0,1-1 0,-1 0 0,0 0 0,1 0 0,-1-1 0,1 1 0,-1-1-1,5 1 1,-6-1 370,-1 0-1,1 0 0,0 0 0,-1-1 0,1 1 0,0 0 0,-1-1 0,1 1 0,0-1 0,-1 0 1,1 1-1,-1-1 0,1 0 0,-1 0 0,0 0 0,1 0 0,-1 0 0,2-2 0,8-9-568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164 181 44,'-84'-13'2586,"67"9"-88,0 0-1,-28-13 0,53 19-2228,1-1 0,0 0 0,0-1 0,0 0 1,11-1-1,5 0-157,25 1-99,14 2 8,0-4-1,0-2 0,66-13 0,-129 17-19,-1 0 0,1 0 0,0 0 1,-1 0-1,1-1 0,0 1 0,-1 0 0,1 0 0,0-1 0,-1 1 0,1 0 1,-1 0-1,1-1 0,0 1 0,-1-1 0,1 1 0,-1-1 0,1 1 0,-1-1 1,1 1-1,-1-1 0,0 1 0,1-1 0,-1 1 0,0-1 0,1 0 0,-1 1 0,0-1 1,0 0-1,1 1 0,-1-1 0,0 0 0,0 1 0,0-1 0,0 0 0,0 1 1,0-1-1,0 0 0,0 1 0,0-1 0,0 0 0,-1 1 0,1-1 0,0 0 1,0 1-1,-1-1 0,1 0 0,0 1 0,-1-1 0,1 1 0,0-1 0,-1 1 1,1-1-1,-1 1 0,1-1 0,-1 1 0,1-1 0,-1 1 0,-1-1 0,-1-3 17,-1 1 0,0-1 0,0 1-1,0 0 1,0 0 0,0 0 0,-7-2-1,-154-61 2780,218 87-2599,0-2-1,1-3 1,68 12-1,-122-27-110,0-1-1,0 1 1,0-1-1,0 1 1,0-1-1,0 1 1,0-1-1,0 1 1,0 0-1,-1-1 1,1 1-1,0-1 1,0 1-1,0-1 1,-1 1-1,1-1 1,0 1-1,-1-1 0,1 1 1,0-1-1,-1 1 1,1-1-1,0 0 1,-1 1-1,1-1 1,-1 0-1,1 1 1,-1-1-1,1 0 1,-1 1-1,1-1 1,-2 0-1,-28 26 443,18-16-256,1 0-363,-49 47 750,55-51-971,-1 0 0,2 0 1,-1 0-1,1 0 1,0 1-1,0 0 1,0-1-1,-2 9 1,27-22-12092,12-21 9176,-22 17 2235,10-4 468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351 116 120,'2'-2'83,"17"-15"1316,-1 0 1,30-37-1,-47 53-1281,-1 1-1,0-1 1,1 0-1,-1 1 1,0-1-1,1 1 1,-1-1-1,0 0 1,0 1-1,1-1 1,-1 0-1,0 1 1,0-1-1,0 0 1,0 1-1,0-1 1,0 0-1,0 1 1,0-1 0,0 0-1,0 1 1,-1-1-1,1 1 1,0-1-1,0 0 1,-1 1-1,1-1 1,0 1-1,-1-1 1,1 0-1,0 1 1,-1-1-1,1 1 1,-1-1-1,1 1 1,-1 0-1,1-1 1,-1 1-1,1-1 1,-1 1-1,0 0 1,1-1 0,-1 1-1,1 0 1,-1 0-1,0 0 1,1-1-1,-1 1 1,0 0-1,1 0 1,-1 0-1,0 0 1,1 0-1,-1 0 1,0 0-1,1 0 1,-2 1-1,-40-2 2961,16 4-2448,0 1 0,-1 0-1,1 2 1,1 1 0,-1 1 0,2 2-1,-1 0 1,-45 27 0,61-31-596,0 0 0,1 1 0,0-1 0,1 2 0,-1-1 0,1 1 0,1 0 0,0 1 0,0-1 0,0 1 0,-4 10 0,7-11-28,0 0 0,1 0 0,0 1-1,1-1 1,-1 1 0,1-1 0,1 1 0,0-1 0,0 1 0,0-1 0,1 1 0,1-1 0,-1 1 0,2-1 0,2 10 0,-1-7-23,0 0 1,0 0-1,1 0 1,1 0-1,0-1 1,0 0-1,1 0 1,15 17-1,-17-23-27,0 0-1,0 0 1,0 0-1,0-1 1,1 0 0,0 0-1,-1 0 1,1 0-1,0-1 1,1 0 0,-1 0-1,0-1 1,0 0-1,1 0 1,-1 0 0,1-1-1,12-1 1,-2-1-221,1 0-1,-1-2 1,0 0 0,0-1 0,0-1 0,0 0 0,-1-2-1,0 0 1,-1 0 0,0-1 0,0-1 0,-1-1 0,18-16-1,-7-9 293,-18 15 349,-7 20-352,0 1 0,0 0 0,0-1 0,0 1 0,0-1 1,0 1-1,0-1 0,0 1 0,0-1 0,0 1 0,-1 0 0,1-1 0,0 1 0,0-1 0,-1 1 0,1 0 0,0-1 0,0 1 0,-1 0 0,1-1 0,0 1 0,-1 0 0,1 0 1,0-1-1,-1 1 0,1 0 0,-1 0 0,1-1 0,0 1 0,-1 0 0,1 0 0,-1 0 0,1 0 0,-1 0 0,0 0 0,0 0 15,-1 0-1,1 0 1,0 1-1,-1-1 1,1 1-1,-1-1 1,1 1-1,0-1 1,-1 1-1,1 0 1,0 0-1,0-1 1,0 1-1,-1 0 0,1 0 1,0 0-1,0 1 1,0-1-1,1 0 1,-1 0-1,0 0 1,0 1-1,1-1 1,-1 0-1,1 1 1,-1-1-1,1 0 1,-1 1-1,1 1 1,-2 2-11,1 0 1,-1 0-1,1 0 1,1 0-1,-1 0 0,1 0 1,0 7-1,1-9-35,-1 0 0,1 0 0,0-1 0,0 1-1,0 0 1,0-1 0,1 1 0,-1-1 0,1 1 0,-1-1-1,1 0 1,0 0 0,0 1 0,0-1 0,0 0-1,0-1 1,0 1 0,1 0 0,-1-1 0,1 1 0,-1-1-1,1 0 1,0 0 0,-1 0 0,1 0 0,0 0-1,0-1 1,-1 1 0,1-1 0,0 0 0,0 1 0,0-1-1,0-1 1,0 1 0,-1 0 0,1-1 0,0 1-1,0-1 1,0 0 0,-1 0 0,1 0 0,-1 0 0,1-1-1,-1 1 1,1-1 0,-1 1 0,1-1 0,-1 0-1,0 0 1,0 0 0,0 0 0,0 0 0,-1-1 0,1 1-1,-1 0 1,3-5 0,-3 4 8,0 0 1,-1 0-1,1-1 0,-1 1 1,0 0-1,0 0 0,0 0 1,0 0-1,0 0 0,-1 0 0,1 0 1,-1 0-1,0 0 0,0 0 1,0 0-1,0 0 0,-1 0 1,1 1-1,-1-1 0,0 0 1,0 1-1,1 0 0,-2-1 1,1 1-1,-5-4 0,-2-2 4,0 0 1,-1 0-1,1 1 0,-2 0 0,-13-6 0,14 8-283,0 1 0,0 1 1,0 0-1,0 0 0,-11-1 0,35 7-7909,13 1 3422,18 1 2089,-16-4 1971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238 2 216,'-19'-1'9276,"-12"5"-4305,13-1-3765,-1 2 1,1 0 0,0 1-1,-29 15 1,40-18-1118,2 1 0,-1-1 1,0 1-1,1 1 0,-1-1 0,1 1 0,-6 7 1,9-10-75,0 1 1,0-1 0,1 1 0,-1 0-1,1 0 1,0-1 0,0 1-1,0 0 1,0 0 0,0 0 0,1 0-1,-1 0 1,1 0 0,0 1-1,0-1 1,0 0 0,0 3 0,2-1-17,-1-1 1,1 0-1,0 1 1,0-1-1,1 0 1,-1 0-1,1 0 1,0-1-1,0 1 1,0-1-1,0 1 1,1-1-1,-1 0 1,1-1-1,0 1 1,0 0-1,7 3 1,10 5-22,1-1 0,22 7 0,-41-16 20,23 8-9,-17-7 13,0 1-1,0 0 1,-1 0 0,1 1-1,-1 0 1,15 11 0,-23-14 0,0-1 0,0 1 0,0 0-1,0 0 1,0-1 0,0 1 0,0 0 0,0-1 0,-1 1 0,1 0 0,0-1 0,0 1 0,-1 0 0,1-1 0,-1 1 0,1 0 0,0-1 0,-1 1 0,1-1 0,-1 1 0,1-1 0,-1 1 0,0-1 0,1 1 0,-1-1 0,1 0 0,-1 1 0,0-1-1,1 0 1,-1 1 0,0-1 0,1 0 0,-1 0 0,0 0 0,0 0 0,0 0 0,-31 13 52,-3-5-247,-48 10-98,30-16-4695,52-2 4756,1 0-1,0 0 1,-1 0-1,1 0 1,-1 0-1,1 0 1,-1 0-1,1 0 0,0 0 1,-1 0-1,1 0 1,-1-1-1,1 1 1,0 0-1,-1 0 0,1 0 1,-1-1-1,1 1 1,0 0-1,-1 0 1,1-1-1,0 1 1,-1 0-1,1 0 0,0-1 1,0 1-1,-1 0 1,1-1-1,0 1 1,0-1-1,0 1 1,-1 0-1,1-1 0,0 1 1,0-1-1,0 1 1,0 0-1,0-1 1,0 1-1,0-1 0,0 1 1,0 0-1,0-1 1,11-16-4790,1 7 4247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76 56,'-5'-40'3714,"-1"19"2127,-4 7 3318,12 18-8932,-1 1-1,0-1 0,-1 1 0,1-1 0,-1 1 0,0-1 1,-1 6-1,2 6-131,6 72-175,11 88 19,-12-143-1663,16 50 0,-15-67-785,3 8-2713,-8-13-2289,3-15 5823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97 68,'-21'-7'606,"15"6"334,1-1-1,-1 1 1,0-1 0,1-1 0,0 1 0,-8-6 0,24 4 3336,19 0-3330,1 2-1319,-1-1-1,51-12 0,-65 10-2175,-1 0-1,1 0 1,26-16-1,-28 15 1614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105 7 36,'-33'3'969,"-28"-2"7091,50-1-3722,26 0-1081,98-5-3315,-56 2-3118,-1 1-6414,-60 6 6628,-7-2 2308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15 108,'-5'7'220,"5"-3"104,0 0 88,5-2 92,2 0 48,2-4 12,7 0-24,3 0-68,4 0-104,5 0-120,5-2-128,0-1-300,1 1-600,1 2-240,-4 0 64,-3 0 196,-7-2 252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231 181 116,'-12'-5'1028,"-1"0"1,0 1-1,0 0 1,0 1-1,-27-3 0,28 5-44,0-1-1,0 0 1,0-1-1,1 0 1,-1 0-1,1-2 1,-16-7-1,27 12-943,-1-1 0,0 1 0,1-1 1,-1 1-1,0-1 0,1 1 0,-1-1 0,1 0 0,-1 1 0,1-1 1,-1 0-1,1 1 0,0-1 0,-1 0 0,1 1 0,0-1 0,0 0 0,-1 0 1,1 1-1,0-1 0,0 0 0,0 0 0,0 0 0,0 1 0,0-1 1,0 0-1,0 0 0,0 0 0,0 1 0,1-1 0,-1 0 0,0 0 1,0 1-1,1-1 0,-1 0 0,1 0 0,-1 1 0,0-1 0,1 0 1,-1 1-1,1-1 0,0 1 0,-1-1 0,1 1 0,-1-1 0,1 1 1,0-1-1,-1 1 0,2-1 0,36-23 117,-16 13-163,2 1 0,-1 0 0,1 2 0,1 1 0,0 1 0,0 1 0,0 1 0,0 1 0,0 1 0,46 3 0,-70 0 10,1-1-1,0 0 0,-1 0 1,1 0-1,-1 1 0,1-1 1,-1 1-1,1-1 0,-1 1 1,1 0-1,-1-1 0,1 1 1,-1 0-1,0 0 1,1 0-1,-1 0 0,0 0 1,0 0-1,0 0 0,0 1 1,0-1-1,0 0 0,0 1 1,0-1-1,0 3 1,0-2 20,-1 1 1,0 0 0,0 0 0,0-1-1,0 1 1,0 0 0,-1-1-1,1 1 1,-1 0 0,0-1 0,1 1-1,-1-1 1,-3 5 0,-4 8 224,0-1 0,-2 0 0,-18 22 0,26-33-185,-48 53 770,17-19-259,-38 54 0,63-79-509,1-1 0,0 1 0,1 0-1,0 1 1,1-1 0,0 1 0,1 1-1,1-1 1,-3 22 0,5-31-62,1-1 1,0 1-1,0 0 0,0 0 1,0-1-1,0 1 1,1 0-1,0 0 0,0-1 1,0 1-1,0-1 0,1 1 1,-1-1-1,1 1 1,0-1-1,0 0 0,0 0 1,0 0-1,0 0 1,1 0-1,0 0 0,-1-1 1,1 1-1,0-1 0,0 0 1,0 0-1,1 0 1,-1 0-1,0 0 0,1-1 1,-1 1-1,1-1 1,0 0-1,-1 0 0,1-1 1,0 1-1,-1-1 0,1 0 1,0 1-1,0-2 1,0 1-1,6-2 0,-4 2-7,0 0-1,-1-1 0,1 0 0,0-1 0,0 1 0,-1-1 0,1 0 1,-1-1-1,1 1 0,-1-1 0,0 0 0,0 0 0,0-1 0,-1 0 1,1 0-1,-1 0 0,0 0 0,0 0 0,0-1 0,-1 0 1,1 0-1,-1 0 0,0 0 0,-1 0 0,1 0 0,-1-1 0,2-9 1,-3 8-1,0 0 1,-1 0 0,0 0 0,0 0 0,-1 0-1,0 0 1,0 0 0,-1 1 0,1-1-1,-2 0 1,1 0 0,-1 1 0,-7-13 0,3 9 12,0-1 1,-1 1 0,-1 0 0,0 1-1,0 0 1,-1 0 0,-11-7-1,-3-1-1188,-1 1-1,-32-14 0,-43-14-9717,94 42 10180,0 0 1,1-1-1,0 0 0,-1 0 1,1-1-1,-5-4 0,-1-2-199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133 96 40,'0'-3'146,"-1"-44"3589,-5 17 3939,6 30-7482,0-1 0,0 0 0,0 0 0,-1 1-1,1-1 1,0 0 0,0 1 0,-1-1 0,1 0 0,0 0 0,-1 1-1,1-1 1,-1 1 0,1-1 0,-1 0 0,1 1 0,-1-1 0,1 1-1,-1-1 1,0 1 0,1 0 0,-1-1 0,0 1 0,1 0 0,-1-1-1,-1 1 1,-9 13 987,-2 32-1403,-5 227 384,18-230-259,0-41 82,0-1 0,0 1 0,0-1-1,0 1 1,1-1 0,-1 1 0,0-1-1,0 1 1,1-1 0,-1 1 0,0-1-1,1 0 1,-1 1 0,0-1-1,1 1 1,-1-1 0,0 0 0,1 0-1,-1 1 1,1-1 0,-1 0 0,1 1-1,-1-1 1,1 0 0,-1 0 0,1 0-1,1 0-50,-1 0-1,0 0 0,1-1 0,-1 1 0,0 0 0,0-1 1,1 0-1,-1 1 0,0-1 0,0 0 0,0 1 0,0-1 1,0 0-1,1 0 0,0-1 0,1-2-234,0 1 0,1 0 0,-2-1 0,1 1-1,0-1 1,-1 0 0,0 0 0,1 0 0,-2 0 0,1-1-1,0 1 1,-1 0 0,0-1 0,0 1 0,0-1 0,-1 1-1,1-1 1,-1 0 0,-1-5 0,-1-8-109,0 1 1,-2 0-1,-10-31 0,-3-15 461,-1-38 828,18 101-856,0-1 0,0 0 1,0 1-1,0-1 0,0 0 1,0 1-1,0-1 1,0 0-1,0 1 0,0-1 1,0 0-1,1 1 1,-1-1-1,0 1 0,0-1 1,1 0-1,-1 1 0,0-1 1,1 1-1,-1-1 1,1 1-1,-1-1 0,1 1 1,-1-1-1,1 1 0,-1 0 1,1-1-1,-1 1 1,1-1-1,0 1 0,-1 0 1,1 0-1,-1-1 1,1 1-1,0 0 0,-1 0 1,1 0-1,0 0 0,-1 0 1,1 0-1,0 0 1,-1 0-1,1 0 0,0 0 1,-1 0-1,1 0 1,0 1-1,-1-1 0,1 0 1,0 0-1,0 1 0,42 11 1179,-38-10-1093,13 5 72,-1 1 1,0 1-1,-1 0 1,0 1 0,-1 1-1,0 0 1,-1 1-1,0 1 1,16 18 0,-15-14-139,1-2 1,1 0-1,0-1 0,1 0 1,1-2-1,22 13 1,-40-25-43,-1 0 0,0 0 0,0 1 1,0-1-1,1 0 0,-1 0 0,0 1 0,1-1 1,-1 0-1,0 0 0,0 0 0,1 0 0,-1 1 0,0-1 1,1 0-1,-1 0 0,0 0 0,1 0 0,-1 0 1,0 0-1,1 0 0,-1 0 0,0 0 0,1 0 0,-1 0 1,0 0-1,1 0 0,-1 0 0,0 0 0,1 0 0,-1-1 1,0 1-1,1 0 0,-1 0 0,0 0 0,0 0 1,1-1-1,-1 1 0,0 0 0,0 0 0,1-1 0,-1 1 1,0 0-1,0 0 0,0-1 0,1 1 0,-1 0 1,0-1-1,0 1 0,0 0 0,0 0 0,0-1 0,1 0 1,-9-21 9,7 21-5,-1 0-1,1 0 1,-1 0-1,0-1 1,1 1 0,-1 1-1,0-1 1,1 0-1,-1 0 1,0 1-1,0-1 1,0 1-1,0-1 1,0 1-1,0 0 1,0 0 0,1 0-1,-1 0 1,0 0-1,0 0 1,0 0-1,0 1 1,0-1-1,0 1 1,-2 1-1,-50 15 127,-1 7-415,-126 50 1179,60-30-6365,110-42 2576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246 21 56,'-6'-3'263,"0"0"0,0 0 0,0 1 0,0 0 0,0 0 0,0 1 0,0-1 0,-1 1 0,1 1 0,0-1 0,-1 1-1,1 0 1,-1 0 0,1 1 0,0 0 0,-1 0 0,-9 4 0,8-3 211,-1 0 0,1 1 0,0 1 0,0-1-1,0 1 1,1 0 0,-1 1 0,1 0 0,0 0 0,1 1-1,-1 0 1,-8 10 0,13-14-359,0 1 1,0 0-1,0 0 0,1 1 1,-1-1-1,1 0 0,0 0 1,0 1-1,0-1 0,0 1 0,1-1 1,-1 1-1,1-1 0,0 1 1,0-1-1,0 1 0,0-1 1,2 5-1,-1-2-16,2 1 0,-1-1 1,1 1-1,0-1 0,0 0 0,0 0 0,1 0 1,8 9-1,4 3-13,1-2 1,0 1 0,2-2-1,25 17 1,-3-5 169,-16-11 539,0 1 0,40 36 0,-64-52-724,-1 0 0,1-1 1,0 1-1,-1 0 0,1 0 1,0-1-1,-1 1 0,1 0 0,-1 0 1,1 0-1,-1 0 0,0 0 0,1 0 1,-1-1-1,0 1 0,1 0 1,-1 0-1,0 0 0,0 0 0,0 0 1,0 0-1,0 0 0,0 0 1,0 0-1,-1 0 0,1 1 0,-1 0 5,0 0 0,0 0 0,0-1 0,-1 1 0,1-1-1,0 1 1,-1-1 0,1 0 0,-1 1 0,1-1 0,-1 0-1,-2 2 1,-9 3 86,1-1 0,-1 0-1,-15 4 1,19-6-46,-28 9 14,18-4-227,-2-1 0,1-1 1,-1-1-1,0-1 1,-22 1-1,43-4-50,-1-1-1,0 0 1,1 0 0,-1 0-1,0 0 1,1 0 0,-1 0 0,0 0-1,1 0 1,-1 0 0,0 0-1,0 0 1,1 0 0,-1-1 0,0 1-1,1 0 1,-1 0 0,1-1-1,-1 1 1,0 0 0,1-1-1,-1 1 1,1-1 0,-1 1 0,1-1-1,-1 1 1,1-1 0,-1 1-1,1-1 1,-1 1 0,1-1 0,0 1-1,-1-1 1,1 0 0,0 1-1,0-1 1,0 0 0,-1 1 0,1-1-1,0 0 1,0 0 0,0 1-1,0-1 1,0 0 0,14-33-9686,-4 14 6441,-9 11 2927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192 23 36,'-55'10'1579,"-1"-2"3273,-23 4 5880,79-12-10702,0 0-1,0 0 1,0 0-1,0 0 1,0 0 0,0 0-1,0 0 1,0 0 0,0 0-1,0 1 1,0-1 0,0 0-1,0 0 1,0 0 0,0 0-1,0 0 1,0 0 0,0 0-1,0 0 1,0 0 0,0 0-1,0 0 1,0 0-1,0 1 1,0-1 0,0 0-1,0 0 1,0 0 0,-1 0-1,1 0 1,0 0 0,0 0-1,0 0 1,0 0 0,0 0-1,0 0 1,0 0 0,0 0-1,0 0 1,0 0-1,0 0 1,0 0 0,0 0-1,0 0 1,-1 0 0,1 0-1,0 0 1,13 4 319,17 0-336,28-3-282,-1-2 0,108-16 0,-106 5-4722,-3-3-4641,-29 4 6604,-11 3 2526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51 40,'-12'-14'1381,"-3"-5"2563,15 19-3793,0-1 0,-1 1 1,1-1-1,0 1 0,0-1 1,0 1-1,-1-1 0,1 0 1,0 1-1,0-1 0,0 1 1,0-1-1,0 1 0,0-1 1,0 0-1,0 1 0,0-1 1,1 1-1,-1-1 0,0 1 0,0-1 1,0 0-1,1 1 0,-1-1 1,0 1-1,1-1 0,-1 1 1,0-1-1,1 1 0,-1 0 1,1-1-1,0 1-38,-1 0 0,1 0-1,-1 0 1,1 0 0,-1 1 0,1-1 0,-1 0 0,1 1-1,-1-1 1,1 0 0,-1 1 0,1-1 0,-1 0 0,0 1-1,1-1 1,-1 1 0,0-1 0,0 1 0,1-1 0,-1 1-1,0-1 1,0 1 0,1-1 0,-1 1 0,0-1 0,0 1-1,0-1 1,0 1 0,0 0 0,0-1 0,0 1 0,0-1-1,0 1 1,0-1 0,0 2 0,3 21 1009,3 30-907,15 54 0,-9-49-4744,-4 23-6066,-4-72 10026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42 100 236,'-9'-8'-106,"5"4"860,0 1 1,0-1 0,0 0 0,0 0-1,0 0 1,-3-7 0,7 10-640,-1 0 0,1 0 0,0 0 0,0 0-1,-1 1 1,1-1 0,0 0 0,0 0 0,0 0 0,0 0 0,0 0 0,1 0 0,-1 0 0,0 0 0,0 0 0,0 0 0,1 1 0,-1-1 0,1 0 0,-1 0 0,0 0 0,1 1-1,0-1 1,-1 0 0,1 0 0,-1 1 0,1-1 0,0 0 0,-1 1 0,1-1 0,0 1 0,0-1 0,0 1 0,-1-1 0,1 1 0,0 0 0,0-1 0,0 1 0,0 0 0,0 0-1,0-1 1,0 1 0,1 0 0,18-7 95,1 1 1,0 1-1,24-2 0,-35 6-150,0 0 1,-1 0 0,1 1-1,0 0 1,0 1 0,-1 1-1,1-1 1,-1 1-1,12 4 1,-19-5 41,-1-1-1,0 1 0,1-1 1,-1 1-1,1 0 1,-1 0-1,0 0 1,1 0-1,-1 0 0,0 0 1,0 0-1,0 0 1,0 0-1,0 1 1,0-1-1,0 0 1,0 1-1,0-1 0,-1 0 1,1 1-1,0-1 1,-1 1-1,0-1 1,1 1-1,-1 0 1,0-1-1,0 1 0,1-1 1,-1 1-1,0-1 1,-1 1-1,1 0 1,0-1-1,0 1 1,-1-1-1,1 1 0,-1-1 1,1 1-1,-1-1 1,0 1-1,0-1 1,1 0-1,-1 1 0,-2 1 1,-6 10 524,-1 0 0,0-1 0,-22 20 0,10-9-171,21-23-440,0 1 0,0 0-1,0 0 1,1 0 0,-1 0 0,0 0 0,1 1-1,-1-1 1,1 0 0,-1 0 0,1 0 0,0 0-1,-1 1 1,1-1 0,0 0 0,0 0-1,0 1 1,0-1 0,0 0 0,0 0 0,0 0-1,0 1 1,1-1 0,-1 2 0,2-1 1,-1 0 1,0 0 0,1 0 0,-1 0-1,1 0 1,0 0 0,-1-1-1,1 1 1,0 0 0,0-1-1,4 3 1,8 3 28,1 0 0,0 0 1,19 4-1,-17-5 20,-9-3-29,50 22 229,-54-24-188,-1 1 1,0 0-1,0-1 1,0 2 0,0-1-1,0 0 1,0 0-1,-1 1 1,1 0-1,-1-1 1,0 1 0,1 0-1,-1 0 1,1 4-1,-2-5-25,-1 0 0,0-1-1,0 1 1,0 0-1,0-1 1,-1 1 0,1 0-1,0-1 1,-1 1 0,1 0-1,-1-1 1,1 1 0,-1-1-1,0 1 1,0-1 0,0 1-1,0-1 1,0 0-1,0 1 1,0-1 0,0 0-1,0 0 1,0 0 0,-1 0-1,1 0 1,-1 0 0,-1 1-1,-47 25 586,43-24-574,-12 6-39,-1-1 1,0-2-1,0 1 1,-39 5-1,50-11-426,1-1-1,-1 1 0,1-1 1,-1-1-1,1 0 0,-15-3 1,19 3-217,1 0 1,-1 0 0,0-1 0,0 0-1,1 1 1,-1-1 0,1-1-1,0 1 1,-1 0 0,1-1 0,0 0-1,1 0 1,-1 0 0,-4-5-1,6 6 216,0 1 0,0-1-1,0 0 1,0 1 0,0-1-1,1 0 1,-1 0 0,1 1 0,-1-1-1,1 0 1,-1 0 0,1 0-1,0 0 1,0 0 0,0 1-1,0-1 1,0 0 0,1 0-1,-1 0 1,1 0 0,-1 0-1,1 1 1,-1-1 0,1 0-1,0 1 1,0-1 0,2-2-1,7-1-159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28 220,'-9'0'520,"-25"-1"3363,17-5 3156,25 7-2863,17-3-3194,-6 1-545,127-4 2032,-72 2-4392,1 1-9803,-59-2 6797,-7-1 3937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117 101 20,'3'-7'732,"0"-1"1,0 1-1,-1-1 1,0 0-1,2-11 0,-4 15 593,0 0 0,1 1-1,-1-1 1,-1 0-1,1 1 1,-1-1-1,1 0 1,-3-5-1,3 9-1252,0 0 0,0-1 0,0 1-1,0 0 1,0 0 0,0 0 0,0-1-1,-1 1 1,1 0 0,0 0 0,0 0-1,0-1 1,0 1 0,0 0 0,-1 0-1,1 0 1,0 0 0,0-1-1,0 1 1,-1 0 0,1 0 0,0 0-1,0 0 1,0 0 0,-1 0 0,1 0-1,0 0 1,0-1 0,-1 1 0,1 0-1,0 0 1,0 0 0,-1 0 0,1 0-1,0 0 1,0 0 0,-1 1-1,1-1 1,0 0 0,0 0 0,0 0-1,-1 0 1,1 0 0,-12 11 1035,-4 14-576,3 10-400,2 1 1,1 0-1,2 1 0,-5 59 1,0-5-87,6-55-39,1-7-176,1 0 0,-1 35 1,6-64 148,0 0 0,0 0 1,0 0-1,0 0 1,0 1-1,0-1 1,-1 0-1,1 0 1,0 0-1,0 0 0,0 0 1,0 1-1,0-1 1,0 0-1,0 0 1,0 0-1,0 0 1,0 0-1,0 1 0,0-1 1,0 0-1,0 0 1,0 0-1,0 0 1,0 1-1,0-1 0,0 0 1,0 0-1,0 0 1,0 0-1,0 1 1,0-1-1,0 0 1,1 0-1,-1 0 0,0 0 1,0 0-1,0 0 1,0 1-1,0-1 1,0 0-1,0 0 0,1 0 1,-1 0-1,0 0 1,0 0-1,0 0 1,0 0-1,0 0 1,1 0-1,-1 1 0,0-1 1,0 0-1,0 0 1,0 0-1,1 0 1,-1 0-1,0 0 0,0 0 1,0 0-1,0 0 1,1 0-1,-1-1 1,0 1-1,0 0 1,9-14-708,6-21-32,-4-5 438,-2 0-1,-2 0 0,4-68 0,-7 54 615,13-60 1,-17 114-272,0-1 1,0 1 0,0-1 0,0 1 0,1-1-1,-1 1 1,0 0 0,0-1 0,0 1 0,0-1-1,1 1 1,-1-1 0,0 1 0,0 0 0,1-1-1,-1 1 1,0-1 0,0 1 0,1 0 0,-1-1-1,0 1 1,1 0 0,-1 0 0,1-1 0,-1 1-1,0 0 1,1 0 0,-1-1 0,1 1 0,-1 0-1,1 0 1,-1 0 0,1 0 0,-1 0 0,1 0-1,-1 0 1,1 0 0,-1 0 0,0 0 0,1 0-1,-1 0 1,1 0 0,-1 0 0,1 0 0,-1 1-1,1-1 1,-1 0 0,1 0 0,-1 0 0,0 1-1,1-1 1,-1 0 0,0 0 0,1 1 0,-1-1-1,0 1 1,1-1 0,-1 0 0,0 1 0,1-1-1,-1 0 1,0 1 0,0-1 0,0 1 0,1 0-1,23 33 541,-21-29-480,26 41 156,-3 2 0,35 85 0,-28-32-5223,-31-76-1140,-2-25 5950,0 1-1,1-1 0,-1 1 0,0-1 0,0 1 0,0-1 0,0 1 0,0-1 0,0 0 1,0 1-1,0-1 0,0 1 0,0-1 0,0 1 0,0-1 0,0 1 0,0-1 0,-1 0 1,1 1-1,0-1 0,0 1 0,0-1 0,-1 0 0,1 1 0,0-1 0,0 0 0,-1 1 1,1-1-1,0 0 0,-1 1 0,1-1 0,0 0 0,-1 0 0,1 1 0,-1-1 1,1 0-1,0 0 0,-1 0 0,1 1 0,-1-1 0,1 0 0,-1 0 0,1 0 0,-1 0 1,1 0-1,0 0 0,-1 0 0,1 0 0,-2 0 0,-2-4-438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30 151 32,'-25'-13'863,"25"13"-731,-1 0-1,1-1 1,0 1-1,-1 0 1,1 0-1,0-1 1,0 1-1,-1 0 0,1-1 1,0 1-1,0 0 1,0-1-1,0 1 1,-1 0-1,1-1 1,0 1-1,0-1 1,0 1-1,0 0 1,0-1-1,0 1 0,0 0 1,0-1-1,0 1 1,0-1-1,0 1 1,0 0-1,0-1 1,0 1-1,0-1 1,0 1-1,1-1 1,2-2 632,0 1 1,0-1 0,1 1 0,-1 0 0,1 0 0,-1 0-1,1 0 1,0 0 0,6-1 0,56-19 2909,40-4-8633,-13 3-2820,-9 2 4464,-40 10 2828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9 32,'-89'22'5078,"16"-5"9211,162-12-11163,-53-7-3498,161-10 1106,-131 6-3515,-2-1-3748,-60 6 5703,-3 2 419,1-1 1,-1 0-1,0 0 1,1 0-1,-1 0 1,1 0 0,-1-1-1,0 1 1,0 0-1,1-1 1,-1 1-1,0-1 1,1 1-1,-1-1 1,0 0-1,0 1 1,0-1-1,0 0 1,0 0-1,0 0 1,0 0-1,0 0 1,0 0 0,0 0-1,0 0 1,0 0-1,-1 0 1,1 0-1,0-3 1,0 0-131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61 8,'10'-19'-434,"-3"-4"7321,-7 22-6565,0 1 1,0-1-1,0 0 0,0 1 1,-1-1-1,1 0 0,0 1 1,0-1-1,0 1 0,-1-1 1,1 0-1,0 1 1,-1-1-1,1 1 0,0-1 1,-1 1-1,1-1 0,-1 1 1,1-1-1,-1 1 0,1-1 1,-2 1-1,-23-6 3492,7 7-3492,0 1 0,0 1 0,1 0 1,-1 1-1,1 1 0,0 1 0,0 0 0,1 1 0,0 1 0,0 0 0,1 1 1,-25 19-1,27-18-246,1 0 0,0 1 0,1 0 0,0 1 0,1 0 0,0 0 0,1 1 0,1 1 0,0-1 0,0 1 0,2 1 0,-1-1 0,2 1 0,-6 25 0,10-35-75,0 0-1,0 0 0,0 0 0,1 1 0,0-1 0,0 0 1,1 0-1,-1 1 0,1-1 0,0 0 0,1 0 1,-1 0-1,1 0 0,0 0 0,0 0 0,0-1 0,1 1 1,6 8-1,-4-8-34,0-1 0,0 1 1,0-1-1,1 0 0,0 0 1,0-1-1,0 0 1,0 0-1,0 0 0,1-1 1,-1 1-1,13 1 0,2-1-107,1 0-1,-1-2 1,0-1-1,0 0 1,1-1-1,-1-2 1,0 0-1,28-8 1,-39 8 96,-1-1 1,1 1-1,-1-2 1,0 1-1,-1-1 1,13-9-1,-19 13 41,-1 0-1,0 0 1,1-1-1,-1 1 1,0 0-1,0-1 0,0 1 1,0-1-1,0 1 1,0-1-1,0 1 1,-1-1-1,1 1 1,0-1-1,-1 0 0,1 0 1,-1-3-1,0 3 3,0 1-1,-1-1 1,0 0-1,1 0 1,-1 1-1,0-1 1,0 0-1,0 1 1,0-1-1,0 1 1,0-1-1,0 1 1,0-1-1,-1 1 1,1 0-1,0 0 1,-1 0-1,1 0 1,-1 0-1,0 0 1,-2-1-1,-6-4 4,-1 1 0,0 1 0,0-1-1,0 2 1,0 0 0,-1 0 0,-18-2 0,-86 1 129,99 4-159,57-2-1027,50-11 0,-51 7 1231,0 1 0,71 0 0,-108 5-123,0 0 0,0 0-1,0 1 1,0-1-1,0 1 1,0-1-1,0 1 1,-1 0 0,1 0-1,0 0 1,0 0-1,-1 0 1,1 0-1,0 0 1,-1 0 0,0 1-1,1-1 1,-1 0-1,0 1 1,1 0-1,-1-1 1,0 1 0,0 0-1,0-1 1,0 1-1,-1 0 1,1 0-1,0 3 1,2 4 193,-2 2 0,0-1 1,0 0-1,-1 16 0,1 6 81,4 4 43,2 0-1,14 43 0,1 3-2736,-10 0-7751,-12-78 9115,1 1 1,-1-1-1,0 0 1,-1 0 0,1 1-1,-1-1 1,0 0-1,0 0 1,-3 8-1,0-2 107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44 88,'-51'6'2245,"-77"13"12834,223-19-13485,-24-5-1993,94-20 1,-66 5-3776,-103 9-4575,-18 3 4040,16 8 4236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15 8,'-50'-9'2634,"18"3"4723,42 11-4278,184 55-1434,-147-47-828,-45-13-707,0 1 1,0-1-1,-1 1 0,1-1 1,0 1-1,0 0 0,-1-1 0,1 1 1,-1 0-1,1 0 0,-1 0 1,1 0-1,-1 0 0,0 1 1,1-1-1,-1 0 0,0 1 0,2 2 1,-3-3-27,0 0 1,1 0-1,-1 1 1,0-1-1,0 0 1,-1 0-1,1 0 1,0 0-1,0 0 1,0 1-1,-1-1 1,1 0-1,-1 0 1,1 0-1,-1 0 1,1 0-1,-1 0 1,1 0-1,-1 0 1,0 0-1,-1 1 1,-7 6 292,0 0 0,0 0 0,-1-1 0,-15 8 0,14-8-480,-54 27-1702,25-15-3101,4 4-4484,31-16 4943,11-4 3778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420 124 88,'1'-3'314,"0"0"1,0 0-1,0 0 1,0 0-1,0 0 1,1 0-1,0 0 1,-1 0-1,1 1 1,0-1-1,1 0 1,2-2-1,-2 2 224,-1 0-1,1 1 1,-1-1-1,0 0 1,0-1 0,0 1-1,0 0 1,-1-1-1,2-4 1,-3 6-375,0 1 1,0-1-1,0 1 1,-1 0 0,1-1-1,0 1 1,-1-1-1,0 1 1,1 0-1,-1-1 1,0 1-1,1 0 1,-1 0-1,0 0 1,0 0-1,0-1 1,0 1-1,0 1 1,0-1-1,-1 0 1,1 0 0,0 0-1,0 0 1,-1 1-1,1-1 1,0 1-1,-1-1 1,1 1-1,0-1 1,-4 1-1,-6-4 241,-1 1-1,-1 0 1,1 1-1,0 0 1,-1 1-1,1 1 1,0 0-1,-1 1 1,1 0-1,-14 3 1,7-1-156,0 2 1,0 0 0,0 1 0,1 1 0,-30 16 0,36-15-218,1 0 0,1 0 1,-1 1-1,2 0 0,-1 1 1,1 0-1,1 1 0,0 0 1,0 0-1,1 0 1,0 1-1,1 0 0,1 1 1,-8 24-1,11-30-27,0 0 1,0 0-1,0 0 1,1 0-1,0 0 0,1 0 1,0 0-1,0 0 0,0 1 1,1-1-1,0 0 1,0 0-1,1 0 0,0 0 1,0 0-1,1-1 1,0 1-1,0-1 0,0 1 1,1-1-1,0 0 0,0 0 1,1-1-1,-1 1 1,1-1-1,0 0 0,1 0 1,-1-1-1,11 7 1,-5-6-146,-1-1 0,1 0 1,0 0-1,0-1 0,0-1 1,1 0-1,-1 0 0,0-1 1,1-1-1,-1 0 0,1 0 1,20-4-1,-9 0-1211,-1 0 0,22-8-1,32-20-7729,-15-5 3394,-41 24 5209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253 5 124,'-6'-1'1209,"0"0"0,0 0-1,0 0 1,0 1 0,0-1 0,0 1-1,0 1 1,0-1 0,0 1 0,-12 3-1,9-1-406,0 1 0,0-1-1,0 2 1,0-1-1,0 1 1,-10 9 0,9-7-599,2 0 1,-1 1-1,1 0 1,0 0 0,1 1-1,0 0 1,0 0 0,1 1-1,0 0 1,1 0-1,0 0 1,-5 14 0,9-20-187,0 0-1,0-1 1,0 1 0,1 0 0,-1 0 0,1-1 0,0 1 0,0 0 0,0 0-1,0 0 1,1 0 0,0-1 0,0 1 0,0 0 0,0-1 0,0 1 0,3 4-1,-2-5-23,0 0-1,0-1 0,1 1 1,-1-1-1,1 1 0,0-1 1,-1 0-1,1 0 1,0-1-1,0 1 0,0 0 1,0-1-1,1 0 0,-1 0 1,6 2-1,2-2-78,0 1 0,-1-2-1,1 1 1,0-2 0,0 1 0,-1-1 0,1-1 0,-1 0-1,1 0 1,-1-1 0,11-5 0,-12 4 34,-1 0 0,1-1 0,-1 1 0,0-2 0,0 1 0,-1-1 0,1-1 0,-1 1 0,-1-1 0,1 0 0,-1-1 0,6-8 0,-10 12-66,0-1-1,0 1 1,0 0 0,0-1 0,0 1 0,-1-1 0,0 1 0,0-1 0,0 0 0,-1 1 0,1-1 0,-1 0 0,0 0 0,-1 1-1,1-1 1,-1 0 0,0 1 0,0-1 0,0 0 0,-1 1 0,1-1 0,-1 1 0,0 0 0,-1 0 0,1-1 0,-5-5 0,4 7-998,1 1 1,-1-1 0,0 0-1,0 1 1,0 0 0,0 0-1,0 0 1,0 0-1,0 0 1,-1 1 0,1-1-1,-1 1 1,-4-2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68,'3'8'17631,"-3"-7"-17561,-1-1-1,0 1 1,0 0 0,0-1-1,1 1 1,-1 0-1,1 0 1,-1 0 0,0 0-1,1 0 1,-1 0-1,1 0 1,0 0 0,-1 0-1,1 0 1,0 0-1,0 0 1,-1 0 0,1 0-1,0 0 1,0 0-1,0 0 1,0 0 0,0 0-1,1 0 1,-1 0-1,0 0 1,0 0 0,1 0-1,-1 0 1,1 0-1,-1 0 1,1 0 0,0 1-1,3 3-61,0-1 0,0 1-1,1 0 1,-1-1 0,1 0 0,0 0 0,0-1-1,1 0 1,-1 1 0,1-2 0,5 4-1,7-1-14,-1 0-1,26 4 0,-28-6 76,0 0 0,0 1 0,-1 0 0,24 10 0,-37-8 580,-12 2-249,-23 6-75,25-10-271,-1 0-248,-34 14-567,42-18 360,1 1-1,-1-1 1,0 1-1,0-1 1,0 0-1,0 0 1,0 0-1,1 0 1,-1 0-1,0-1 0,0 1 1,-3-1-1,5 0 119,-1 1 0,1 0-1,0 0 1,-1-1-1,1 1 1,-1 0-1,1-1 1,0 1-1,-1 0 1,1-1-1,0 1 1,-1 0 0,1-1-1,0 1 1,0-1-1,-1 1 1,1-1-1,0 1 1,0-1-1,0 1 1,0-1-1,0 1 1,-1-1 0,1 1-1,0-1 1,0 0-1,5-16-4024,14-12 1025,-6 14 2794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95 224,'-2'-56'6568,"-1"17"7206,13 132-11404,-1-32-2263,2 74 54,13 104-2792,-23-233 2108,7 38-3709,-7-42 3435,-1 1 0,1-1 0,0 0 0,0 0 0,0 1 0,0-1 1,0 0-1,0 0 0,1 0 0,-1 0 0,1 0 0,-1-1 0,1 1 0,3 3 0,-4-5 728,-1 0 0,0 0-1,0 0 1,1 0 0,-1 0-1,0 0 1,0 0 0,1 0-1,-1 0 1,0 0-1,0 0 1,1 0 0,-1 0-1,0 0 1,1 0 0,-1 0-1,0 0 1,0 0 0,1 0-1,-1-1 1,0 1 0,0 0-1,0 0 1,1 0 0,-1 0-1,0 0 1,0-1 0,0 1-1,1 0 1,-1 0-1,0 0 1,0-1 0,0 1-1,0 0 1,1 0 0,-1-1-1,0 1 1,0 0 0,0 0-1,0-1 1,0 1 0,0 0-1,0 0 1,0-1 0,1-1-130,5-8-318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52,'18'-3'15120,"16"-1"-11693,7-2-3728,26-10-8615,-80 13 1643,3 0 6324,-8 0-11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11 8,'4'0'408,"-1"0"1,1 0-1,-1 0 1,1 0-1,0-1 1,-1 1-1,1-1 1,-1 0-1,1 0 1,-1-1-1,7-2 1867,-14 4-1753,-1 1 0,1 0 0,0 0 0,0 0 1,0 1-1,0 0 0,0 0 0,0 0 0,1 0 0,-6 4 0,-7 3 297,12-8-905,-47 25 594,27-8-2702,10 1-4638,20-21 2630,1-3 3750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82 132,'-26'-6'3084,"18"4"-1173,0 0 0,1 0 0,-1 0 0,1-1 0,0 0 1,0 0-1,0-1 0,-10-6 0,41 3-814,41 2-1195,-2-1-71,-22 1-2726,-8-3-2561,-1-2-3744,-25 7 6040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25 104,'-2'1'115,"1"0"1,0 0-1,0-1 1,-1 1-1,1 0 1,0 0-1,0 0 1,0 1-1,0-1 1,1 0-1,-1 0 1,0 0-1,0 1 0,1-1 1,-1 0-1,1 1 1,-1-1-1,1 1 1,-1-1-1,1 1 1,0-1-1,0 0 1,0 3-1,0-3 80,1-1 0,0 1 1,0 0-1,0 0 0,0 0 0,0 0 0,0-1 1,0 1-1,0-1 0,0 1 0,0 0 0,0-1 1,0 0-1,1 1 0,-1-1 0,0 0 0,0 0 1,0 1-1,1-1 0,1 0 0,13 0 1389,1 0 0,28-5 0,-44 5-1615,80-13 741,41-12-6586,-27 6 240,-71 14 4883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74 104,'-36'-3'933,"-18"0"3136,5-10 6030,54 14-9731,0 0 0,0-1 1,0 1-1,-1-1 0,1 0 1,0-1-1,5 0 0,9 0-141,39-1 222,-1-2-1,0-3 0,-1-3 1,76-21-1,-147 98 1085,-12 63-1357,14-71-881,-8 77 0,22-107-321,6 2-4470,-7-30 5255,1 0-1,-1 0 1,0 0 0,0 0 0,1 0-1,-1 0 1,1 0 0,-1 0-1,1 0 1,-1 0 0,1-1-1,-1 1 1,1 0 0,0 0-1,-1-1 1,1 1 0,0 0-1,0-1 1,-1 1 0,1-1-1,0 1 1,0-1 0,0 1 0,0-1-1,0 0 1,0 1 0,0-1-1,0 0 1,0 0 0,0 0-1,0 1 1,0-1 0,0 0-1,0 0 1,0-1 0,0 1-1,0 0 1,0 0 0,0 0-1,0-1 1,0 1 0,-1 0 0,1-1-1,0 1 1,0-1 0,0 1-1,0-1 1,0 0 0,-1 1-1,1-1 1,0 0 0,-1 1-1,1-1 1,1-1 0,7-10-656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64 104,'-39'-1'977,"-1"0"1713,-1 6 8847,41-5-11433,12 3 1527,20 3-890,29-5-877,80-9-1,-39-9-4973,-8-12-4177,-69 18 7378,-9 0 888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94 119 80,'-4'-2'-114,"0"1"609,0 0 1,0 0 0,0-1 1,1 0-1,-1 0 0,0 0 0,1 0 1,-5-4-1,8 6-373,0-1 1,-1 1 0,1 0-1,0-1 1,0 1 0,-1-1-1,1 1 1,0-1 0,0 1-1,0-1 1,0 1 0,0-1-1,-1 1 1,1-1 0,0 1-1,0-1 1,0 1 0,0-1-1,1 1 1,-1-1 0,0 1-1,0-1 1,0 1 0,0 0-1,0-1 1,1 0 0,19-18 1005,-6 11-1040,2-1-1,-1 2 0,1 0 0,0 1 1,1 1-1,-1 1 0,1 0 0,26-3 0,139-1-101,-176 8 23,-5 0-7,1 0 0,0 0 0,0 0 0,0 0 0,0 0 0,0 0 0,0 0 0,0 0 0,0 1 0,0-1 0,0 1 0,-1 0 0,1 0 0,0-1 0,0 1 1,-1 0-1,1 0 0,0 0 0,-1 1 0,1-1 0,-1 0 0,0 1 0,3 2 0,-4-2-1,1 0 0,-1 0-1,1 1 1,-1-1 0,0 0 0,0 0 0,0 1-1,0-1 1,0 0 0,0 0 0,-1 0 0,1 1 0,-1-1-1,0 0 1,1 0 0,-1 0 0,-1 2 0,-7 12 120,0-1 1,0 0 0,-23 26-1,-26 22 1347,27-29-901,1 0 0,-30 45 0,54-70-531,0 0-1,1 1 1,0 0 0,0 0 0,1 0 0,1 0 0,-1 1 0,2-1 0,-1 1 0,2 0-1,-1-1 1,1 1 0,1 0 0,1 14 0,1-16-16,0-1 0,0 0 1,0 0-1,1 0 0,1-1 0,-1 1 0,1-1 0,1 1 1,-1-1-1,1-1 0,0 1 0,1-1 0,0 0 1,0 0-1,0 0 0,0-1 0,1 0 0,13 7 1,9 4-6,2-1 0,0-1 0,43 12 0,-31-11 58,-53-16 216,0 1 0,1 1 0,-1 0 0,0 0 0,0 0 0,1 2 0,-1-1 0,1 1 0,0 0 0,0 1 1,-10 5-1,9-3-274,1-1 0,0 1 0,1 1 0,-1-1 0,1 1 0,1 1 1,-1 0-1,1 0 0,1 0 0,-1 1 0,1 0 0,-6 13 0,6-7 15,0-1 0,1 1 1,0 1-1,1-1 0,1 1 0,1-1 0,-1 26 0,4 4 124,2 0 1,1-1 0,3 1-1,24 81 1,-17-82-30,-8-28-62,-1 1 1,-1-1 0,4 27-1,-8-41-55,0 0-1,-1 0 1,1 0-1,-1-1 1,1 1-1,-1 0 1,1-1-1,-1 1 1,0 0-1,0-1 1,0 1-1,0-1 0,0 1 1,0-1-1,-1 1 1,1-1-1,0 0 1,-1 0-1,1 1 1,-1-1-1,1 0 1,-1-1-1,1 1 0,-1 0 1,0 0-1,0-1 1,1 1-1,-1-1 1,0 1-1,0-1 1,1 0-1,-1 1 1,-3-1-1,-11 2-23,0-1 0,-29-1 0,31 0-45,-32-2-454,-3-7-4683,44 8 4473,1 0 0,-1-1-1,1 1 1,-1-1 0,1 0-1,0-1 1,-1 1 0,1-1 0,0 0-1,1 0 1,-1 0 0,0 0-1,1 0 1,0-1 0,0 0-1,0 0 1,-4-6 0,2-7-221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297 100 36,'0'-4'477,"0"0"0,0 0 1,0 0-1,0 0 0,-1 1 0,1-1 0,-1 0 0,0 0 1,0 0-1,-1 1 0,1-1 0,-1 0 0,0 1 0,0 0 1,0-1-1,0 1 0,-1 0 0,1 0 0,-1 0 1,0 0-1,0 1 0,0-1 0,0 1 0,0-1 0,0 1 1,-6-2-1,4 2 95,1 1 0,-1-1 0,0 1 1,0 0-1,0 1 0,1-1 0,-1 1 1,-9 0-1,6 1-539,0 0 1,1 1-1,-1 0 1,1 0-1,-14 6 1,11-3 9,1 1 0,0 0 1,0 1-1,0 0 0,1 0 0,0 1 0,1 0 1,-1 0-1,2 1 0,-1 0 0,1 0 0,1 1 1,-1-1-1,2 1 0,-1 1 0,-3 14 0,6-20-48,0 0-1,0 0 1,1 0-1,0 1 1,0-1-1,1 0 1,0 1-1,-1-1 1,2 1 0,-1-1-1,1 0 1,0 1-1,0-1 1,0 0-1,1 0 1,-1 1-1,1-1 1,1-1-1,-1 1 1,1 0-1,-1 0 1,1-1-1,1 0 1,-1 1-1,1-1 1,-1-1-1,1 1 1,0 0-1,1-1 1,-1 0-1,1 0 1,-1 0-1,1 0 1,0-1-1,5 2 1,-5-2-2,-1 0 0,1 0 1,0-1-1,0 1 0,0-1 0,0 0 1,0-1-1,0 1 0,0-1 0,0 0 1,1 0-1,-1-1 0,0 1 1,0-1-1,0 0 0,0-1 0,0 1 1,-1-1-1,1 0 0,0 0 0,-1 0 1,1-1-1,-1 0 0,0 1 0,0-2 1,0 1-1,0 0 0,0-1 1,4-6-1,-2 1 5,0 0 0,-1 0 0,0 0 0,-1 0 0,0-1 0,-1 1 0,1-1 1,-2 0-1,0 0 0,0-1 0,-1 1 0,0 0 0,-1-18 0,-4-37-1260,3 48-3444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99 4,'-8'-30'1673,"8"-12"5592,1 15-1669,-1 97-3618,1 118 11,1-125-2608,3 0-1,20 91 1,-25-154 601,13 45-3021,-12-43 2510,0 0 0,0-1 0,0 1 0,0 0 0,0 0 0,0-1 0,1 1 0,-1 0-1,1-1 1,-1 1 0,3 1 0,-3-3 387,-1 0 0,1 0 0,-1 0 0,1 0 0,-1 0 0,1 0 0,-1-1 0,1 1 0,-1 0 0,1 0 0,-1 0 0,1 0 0,-1-1 0,1 1 0,-1 0 0,1-1 0,-1 1 0,1 0 0,-1-1 0,1 1 0,-1 0 0,0-1 0,1 1 0,-1-1 0,0 1 0,1-1 0,-1 1 0,0-1 0,0 1 0,0-1 0,1 1 0,-1-1 0,0 1 0,0-1 0,0 1 0,0-1 0,0 1 0,0-1 0,0 0 0,0 1 0,0-1 0,0 1 0,0-2 0,0-13-619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68,'0'-6'194,"0"1"0,1 0 0,0 0 0,0 0 0,0 0-1,0 0 1,1 1 0,-1-1 0,1 0 0,1 1 0,-1-1 0,0 1 0,1 0 0,0-1 0,0 1 0,1 1 0,-1-1-1,1 0 1,6-5 0,-7 7-83,0 1 0,0-1 0,0 1 0,1-1 0,-1 1 0,0 0 0,0 0 0,1 1 0,-1-1-1,0 1 1,1-1 0,-1 1 0,1 0 0,-1 0 0,0 1 0,1-1 0,-1 1 0,1-1 0,-1 1 0,0 0 0,0 0-1,0 1 1,1-1 0,-1 1 0,0-1 0,-1 1 0,1 0 0,0 0 0,0 0 0,3 5 0,-3-5 54,0 1 0,0 0 0,0-1 0,0 2 0,-1-1 1,1 0-1,-1 0 0,1 1 0,-1-1 0,-1 1 0,1 0 1,0-1-1,-1 1 0,0 0 0,0 0 0,0 0 0,0 0 1,-1 0-1,1 0 0,-1 0 0,0 1 0,0-1 0,-1 0 1,1 0-1,-1 0 0,0 0 0,0 0 0,0 0 0,0-1 1,-1 1-1,0 0 0,0 0 0,0-1 0,0 1 0,-5 5 0,-3 3 91,0-1 0,-1 0-1,0-1 1,0 0 0,-1-1-1,-1 0 1,1-1 0,-22 10-1,21-13-2094,29-17-9047,-4 7 10184,8 0-641,1 0 618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10 149 60,'-5'-75'3134,"2"38"1858,2 1 3913,10 134-7328,-10-36-1702,5 119-95,-1-152-809,1-1 0,10 33 1,-13-56 423,1 0 0,-1-1-1,1 1 1,0-1 0,1 1 0,-1-1 0,1 0 0,0 0 0,0 0 0,4 4 0,-5-6 325,-1-1 0,1 0-1,-1 0 1,1 1 0,0-1 0,-1 0 0,1 0 0,0-1 0,0 1 0,0 0 0,0-1 0,0 1-1,0-1 1,0 1 0,0-1 0,0 0 0,0 0 0,0 0 0,0 0 0,0 0 0,0 0 0,0-1-1,-1 1 1,1-1 0,0 1 0,3-2 0,8-6-490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77 8,'-15'-5'277,"12"5"26,-1-1 1,1 1-1,-1-1 0,1 0 1,-1-1-1,1 1 1,-1 0-1,1-1 0,0 0 1,0 0-1,0 0 1,-5-4-1,9 5-216,-1 1 0,0-1 0,1 0 0,-1 1 0,0-1 0,1 0 1,-1 1-1,1-1 0,-1 1 0,1-1 0,-1 1 0,1-1 0,-1 1 0,1-1 0,-1 1 0,1-1 0,0 1 0,-1 0 0,1-1 0,0 1 0,0 0 0,-1 0 1,1-1-1,0 1 0,-1 0 0,3 0 0,27-8 470,-25 7-333,21-6 184,64-13 322,-83 19-701,0 0 0,0 1 0,0-1 0,0 1 0,0 1 0,0-1 0,0 1 0,0 1 0,0-1 0,8 4 0,-12-3-11,0 0 0,0 1 0,0-1-1,-1 1 1,1-1 0,-1 1 0,0 0 0,0 0-1,0 0 1,0 0 0,0 0 0,-1 0 0,1 1 0,-1-1-1,0 1 1,0-1 0,0 1 0,0-1 0,-1 1-1,0-1 1,1 6 0,0 11-72,-1 1 0,-3 26-1,3-44 18,-1 7-690,0 0-1,1 0 0,0 0 1,3 18-1,-2-26 520,-1 1 0,1 0 1,0-1-1,0 1 0,0-1 0,0 1 1,1-1-1,-1 0 0,0 1 0,1-1 1,0 0-1,-1 0 0,1 0 0,0 0 1,0 0-1,0-1 0,1 1 0,-1 0 0,0-1 1,0 0-1,1 1 0,4 0 0,15 4-321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91 44,'-2'-12'419,"-4"-20"1746,10 16 2720,1 16-2283,0 13-1396,-2 13 276,-4-24-1320,1 0 0,-1 0 0,0 1 0,0-1 0,0 0 0,-1 0-1,1 0 1,0 0 0,-1 0 0,0 0 0,1-1 0,-1 1 0,0-1 0,0 1 0,0-1 0,0 1-1,0-1 1,0 0 0,0 0 0,0 0 0,0 0 0,-1 0 0,1-1 0,-4 2 0,5-2-141,-1 0 1,1-1 0,0 1-1,-1 0 1,1 0-1,0-1 1,-1 1 0,1 0-1,0-1 1,-1 1-1,1-1 1,0 0 0,0 0-1,0 1 1,-1-1 0,1 0-1,0 0 1,0 0-1,0 0 1,1 0 0,-1 0-1,0 0 1,0 0 0,0 0-1,1-1 1,-1 1-1,1 0 1,-1-1 0,1 1-1,-1 0 1,1-1-1,0 1 1,0 0 0,-1-1-1,1 1 1,0 0 0,0-1-1,1 1 1,-1 0-1,0-1 1,0 1 0,1-2-1,9-41-1804,4 20-4626,-5 53-1632,-4-3 7009,3 6 541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0 169 172,'1'-22'2096,"7"3"5531,-8 18-7381,1 1 0,0 0 0,-1-1 0,1 1 0,0 0 0,-1 0 0,1-1 0,0 1 0,-1 0 0,1 0 0,0 0 0,-1 0 0,1 0-1,0 0 1,0 0 0,-1 0 0,1 0 0,0 0 0,0 0 0,-1 1 0,1-1 0,0 0 0,-1 0 0,2 1 0,17 10-831,-13-6 619,-1 0 0,-1 0 0,1 1 0,-1-1 0,1 1 0,-2 0 0,1 0 0,-1 0 0,0 1 0,0-1 0,0 1 0,-1 0 0,0 0 0,-1 0 0,1 0 0,-1 0 0,-1 0 0,1 13 0,22-81-22,-22 58-13,38-97 57,-35 92-51,0 0 1,1 0-1,0 0 0,0 0 0,0 1 0,1 0 1,0 0-1,1 1 0,11-10 0,-18 16-4,1-1-1,0 1 1,0-1 0,0 1-1,-1 0 1,1-1-1,0 1 1,0 0 0,0 0-1,0-1 1,0 1-1,0 0 1,0 0 0,-1 0-1,1 0 1,0 0-1,0 0 1,0 0 0,0 1-1,0-1 1,0 0-1,0 0 1,-1 1 0,1-1-1,0 1 1,0-1-1,1 1 1,19 25 77,3 36 192,-21-49-195,2-1-17,-2 0-1,0 1 0,0-1 1,-1 1-1,0 0 0,-1 0 1,-1 0-1,-1 13 0,3-93 69,3 50-147,0 1-1,1 0 0,0 1 0,17-29 1,-20 38 15,1 1 1,-1-1-1,1 1 0,1-1 1,-1 1-1,1 1 1,0-1-1,0 0 1,0 1-1,0 0 1,1 0-1,0 1 1,0 0-1,0 0 0,8-3 1,-11 5 5,0 1 1,1 0 0,-1-1-1,0 1 1,1 0-1,-1 1 1,0-1-1,1 1 1,-1-1-1,0 1 1,0 0-1,1 0 1,-1 0-1,0 1 1,0-1-1,0 1 1,-1 0 0,1 0-1,0 0 1,-1 0-1,1 0 1,-1 0-1,1 1 1,-1-1-1,0 1 1,0 0-1,0 0 1,-1-1-1,1 1 1,-1 0 0,3 5-1,-1 1-269,1 0 0,-1 0-1,0 0 1,2 14 0,-3 30-4388,-5-33 1722,2-16 2416,0 0 1,0 0-1,0 0 1,1 1-1,0-1 0,-1 0 1,2 0-1,-1 1 1,0-1-1,1 0 1,0 0-1,0 0 1,0 0-1,2 5 0,4-1 118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319 398 68,'0'-2'332,"0"-1"0,0 0-1,0 0 1,-1 1 0,1-1 0,-1 0 0,1 1 0,-1-1-1,0 0 1,0 1 0,0-1 0,-1 1 0,1-1 0,0 1-1,-1 0 1,0 0 0,1-1 0,-1 1 0,0 0 0,0 1-1,0-1 1,-4-3 0,1 3 225,0 0 1,1 0-1,-1 0 0,0 1 1,0 0-1,-1-1 1,1 2-1,0-1 0,0 1 1,0 0-1,-8 0 0,0 1 573,-1 1 0,0 0 0,-23 7 0,-23 17-50,51-20-1004,1 0 0,0 1 1,0 0-1,0 0 0,-11 15 0,16-19-75,1-1-1,0 1 1,0 0-1,0 0 1,0 0-1,0 0 0,1 0 1,-1 1-1,1-1 1,0 0-1,0 1 1,0-1-1,1 1 0,-1-1 1,1 1-1,0-1 1,0 1-1,0-1 1,0 1-1,2 5 1,-2-8-4,1 1 0,-1-1 0,1 0 1,-1 1-1,1-1 0,0 0 0,0 0 1,0 0-1,0 1 0,0-1 0,0 0 1,0 0-1,0-1 0,0 1 0,0 0 1,1 0-1,-1 0 0,0-1 0,0 1 1,1-1-1,-1 1 0,3 0 0,0-1-3,-1 0 0,1 1-1,-1-2 1,1 1-1,-1 0 1,1-1-1,-1 1 1,0-1-1,5-2 1,5-2-40,-1 0 0,0-1 0,21-14 0,-16 8 0,-13 8 25,1 1 0,-1 0 0,1-1 0,0 2 0,0-1 0,1 1 0,7-3 0,-12 4 17,1 1 1,0 0-1,0 0 0,0 0 1,-1 1-1,1-1 0,0 0 1,0 1-1,-1-1 0,1 1 1,0-1-1,-1 1 0,1 0 1,-1 0-1,1 0 0,-1 0 1,1 0-1,-1 0 0,1 0 1,-1 0-1,0 0 0,0 1 1,1-1-1,-1 0 0,0 1 1,0-1-1,-1 1 0,3 3 0,0 1-38,1 0 0,0 0 0,0 0-1,1 0 1,0-1 0,0 1-1,0-1 1,0-1 0,1 1-1,0-1 1,12 7 0,-12-9-25,0 0 1,0 0-1,0 0 1,0-1 0,1 0-1,-1-1 1,0 1-1,1-1 1,-1 0-1,0-1 1,1 1 0,-1-1-1,0-1 1,7-1-1,1-2 41,0 0-1,0 0 0,-1-2 1,0 1-1,0-2 1,-1 0-1,0 0 0,0-1 1,-1 0-1,0-1 1,0-1-1,-2 0 0,1 0 1,-1-1-1,-1 0 0,0 0 1,0-1-1,-2 0 1,9-20-1,-10 19 66,0-1 1,-1 1-1,0-1 1,-1 0-1,-1 0 1,0 0-1,-1 0 0,-1-1 1,0 1-1,-1 0 1,0 0-1,-2 0 0,0 0 1,0 0-1,-1 0 1,-1 1-1,-1 0 1,-14-27-1,20 40-33,-1-1-1,1 1 0,-1 0 1,0-1-1,0 1 1,1 0-1,-1 0 1,0-1-1,0 1 1,-1 0-1,1 0 1,0 0-1,0 0 1,0 0-1,-1 1 1,1-1-1,0 0 1,-1 0-1,1 1 1,-1-1-1,1 1 1,0-1-1,-1 1 0,1 0 1,-1 0-1,-2-1 1,1 2-3,1 0 0,0 0 0,0 0 0,0 1 0,1-1 0,-1 0 0,0 1 0,0-1 0,1 1 0,-1-1 0,1 1 0,-1 0 0,1 0 0,0 0 0,-2 3 0,-5 10 0,1 1-1,1-1 1,-8 29 0,5-10 21,1 1 1,2 1 0,1-1 0,2 1-1,1 0 1,4 43 0,-1-65-164,1 0-1,0-1 1,1 1 0,1 0-1,0-1 1,1 0 0,0 0-1,1-1 1,0 1 0,1-1-1,1 0 1,0-1 0,0 0-1,1 0 1,1-1 0,0 0-1,0 0 1,21 14-1,-12-12-2346,1 0 0,41 17-1,-51-25 1626,1 0-1,-1-1 0,1 0 1,0-1-1,0 0 1,0-1-1,0 0 1,13-1-1,-1-4-56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4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1035 156 4,'-17'-18'819,"-2"2"1,0 0-1,0 2 0,-1 0 1,-1 1-1,0 1 0,-42-17 0,49 23-414,0 2 0,-1 0 0,1 1 0,-1 0 0,0 1 0,0 1 0,0 0 0,0 1 0,0 1 0,0 0-1,1 1 1,-1 1 0,-28 8 0,-2 5-207,2 3-1,0 1 1,2 2-1,0 2 1,1 2-1,-56 48 1,70-52-175,2 1 0,1 1 1,0 1-1,2 1 0,1 1 1,2 1-1,0 1 1,2 0-1,1 1 0,-11 32 1,20-46-22,2 1 0,0-1 0,1 1 0,0 0 1,1 0-1,1 0 0,1 0 0,1 0 0,0 0 0,1 0 1,1 0-1,0 0 0,1 0 0,1-1 0,9 21 1,-4-17-22,1 0 0,0 0 0,2-1 0,0-1 0,1 0 0,1-1 1,0-1-1,2 0 0,0-1 0,0-1 0,22 14 0,-5-8-151,0-1 1,2-2-1,-1-1 0,2-2 0,0-2 0,1-1 0,0-2 1,0-1-1,1-2 0,0-2 0,39-1 0,-43-3 52,0-1 0,0-2-1,0-1 1,-1-2 0,0-1-1,0-2 1,-1-2 0,0 0-1,-1-2 1,0-2 0,-1-1-1,46-31 1,-59 33 157,-1 0 1,0-2 0,-1 0-1,-1-1 1,0 0-1,-2-1 1,0-1-1,0 0 1,-2 0-1,-1-1 1,0-1-1,-1 0 1,-2 0-1,0-1 1,-1 0-1,3-26 1,-5 20 101,-2 1-1,-1-1 1,-2 0-1,0 0 1,-2 1-1,-1-1 1,-1 1 0,-1 0-1,-2 0 1,0 1-1,-2 0 1,-24-45-1,24 52-41,-1 0-1,-1 1 0,-1 1 1,0 0-1,-1 0 0,-1 2 0,-24-21 1,30 29-312,-1 1 0,1 0 0,-1 0 0,0 1 0,0 1 0,-18-6 0,18 7-381,0 1-1,0 0 0,-1 1 1,1 0-1,0 1 0,0 0 0,0 1 1,-12 1-1,2 2-238,0 1-1,1 1 1,0 0 0,0 2-1,0 0 1,-26 16 0,-9 10 192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5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30 120,'0'-1'71,"0"0"0,0 0 0,1 0 1,-1 0-1,0 0 0,0 0 0,0 0 0,0 1 0,0-1 0,-1 0 0,1 0 1,0 0-1,0 0 0,-1 0 0,1 0 0,0 0 0,-1 0 0,1 1 0,-1-1 1,1 0-1,-1 0 0,1 1 0,-1-1 0,0 0 0,1 1 0,-1-1 0,0 0 1,1 1-1,-1-1 0,0 1 0,0-1 0,0 1 0,1 0 0,-1-1 0,0 1 1,0 0-1,0-1 0,0 1 0,0 0 0,0 0 0,0 0 0,0 0 0,0 0 1,-1 0-1,-53-2 2868,45 3-2260,-11-1 147,0 2 0,0 0 1,0 2-1,-32 9 0,43-11-711,0 2-1,0-1 0,1 1 1,-1 1-1,1 0 1,0 0-1,1 1 0,-1 0 1,1 0-1,0 1 1,-8 9-1,14-13-107,0 0 0,0 1 0,0-1 0,1 1 0,-1 0-1,1-1 1,0 1 0,0 0 0,0 0 0,1 0 0,-1 0 0,1 0 0,0 0 0,0 0-1,0-1 1,1 1 0,-1 0 0,1 0 0,0 0 0,0 0 0,0-1 0,1 1 0,-1 0-1,1-1 1,0 1 0,0-1 0,3 5 0,9 11-14,0-1 0,0 0 1,26 24-1,-23-25-10,63 56-49,-52-50 108,45 51 0,-72-74-4,-1 1-1,1-1 0,-1 0 0,0 1 0,1-1 0,-1 1 0,0-1 0,1 1 0,-1-1 1,0 1-1,0-1 0,1 1 0,-1 0 0,0-1 0,0 1 0,0-1 0,0 1 0,0-1 1,0 1-1,0 0 0,0-1 0,0 1 0,0-1 0,0 1 0,0-1 0,0 1 0,0 0 0,-1-1 1,1 1-1,0-1 0,0 1 0,-1-1 0,1 1 0,0-1 0,-1 1 0,1-1 0,0 0 1,-2 1-1,-27 13 979,-50-3-94,71-10-892,-15 1-39,0-2 1,1 0-1,-27-3 0,31 0-1267,0 0-1,0-2 1,0 0 0,0-1-1,1-1 1,0 0 0,0-1-1,1-1 1,0-1-1,1 0 1,-28-24 0,18 12 657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0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65 119 32,'-19'-72'3833,"3"25"4912,18 60-8017,-1 0 0,0 0 0,-1 1-1,0-1 1,-1 0 0,-3 14-1,0 15-84,-7 113 204,3-87-1024,4 1 0,2 0 0,4 0 0,10 73-1,-11-139-108,-1 0-1,1 0 0,-1 0 0,1 0 0,0 0 0,1 0 1,-1 0-1,0 0 0,1 0 0,0 0 0,-1-1 0,1 1 1,0-1-1,3 4 0,-4-6 114,-1 0 0,1 1 0,-1-1 0,1 0 0,0 0 0,-1 1 0,1-1 0,-1 0 0,1 0 0,0 0 0,-1 0 0,1 0 0,0 0 0,-1 0 0,1 0 0,0 0-1,-1 0 1,1 0 0,-1 0 0,1 0 0,0-1 0,-1 1 0,1 0 0,-1 0 0,1-1 0,0 0 0,1 0-217,0-1-1,0 0 0,0 0 0,-1 0 0,1 0 1,-1 0-1,1 0 0,-1 0 0,0 0 1,2-4-1,1-5-363,0-1 0,0 0 1,-2-1-1,1 1 0,1-25 0,-2-6 309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132 187 128,'-4'-7'307,"0"1"0,0-1 1,0 1-1,0 0 0,-1 1 0,0-1 0,-1 1 1,-6-6-1,-51-28 6611,46 30-4632,17 9-2242,0 0 0,0 0 0,0 0 0,0 0 0,-1 0-1,1 0 1,0 0 0,0 0 0,0 0 0,0-1 0,-1 1 0,1 0 0,0 0-1,0 0 1,0 0 0,0 0 0,0 0 0,-1 0 0,1 0 0,0-1 0,0 1 0,0 0-1,0 0 1,0 0 0,0 0 0,0 0 0,0-1 0,0 1 0,0 0 0,0 0-1,-1 0 1,1 0 0,0-1 0,0 1 0,0 0 0,0 0 0,0 0 0,0 0 0,0-1-1,1 1 1,-1 0 0,0 0 0,0 0 0,0 0 0,0-1 0,0 1 0,0 0 0,0 0-1,0 0 1,0 0 0,0-1 0,0 1 0,1 0 0,13-5 843,30-1-917,-32 4 275,120-24-95,-46 7-1763,-1 7-3866,-83 11 5224,0 1-1,0-1 0,-1 1 0,1 0 0,0 0 0,0 0 0,0 0 0,-1 0 1,1 0-1,0 1 0,0-1 0,-1 0 0,1 1 0,0 0 0,0-1 0,-1 1 1,1 0-1,-1 0 0,1 0 0,-1 0 0,1 0 0,-1 0 0,1 0 1,-1 0-1,0 1 0,0-1 0,0 0 0,0 1 0,0-1 0,2 4 0,0 6-315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0 116,'-33'18'1801,"-1"-2"3892,35-12-2367,11 0-2244,15 2-485,-1-5-881,1-1 0,-1 0 0,49-9 0,25-11-10468,-92 19 10097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2 190 84,'-1'-7'520,"1"0"0,-1 0 1,1 0-1,0 0 0,1 0 0,0 0 0,0 0 1,0 0-1,1 0 0,0 0 0,0 1 0,5-11 0,-1 5 639,1-1 1,0 1-1,1 0 0,0 1 0,13-14 0,-20 25-1099,-1-1 0,0 1 0,1 0 0,-1-1 1,0 1-1,1 0 0,-1-1 0,0 1 0,1 0 0,-1 0 1,1-1-1,-1 1 0,1 0 0,-1 0 0,1 0 1,-1 0-1,1 0 0,-1 0 0,0-1 0,1 1 0,-1 0 1,1 0-1,-1 1 0,1-1 0,-1 0 0,1 0 1,-1 0-1,1 0 0,-1 0 0,1 0 0,-1 1 0,1-1 1,14 16 852,5 30-263,-18-41-463,15 36 80,-3 1-1,-1 0 1,-2 1 0,10 85-1,-20-127-242,-1 0-1,0 1 1,0-1-1,0 0 0,0 1 1,0-1-1,0 0 1,0 1-1,0-1 0,-1 1 1,1-1-1,-1 0 0,1 0 1,-1 1-1,1-1 1,-1 0-1,0 0 0,1 0 1,-3 2-1,3-3-6,-1 0-1,0 0 0,0-1 0,1 1 1,-1 0-1,0-1 0,0 1 1,1-1-1,-1 1 0,1-1 1,-1 1-1,0-1 0,1 0 0,-1 1 1,1-1-1,-1 1 0,1-1 1,0 0-1,-1 0 0,1 1 1,0-1-1,-1 0 0,1 0 0,0 1 1,0-1-1,0 0 0,-1 0 1,1 0-1,0 1 0,0-1 1,0 0-1,1 0 0,-1-1 0,-3-19-58,2-1-1,0 0 0,1 0 1,1 1-1,1-1 0,2 1 0,7-32 1,-5 30-1977,1 1 1,1 0-1,19-37 0,-25 56 1558,-1 1-1,1-1 1,-1 1-1,1 0 1,0-1-1,0 1 1,0 0-1,0 0 1,0 0-1,0 0 1,1 1-1,-1-1 1,5-2-1,-5 4 314,-1 0 0,1-1-1,-1 1 1,1 0 0,-1 0 0,0 0 0,1 0-1,-1 0 1,1 0 0,-1 0 0,1 1-1,-1-1 1,1 0 0,-1 1 0,0-1 0,1 1-1,-1 0 1,0-1 0,0 1 0,1 0 0,-1 0-1,0 0 1,0 0 0,0 0 0,0 0 0,0 0-1,0 0 1,0 0 0,1 2 0,14 22-389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88,'7'-61'3056,"-4"37"7141,12 77-9237,-8-30-963,-1 0 0,4 32 0,-9-45-1536,0-1 0,-1 1 0,-1-1 1,0 1-1,-2 12 0,5-33-3220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8 153 148,'-2'-9'425,"0"0"1,1 0-1,0 0 0,0 0 0,1-1 1,1-8-1,-1 16-280,0 0-1,1 0 1,-1 0 0,0 0 0,1 0 0,0 1-1,-1-1 1,1 0 0,0 1 0,0-1 0,0 0-1,0 1 1,0-1 0,0 1 0,1-1 0,-1 1-1,0 0 1,1 0 0,-1 0 0,1-1 0,0 1-1,-1 0 1,1 1 0,0-1 0,-1 0 0,1 0-1,0 1 1,0-1 0,0 1 0,-1 0 0,1-1-1,0 1 1,0 0 0,3 0 0,-11 6 4711,5-6-4873,0 0 0,0 0 0,1 1 0,-1-1 0,0 0 0,1 0 0,-1 0 0,0 0 0,0 1 0,1-1 0,-1 0 0,0-1 0,0 1 0,1 0 0,-1 0 0,0 0 0,1 0 1,-1-1-1,0 1 0,0 0 0,1 0 0,-1-1 0,0 1 0,1-1 0,-1 1 0,1 0 0,-1-1 0,1 1 0,-1-1 0,1 0 0,-1 1 0,1-1 0,-1 1 0,1-1 0,0 0 0,-1 1 0,1-1 0,0 0 0,-1 1 0,1-2 0,-2-21-4183,3 13 854,4 22-1453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3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10 237 172,'-1'-1'305,"0"1"1,1-1-1,-1 0 1,0 1-1,1-1 0,-1 0 1,0 0-1,1 0 1,-1 1-1,1-1 1,-1 0-1,1 0 0,0 0 1,-1 0-1,1 0 1,0 0-1,0 0 0,-1 0 1,1 0-1,0 0 1,0 0-1,0 0 0,0 0 1,0 0-1,1 0 1,-1 0-1,0 1 0,0-1 1,1 0-1,-1 0 1,0 0-1,1 0 1,-1 0-1,1 0 0,-1 0 1,1 1-1,-1-1 1,1 0-1,0 0 0,0 1 1,-1-1-1,1 0 1,0 1-1,0-1 0,-1 1 1,1-1-1,0 1 1,0-1-1,0 1 0,0 0 1,0-1-1,0 1 1,1 0-1,-1 0-219,0 0 0,0 0 1,0 0-1,1 0 0,-1 0 0,0 1 0,0-1 0,0 0 0,0 0 1,0 1-1,0-1 0,0 1 0,0-1 0,0 1 0,0 0 0,-1-1 0,1 1 1,0 0-1,0-1 0,0 1 0,-1 0 0,1 0 0,0 0 0,-1 0 1,1 1-1,4 7 80,-1 0 0,0 1 1,0-1-1,-1 1 0,0-1 0,-1 1 1,0 0-1,-1 0 0,0 0 0,-1 10 1,1-11-145,-1 0 0,-1-1 0,0 1 0,0-1 0,0 1 1,-1-1-1,0 0 0,-1 0 0,0 1 0,0-2 0,-9 16 1,12-23-23,0 0 0,0 0 0,0 0 0,0 0 0,0 1 0,0-1 0,0 0 0,0 0 0,0 0 0,0 0 0,-1 0 0,1 0 0,0 0 0,0 0 0,0 0 0,0 1 0,0-1 0,0 0 0,0 0 0,0 0 0,0 0 0,0 0-1,0 0 1,-1 0 0,1 0 0,0 0 0,0 0 0,0 0 0,0 0 0,0 0 0,0 0 0,0 0 0,-1 0 0,1 0 0,0 0 0,0 0 0,0 0 0,0 0 0,0 0 0,0 0 0,0 0 0,0 0 0,-1 0 0,1 0 0,0 0 0,0 0 0,0 0 0,0 0 0,0 0 0,0 0 0,0-1 0,0 1 0,0 0 0,0 0 0,0 0 0,-1 0 0,1 0 0,0 0 0,0 0 0,0 0 0,0 0 0,0-1 0,0 1 0,0 0 0,0 0 0,0 0 0,-1-13-16,3-14-25,3-1-28,3 0 0,0 1 0,1 0-1,2 0 1,1 1 0,1 1 0,0 0 0,3 1-1,0 0 1,35-40 0,-49 63 53,-1-1 0,1 0 0,0 1 0,-1-1 0,1 1 0,0 0 0,0-1 0,0 1 0,0 0 0,0 0 0,0 0 0,0 0 0,0 1 0,1-1 0,-1 0 0,0 1-1,0 0 1,1 0 0,-1-1 0,0 1 0,1 0 0,-1 1 0,0-1 0,4 1 0,-3 1 3,-1-1-1,0 1 1,0-1-1,1 1 1,-1 0 0,0 0-1,0 0 1,-1 0-1,1 0 1,0 1-1,-1-1 1,1 1-1,-1-1 1,0 1-1,0-1 1,0 1-1,0 0 1,0-1-1,0 1 1,-1 3-1,4 12-8,-1-1-5,1-1 0,1 1 0,0-1 0,11 23 0,-13-34-5,0-1 0,0 1 0,0-1 0,0 1-1,1-1 1,-1 0 0,1-1 0,0 1 0,1-1-1,-1 1 1,0-1 0,1 0 0,0-1 0,0 1-1,0-1 1,0 0 0,0 0 0,9 1 0,5 0-185,0-1 0,0-1 0,0 0 1,1-2-1,-1 0 0,0-1 0,0-1 1,0-1-1,0-1 0,18-7 0,-1-1-183,-1-1-1,0-2 0,-1-2 0,36-24 0,-57 33 335,0-1 0,0 0 0,-1-1 0,18-21 0,-28 29 98,0 1 0,0-1 0,0 1 1,-1-1-1,1 0 0,-1 1 0,0-1 1,0 0-1,0 0 0,0 0 0,0 0 1,0 0-1,-1 0 0,0-4 0,0 5 27,0 0 0,-1 0 0,0 0-1,1 0 1,-1 0 0,0 0 0,0 0-1,0 1 1,0-1 0,-1 0 0,1 0-1,0 1 1,-1-1 0,1 1-1,-1-1 1,1 1 0,-1 0 0,0-1-1,1 1 1,-1 0 0,0 0 0,0 0-1,-3 0 1,-4-3 178,-1 1 1,1 1-1,-1 0 0,1 0 0,-1 1 0,0 0 1,0 0-1,0 1 0,1 1 0,-1 0 1,-13 2-1,7 0-7,0 1 0,0 0-1,1 1 1,0 1 0,0 0 0,-15 9 0,26-13-205,0 0 1,1 0-1,0 1 1,-1-1-1,1 0 0,0 1 1,0 0-1,0 0 1,1 0-1,-1 0 1,1 0-1,-1 1 0,1-1 1,0 1-1,0-1 1,1 1-1,-3 6 1,4-7-20,0 1 1,0-1 0,0 1 0,0-1 0,0 1 0,1 0 0,-1-1 0,1 0 0,0 1 0,0-1 0,1 1-1,-1-1 1,1 0 0,-1 0 0,5 6 0,7 7-26,1 0 0,0-1 0,1-1 1,1-1-1,24 17 0,-27-20 29,15 10-17,-1 2 0,-1 1 1,34 38-1,-52-51 10,-1 0 0,0 0 0,0 1-1,-1-1 1,-1 2 0,1-1-1,-2 1 1,0-1 0,0 1 0,-1 0-1,0 0 1,-1 1 0,0 13 0,-2-4 6,-1 0 0,0 0 0,-2 0 0,-1 0 0,0-1 0,-15 41 0,14-48 48,0-1 0,-1 0-1,-1 0 1,0 0 0,-1-1-1,-1 0 1,1 0-1,-2-1 1,0 0 0,0 0-1,-16 11 1,24-20-21,0 0-1,0-1 1,0 1-1,-1-1 1,1 1-1,0-1 1,-1 0-1,1 0 1,-1 0 0,1 0-1,-1-1 1,0 1-1,1-1 1,-1 0-1,0 1 1,1-1-1,-1 0 1,0 0 0,1-1-1,-5 0 1,5 0-4,-1 0 1,1-1-1,0 1 1,0-1 0,0 1-1,0-1 1,0 0-1,0 0 1,0 0-1,1 0 1,-1 0 0,1 0-1,-1 0 1,1-1-1,0 1 1,0-1-1,-1-2 1,-2-8 23,0 0 1,1 0-1,1 0 0,0-1 0,1 1 1,1-25-1,4-15-953,2 1-1,13-52 1,9 0-4379,5 5-3461,-26 81 6938,0 1-1,19-33 1,-1 17 765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4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9 334 48,'-8'-17'8307,"21"12"501,4 3-9403,0-2 892,1-1 0,-1 0 0,0-1 0,0-1 0,-1 0 0,0-2 0,-1 1 0,26-21-1,-33 23-295,0 0 0,-1-1 0,0 0 0,0-1 0,0 0 0,-1 0 0,-1 0 0,1-1 0,-1 0 0,-1 0 0,1 0 0,-2 0 0,1-1 0,-1 0 0,-1 1-1,3-21 1,-4 28 11,-1 0 0,1-1-1,-1 1 1,0 0 0,0-1-1,0 1 1,0 0 0,0-1-1,0 1 1,-1 0 0,1 0-1,-1-1 1,0 1 0,1 0-1,-1 0 1,0 0 0,0 0 0,-1 0-1,1 0 1,0 0 0,-1 0-1,1 0 1,-1 1 0,1-1-1,-1 0 1,0 1 0,0 0-1,0-1 1,0 1 0,0 0-1,0 0 1,0 0 0,0 0-1,0 0 1,0 0 0,-1 1-1,1-1 1,-4 1 0,-1 0 28,1 0-1,-1 0 1,1 1 0,0 0 0,-1 1 0,1-1 0,0 1 0,0 0 0,0 1 0,0-1 0,0 1 0,0 1 0,-5 3 0,3-1-20,0 0 1,1 1-1,0-1 1,0 2 0,0-1-1,1 1 1,0 0 0,0 0-1,1 1 1,0-1 0,1 1-1,0 0 1,0 1 0,1-1-1,0 1 1,1-1 0,0 1-1,0 0 1,0 19 0,2-20-36,1-1 0,0 1 0,0 0 0,1 0 0,0-1 1,0 1-1,1-1 0,0 0 0,1 0 0,-1 0 0,2 0 1,-1-1-1,1 1 0,0-1 0,1 0 0,-1-1 0,1 1 1,1-1-1,-1 0 0,1-1 0,0 0 0,14 8 1,-6-5-351,0-2 1,0 1 0,1-2-1,0 0 1,0-1 0,1-1 0,26 3-1,-30-5-708,1-1 1,0 0-1,-1-1 0,15-3 0,-20 2-93,-1 0 0,1 0 1,-1 0-1,0-1 0,0 0 0,0-1 0,12-7 1,-6-2-512,-5 0 784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65 204,'-143'7'3022,"1"5"4485,129-7-4997,32-1-1837,36 1-593,506-24-169,-240 1 20,434 24 142,-754-6-55,56-3-649,-57 3 530,1 0-1,-1 0 0,1 0 0,-1-1 1,1 1-1,-1 0 0,1 0 0,-1 0 1,1-1-1,-1 1 0,1 0 1,-1-1-1,1 1 0,-1 0 0,0-1 1,1 1-1,-1 0 0,1-1 0,-1 1 1,0-1-1,0 1 0,1-1 1,-1 1-1,0-1 0,0 1 0,1-1 1,-1 1-1,0-1 0,0 1 1,0-1-1,0-1-341,-1 0 1,0 1-1,0-1 1,1 0-1,-1 1 1,0-1-1,0 1 1,-1 0 0,1-1-1,0 1 1,0 0-1,-1 0 1,1-1-1,-3 0 1,3 1 233,-1 0 0,1 0 1,0 0-1,0 0 0,0 0 1,0 0-1,0-1 1,0 1-1,1 0 0,-1 0 1,0-1-1,1 1 0,-2-3 1,1-7-339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13 12,'-130'18'3842,"49"-11"5587,186-10-9696,177-27 0,-300 25-12238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4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55 48,'-19'-4'754,"-15"-6"2453,33 10-2978,0 0-1,0-1 1,0 1-1,0-1 0,1 1 1,-1-1-1,0 1 0,0-1 1,0 1-1,0-1 0,1 0 1,-1 1-1,0-1 1,1 0-1,-1 0 0,1 0 1,-1 1-1,0-1 0,1 0 1,0 0-1,-1 0 0,1 0 1,0 0-1,-1 0 1,1-1-1,3-8 408,-2 3 844,-14 3-462,-4 4-649,-1 0 0,1 2 1,-1 0-1,1 1 0,0 0 1,-27 11-1,33-11-321,0 1 1,0 1-1,0 0 0,1 0 0,0 1 0,0 0 0,1 1 1,0 0-1,0 1 0,1 0 0,-9 9 0,15-14-41,0 1-1,0-1 1,0 1-1,0 0 1,1 0-1,-1-1 1,1 1-1,0 0 1,0 0-1,1 0 1,-1 0-1,1 1 1,0-1-1,0 0 1,0 0-1,0 0 1,1 0-1,0 0 1,0 0-1,0 0 1,0 0-1,1 0 1,-1-1-1,1 1 1,0 0-1,0-1 1,0 1-1,1-1 1,4 6-1,8 8 16,0-1 0,1 0 0,1-1 0,20 14 0,-30-24-9,71 52 196,-43-34 320,-2 2-1,-1 1 1,-1 1-1,31 35 1,-60-60-430,0 0 0,0 1 0,-1-1 1,1 1-1,0-1 0,-1 1 0,0-1 0,1 1 0,-1 0 1,0 0-1,0 0 0,-1 0 0,1 0 0,-1 0 1,1 0-1,-1 0 0,0 0 0,0 0 0,0 0 0,-1 0 1,0 4-1,-1-3-9,1 0 0,-1-1-1,-1 1 1,1 0 0,0-1 0,-1 1 0,0-1 0,0 0 0,0 0 0,0 0-1,0 0 1,0-1 0,-6 4 0,-10 5 84,-1-1 0,0-1 0,0-1 0,-35 9 0,23-7-23,-1-2 1,0-1 0,-1-2 0,-52 1 0,75-6-473,1 0 1,0-1-1,0-1 0,0 0 0,0 0 0,0-1 0,0 0 1,-14-7-1,19 7-422,0 0 0,0 0 0,0-1 0,1 1 0,-1-1 0,1 0 0,0 0 0,0-1 0,0 1 0,1-1 0,-1 0 0,1 0 0,0 0 0,1-1 0,-5-10 0,7 15 435,-1-1 0,0 0 0,0 0 0,1 0-1,-1 0 1,1 0 0,0 1 0,0-1 0,0 0 0,-1 0-1,2 0 1,-1 0 0,0 0 0,0 0 0,1 0 0,-1 0-1,1 1 1,-1-1 0,1 0 0,0 0 0,0 0 0,-1 1-1,1-1 1,1 0 0,-1 1 0,0-1 0,0 1 0,3-3-1,9-1-394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118 204 24,'-33'-1'674,"-12"-1"1841,40 1-1752,1 1 0,0-1 0,0 0-1,-1 0 1,1-1 0,0 1 0,-6-4 0,10 1 2141,10 1-1896,10 0-687,6 6-194,30 3 83,89-2 0,-129-4-205,0-2 0,-1 0 1,1 0-1,-1-1 0,1-1 1,-1-1-1,0 0 0,-1-1 0,1-1 1,21-12-1,-35 18 33,1 0 1,0 0-1,0 0 1,-1 0-1,1 0 1,-1-1-1,1 1 0,-1 0 1,1-1-1,-1 1 1,0-1-1,0 0 1,0 1-1,0-1 1,0 0-1,0 1 0,0-1 1,0 0-1,-1 0 1,1 0-1,-1 0 1,1 0-1,-1 0 0,0 0 1,0 0-1,0 0 1,0 0-1,0 0 1,0 0-1,0 0 1,-1 0-1,1 0 0,-1 1 1,0-1-1,1 0 1,-1 0-1,0 0 1,0 0-1,0 1 0,0-1 1,0 1-1,-1-1 1,1 1-1,0-1 1,-1 1-1,1-1 1,-1 1-1,-1-1 0,-5-5 242,-1 1-1,1 0 0,-1 1 0,0 0 0,-1 0 1,1 1-1,-20-6 0,22 8-239,0 0-1,0 1 1,0 0-1,0 0 1,0 1-1,0-1 1,0 2-1,0-1 1,0 1 0,0 0-1,0 0 1,-7 3-1,11-2-37,0-1 1,-1 1-1,1 0 0,0 0 0,0 0 0,1 0 1,-1 1-1,0-1 0,1 1 0,-1 0 0,1-1 1,0 1-1,0 0 0,0 1 0,0-1 0,1 0 1,-1 0-1,1 1 0,0-1 0,0 1 0,0-1 1,0 1-1,1-1 0,-1 1 0,1 4 0,1 267-10,4-109-6,-6-49-29,2 119-1806,0-231 1508,4 40-2250,-5-43 2202,0 0 1,0 0-1,1-1 1,-1 1-1,1 0 1,-1-1-1,1 1 1,0-1-1,0 1 1,0-1 0,0 1-1,0-1 1,0 1-1,0-1 1,0 0-1,0 1 1,1-1-1,-1 0 1,0 0-1,3 1 1,-3-2 242,0 0 0,0 0 0,0 0 1,0 0-1,0-1 0,0 1 0,0 0 0,0 0 1,0-1-1,0 1 0,-1-1 0,1 1 0,0-1 0,0 1 1,0-1-1,-1 1 0,1-1 0,0 0 0,0 0 1,-1 1-1,1-1 0,-1 0 0,1 0 0,-1 0 0,1 1 1,-1-1-1,1 0 0,-1 0 0,0 0 0,1 0 1,-1 0-1,0 0 0,0 0 0,0 0 0,0 0 1,0-1-1,5-17-289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44 179 220,'-6'-6'-19,"-27"-27"4224,33 32-4058,-1 1 0,1-1 0,-1 0 0,1 1 0,0-1 0,-1 0 0,1 1 1,-1-1-1,1 0 0,0 0 0,0 1 0,0-1 0,-1 0 0,1 0 0,0 0 1,0 1-1,0-1 0,0 0 0,0 0 0,0 0 0,0 1 0,1-1 0,-1 0 1,0 0-1,0 1 0,1-1 0,-1 0 0,0 0 0,1 1 0,-1-1 1,0 0-1,1 1 0,-1-1 0,1 1 0,0-1 0,-1 0 0,1 1 0,-1-1 1,1 1-1,0 0 0,-1-1 0,1 1 0,0-1 0,-1 1 0,1 0 0,0 0 1,1-1-1,86-29 1657,3 7-4448,43-14-5782,-106 27 7111,-2 1 576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55 220,'1'-29'1895,"-1"27"-1494,-1 1 1,1 0 0,0 0-1,-1-1 1,1 1 0,-1 0-1,0 0 1,1-1 0,-1 1-1,0 0 1,1 0 0,-1 0 0,0 0-1,0 0 1,0 0 0,0 0-1,0 0 1,0 1 0,-1-1-1,-1-1 1,2 2-4,-1-1 1,1 1-1,-1-1 1,1 1-1,-1 0 0,1 0 1,-1 0-1,1 0 1,-1 0-1,1 0 0,-1 1 1,1-1-1,-1 0 1,1 1-1,-1-1 0,1 1 1,0-1-1,-3 2 1,-17 17-93,15-11-246,1 0-1,0 0 1,0 0 0,1 1 0,0-1 0,0 1 0,1 0 0,0 0 0,0 1 0,1-1 0,1 0-1,0 1 1,0-1 0,1 13 0,0-17-144,1 1-1,0-1 0,0 0 1,0 0-1,1 0 1,0 0-1,0 0 0,0 0 1,0 0-1,1-1 1,0 1-1,0-1 0,0 0 1,1 0-1,-1 0 1,1 0-1,0-1 0,0 1 1,0-1-1,0 0 1,1 0-1,0 0 1,-1-1-1,1 0 0,0 0 1,0 0-1,5 1 1,11 2-2100,-1-2 0,1 0 0,0-1 0,0-1 0,0-1 0,25-4 0,-13 3 949,-11-1 810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49 116 32,'-12'-25'560,"-7"-11"2116,1 15 2759,22 28-4603,-2-1 1,1 1-1,-1 0 1,0 0-1,1 9 1,-1 61 237,-2-43-966,-1-34-96,1 0 0,0 0 0,0 1 0,0-1 0,0 0 0,0 0 0,0 0 0,0 1 1,0-1-1,0 0 0,0 0 0,0 1 0,0-1 0,0 0 0,0 0 0,0 0 0,0 1 0,0-1 0,0 0 0,0 0 0,0 1 0,0-1 0,0 0 0,0 0 0,0 0 0,0 1 0,0-1 1,1 0-1,-1 0 0,0 0 0,0 1 0,0-1 0,0 0 0,1 0 0,-1 0 0,0 0 0,0 0 0,0 1 0,1-1 0,-1 0 0,0 0 0,0 0 0,0 0 0,1 0 0,-1 0 0,0 0 1,0 0-1,1 0 0,-1 0 0,0 0 0,0 0 0,0 0 0,1 0 0,-1 0 0,0 0 0,0 0 0,1 0 0,-1 0 0,15-16 751,10-22 422,-13 16-738,-2 2-219,1 0 0,15-19-1,-23 35-219,0 0-1,0 1 1,0-1-1,1 1 1,-1-1-1,1 1 1,0 0-1,0 0 1,0 1-1,1-1 1,-1 1-1,0 0 1,1 0-1,-1 0 1,8-1-1,-11 3-5,1 0 0,0 0 0,0 0 1,0 0-1,0 0 0,0 0 0,0 0 0,-1 1 0,1-1 0,0 1 0,0 0 1,-1-1-1,1 1 0,0 0 0,-1 0 0,1 0 0,0 0 0,-1 0 0,0 0 1,3 3-1,-1-1 19,0 1 0,0 0 0,0 1 0,0-1 0,-1 0 0,0 1 0,3 7 0,0 3 82,-1-1 0,-1 1 0,0 0 1,1 19-1,1 0 232,-1 5-3729,6-61-11611,-6 11 14171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54 64,'0'-10'511,"0"-19"1621,-5 14 5065,12 25-1413,5 15-4116,0-1-994,-1-6-188,42 80 732,-49-88-1118,1 0 0,-2 1-1,1 0 1,-1 0-1,-1 0 1,0 0 0,1 17-1,-4-24-54,1 0 0,0 1 1,-1-1-1,0 0 0,0 0 0,0 0 0,0 0 0,-1 0 0,0 0 0,0-1 0,0 1 1,0 0-1,0-1 0,-1 0 0,1 1 0,-1-1 0,0 0 0,-5 4 0,-5 3-420,-1-1 0,1-1 1,-25 12-1,-16 10-9309,53-30 9342,0 1-1,1-1 1,-1 1-1,0-1 1,0 1-1,1-1 1,-1 1 0,0 0-1,1 0 1,-1-1-1,1 1 1,-1 0 0,1 0-1,-1-1 1,1 1-1,-1 0 1,1 0-1,0 0 1,0 0 0,-1 0-1,1 0 1,0 0-1,0-1 1,0 1 0,0 2-1,2 3-699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32 208,'-54'-11'3813,"41"9"-1194,0 1 1,0 0-1,-1 1 0,-16 1 1,30-1-2579,0 0 1,0-1 0,0 1 0,-1 0 0,1 0-1,0 0 1,0 0 0,0 0 0,0 0 0,0 0 0,-1 0-1,1 0 1,0 0 0,0 0 0,0 0 0,0 0-1,-1 0 1,1 0 0,0 0 0,0 0 0,0 0-1,0 0 1,-1 0 0,1 0 0,0 0 0,0 0 0,0 0-1,0 0 1,0 0 0,-1 0 0,1 0 0,0 0-1,0 1 1,0-1 0,0 0 0,0 0 0,0 0 0,-1 0-1,1 0 1,0 0 0,0 1 0,0-1 0,0 0-1,0 0 1,0 0 0,0 0 0,0 1 0,0-1 0,0 0-1,0 0 1,0 0 0,0 0 0,0 0 0,0 1-1,0-1 1,0 0 0,0 0 0,0 0 0,0 0-1,0 1 1,0-1 0,14 6 626,20 2-663,2-8-396,0-2-1,0-1 0,48-11 0,-34 5-3968,0 2-4218,-48 7 8319,-10 8-5304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0 140,'-10'3'256,"-36"12"1835,44-14-1790,0-1 0,0 1 0,0 0-1,1-1 1,-1 1 0,0 0 0,1 0 0,-1 0-1,1 0 1,-1 1 0,1-1 0,0 0-1,-1 1 1,1-1 0,0 1 0,0-1 0,0 1-1,-2 2 1,4-3-99,-1 0-1,0 0 1,0 0 0,1 0 0,-1 0-1,0 0 1,1 0 0,-1 0-1,1 0 1,-1 0 0,1-1 0,-1 1-1,1 0 1,0 0 0,-1 0-1,1-1 1,0 1 0,0 0 0,0-1-1,-1 1 1,1-1 0,0 1-1,0-1 1,0 1 0,0-1-1,0 0 1,0 1 0,0-1 0,0 0-1,0 0 1,0 0 0,0 0-1,1 0 1,37 4 2426,-7-6-1421,54-9 0,-28 2-4381,0 5-7824,-41 7 6135,-10 0 3936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283 147 92,'7'-39'2556,"-7"33"-1518,0-1 1,0 1-1,-1 0 0,0-1 0,0 1 0,0 0 0,-4-10 1,3 13-574,1 0 0,0 0 1,-1 0-1,1 0 1,-1 1-1,0-1 0,0 1 1,0-1-1,0 1 1,-1-1-1,1 1 0,-1 0 1,1 0-1,-1 1 1,-4-3-1,4 2-383,0 1 0,0 0 0,0 1 1,0-1-1,0 0 0,0 1 0,0 0 0,0-1 0,-1 1 0,1 1 1,-4-1-1,-4 3 2,0 0 0,0 0 1,0 1-1,0 0 0,1 1 0,0 0 1,0 1-1,0 0 0,1 1 0,-13 9 1,15-10-85,1 0 0,-1 0 0,1 1 1,0 0-1,0 0 0,1 0 0,0 0 1,0 1-1,1 0 0,0 0 0,1 0 0,-1 1 1,-3 14-1,7-21-32,-1 1 0,1-1 0,-1 1-1,1-1 1,0 1 0,0-1 0,0 1 0,1-1 0,-1 0 0,0 1 0,1-1 0,0 1-1,-1-1 1,1 0 0,0 1 0,0-1 0,0 0 0,1 0 0,1 4 0,-1-5-13,0 0 0,0 1 1,0-1-1,0 0 0,-1 0 1,1 0-1,1-1 0,-1 1 1,0 0-1,0-1 0,0 1 1,0-1-1,0 0 0,1 0 1,-1 0-1,0 0 0,4 0 1,3-2-42,1 1 1,-1-2-1,1 1 1,-1-2 0,0 1-1,0-1 1,0 0-1,9-7 1,18-15 77,-29 19 32,1 1 1,1 0 0,-1 0-1,1 1 1,0 0-1,17-7 1,-23 12-8,-1 0-1,1-1 1,-1 2-1,1-1 1,-1 0 0,0 0-1,1 1 1,-1-1-1,0 1 1,1 0 0,-1 0-1,0 0 1,0 0-1,0 0 1,0 0 0,0 1-1,0-1 1,0 1-1,0-1 1,0 1 0,-1 0-1,1 0 1,-1 0-1,1-1 1,-1 2 0,0-1-1,1 0 1,0 3-1,3 6 103,0-1-1,0 0 0,-1 1 0,5 19 0,-5-6-51,0 1-1,-1-1 0,-2 1 1,0-1-1,-2 1 1,0-1-1,-2 1 0,-1-1 1,-12 44-1,12-57-63,0 0 1,-1-1-1,0 1 1,0-1-1,-1-1 0,-1 1 1,1-1-1,-2 0 0,1 0 1,-11 9-1,11-13 23,0 0 0,-1 0 1,1 0-1,-1-1 0,0 0 1,0 0-1,-1-1 0,1 0 0,0-1 1,-1 0-1,0 0 0,0-1 0,0 0 1,-14 0-1,20-1-7,-1 0 1,1 0-1,-1 0 0,0-1 1,1 1-1,-1-1 0,1 0 1,-1 0-1,1 0 0,-1-1 1,1 1-1,0-1 0,0 1 1,0-1-1,0 0 0,0 0 1,0-1-1,0 1 0,0-1 1,-2-2-1,2 0 2,1 1 1,-1-1-1,1 0 1,0 0-1,1 0 1,-1 1-1,1-2 1,0 1-1,0 0 1,0 0-1,1 0 1,0-8 0,1-6-462,1 0 1,1 1-1,1-1 1,0 1-1,1 0 0,13-29 1,-5 19-4159,1 1 0,34-51 0,-5 27 1038,-19 28 2933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69 176,'5'-10'772,"9"-19"1162,-14 28-1535,0 1 0,1-1 1,-1 0-1,1 0 0,-1 0 0,0 0 0,0 0 0,0 0 1,1 0-1,-1 0 0,0 0 0,0 0 0,0 0 1,0 0-1,-1 0 0,1 0 0,0 0 0,0 0 1,-1 0-1,1 0 0,0 1 0,-1-1 0,0-1 0,0 1-57,1 0-1,-1 1 0,0-1 0,0 1 0,0-1 0,0 1 0,0-1 0,0 1 0,0-1 0,0 1 0,0 0 0,0 0 0,0-1 0,0 1 0,0 0 0,0 0 0,0 0 0,0 0 0,0 0 0,0 0 0,0 1 0,0-1 0,-2 1 0,-23 17 1809,20-12-2103,0 1 1,1 0-1,0 1 1,-8 14-1,9-13-23,1 0 0,-1 0-1,2 0 1,-1 1 0,1-1-1,0 1 1,1-1 0,0 1 0,1 0-1,0-1 1,1 1 0,0 0 0,0-1-1,1 1 1,0-1 0,0 1 0,1-1-1,1 0 1,5 11 0,-4-11-366,0 0 0,1-1 0,0 0 0,0 1 0,1-2 0,1 1 1,12 10-1,-10-11-846,0 0 1,1 0 0,-1-1-1,2-1 1,-1 0 0,20 7-1,-15-8-1431,1 0 0,30 3 0,-31-7 1655,0 1-1,0-2 1,16-2 0,4-3 304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41 139 84,'-7'-11'410,"-19"-31"2770,25 41-2798,0-1 0,0 1 0,0 0 0,1-1 0,-1 1 0,0-1-1,1 1 1,-1-1 0,1 0 0,0 1 0,0-1 0,-1 1 0,1-1-1,0 0 1,0 1 0,0-1 0,1 1 0,-1-1 0,0 0 0,1 1-1,-1-1 1,1-1 0,0 2-288,0 1-1,0 0 1,-1-1 0,1 1-1,0 0 1,0-1-1,-1 1 1,1 0-1,0 0 1,0 0 0,0-1-1,-1 1 1,1 0-1,0 0 1,0 0 0,0 0-1,0 1 1,-1-1-1,1 0 1,0 0 0,0 0-1,0 1 1,-1-1-1,1 0 1,0 1-1,0-1 1,-1 1 0,1-1-1,0 1 1,-1-1-1,1 1 1,-1-1 0,1 1-1,0 0 1,-1-1-1,0 1 1,1 0 0,23 28 533,-24-28-536,7 10 76,0 1 0,-1 0 1,-1 1-1,0-1 0,-1 1 1,-1 0-1,1 0 0,0 18 1,4 9 260,-6-47-234,-1-1 0,1 0 1,1 1-1,-1-1 0,1 1 0,5-10 1,2-4-75,1-10-39,-8 19-80,1 0 1,0 0-1,1 1 0,0-1 1,1 1-1,0 0 0,1 0 0,0 1 1,1 0-1,12-13 0,-18 22-5,-1 1-1,0-1 1,1 0-1,-1 1 1,1-1-1,-1 1 1,1-1-1,0 1 1,-1-1-1,1 1 1,-1 0 0,1 0-1,0 0 1,-1 0-1,1 0 1,-1 0-1,1 1 1,0-1-1,-1 1 1,1-1-1,-1 1 1,1-1-1,-1 1 1,1 0-1,-1-1 1,0 1 0,1 0-1,-1 0 1,0 0-1,0 0 1,0 0-1,1 1 1,-1-1-1,0 0 1,-1 1-1,2 0 1,6 8-3,-1 0 0,-1 1 0,9 16 0,-13-22 4,11 21-728,15 47 0,-19-39-3885,-1 1-5112,2-18 6170,-3-11 2937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81 204,'-20'-30'1733,"4"5"2548,1-1 5454,34 57-5341,16 13-2675,11 17-1180,-29-34-330,-5-11-53,-2 1 0,0 0 0,9 23 0,-17-35-159,0 1 0,0-1 1,-1 1-1,0 0 0,0-1 0,0 1 0,-1 0 1,0-1-1,0 1 0,0 0 0,-1 0 1,0-1-1,0 1 0,0 0 0,-4 8 0,-28 44-2767,-4 6-7413,35-60 9493,0 0 1,1 0-1,0 1 1,0-1-1,0 0 1,0 0 0,0 0-1,1 1 1,0-1-1,0 0 1,0 1-1,0-1 1,2 7-1,4 4-21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32 124,'-71'6'5084,"0"-4"8850,246-5-10817,3-9-5666,-177 12 2425,28-5-2933,-16-5-3044,-13 9 5895,0 1 0,0 0 1,0 0-1,0-1 1,0 1-1,0 0 1,0 0-1,0-1 0,-1 1 1,1 0-1,0 0 1,0-1-1,0 1 1,-22-5-6504,12 8 6036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74 228,'-32'-32'4038,"21"11"1187,13 1 4056,0 22-9104,-1-1-1,1 1 1,0 0 0,-1 0-1,1 0 1,-1 0-1,0 1 1,0-1-1,0 0 1,0 1-1,0-1 1,1 3-1,4 21-219,-1 1-1,-1 0 1,0 47-1,4 26-5140,-6-87 3257,1 1 0,0-1 0,1 0 0,0-1 1,7 16-1,-8-23 1522,-1 0 1,1-1-1,0 1 1,0-1 0,0 0-1,1 1 1,-1-2-1,8 7 1,12 4-88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90 134 36,'-6'-31'639,"-6"-22"3631,-7 4 8067,-2 97-9723,11-2-2556,1 0 0,3 1 0,2 0-1,2 0 1,1 1 0,3-1-1,12 67 1,-13-103-54,-1-5 3,1 0-1,0 0 1,0 0 0,0 0 0,1 0-1,0 0 1,0 0 0,0 0-1,1-1 1,-1 1 0,8 9 0,-9-15-4,-1 0 1,1 1 0,-1-1 0,1 0 0,0 0 0,-1 0 0,1 1 0,0-1 0,-1 0 0,1 0-1,0 0 1,-1 0 0,1 0 0,0 0 0,-1 0 0,1-1 0,-1 1 0,1 0 0,0 0 0,-1 0 0,1-1-1,0 1 1,-1 0 0,1-1 0,-1 1 0,1 0 0,-1-1 0,1 1 0,-1-1 0,1 1 0,-1-1 0,1 1-1,-1-1 1,0 1 0,1-1 0,-1 1 0,0-1 0,1 0 0,-1 1 0,0-1 0,0 1 0,0-1-1,0 0 1,1 1 0,-1-2 0,11-33 60,-10 33-61,8-32-65,27-65-1,-34 92 5,1 0 1,1 0-1,0 0 0,0 0 1,0 1-1,0 0 1,1 0-1,0 0 0,1 0 1,-1 1-1,1 0 0,0 0 1,0 0-1,1 1 0,12-7 1,-16 10 36,0 0 0,0 1-1,0-1 1,0 0 0,0 1 0,1 0 0,-1 0 0,0 0 0,0 0 0,0 0 0,0 1 0,1-1-1,-1 1 1,0 0 0,0 0 0,0 0 0,0 0 0,3 3 0,0-1 7,-1 1 1,0 0 0,0 0-1,0 1 1,-1-1 0,1 1-1,-1 0 1,6 9-1,0 4 5,-1 0-1,0 0 1,-1 1 0,10 34-1,-14-35 1599,2 2-3472,5 0-5744,-10-19 7232,0-1 0,-1 1 0,1-1 0,0 1 0,0-1 0,0 1-1,0-1 1,0 0 0,0 0 0,0 1 0,0-1 0,0 0 0,0 0 0,0 0 0,0 0 0,0 0-1,1 0 1,-1 0 0,1-1 0,22-7-1978,-6-1 1620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57 204,'0'-2'331,"-1"-1"0,0 0 0,0 0 0,1 1 0,-2-1 0,1 0 0,0 1 1,0-1-1,-1 1 0,1-1 0,-1 1 0,0 0 0,0 0 0,0 0 0,0 0 0,0 0 0,0 0 0,-1 0 0,1 1 0,0-1 0,-1 1 0,1 0 1,-1-1-1,0 1 0,1 0 0,-1 1 0,0-1 0,0 0 0,0 1 0,1 0 0,-1 0 0,0-1 0,0 2 0,0-1 0,0 0 0,0 0 1,1 1-1,-1 0 0,0 0 0,0-1 0,1 1 0,-1 1 0,1-1 0,-6 3 0,-1 1 530,-1 1 0,1 0 0,0 0 0,-14 14 1,-21 30-484,37-39-263,-1 1 0,1 0 0,1 0-1,1 1 1,-1-1 0,2 1 0,0 1 0,0-1 0,2 1 0,-1-1 0,0 26 0,3-33-176,1 0 0,-1 0 0,1 0 1,0 0-1,1 0 0,-1 0 0,1 0 1,0 0-1,1 0 0,-1-1 0,1 1 1,0-1-1,1 0 0,-1 0 1,1 0-1,0 0 0,1-1 0,-1 1 1,1-1-1,-1 0 0,1-1 0,0 1 1,1-1-1,-1 0 0,0 0 0,1-1 1,0 1-1,8 1 0,-1 0-840,-1-1 0,1 0 0,19 1 0,-17-3-572,0-1-1,1 0 1,-1-1 0,0-1 0,0-1 0,0 0 0,0-1 0,-1 0 0,15-7-1,-8 2 623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65 180,'-4'-4'651,"-13"-18"4831,17 22-5335,0 0-1,0 0 1,-1 0 0,1 0-1,0 0 1,0-1 0,-1 1-1,1 0 1,0 0 0,0 0-1,0-1 1,-1 1 0,1 0-1,0 0 1,0-1 0,0 1-1,0 0 1,0-1 0,-1 1-1,1 0 1,0 0 0,0-1-1,0 1 1,0 0 0,0-1-1,0 1 1,0 0 0,0-1-1,0 1 1,0 0-1,0 0 1,0-1 0,0 1-1,0 0 1,1-1 0,-1 1-1,0 0 1,0 0 0,0-1-1,0 1 1,0 0 0,1 0-1,-1-1 1,0 1 0,0 0-1,0 0 1,1 0 0,-1-1-1,0 1 1,0 0 0,1 0-1,-1 0 1,0 0 0,0-1-1,1 1 1,-1 0 0,1 0-1,11 46 2215,-5-10-1961,-2 0 1,1 52-1,-3-88 197,5-12-326,5-16-64,3-14-60,-10 23-136,1 1-1,1 0 1,0 0 0,2 0-1,0 2 1,15-21 0,-24 36-12,-1 0 1,1 1 0,0-1-1,0 1 1,-1 0-1,1-1 1,0 1 0,0-1-1,0 1 1,-1 0-1,1 0 1,0 0 0,0-1-1,0 1 1,0 0-1,0 0 1,-1 0-1,1 0 1,0 0 0,0 1-1,0-1 1,0 0-1,0 0 1,-1 0 0,1 1-1,0-1 1,0 0-1,0 1 1,-1-1 0,1 1-1,0-1 1,-1 1-1,1-1 1,0 1 0,-1 0-1,1-1 1,-1 1-1,1 0 1,-1-1 0,1 1-1,-1 0 1,1 0-1,-1-1 1,1 3 0,24 43 20,-20-35-22,27 60-25,9 20-489,-4-40-6194,-37-50 6413,1-1 0,-1 1-1,1-1 1,-1 0 0,1 1-1,-1-1 1,1 1 0,-1-1-1,1 0 1,0 1 0,-1-1-1,1 0 1,0 0 0,-1 0 0,1 1-1,0-1 1,-1 0 0,1 0-1,0 0 1,-1 0 0,1 0-1,0 0 1,-1 0 0,1 0 0,-1-1-1,1 1 1,0 0 0,-1 0-1,2-1 1,9-10-2218,-4 0 1692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44 240,'-9'-12'1029,"-5"-4"1952,8 1 4586,13 19-2660,26 21-2884,3 8-1465,-1 2 0,-2 0 0,55 78 0,-82-103-462,1 0 1,-1 0-1,-1 1 1,0-1-1,0 1 1,-1 1-1,-1-1 0,0 1 1,0-1-1,-1 1 1,-1 0-1,0 0 1,0 0-1,-2 17 1,-1-17-264,0 0 0,-1 0-1,0 0 1,-1-1 0,-9 20 0,6-16-1176,-1-1 0,-1 0 1,0-1-1,-14 16 0,-26 25-12363,46-51 12827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984 2 56,'-3'-1'2383,"3"1"-2310,0 0-1,0 0 0,0 0 0,0 0 1,-20 8 1129,-25 17-153,-50 52 323,3 4 0,4 3-1,-90 114 1,-212 242-1090,374-426-844,15-14 266,-1 0 0,1 1 0,0-1 0,0 0 0,0 0 0,0 0 0,-1 0 0,1-1 0,0 1 0,0 0 0,0 0 0,0-1 0,0 1 0,-1-1 0,1 1 0,0-1 0,0 1 0,0-1 0,0 1 0,0-1 0,1 0 0,-1 0 0,0 1 0,0-1 0,0 0 0,1 0 0,-2-2 0,-13-10-889,4 4 571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64 144,'7'-12'13397,"-12"23"-12453,-31 102 888,21-64-1448,-32 76 1,25-82-179,9-17 57,-19 47 0,74-152 558,3-31-596,45-173 1,-90 282-219,0 1 1,0-1-1,0 0 1,0 0-1,0 1 1,0-1-1,0 0 0,0 0 1,0 1-1,1-1 1,-1 0-1,0 0 1,1 1-1,-1-1 1,0 0-1,1 1 1,-1-1-1,1 1 1,-1-1-1,1 0 1,0 1-1,-1-1 1,1 1-1,-1-1 0,1 1 1,0 0-1,-1-1 1,1 1-1,0 0 1,0-1-1,0 1 1,1 1 4,-1 0 1,0 0-1,0 0 1,0 0 0,0 0-1,0 0 1,0 0-1,0 1 1,-1-1-1,1 0 1,0 1 0,-1-1-1,1 1 1,0 1-1,18 64 211,-19-63-213,10 36 31,1 0 1,2-1-1,2 0 0,28 53 1,-31-72-848,0-1 0,28 34 1,-32-46 152,1 4-8926,-9-10 9412,0-1 1,0 0 0,0 1 0,0-1 0,-1 0-1,1 1 1,0-1 0,0 0 0,-1 1 0,1-1-1,0 0 1,-1 0 0,1 1 0,0-1 0,-1 0-1,1 0 1,0 0 0,-1 1 0,1-1 0,0 0-1,-1 0 1,1 0 0,0 0 0,-1 0 0,1 0-1,-1 0 1,1 0 0,0 0 0,-1 0 0,1 0-1,-1 0 1,1 0 0,0 0 0,-1 0 0,1 0-1,0 0 1,-1-1 0,-11 0-634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8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91 112,'-9'-2'169,"-27"-8"2731,6-4 4900,31 13-7616,0 1 1,0-1-1,-1 0 0,1 0 1,0 0-1,0 1 0,0-1 1,0 1-1,0-1 1,0 1-1,0-1 0,0 1 1,0-1-1,0 1 0,0 0 1,0-1-1,0 1 0,1 0 1,-1 0-1,0 0 0,2 0 1,32-6-290,33-3-7082,84-22-1,-119 23 6663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666 218 32,'3'-4'386,"-1"0"0,0 0-1,0-1 1,0 1 0,-1-1 0,1 0-1,-1 1 1,0-1 0,-1 0 0,1 0-1,-1 0 1,0 0 0,0 0 0,0 1 0,-1-1-1,1 0 1,-1 0 0,-1 0 0,1 1-1,0-1 1,-1 0 0,0 1 0,0 0-1,-1-1 1,1 1 0,-1 0 0,0 0 0,0 0-1,0 1 1,-4-4 0,0-1-47,-1 1 1,1 0 0,-1 1-1,0 0 1,0 0-1,-1 1 1,0 0-1,1 0 1,-2 1 0,1 0-1,-1 1 1,1 0-1,-18-3 1,9 6-250,0 0 0,1 1 1,-1 1-1,0 1 0,1 0 1,0 1-1,-1 1 0,2 1 0,-1 0 1,1 1-1,0 1 0,-22 14 0,5-1 101,1 2 0,1 1-1,1 2 1,-42 45 0,65-63-192,0 0 0,0 1 0,1 0 0,1 0 0,-1 0 0,1 0 0,1 1 0,0 0 0,0 0 0,1 0-1,0 0 1,1 1 0,0-1 0,0 14 0,2-11 15,1 1 0,0-1-1,0 0 1,2 0-1,0 1 1,0-1-1,1-1 1,1 1-1,0-1 1,8 16-1,-2-9 17,1-1 0,0-1-1,1 0 1,1 0-1,0-1 1,2-1-1,0-1 1,0 0-1,1-1 1,1-1-1,0 0 1,0-1-1,1-2 1,21 9-1,-15-10-33,-1-2-1,1-1 0,0 0 0,0-2 0,1-1 1,-1-1-1,1-1 0,-1-1 0,1-1 0,-1-2 1,0 0-1,0-2 0,-1 0 0,1-2 0,28-13 1,-38 14 1,0 0 0,-1-1 0,0 0 0,0-2 0,-1 1 0,0-1 0,-1-1 1,0-1-1,-1 1 0,0-2 0,0 1 0,-2-2 0,0 1 0,0-1 1,-1-1-1,-1 1 0,0-1 0,-1 0 0,-1-1 0,-1 0 0,0 0 0,0 0 1,-2 0-1,1-26 0,-3 27 80,0 1 0,-1-1 1,-1 0-1,-1 0 0,0 1 1,-1 0-1,0-1 0,-12-23 1,10 26-383,-1 0 1,0 0 0,-1 0 0,-1 1-1,0 0 1,0 1 0,-1 0-1,-17-14 1,14 15-464,0 0 0,-1 1 0,0 1 0,0 0 0,-1 0 0,1 2 0,-1 0-1,-1 0 1,1 2 0,-1 0 0,1 1 0,-1 0 0,0 1 0,0 1 0,0 0 0,1 1 0,-23 5 0,-31 14-1332,6 10 968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0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186 158 4,'-6'-10'603,"-1"0"1,0 0-1,-16-17 1,4 10 2391,0 0 1,-1 1-1,0 2 1,-40-23-1,60 37-2966,0 1-1,0-1 1,0 0 0,0 0 0,0 0-1,0 0 1,1 0 0,-1 0 0,0 1-1,0-1 1,0 0 0,0 0 0,0 0-1,0 0 1,0 1 0,0-1 0,0 0-1,0 0 1,0 0 0,0 0 0,0 1-1,0-1 1,0 0 0,0 0 0,0 0-1,0 0 1,0 1 0,0-1 0,0 0-1,0 0 1,-1 0 0,1 0 0,0 0-1,0 1 1,0-1 0,0 0 0,0 0-1,0 0 1,0 0 0,-1 0-1,1 0 1,0 0 0,0 0 0,0 1-1,0-1 1,0 0 0,-1 0 0,1 0-1,0 0 1,0 0 0,0 0 0,0 0-1,-1 0 1,1 0 0,0 0 0,0 0-1,0 0 1,0 0 0,-1 0 0,1 0-1,0 0 1,0 0 0,0 0 0,0 0-1,0 0 1,-1-1 0,1 1 0,11 27 632,29 50-836,-25-51 440,233 473 300,-238-479-563,160 295-58,-129-250 6,3-3-1,87 97 1,-121-149-69,1 3-180,1-1-1,1 0 0,0 0 1,23 15-1,-68-47-17399,23 13 16762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4 122 268,'-2'-34'2676,"1"24"-803,0 1 0,1 0 0,0-1 0,1 1 0,0-1 1,0 1-1,4-12 0,2 68-250,-11 21-1590,-2 32-1499,5-33-4547,1-66 5546,0 1-1,0-1 0,0 1 0,0-1 0,0 1 0,1-1 0,-1 1 1,1-1-1,-1 1 0,1-1 0,-1 1 0,1-1 0,0 0 0,1 3 0,-1-4 344,-1 1 0,1-1 0,0 0 0,-1 1 0,1-1 0,-1 0 0,1 1 0,-1-1 1,1 0-1,0 0 0,-1 0 0,1 1 0,0-1 0,-1 0 0,1 0 0,-1 0 0,1 0 0,0 0 0,-1 0 0,1 0 0,0 0 0,-1-1 0,1 1 0,0 0 0,-1 0 0,1 0 0,-1-1 0,1 1 0,0 0 0,-1-1 0,1 1 0,-1 0 0,1-1 0,-1 1 0,1-1 0,7-9-401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36 118 88,'-4'-4'301,"0"1"0,1 0 1,-1-1-1,1 0 0,0 0 0,0 0 1,0 0-1,1-1 0,-3-4 0,5 8-193,-1-1-1,1 1 0,0 0 0,0-1 0,0 1 1,0-1-1,0 1 0,0-1 0,0 1 1,1 0-1,-1-1 0,0 1 0,1 0 0,-1-1 1,1 1-1,-1 0 0,1-1 0,0 1 0,0 0 1,-1 0-1,1 0 0,0 0 0,0 0 0,0 0 1,0 0-1,0 0 0,1 0 0,-1 0 1,0 1-1,0-1 0,1 0 0,-1 1 0,0-1 1,0 1-1,3-1 0,14-6 255,-1 1 1,1 1-1,0 0 1,0 2-1,20-2 1,-29 3-127,0 2-1,1-1 1,-1 1-1,0 1 1,1-1-1,-1 2 1,0-1-1,0 1 1,0 1 0,0-1-1,15 9 1,-22-11-150,-1 1-1,1 0 1,-1 0 0,1 0 0,-1 1 0,0-1-1,0 0 1,0 0 0,0 1 0,0-1 0,0 1-1,0-1 1,0 1 0,0-1 0,-1 1 0,1-1-1,0 1 1,-1 0 0,0-1 0,1 1 0,-1 0-1,0-1 1,0 1 0,0 0 0,0 0 0,0-1-1,0 1 1,-1 0 0,1-1 0,0 1 0,-1 0-1,1-1 1,-1 1 0,0-1 0,0 1 0,-1 2-1,-5 7 426,1-1 0,-2 0 0,1-1 0,-13 12 0,2-2 707,18-18-1198,0-1-1,-1 0 0,1 1 1,0-1-1,0 1 1,-1-1-1,1 1 1,0-1-1,0 1 1,0-1-1,-1 1 1,1-1-1,0 1 0,0-1 1,0 1-1,0-1 1,0 1-1,0-1 1,0 1-1,0 0 1,0-1-1,0 1 1,1-1-1,-1 1 0,0-1 1,0 1-1,0-1 1,1 1-1,-1-1 1,0 0-1,1 2 1,18 11 188,30 4-187,-44-16 24,-2 0-36,91 31 198,-85-29-127,-1 1 0,0 0-1,0 1 1,0 0 0,0 0-1,-1 0 1,0 1 0,10 11-1,-16-16-33,1 1-1,-1-1 0,0 1 0,0-1 1,0 1-1,-1 0 0,1-1 1,0 1-1,0 0 0,-1 0 0,1 0 1,-1-1-1,0 1 0,0 0 1,1 0-1,-1 0 0,0 0 0,-1 0 1,1 0-1,0-1 0,0 1 1,-2 3-1,0-1 20,1 0 1,-2 0-1,1 0 1,0 0-1,-1 0 0,0-1 1,0 1-1,0-1 1,-4 4-1,-8 6 66,-1-2 1,0 0-1,-23 12 0,24-15-154,0 0 0,0-1 0,-1-1 0,0-1 0,-1 0 0,1-1 0,-22 3 0,34-7-255,-1 1-1,0-1 0,1-1 0,-1 1 0,0-1 0,1 1 0,-1-1 0,1 0 0,-1-1 0,1 1 0,0-1 0,-1 0 0,-4-4 0,5 4-388,1-1 0,0 0 0,0 0 0,1 0-1,-1 0 1,1-1 0,-1 1 0,1-1 0,0 1 0,0-1 0,1 0-1,-1 0 1,1 0 0,0 0 0,0 0 0,0 0 0,0-6 0,-7-32-5489,4 31 5549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532 192 4,'3'-6'234,"-1"0"0,-1-1 0,1 1 0,-1-1 0,0 1 0,-1-1 0,1 0 0,-1 1 0,0-1 0,-1 0 0,0 1 0,0-1 0,0 1 0,-1-1 0,0 1 0,0 0 0,-1 0 0,0 0 0,0 0 0,0 0 0,0 0 0,-7-7 0,6 9-45,1 1-1,-1-1 1,0 1 0,0 0-1,-1 0 1,1 0 0,-1 1 0,1 0-1,-1-1 1,0 2 0,0-1 0,1 0-1,-1 1 1,-1 0 0,1 0-1,0 1 1,0-1 0,0 1 0,0 0-1,0 0 1,-1 1 0,1 0 0,0 0-1,0 0 1,0 0 0,0 1 0,1 0-1,-1 0 1,-7 4 0,-7 5-77,0 1-1,0 1 1,1 0 0,1 2 0,0 0 0,-22 26 0,5-1 468,-48 76 0,69-94-468,0 1 1,2 0-1,0 0 1,1 1-1,2 0 1,1 1-1,0 0 1,2 0-1,-4 42 1,9-54-84,-1 0-1,2 0 1,0 0 0,0 0 0,1 0 0,1 0 0,0 0 0,1 0 0,0-1 0,1 1 0,1-1 0,-1-1 0,2 1 0,0-1 0,0 0 0,1 0 0,0-1 0,1 0-1,0-1 1,14 12 0,6 0 83,0-1 0,1-2 0,1 0 0,0-3-1,2 0 1,0-2 0,0-1 0,1-2 0,0-2 0,41 6-1,-52-11-51,-1 0-1,1-2 0,-1-1 0,1 0 0,-1-2 1,1 0-1,-1-2 0,0 0 0,0-2 0,0 0 0,-1-2 1,0 0-1,0-1 0,-1-1 0,0-1 0,35-26 1,-45 28 23,0 0 1,0-1-1,0 0 0,-1-1 1,-1 0-1,0 0 1,0-1-1,-1 0 1,-1 0-1,0-1 1,-1 0-1,0 0 1,-1 0-1,5-24 1,-7 19 42,-1 1 1,0 0-1,-1 0 1,-1 0-1,-1 0 1,0-1-1,-1 2 1,-1-1-1,-1 0 1,-13-30-1,8 25-304,0 2 1,-2 0-1,0 0 1,-2 1-1,0 0 1,0 2-1,-2-1 1,-18-15-1,19 21-593,0 0-1,0 1 1,-1 0-1,-1 1 1,0 1-1,0 0 1,-1 2-1,0 0 1,-34-8-1,29 10-120,0 3-1,-1 0 0,0 1 1,1 1-1,-1 1 0,1 1 1,-1 1-1,1 1 0,-30 10 0,-29 15-214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6:00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84 112,'-15'-41'2915,"-5"3"7223,20 38-10006,0-1 1,-1 1 0,1 0 0,0 0 0,0-1 0,0 1 0,0 0 0,-1 0 0,1-1-1,0 1 1,0 0 0,0 0 0,-1 0 0,1-1 0,0 1 0,0 0 0,-1 0-1,1 0 1,0 0 0,0 0 0,-1-1 0,1 1 0,0 0 0,-1 0 0,1 0 0,0 0-1,0 0 1,-1 0 0,1 0 0,0 0 0,-1 0 0,1 0 0,0 0 0,-1 0 0,1 0-1,0 1 1,0-1 0,-1 0 0,1 0 0,0 0 0,0 0 0,-1 0 0,1 1-1,0-1 1,0 0 0,-1 0 0,1 0 0,0 1 0,0-1 0,-9 22 1234,0 30-1946,8-51 743,-11 63-92,8-53-76,1 0 0,0 1 0,1-1 0,0 1 0,1 0 0,0-1 0,1 1 0,0 0 0,1 0 0,0-1 0,4 16 0,-3-25-29,-1 0 1,1 0 0,-1 0 0,1 0 0,0 0 0,0 0 0,0 0-1,0-1 1,0 1 0,0-1 0,0 1 0,1-1 0,-1 0 0,0 0-1,1 0 1,-1 0 0,1 0 0,-1-1 0,1 1 0,0-1-1,-1 0 1,1 0 0,-1 1 0,1-2 0,0 1 0,-1 0 0,1 0-1,-1-1 1,1 0 0,-1 1 0,4-2 0,5-1-81,0 0-1,0-1 1,0 0 0,0-1 0,16-9-1,-24 12 114,0 0 0,0 0 0,-1-1-1,1 1 1,-1 0 0,0-1-1,1 1 1,-1-1 0,0 0 0,0 0-1,-1 0 1,1 0 0,-1 0 0,1 0-1,-1 0 1,0-1 0,0 1-1,-1 0 1,1-1 0,-1 1 0,1-1-1,-1 1 1,0-1 0,0 1-1,-1 0 1,1-1 0,-1 1 0,1-1-1,-1 1 1,0 0 0,-1 0 0,1-1-1,0 1 1,-1 0 0,0 0-1,0 0 1,1 1 0,-2-1 0,1 0-1,-3-2 1,14 59 333,3 25 204,-11-3-4117,-22 76-7701,11-87 8089,3-12 1889,2-3 756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6:03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56 40,'-5'0'403,"0"0"0,1-1 0,-1 1 0,0-1 0,1-1-1,-1 1 1,-6-3 0,10 3-347,0 1 0,1 0 0,-1-1 0,0 1 0,1-1 1,-1 1-1,0 0 0,1-1 0,-1 0 0,1 1 0,-1-1 0,1 1 0,-1-1 0,1 0 0,-1 1 0,1-1 0,0 0 0,-1 1 0,1-1 0,0 0 0,-1 0 0,1 1 0,0-1 0,0 0 0,0 0 1,0 1-1,0-1 0,0 0 0,0 0 0,0 0 0,0 1 0,0-1 0,0 0 0,0 0 0,1 0 0,-1 1 0,0-1 0,1 0 0,-1 1 0,0-1 0,1 0 0,-1 1 0,1-1 0,-1 0 0,1 1 1,-1-1-1,1 1 0,-1-1 0,1 1 0,0-1 0,-1 1 0,1-1 0,1 0 0,1 0-41,-1-1-1,0 1 1,1 0 0,-1-1-1,1 1 1,-1 0-1,1 1 1,0-1 0,-1 0-1,1 1 1,0-1 0,0 1-1,-1 0 1,1 0 0,0 0-1,0 0 1,-1 1 0,1-1-1,0 1 1,0 0 0,-1-1-1,1 1 1,-1 0 0,1 1-1,-1-1 1,5 3 0,-4-2 54,1 0 1,-1 0-1,0 0 1,0 1 0,1-1-1,-1 1 1,-1 0-1,1 0 1,0 0 0,-1 0-1,0 0 1,1 1 0,-1-1-1,-1 1 1,1-1-1,0 1 1,1 6 0,-3-5 32,0 0 0,0 0 1,0 0-1,-1-1 0,1 1 1,-1 0-1,0 0 0,-1-1 0,1 1 1,-1-1-1,0 1 0,-3 4 1,-39 54 806,35-51-719,0 1-1,0 0 1,-7 14-1,16-26-182,0 0 1,-1-1-1,1 1 0,0 0 0,-1-1 0,1 1 0,0 0 1,0-1-1,0 1 0,0 0 0,0-1 0,0 1 0,0 0 0,0 0 1,0-1-1,0 1 0,0 0 0,0-1 0,0 1 0,1 0 0,-1-1 1,0 1-1,0 0 0,1-1 0,-1 1 0,0-1 0,1 1 0,-1 0 1,1-1-1,0 1 0,23 7 160,29-11 62,155-55-2237,-207 58 1779,0-1 0,0 1 0,0 0 1,0 0-1,0-1 0,0 1 0,0 0 1,0 0-1,0 0 0,0 0 0,0 1 1,0-1-1,0 0 0,0 0 0,0 0 1,0 1-1,0-1 0,0 1 1,0-1-1,0 1 0,1 0 0,-2 0 96,0-1-1,1 1 1,-1 0 0,0 0-1,0 0 1,0-1-1,0 1 1,-1 0 0,1 0-1,0-1 1,0 1 0,0 0-1,0-1 1,-1 1-1,1 0 1,0 0 0,-1-1-1,1 1 1,-1 0-1,1-1 1,-1 1 0,1-1-1,-1 1 1,1-1-1,-1 1 1,1-1 0,-1 1-1,0 0 1,-11 9-416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1498 32 72,'0'-1'84,"0"0"-1,-1-1 1,1 1 0,0-1-1,-1 1 1,1-1-1,-1 1 1,1 0 0,-1-1-1,1 1 1,-1 0 0,0 0-1,0 0 1,0-1 0,0 1-1,0 0 1,0 0-1,0 0 1,0 0 0,0 1-1,0-1 1,-1 0 0,1 0-1,0 1 1,0-1 0,-1 0-1,1 1 1,-1 0-1,1-1 1,0 1 0,-1 0-1,1 0 1,-3-1 0,-1 3 118,1-1 1,-1 0-1,0 1 1,1 0 0,-1 0-1,1 1 1,0-1-1,-8 6 1,-205 159 4001,72-52-2262,-668 470 2442,774-559-4292,5-5-36,2 2 0,0 1 0,1 2 0,-29 32 0,58-57-71,1 0 1,0 0 0,0 1 0,0-1-1,0 0 1,1 1 0,-1-1 0,0 1-1,0-1 1,1 1 0,-1-1-1,1 1 1,-1-1 0,1 1 0,0-1-1,0 1 1,0 3 0,0-5-139,0 1 1,0 0 0,0-1-1,1 1 1,-1 0 0,0-1-1,1 1 1,-1 0 0,1-1-1,-1 1 1,1-1-1,-1 1 1,1-1 0,-1 1-1,1-1 1,-1 1 0,1-1-1,0 0 1,-1 1 0,1-1-1,-1 0 1,1 1 0,0-1-1,0 0 1,-1 0-1,2 0 1,-1 1-121,1-1 1,-1 0-1,1 0 0,0 0 1,-1 0-1,1-1 0,-1 1 1,1 0-1,-1-1 0,0 1 1,1-1-1,-1 1 0,1-1 1,-1 0-1,0 0 0,1 1 1,-1-1-1,0 0 0,0 0 1,0 0-1,0 0 0,0-1 1,0 1-1,0 0 0,0 0 1,0 0-1,0-1 0,-1 1 1,1-1-1,0 1 0,-1 0 1,1-1-1,-1 1 0,0-3 1,1-17-839,-3-2 551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110 246 28,'-2'-1'158,"0"1"0,0 0 1,0-1-1,0 0 0,0 0 0,0 0 0,0 1 0,1-2 1,-1 1-1,0 0 0,1 0 0,-1 0 0,0-1 1,1 1-1,0-1 0,-1 1 0,1-1 0,0 0 0,0 1 1,0-1-1,0 0 0,0 0 0,0 0 0,0-3 1,1 2 64,0-1 0,1 0 0,0 0 1,-1 1-1,1-1 0,1 1 1,-1-1-1,1 1 0,-1-1 0,1 1 1,0 0-1,4-6 0,26-27 555,-27 32-553,-1-1-1,1 1 0,-1-1 0,0 1 0,0-1 0,0-1 0,-1 1 0,0 0 0,0-1 0,0 1 0,-1-1 0,0 0 0,3-12 0,-5 17-137,0-1-1,0 0 1,-1 0-1,1 0 1,-1 0-1,0 1 0,1-1 1,-1 0-1,0 1 1,0-1-1,0 0 1,0 1-1,0-1 1,-1 1-1,1 0 0,0-1 1,-1 1-1,1 0 1,0 0-1,-1 0 1,0 0-1,1 0 0,-1 0 1,0 0-1,1 1 1,-1-1-1,0 0 1,0 1-1,1 0 1,-1-1-1,0 1 0,0 0 1,0 0-1,0 0 1,0 0-1,0 0 1,1 0-1,-1 1 1,-2 0-1,-1-1-72,1 1 0,0-1 0,-1 1 0,1 0-1,0 0 1,0 0 0,0 1 0,0 0 0,0-1 0,0 2 0,0-1 0,1 0-1,-1 1 1,1-1 0,0 1 0,-6 6 0,7-5-18,0 2 0,1-1 0,-1 0 0,1 0 0,0 0 0,0 1 1,1-1-1,-1 1 0,1-1 0,1 0 0,-1 1 0,1-1 0,0 0 0,0 1 0,0-1 0,1 0 0,-1 0 0,5 8 0,6 13-7,0-1-1,21 29 0,-27-45 4,44 65-100,-33-53 188,-2 1 0,0 0 1,-2 1-1,0 1 0,13 38 0,-25-61-6,0 1 1,-1 0-1,0 0 0,1 0 0,-1-1 0,0 1 0,0 0 0,0 0 0,0 0 0,0 0 0,-1-1 0,1 1 1,0 0-1,-1 0 0,1 0 0,-1-1 0,0 1 0,0 0 0,0-1 0,1 1 0,-2-1 0,1 1 0,-1 1 1,-1 0 36,0-1 0,0 0 0,0 1 0,-1-1 0,1 0 0,0-1 0,-1 1 0,0 0 0,1-1 0,-7 2 0,0-1 9,-1 0 0,1-1-1,0 0 1,0-1 0,0 0 0,-1 0 0,-18-4 0,-9-11-21,-1-13-3775,36 26 3122,1 0 0,-1 0-1,1-1 1,-1 1 0,1 0-1,0-1 1,0 0 0,0 1 0,1-1-1,-1 0 1,1 0 0,-1 0-1,1 0 1,0-1 0,0 1-1,0 0 1,1 0 0,-1-1-1,1 1 1,-1 0 0,1 0-1,0-1 1,1 1 0,0-6-1,7-5-474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27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64 56,'-7'-64'6321,"-5"77"-2181,-16 17-3187,19-15-923,0 0 0,1 1-1,1 0 1,1 1 0,0-1-1,1 1 1,1 0-1,0 0 1,1 1 0,0 31-1,3-47-46,0 0 0,0 0 0,1 1 0,-1-1-1,0 0 1,1 0 0,0 0 0,0-1-1,-1 1 1,1 0 0,0 0 0,1 0 0,-1-1-1,0 1 1,0 0 0,1-1 0,-1 1 0,1-1-1,-1 1 1,1-1 0,0 0 0,3 2-1,-1-1-51,0-1 0,0 0 0,0 0-1,0 0 1,0 0 0,0-1-1,1 1 1,-1-1 0,0 0-1,8-1 1,0-1-176,0-1 1,0 0-1,0 0 1,-1-1-1,1 0 1,21-12-1,-28 12 201,0 0 0,-1 0 0,0 0 0,1-1 0,-1 1 0,-1-1 0,1 0 0,-1 0 0,0 0 0,5-12-1,-7 15 94,1-1 0,-1 1 0,0-1-1,-1 1 1,1-1 0,0 1-1,-1-1 1,1 0 0,-1 0-1,0 1 1,0-1 0,0 0-1,0 1 1,0-1 0,-1 0 0,1 1-1,-1-1 1,0 0 0,0 1-1,0-1 1,0 1 0,0 0-1,0-1 1,-1 1 0,1 0 0,-4-4-1,5 6-29,0-1 0,0 1 0,0 0 0,0 0 0,-1 0 0,1 0 0,0 0 0,0 0 0,0 0 0,0 0 0,0-1 0,0 1 0,0 0 0,-1 0 0,1 0 0,0 0 0,0 0 0,0 0 0,0 0 0,0 0 0,-1 0 0,1 0 0,0 0 0,0 0 0,0 0 0,0 0 0,0 0 0,-1 0 0,1 0 0,0 0 0,0 0 0,0 0 0,0 0 0,0 0 0,-1 0 0,1 0 0,0 0 0,0 1 0,0-1 0,0 0 0,0 0 0,0 0 0,0 0 0,-1 0 0,1 0 0,0 0 0,0 0 0,0 1 0,0-1 0,0 0 0,0 0 0,0 0 0,-2 13 242,4 11-237,13 114-527,-13-107-1491,-2 1 0,-1-1 0,-1 0 0,-10 49 0,7-54 1491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0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57 80,'-50'-1'3874,"-38"1"5988,30 12-6125,33-6-2837,25-5-640,21-2-165,158-14 74,0-1-240,-175 13-1337,-17-3-3266,10 4 3496,-1 1-1,0-1 1,1 0-1,0 0 0,-1 0 1,1 0-1,0 0 0,0-1 1,-4-4-1,4-1 397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0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24,'2'-5'9933,"3"26"-6410,4 31-1986,-9-51-1489,28 257 154,-32-112-14694,4-131 13809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9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38 72,'9'-13'686,"-1"2"1287,-4-3 3414,-14 15-477,-9 7-3633,-9 7-804,0 2 1,1 1-1,0 1 1,2 1-1,0 1 0,-33 38 1,49-45-446,23-19 1,22-19 5,-18 7-51,-1 0 1,-1-1 0,21-32 0,4-3-13,-41 53 29,1-1 0,-1 1-1,0 0 1,0-1 0,0 1 0,1 0-1,-1-1 1,0 1 0,0-1 0,1 1-1,-1 0 1,0 0 0,1-1 0,-1 1-1,0 0 1,1 0 0,-1-1 0,0 1-1,1 0 1,-1 0 0,1 0-1,-1 0 1,0-1 0,1 1 0,-1 0-1,1 0 1,-1 0 0,1 0 0,-1 0-1,0 0 1,1 0 0,-1 0 0,1 0-1,-1 1 1,1-1 0,-1 0-1,0 0 1,1 0 0,-1 0 0,1 1-1,-1-1 1,0 0 0,1 1 0,7 23 48,-4 37 55,-4-60-103,-1 85 57,4 111 70,-2-192-124,-1 1 0,1-1-1,-1 0 1,0 0 0,-1 1-1,1-1 1,-1 0 0,0 0-1,0 1 1,-3 4 0,3-8-3,-1 0 0,1 0 0,-1 0 1,0 0-1,1-1 0,-1 1 0,0-1 1,0 0-1,0 1 0,0-1 0,-1 0 1,1 0-1,0 0 0,0-1 0,-1 1 1,1 0-1,0-1 0,-1 0 0,1 1 0,-1-1 1,1 0-1,-1 0 0,1 0 0,-3-1 1,-109 1 387,161-25-32,-35 21-356,1 1 1,0 0-1,0 1 0,-1 0 0,1 1 0,0 1 0,13 1 0,-21-2 8,-1 2 0,1-1-1,-1 0 1,0 1 0,0 0-1,1 0 1,-1 0-1,0 0 1,0 1 0,0 0-1,0 0 1,0 0 0,0 0-1,-1 0 1,1 1 0,-1 0-1,1 0 1,-1 0 0,0 0-1,0 0 1,-1 1-1,1-1 1,-1 1 0,3 4-1,-4-7 12,-1-1-1,1 1 1,-1 0-1,1 0 1,-1-1-1,0 1 0,1 0 1,-1 0-1,0-1 1,1 1-1,-1 0 1,0 0-1,0 0 1,0 0-1,0-1 0,0 1 1,0 0-1,0 0 1,0 0-1,0 0 1,-1-1-1,1 1 1,0 0-1,0 0 0,-1 0 1,1-1-1,0 1 1,-1 0-1,1 0 1,-1-1-1,1 1 1,-1 0-1,1-1 0,-1 1 1,0-1-1,1 1 1,-1-1-1,0 1 1,0 0-1,-1-1 22,1 0 0,0 0 0,-1-1 0,1 1 0,-1 0 0,1-1-1,0 1 1,-1-1 0,1 1 0,0-1 0,-1 1 0,1-1 0,0 0 0,0 0 0,0 0 0,-1 0 0,1 0-1,0 0 1,0 0 0,1 0 0,-1 0 0,0 0 0,-1-2 0,-2-3-328,-17-27 1277,16 15-2176,9 2-3290,9 13-5629,-4 6 6156,-4 1 2681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0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44 116,'-61'0'4311,"34"-2"6099,293-38-9885,-258 39-547,-28 9-11166,3 6 7824,12-7 2728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0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0 176,'-11'4'516,"7"-3"-118,1 0 1,0 0 0,-1 0 0,1 0-1,0 0 1,0 1 0,0-1 0,0 1-1,0 0 1,0 0 0,0 0-1,1 0 1,-4 4 0,9-4-67,1 0 0,-1 0 0,1-1 0,-1 0 0,1 1 0,0-1 0,-1-1 0,1 1 0,5 0 0,9 0-225,0-1 0,0-1 0,0-1 0,0 0 0,-1-1 0,1-1 0,19-7 0,-29 9-437,41-2-7360,-33 5 5924,-4-1 1170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1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79 80,'4'-40'3707,"1"1"6339,-20 72-7101,4-12-2769,1 4 58,6-19-187,1 1 1,0 0-1,0 0 1,0 0-1,1 0 1,0 0-1,1 0 1,0 0-1,0 1 1,0 13-1,4-21-2,-1 1-1,1 0 0,0-1 1,0 0-1,-1 0 1,1 1-1,0-2 0,0 1 1,0 0-1,-1 0 1,1-1-1,0 0 0,5-1 1,4-1 26,-2 3-33,1 1 1,-1-1-1,0 2 1,1-1-1,-1 2 1,0-1-1,0 1 1,0 1-1,0 0 1,-1 0-1,1 1 1,-1 0-1,0 0 0,-1 1 1,1 0-1,8 10 1,-11-12 71,-1 1 1,0 0 0,0 0-1,0 1 1,0-1-1,-1 1 1,0 0 0,0 0-1,-1 1 1,0-1 0,0 1-1,0-1 1,-1 1-1,0 0 1,0 0 0,0 0-1,-1 1 1,-1-1-1,1 0 1,-1 0 0,0 0-1,-1 1 1,1-1-1,-3 8 1,1-9-46,0-1 0,-1 0 0,1 0 0,-1 0 0,-1 0 0,1 0-1,0-1 1,-1 0 0,0 1 0,0-1 0,0 0 0,-1-1 0,1 1 0,-11 5 0,7-5 91,0 0 0,0 0 0,-1-1 0,0 0 0,0 0 0,0-1 0,0 0 0,0 0 0,-11-1 0,14 0-417,-1-1-1,1 0 1,0-1 0,0 0-1,0 0 1,0 0-1,0 0 1,0-1-1,0 0 1,1 0 0,-1-1-1,1 0 1,-9-5-1,11 6-298,0-1 0,0 1 0,1-1 0,-1 0-1,1 0 1,-1 0 0,1 0 0,0-1 0,-3-5-1,4 4-448,-1 1 0,1-1-1,-1 0 1,1 0-1,1 0 1,-1 0 0,1 1-1,0-10 1,10-36-3888,-3 24 3960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1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45 36,'-25'-19'1066,"-1"-6"8754,42 25-8104,17 3-620,86 4 726,-69-6-4974,-48-1 2935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6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211 113 88,'-9'-2'538,"-1"-1"-1,1 2 1,-1-1 0,1 1-1,-1 1 1,1 0-1,-1 0 1,-13 2 0,10 0 546,-1-2 0,1 1 0,-20-3 0,32 2-1044,0 0 0,0 0-1,1 0 1,-1 0 0,0 0 0,1 0 0,-1 0 0,0 0 0,0 0 0,1 0-1,-1-1 1,0 1 0,1 0 0,-1 0 0,0-1 0,1 1 0,-1 0 0,1-1-1,-1 1 1,0-1 0,1 1 0,-1-1 0,1 1 0,-1-1 0,1 1 0,-1-1-1,1 1 1,0-1 0,-1 1 0,1-1 0,0 0 0,-1 1 0,1-1 0,0 0-1,0-1 1,0 1-18,1-1 0,0 1 0,0-1 0,0 0-1,0 1 1,0 0 0,1-1 0,-1 1 0,0 0-1,1-1 1,-1 1 0,1 0 0,1-1 0,55-29-142,34-2 200,-84 31-37,0 0 0,0 0 0,0 1-1,1 0 1,-1 1 0,0-1 0,0 2-1,0-1 1,1 1 0,7 2-1,-14-2-15,0-1 0,0 1-1,0 0 1,0 0 0,0-1-1,0 1 1,0 1-1,0-1 1,0 0 0,-1 0-1,1 1 1,0-1 0,-1 1-1,1-1 1,-1 1-1,0 0 1,1 0 0,-1-1-1,0 1 1,0 0 0,0 0-1,0 0 1,0 4-1,0-2 35,-1 0-1,0 1 0,1-1 0,-2 1 0,1-1 0,-1 1 0,1-1 0,-1 0 0,0 1 0,-4 7 0,-3 6 82,0-1 0,-1 0 0,-1 0 0,-15 17 0,5-6-44,-2 0 1,-1-2 0,-2-1-1,0 0 1,-1-2-1,-2-1 1,-33 21 0,60-43-81,1 1 0,-1 0 0,0-1 1,1 1-1,-1-1 0,0 0 0,0 1 0,1-1 1,-1 1-1,0-1 0,0 0 0,0 0 1,1 1-1,-1-1 0,0 0 0,0 0 1,0 0-1,0 0 0,0 0 0,1 0 0,-1 0 1,0 0-1,0 0 0,0 0 0,0-1 1,1 1-1,-1 0 0,-1-1 0,1-1-4,1 1 0,0 0-1,-1 0 1,1 0 0,0-1-1,0 1 1,0 0 0,0 0-1,0-1 1,0 1-1,1 0 1,-1 0 0,0 0-1,1-1 1,-1 1 0,1-2-1,26-49 81,-25 48-101,1 0 0,0 0 0,0 1 0,0-1 0,1 1 0,-1-1 0,1 1 0,0 0 0,0 0 0,0 1 0,0-1 0,1 1 0,-1 0 0,1 0 0,-1 0 0,1 1 0,0-1 0,-1 1 0,10-1-1,2 2 108,-1 1 0,0 0 0,0 1 0,0 1 0,15 4 0,-18-3-476,0-1 1,0-1-1,1 0 1,-1-1-1,1 0 1,-1 0-1,1-2 0,15-1 1,-8-1-2919,-16 3 2470,0-1 0,-1 1 0,1-1 0,0 0 0,-1 0-1,1 0 1,-1 0 0,1 0 0,4-3 0,-8 3 261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7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51 56,'-17'-14'2275,"9"6"4316,25 7-3543,80 4-2288,186-17-1,-253 5-1161,-30 4-1541,-18 2-1685,-42 9-3457,46-5 6674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7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31 156,'-9'-17'789,"11"3"9768,1 37-9468,-9 64 447,-6 0-3699,4-37-3299,-1 75 0,9-101 4602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91 36,'-2'-3'387,"0"0"-1,0 0 1,0 0-1,1 0 1,0 0-1,-1 0 1,1-1-1,0 1 1,1 0-1,-1-1 1,0 1-1,1-1 1,0 1 0,0-1-1,0 1 1,0 0-1,1-1 1,1-5-1,-1-13 2510,-4 23-2452,-1 1 0,1 0 0,0 0-1,-1 1 1,1-1 0,1 1-1,-1-1 1,-5 7 0,3-3-393,0 1 0,0-1 0,0 1 0,0 1 0,1-1 0,1 0 0,-1 1 0,1 0-1,-3 12 1,6-17-49,-1-1-1,1 1 0,-1-1 0,1 1 0,0 0 1,0-1-1,0 1 0,0 0 0,1-1 1,-1 1-1,1-1 0,0 1 0,-1-1 0,1 1 1,0-1-1,1 1 0,-1-1 0,0 0 0,1 0 1,-1 1-1,1-1 0,-1 0 0,1 0 1,0-1-1,0 1 0,0 0 0,0-1 0,0 1 1,1-1-1,-1 1 0,0-1 0,1 0 0,3 1 1,10 3 6,-1-1 1,1-1-1,32 3 1,-37-6 1,0 1 0,-1 0 0,1 1 1,0 0-1,-1 1 0,1 0 0,-1 0 1,0 1-1,0 0 0,0 1 0,12 8 0,-21-12-5,0 0-1,0 0 0,0 0 0,0 0 0,0 0 0,0 0 0,0 0 1,0 0-1,0 0 0,0 0 0,-1 0 0,1 0 0,-1 1 1,1-1-1,-1 0 0,1 1 0,-1-1 0,0 0 0,1 1 1,-1-1-1,0 0 0,0 1 0,0-1 0,0 0 0,0 1 1,0-1-1,-1 3 0,0-1 13,-1-1 1,1 1-1,-1 0 0,0 0 1,0-1-1,0 1 0,0-1 1,0 1-1,-1-1 0,1 0 1,-4 3-1,-6 3 45,0 0 1,-1-1-1,0-1 0,-16 7 0,15-7-243,-47 14 518,59-19-524,0-1-1,0 1 1,-1-1 0,1 1 0,0-1 0,0 0 0,0 0-1,0 0 1,0 0 0,0 0 0,0 0 0,0-1-1,0 1 1,0-1 0,0 1 0,0-1 0,0 0-1,0 0 1,0 0 0,0 0 0,0 0 0,1 0 0,-4-2-1,5 1-213,-1 0-1,0 1 1,0-1-1,1 0 0,-1 0 1,1 1-1,0-1 1,-1 0-1,1 0 1,0 1-1,0-1 0,0 0 1,0 0-1,0 0 1,0 0-1,1 1 1,-1-1-1,1 0 0,1-3 1,16-32-2341,-5 16 2279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0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82 120,'-1'-1'108,"1"0"1,-1 0-1,1 0 1,0 0-1,-1 0 0,1 1 1,0-1-1,-1 0 1,1 0-1,0 0 0,0 0 1,0 0-1,0 0 0,0 0 1,0 0-1,0 0 1,0 0-1,1 0 0,-1 0 1,0 0-1,0 0 1,1 0-1,-1 0 0,1 0 1,0-2-1,1 1 71,0 1 1,0-1-1,0 0 0,0 0 0,0 1 0,0-1 1,1 1-1,-1 0 0,0-1 0,3 0 1,64-15 2104,-64 16-2097,-4 1-181,120-17 1725,-107 16-2565,0 0 0,1 2 0,21 2 1,-36-3 685,1 0 0,0 1 0,0-1 0,0 0 0,0 0 0,0 1 0,-1-1 0,1 0 0,0 1 0,0-1 0,-1 1 0,1-1 0,0 1 0,-1-1 0,1 1 0,0 0 0,-1-1 0,1 1 0,-1 0 1,1-1-1,-1 1 0,1 0 0,-1 0 0,1 0 0,-1-1 0,0 1 0,0 0 0,1 0 0,-1 0 0,0 0 0,0 0 0,2 10-636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2 152,'-68'11'2896,"32"-5"1703,24-4 3831,151-12-7418,-69 3-2192,-1 4-3598,-69 3 4685,0 0 0,0 0 1,0 0-1,1 0 0,-1 0 0,0 0 1,0 0-1,0 0 0,0 0 0,1 0 0,-1 0 1,0 0-1,0 0 0,0 0 0,0 0 1,1 0-1,-1 0 0,0 0 0,0 0 0,0 0 1,0 1-1,0-1 0,1 0 0,-1 0 0,0 0 1,0 0-1,0 0 0,0 0 0,0 1 1,0-1-1,0 0 0,0 0 0,0 0 0,1 0 1,-1 1-1,0-1 0,0 0 0,0 0 1,0 0-1,0 0 0,0 1 0,0-1 0,0 0 1,0 0-1,0 0 0,0 0 0,0 1 0,0-1 1,-1 0-1,1 0 0,0 0 0,0 0 1,0 0-1,0 1 0,0-1 0,0 0 0,0 0 1,0 0-1,0 0 0,-1 1 0,-12 14-2385,-19 12 654,-11-1 1173,17-10 1580,1 0 0,-29 25-1,53-41-879,1 0-1,-1 0 1,1 0 0,0 1-1,-1-1 1,1 0-1,-1 1 1,1-1-1,-1 0 1,1 1-1,0-1 1,-1 1 0,1-1-1,0 0 1,0 1-1,-1-1 1,1 1-1,0-1 1,0 1-1,-1-1 1,1 1 0,0-1-1,0 1 1,0-1-1,0 1 1,0-1-1,0 1 1,0-1 0,0 1-1,0 0 1,0-1-1,0 1 1,0-1-1,0 1 1,1-1-1,-1 1 1,0-1 0,0 1-1,0-1 1,1 0-1,0 2 1,25 6 1233,34-8-32,12-11-1661,35-7-6353,-93 14 6175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54 108,'-104'-15'3982,"38"5"3211,117 3-4499,-5 0-2829,-4 1 18,-22 3 52,0 0 1,0 2-1,0 0 0,0 1 0,0 1 1,23 4-1,-41-4 98,1 0-1,0 0 1,0 1 0,0-1-1,-1 1 1,1 0 0,-1-1 0,1 1-1,-1 0 1,0 1 0,0-1-1,0 0 1,0 1 0,0-1 0,-1 1-1,1-1 1,0 1 0,-1 0-1,0 0 1,0-1 0,0 1 0,0 0-1,0 0 1,-1 0 0,1 0-1,-1 0 1,0 7 0,1 9 288,-2 0 0,0 0 0,-5 26 0,3-24-88,-8 49 198,-6 60 509,16-117-1314,1 1-1,0-1 0,1 0 1,0 0-1,1 1 0,1-1 0,5 16 1,6-7-5710,-14-22 5976,0 0 0,0 1 0,0-1 0,1 0 0,-1 0 0,0 1-1,1-1 1,-1 0 0,0 0 0,0 1 0,1-1 0,-1 0 0,0 0 0,1 0 0,-1 0 0,1 0-1,-1 1 1,0-1 0,1 0 0,-1 0 0,0 0 0,1 0 0,-1 0 0,1 0 0,-1 0 0,0 0-1,1 0 1,-1 0 0,0-1 0,1 1 0,-1 0 0,0 0 0,1 0 0,-1 0 0,0 0 0,1-1-1,-1 1 1,0 0 0,1 0 0,-1-1 0,0 1 0,0 0 0,1 0 0,-1-1 0,0 1 0,0 0 0,0-1-1,1 1 1,-1 0 0,0-1 0,0 1 0,0 0 0,0-1 0,0 1 0,0 0 0,0-1 0,0 1-1,1-1 1,-1 1 0,-1 0 0,1-1 0,0 1 0,0 0 0,0-1 0,1-11-693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67 204,'-12'-1'233,"-28"-2"1502,5-7 3428,35 10-5087,0-1 0,0 1 1,0 0-1,-1 0 0,1-1 1,0 1-1,0 0 0,0-1 1,0 1-1,0 0 0,0 0 1,0-1-1,0 1 0,0 0 1,0-1-1,1 1 0,-1 0 1,0 0-1,0-1 0,0 1 1,0 0-1,0 0 0,0-1 1,1 1-1,-1 0 0,0 0 1,0-1-1,0 1 0,1 0 1,-1 0-1,0 0 0,0 0 1,0-1-1,1 1 0,-1 0 1,0 0-1,0 0 0,1 0 1,-1 0-1,0 0 0,1 0 1,-1 0-1,0 0 0,0-1 1,1 1-1,-1 0 0,0 0 1,1 1-1,-1-1 1,0 0-1,0 0 0,1 0 1,19-6 578,54-5 281,93-2-1,-81 8-3389,-2-4-5733,-125 14 5419,10-1 2290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7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1 100,'-43'6'2378,"-1"-8"3972,7 0 1853,241 12-6854,-164-9-1488,12 0-183,-43-2 249,-21 0 143,-19-1 21,-1 1 0,0 1 0,1 2 0,-1 1 0,-58 14 0,82-11-107,22-2-8,19-1-40,-15-3 26,15 0-226,1-1 1,43-7 0,-77 8 262,0 0 1,0 0 0,0 0-1,0 0 1,-1 0 0,1 0-1,0 0 1,0 0 0,0-1-1,0 1 1,0 0 0,0 0-1,0 0 1,0 0 0,0 0-1,0 0 1,0 0-1,0-1 1,0 1 0,0 0-1,0 0 1,0 0 0,0 0-1,0 0 1,0 0 0,0 0-1,0-1 1,1 1 0,-1 0-1,0 0 1,0 0 0,0 0-1,0 0 1,0 0 0,0 0-1,0 0 1,0 0 0,0-1-1,0 1 1,1 0 0,-1 0-1,0 0 1,0 0 0,0 0-1,0 0 1,0 0 0,0 0-1,0 0 1,1 0 0,-1 0-1,0 0 1,0 0 0,0 0-1,0 0 1,0 0 0,0 0-1,0 0 1,1 0 0,-1 0-1,-17-5 31,-22-2 50,-79 0 285,158 12-397,-30-3 25,0-1 0,0 0 0,1 0-1,-1-1 1,0 0 0,0-1 0,11-2-1,-47-6 152,14 7-167,29 3-38,44-1 89,-55-1 33,-8-1 9,-32 1 74,29 1-130,-39 2 119,43-2-137,-1 0-1,0 0 0,0 0 0,1 0 1,-1 1-1,0-1 0,1 0 1,-1 1-1,0 0 0,1-1 1,-1 1-1,1 0 0,-1 0 0,1 0 1,0 0-1,-1 0 0,1 0 1,0 0-1,-2 2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398 128 104,'23'-39'742,"-19"33"-252,1 0 0,-1 0 0,-1-1 0,1 1 0,-1-1 1,0 0-1,0 0 0,-1 0 0,2-13 0,-4 20-371,-1-1 0,1 0-1,-1 0 1,0 1 0,1-1-1,-1 0 1,0 1-1,1-1 1,-1 1 0,0-1-1,0 1 1,0-1 0,1 1-1,-1 0 1,0-1 0,0 1-1,0 0 1,0 0 0,0-1-1,0 1 1,0 0 0,0 0-1,1 0 1,-1 0 0,0 0-1,0 0 1,0 1 0,0-1-1,0 0 1,0 0 0,0 1-1,-1 0 1,-36 7 1095,1 3-600,1 2 0,-38 19 0,59-25-540,0 1-1,0 1 1,1 1 0,0 0 0,0 1-1,1 0 1,-12 15 0,23-24-73,0 0 1,0 0 0,1 0 0,-1 0 0,1 0 0,0 0 0,0 1-1,-1-1 1,2 0 0,-1 1 0,0-1 0,0 1 0,1-1 0,-1 1-1,1 0 1,0-1 0,0 1 0,0-1 0,0 1 0,1 3 0,0-2-3,0-1 0,1 1 0,-1-1 0,1 0 0,0 0 0,0 0 0,0 0 1,1 0-1,-1 0 0,1-1 0,-1 1 0,7 4 0,7 3-28,1 1 0,1-2-1,-1 0 1,26 8 0,-31-13-2,44 15-101,-41-14 118,1-1 1,-1 2 0,0 0 0,-1 1-1,1 0 1,-1 1 0,15 12 0,-28-19 32,0 0 0,-1-1 0,1 1 0,0 0 0,-1-1 0,1 1 0,-1 0 0,1 0 0,-1 0 0,1-1 0,-1 1 0,0 0 0,1 0 0,-1 0 0,0 0 0,0 0 0,0 0 0,0 0 0,0 0 0,0 0 0,0-1 0,0 1 0,0 0 0,0 0 0,0 0 0,0 0 0,-1 0 0,1 0 0,0 0 0,-1 0 0,1-1 0,-1 1 0,1 0 0,-1 0 0,1 0 0,-1-1 0,1 1 0,-1 0 0,0-1 0,1 1 0,-1-1 1,0 1-1,-1 0 0,-39 24 692,41-24-698,-32 14 40,1-2-1,-2 0 1,0-2 0,0-2 0,-1-1-1,0-1 1,0-2 0,-37 1 0,68-6-388,0 0 0,0 0 0,0 0 0,0 0 0,0 0 0,0 0 0,0-1 0,0 0 0,0 1 0,1-1 0,-1 0 0,0 0 0,0-1 0,1 1 0,-1-1 0,0 1 0,1-1 0,0 0 0,-5-3 0,6 2-13,0 0-1,0 1 1,1-1-1,-1 0 1,1 0-1,-1 1 1,1-1-1,0 0 1,0 0-1,0 1 1,0-1 0,1 0-1,-1 0 1,1 1-1,-1-1 1,1 0-1,0 1 1,0-1-1,0 1 1,4-6-1,6-15-426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84 176,'-6'-1'8229,"12"0"-3304,32-5-1842,55-3-3241,-47 6 746,150-13-3045,-147 10-4047,94-26 0,-112 22 5422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243 150 172,'0'-5'197,"-2"-35"2926,2 38-2470,0-1 0,-1 1 0,1-1 0,-1 1 0,0-1 0,1 1 0,-1 0 1,0-1-1,0 1 0,0 0 0,-1 0 0,-2-4 0,3 6-545,0 0 1,0 0-1,1 0 1,-1 0 0,0 0-1,0 0 1,0 0-1,0 0 1,0 0-1,1 0 1,-1 1 0,0-1-1,0 0 1,1 1-1,-1-1 1,0 1-1,0-1 1,1 1 0,-1-1-1,0 1 1,1-1-1,-1 1 1,1 0-1,-1-1 1,1 1 0,-1 0-1,1-1 1,-1 1-1,1 0 1,0 0-1,-1-1 1,1 1 0,0 0-1,-1 1 1,-15 31 118,-70 155 39,-9 24-121,94-209-144,-1 1 0,1 0 0,0-1 0,0 1 0,1 0 0,-1 0 0,1 0 0,0-1-1,0 6 1,0-9-1,0 0 0,0 1 0,0-1 0,0 0 0,0 0-1,0 1 1,1-1 0,-1 0 0,0 0 0,0 1 0,0-1-1,0 0 1,1 0 0,-1 0 0,0 1 0,0-1 0,0 0 0,1 0-1,-1 0 1,0 0 0,0 1 0,1-1 0,-1 0 0,0 0-1,0 0 1,1 0 0,-1 0 0,0 0 0,1 0 0,-1 0-1,0 0 1,0 0 0,1 0 0,-1 0 0,0 0 0,0 0 0,1 0-1,-1 0 1,1 0 0,20-16-15,-5-1 6,-1 0-1,-1-2 1,0 0 0,-2 0-1,0-1 1,16-38 0,41-136 144,-63 175-120,39-135 230,-45 153-240,0 0-1,0 1 0,0-1 1,0 1-1,0-1 1,0 0-1,0 1 0,1-1 1,-1 1-1,0-1 1,0 1-1,1-1 0,-1 1 1,0-1-1,1 1 1,-1-1-1,0 1 0,1 0 1,-1-1-1,1 1 1,-1-1-1,1 1 0,-1 0 1,1 0-1,-1-1 1,1 1-1,-1 0 0,1 0 1,-1-1-1,1 1 0,-1 0 1,1 0-1,0 0 1,-1 0-1,1 0 0,-1 0 1,1 0-1,0 0 1,17 21 166,6 40 170,-23-59-313,29 97 327,29 161 1,-39-104-9890,-22-142 6225,-5-17-1765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140 152 116,'-35'-11'432,"0"1"476,10 2 752,1-1 500,10 1 129,7-1-85,12 3-240,11-2-484,10-3-592,11 1-564,3-1-940,6 3-1736,-4-3-832,-2 3 63,-5 0 597,-5-1 864,0 3 872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57 132,'-2'-1'255,"1"1"-1,0 0 1,0 0 0,-1 0-1,1-1 1,0 1 0,0-1-1,0 1 1,0-1 0,-1 1-1,1-1 1,0 0 0,0 1-1,0-1 1,0 0 0,0 0-1,1 0 1,-1 0 0,0 0-1,0 0 1,0 0 0,1 0-1,-1 0 1,1 0 0,-1 0-1,1 0 1,-1-1 0,1 1-1,-1-2 1,2 2 12,-1 0 1,0-1-1,1 1 0,0-1 1,-1 1-1,1 0 1,0-1-1,0 1 0,0 0 1,-1 0-1,1 0 1,1 0-1,-1 0 1,0 0-1,0 0 0,0 0 1,0 0-1,1 0 1,1 0-1,-1-1-51,0 1 1,0 0-1,1 0 0,-1 1 0,0-1 1,1 0-1,-1 1 0,0-1 1,1 1-1,-1 0 0,0 0 0,1 0 1,2 0-1,-4 0-197,0 1 0,0-1 0,0 0 1,0 1-1,0-1 0,0 1 0,0-1 0,0 1 0,0-1 1,-1 1-1,1-1 0,0 1 0,0 0 0,-1 0 0,1-1 0,0 1 1,-1 0-1,1 0 0,-1 0 0,1 0 0,-1-1 0,1 1 1,-1 0-1,0 0 0,1 0 0,-1 0 0,0 0 0,0 0 1,0 0-1,0 0 0,0 0 0,0 2 0,0-2-56,0-1 0,1 1 0,-1 0 0,0-1 0,0 1 0,0-1 0,0 1-1,0 0 1,0-1 0,-1 1 0,1-1 0,0 1 0,0-1 0,0 1 0,0 0 0,-1-1 0,1 1 0,0-1-1,-1 1 1,1-1 0,0 1 0,-1-1 0,1 1 0,-1-1 0,1 0 0,-1 1 0,1-1 0,-1 0-1,1 1 1,-1-1 0,1 0 0,-1 1 0,1-1 0,-1 0 0,1 0 0,-1 0 0,0 0 0,1 1 0,-1-1-1,1 0 1,-1 0 0,0 0 0,1 0 0,-1 0 0,1 0 0,-1-1 0,0 1 0,0 0 0,0 0-243,1-1 1,-1 1-1,1 0 1,-1-1 0,1 1-1,-1 0 1,1-1-1,-1 1 1,1-1 0,-1 1-1,1 0 1,-1-1-1,1 1 1,0-1 0,-1 0-1,1 1 1,0-1-1,-1 1 1,1-1 0,0 1-1,0-1 1,0 0-1,-1 1 1,1-1 0,0 0-1,0 1 1,0-1-1,0 0 1,0 1 0,0-1-1,0 1 1,0-1-1,1 0 1,-1 1 0,0-1-1,0 0 1,0 1-1,1-1 1,-1 1 0,0-1-1,1 1 1,-1-1-1,1 0 1,5 4-2170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64 118 80,'-1'15'-1018,"2"5"8135,-1-20-6935,0 1 1,1-1 0,-1 0 0,1 0 0,-1 0-1,1 0 1,-1 1 0,1-1 0,-1 0 0,1 0 0,-1 0-1,1 0 1,-1 0 0,1 0 0,-1 0 0,1 0-1,-1-1 1,1 1 0,-1 0 0,1 0 0,-1 0 0,1 0-1,-1-1 1,0 1 0,1 0 0,-1 0 0,1-1-1,-1 1 1,0 0 0,1-1 0,-1 1 0,0 0-1,1-1 1,-1 1 0,0-1 0,1 1 0,-1-1 0,0 1-1,0-1 1,1 1-125,-1 0 0,0-1-1,0 1 1,0 0 0,0 0-1,0 0 1,0 0 0,0 0-1,0 0 1,0 0 0,0 0 0,0-1-1,0 1 1,0 0 0,0 0-1,0 0 1,0 0 0,0 0-1,0 0 1,0-1 0,0 1-1,0 0 1,0 0 0,0 0-1,0 0 1,0 0 0,0 0 0,0-1-1,0 1 1,0 0 0,0 0-1,0 0 1,0 0 0,0 0-1,0 0 1,0 0 0,-1 0-1,1 0 1,0-1 0,0 1 0,0 0-1,0 0 1,0 0 0,0 0-1,0 0 1,0 0 0,-1 0-1,1 0 1,0 0 0,0 0-1,0 0 1,0 0 0,0 0-1,0 0 1,-1 0 0,1 0 0,0 0-1,0 0 1,0 0 0,0 0-1,0 0 1,0 0 0,-1 0-1,1 0 1,0 0 0,-18-1 1111,-18 3-905,35-1-285,0-1 0,0 0 0,0 0 1,0 1-1,0-1 0,0 0 0,-1 0 1,1 0-1,0 0 0,0 0 0,0 0 1,0-1-1,0 1 0,0 0 0,-1-1 1,1 1-1,0 0 0,0-1 0,-1 0 1,2-1-183,1 0 1,-1 1 0,0-1-1,1 0 1,0 1 0,-1-1-1,1 0 1,0 1 0,0-1-1,0 1 1,0-1 0,0 1-1,2-2 1,13-19-3058,-11 17 2310,-1-1 1,0 1-1,0-1 1,0 1 0,-1-1-1,0 0 1,0 0-1,0 0 1,-1-1 0,0 1-1,2-10 1,-4 1 270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0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28 80,'-10'-16'655,"-5"4"5515,14 12-5895,0 0 0,1 0 0,-1 0 0,0 0-1,1 0 1,-1 0 0,0 1 0,0-1 0,1 0-1,-1 0 1,0 0 0,1 1 0,-1-1 0,0 0-1,1 1 1,-1-1 0,1 1 0,-1-1 0,1 0-1,-1 1 1,0 1 0,-10 13 120,4-3-373,0 0 1,1 1-1,0 0 1,1 1 0,1-1-1,0 1 1,1 0-1,0 0 1,-1 26-1,5-38-15,-1 0 0,1 0-1,0 0 1,-1-1 0,1 1-1,0 0 1,0 0 0,0-1-1,0 1 1,0 0 0,1-1-1,-1 1 1,0-1 0,1 0-1,-1 1 1,1-1 0,-1 0-1,1 0 1,0 0 0,0 0-1,-1 0 1,1 0 0,0-1 0,0 1-1,0-1 1,0 1 0,0-1-1,3 1 1,9 1 66,0-1 1,-1 0-1,16-2 1,-13 1-11,-1 0 5,14-1-34,-1 2 1,0 0 0,0 2-1,33 8 1,-55-9-23,0-1 0,-1 0 0,1 1-1,-1 0 1,1 1 0,-1-1 0,0 1 0,0 0 0,0 0 0,-1 1-1,1-1 1,-1 1 0,1 0 0,-1 0 0,0 1 0,-1-1 0,1 1 0,-1 0-1,0 0 1,0 0 0,-1 0 0,1 0 0,-1 1 0,0-1 0,-1 1 0,1 0-1,0 5 1,-2-8 27,0 0-1,0 0 1,0-1 0,0 1-1,0 0 1,0-1-1,-1 1 1,0-1-1,1 1 1,-1 0-1,0-1 1,0 1-1,-1-1 1,1 0-1,0 1 1,-1-1 0,1 0-1,-3 2 1,0 0 42,0 0 1,-1 0-1,1 0 1,-1-1-1,0 0 1,0 0-1,-11 4 1,-4 1 102,-1-2-1,0 0 1,-30 3 0,50-9-180,-20 3-237,0 0 0,-31-2-1,4-8-2241,44 6 1865,1 0-1,0 0 0,-1-1 1,1 1-1,0-1 1,0 0-1,0 0 0,0 0 1,-5-5-1,7 5 307,-1-1 0,1 1 0,-1 0 0,1-1 0,0 1 0,0-1 0,1 1 0,-1-1 0,0 1 0,1-1 0,-1 0 0,1 1 0,0-1 0,0 0 1,0 1-1,0-1 0,1 0 0,-1 1 0,1-1 0,-1 0 0,3-4 0,5-19-427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0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98 12,'-16'-14'673,"3"2"1368,3 0 3874,10 12-5741,0-1-1,0 1 1,0-1 0,1 1 0,-1-1 0,0 1 0,0 0 0,0-1-1,1 1 1,-1-1 0,0 1 0,1 0 0,-1-1 0,0 1 0,1 0-1,-1-1 1,0 1 0,1 0 0,-1-1 0,1 1 0,-1 0 0,0 0-1,1 0 1,-1-1 0,1 1 0,-1 0 0,1 0 0,-1 0 0,1 0-1,-1 0 1,1 0 0,-1 0 0,1 0 0,-1 0 0,0 0-1,1 0 1,0 0 0,26-2 193,-24 2-54,35-1-579,133-12 1716,-114 4-3740,-3-5-3384,-52 14 5212,-1-1 0,0 1 0,0 0 0,0-1 1,1 1-1,-1-1 0,0 1 0,0-1 0,0 0 0,0 0 1,0 1-1,0-1 0,0 0 0,0 0 0,0 0 0,0-1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78 106 108,'-7'1'558,"0"-1"0,-1 0-1,1 0 1,0 0 0,-1-1 0,1 0-1,0-1 1,-12-3 0,31 0 2800,21-5-2557,197-21 417,94-16-1277,-295 43-2341,-51 8-4824,11 0 6542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1 101 252,'3'-38'2141,"-1"30"-199,-2 0 0,1 0 1,-1 0-1,0-1 0,-2-12 0,1 58 1371,0 27-3436,4 280-2908,-2-332 1957,0 1-1,1 0 0,0-1 0,5 16 1,-6-25 802,-1-1-1,1 0 1,0 1 0,0-1 0,0 0 0,0 1 0,1-1 0,-1 0-1,1 0 1,-1 0 0,1 0 0,-1 0 0,1-1 0,0 1 0,0 0-1,0-1 1,0 1 0,0-1 0,1 0 0,-1 0 0,0 0-1,1 0 1,-1 0 0,0 0 0,1-1 0,-1 1 0,1-1 0,2 1-1,12-3-446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38 123 124,'-4'-4'-26,"-1"-1"404,1 1 1,0-1 0,0 0-1,0 0 1,1 0 0,-4-7 0,6 10-274,1 1 1,0 0 0,-1 0-1,1 0 1,0-1 0,0 1-1,0 0 1,0-1 0,0 1-1,0 0 1,0 0 0,0-1-1,0 1 1,1 0 0,-1 0-1,0 0 1,1-1 0,-1 1-1,1 0 1,0 0 0,-1 0 0,1 0-1,0 0 1,0 0 0,0 0-1,-1 0 1,1 0 0,0 0-1,0 1 1,0-1 0,0 0-1,0 0 1,1 1 0,-1-1-1,0 1 1,2-1 0,13-6 340,0 0 0,0 2 0,0 0 1,1 1-1,24-3 0,-29 5-249,-1 1 0,0 1-1,0 0 1,0 0 0,0 1 0,0 0-1,0 1 1,0 0 0,15 6 0,-24-8-109,0 1 1,0 0-1,-1 0 0,1 0 1,0 0-1,0 0 1,-1 0-1,1 0 1,-1 1-1,1-1 1,-1 1-1,1-1 0,-1 1 1,0 0-1,0-1 1,0 1-1,0 0 1,0 0-1,0 0 1,0-1-1,-1 1 0,1 0 1,-1 0-1,1 0 1,-1 0-1,0 0 1,0 1-1,0-1 1,0 0-1,0 0 0,0 0 1,0 0-1,-1 0 1,1 0-1,-1 0 1,1 0-1,-1 0 1,0-1-1,0 1 0,0 0 1,0 0-1,-2 2 1,-6 10 460,1-1 0,-2-1-1,0 1 1,-15 13 0,19-20-365,-6 5 167,-19 21 191,29-30-524,1-1-1,0 0 0,0 1 1,0-1-1,-1 1 0,2-1 1,-1 1-1,0 0 0,0-1 0,0 1 1,1 0-1,-1 0 0,1-1 1,0 1-1,-1 0 0,1 0 0,0 2 1,2-1-15,1 0 1,-1-1-1,1 1 1,0-1-1,0 0 1,0 0-1,0 0 1,0 0-1,0-1 0,0 1 1,1-1-1,-1 0 1,0 0-1,1 0 1,5 1-1,-1 0 11,27 9 30,91 33 383,-113-39-274,0 2 0,0 0 0,-1 0 0,0 1 0,-1 1 0,1 0 0,10 11 0,-20-18-104,-1-1 0,1 1 0,-1-1 0,0 1-1,0-1 1,0 1 0,1 0 0,-1-1 0,-1 1 0,1 0 0,0 0 0,0 0 0,-1 0 0,1 0-1,-1 0 1,0 0 0,1 0 0,-1 0 0,0 0 0,0 0 0,0 0 0,-1 0 0,0 3-1,0-1 10,-1-1-1,1 0 0,-1 0 0,0 0 0,0 0 0,0-1 0,-1 1 0,1 0 0,-1-1 0,1 0 0,-1 1 0,-5 2 0,-10 5 80,0 0 0,-1-1 0,-33 10 0,45-16-131,-29 9-207,-64 14-1,28-20-2093,61-6 886,1 0 1,0-1 0,-1-1-1,-15-4 1,25 6 1073,-1 0 0,1-1 1,0 1-1,0-1 1,-1 1-1,1-1 1,0 0-1,0 1 1,0-1-1,0 0 0,0 0 1,0 0-1,0 0 1,0 0-1,0 0 1,0 0-1,0 0 0,0 0 1,1 0-1,-1 0 1,0-1-1,1 1 1,0 0-1,-1-1 0,1 1 1,-1 0-1,1-1 1,0-1-1,7-26-2715,6 6 2206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1 107 136,'0'-7'913,"1"0"0,0-1 0,0 1-1,1 0 1,0 0 0,4-10 0,-6 16-754,1-1 1,-1 1-1,1 0 0,-1 0 1,1 0-1,-1-1 1,1 1-1,-1 0 0,1 0 1,0 0-1,0 0 0,0 0 1,-1 0-1,1 0 1,0 0-1,0 0 0,0 1 1,0-1-1,1 0 0,-1 1 1,0-1-1,0 0 1,0 1-1,0 0 0,1-1 1,-1 1-1,0 0 1,1-1-1,-1 1 0,0 0 1,0 0-1,1 0 0,-1 0 1,0 0-1,1 0 1,-1 1-1,0-1 0,0 0 1,1 1-1,-1-1 0,0 1 1,0-1-1,0 1 1,2 1-1,-2-2-72,-1 1 1,1-1-1,0 1 0,-1 0 1,1-1-1,-1 1 0,0 0 1,1 0-1,-1-1 0,0 1 1,1 0-1,-1 0 1,0-1-1,0 1 0,1 0 1,-1 0-1,0 0 0,0-1 1,0 1-1,0 0 0,0 0 1,0 0-1,0 0 0,-1-1 1,1 1-1,0 0 1,0 0-1,-1 0 0,1-1 1,0 1-1,-1 0 0,1 0 1,-1-1-1,1 1 0,-1 0 1,1-1-1,-1 1 0,1-1 1,-1 1-1,0-1 0,1 1 1,-1-1-1,0 1 1,1-1-1,-1 1 0,0-1 1,0 0-1,1 0 0,-2 1 1,1-2-66,1 1 1,0-1-1,0 1 1,-1-1-1,1 1 1,0-1 0,0 1-1,0-1 1,0 0-1,0 1 1,0-1-1,0 1 1,0-1 0,0 0-1,0 1 1,0-1-1,0 1 1,0-1-1,0 0 1,0 1 0,1-1-1,-1 1 1,0-1-1,0 1 1,1-1-1,-1 1 1,0-1 0,1 0-1,9-18-1132,-5 11 439,6-5-5068,-10 13 5563,-1-1-1,0 1 0,0 0 0,1-1 0,-1 1 0,1 0 0,-1 0 0,0-1 1,1 1-1,-1 0 0,1 0 0,-1 0 0,0 0 0,1 0 0,-1-1 0,1 1 1,-1 0-1,1 0 0,-1 0 0,1 0 0,-1 0 0,0 0 0,1 0 0,-1 1 1,1-1-1,-1 0 0,1 0 0,-1 0 0,0 0 0,1 1 0,-1-1 0,1 0 1,-1 0-1,0 1 0,1-1 0,-1 0 0,0 0 0,1 1 0,-1-1 0,0 0 1,0 1-1,1-1 0,-1 1 0,0-1 0,0 0 0,0 1 0,1-1 0,-1 1 1,0-1-1,0 0 0,0 1 0,0-1 0,0 1 0,0-1 0,0 1 0,3 11-846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24 114 80,'-1'0'59,"1"0"0,0 1 1,-1-1-1,1 0 0,0 1 0,-1-1 0,1 1 0,0-1 1,-1 1-1,1-1 0,0 0 0,0 1 0,0-1 0,-1 1 1,1-1-1,0 1 0,0-1 0,0 1 0,0-1 0,0 1 1,0-1-1,0 1 0,0-1 0,0 1 0,0-1 0,0 1 1,0-1-1,1 1 0,-1-1 0,0 1 0,0-1 0,0 1 1,1-1-1,-1 1 0,0-1 0,1 1 0,-1-1 0,0 0 1,1 1-1,-1-1 0,23 1 4320,-23-2-4161,1 1 1,0 0-1,0-1 0,0 1 1,0 0-1,-1-1 0,1 1 1,0 0-1,0 0 1,0 0-1,0 0 0,0 0 1,0 0-1,0 0 0,-1 0 1,1 0-1,0 1 0,0-1 1,0 0-1,0 0 1,0 1-1,-1-1 0,1 1 1,0-1-1,0 1 0,0-1 1,-1 1-1,1-1 0,0 1 1,-1 0-1,1-1 1,-1 1-1,1 0 0,-1-1 1,1 2-1,-1-1-120,0 0 0,0-1 1,-1 1-1,1 0 0,-1 0 0,1-1 1,0 1-1,-1 0 0,1-1 0,-1 1 0,0 0 1,1-1-1,-1 1 0,1-1 0,-1 1 1,0-1-1,1 1 0,-1-1 0,0 0 0,0 1 1,1-1-1,-1 0 0,0 1 0,0-1 1,0 0-1,0 0 0,1 0 0,-1 0 1,0 0-1,0 0 0,0 0 0,0 0 0,1 0 1,-1 0-1,-1-1 0,-28-6 568,28 6-774,1 0 0,-1 0 1,1 0-1,0 0 0,-1-1 1,1 1-1,0 0 1,0-1-1,0 1 0,0-1 1,0 1-1,0-1 0,0 0 1,1 1-1,-1-1 0,1 0 1,-1 1-1,1-1 0,0 0 1,-1 0-1,1 1 0,0-1 1,0-2-1,1 1-478,0 0-1,0 0 1,0 0 0,0 0-1,1 0 1,-1 0-1,1 0 1,-1 0 0,1 1-1,0-1 1,5-4 0,40-32-7195,-20 23 6713,-1 1 605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03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88 28,'0'-3'410,"-1"-1"0,1 1 0,-1 0 0,1-1 1,-1 1-1,0 0 0,0 0 0,-1 0 0,1 0 0,-3-4 0,-21-23 11521,70 40-10319,0-3-1594,0-3 1,1-1-1,-1-3 1,0-1-1,1-2 1,79-17-1,-88 3 181,-34 16-63,-8 4-139,1 0 0,-1 1-1,1 0 1,0 0 0,0 1-1,1-1 1,-1 1 0,1-1-1,0 1 1,1 0 0,-1 0 0,-2 7-1,-22 76 53,11-30 7,-29 86-427,34-95-4526,3-2-6841,8-39 10764,0-3 446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0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17 8,'0'-14'1755,"0"11"-547,0 9 33,-3 15-632,0-1 1,-1-1-1,-1 1 0,0 0 1,-12 23-1,15-37-513,-18 49 813,-14 60 0,34-115-916,0 0-1,-1 0 1,1 0-1,0 1 0,0-1 1,0 0-1,0 0 1,0 0-1,0 1 1,0-1-1,0 0 0,0 0 1,-1 1-1,1-1 1,0 0-1,0 0 1,0 1-1,0-1 0,0 0 1,1 0-1,-1 1 1,0-1-1,0 0 1,0 0-1,0 1 1,0-1-1,0 0 0,0 0 1,0 1-1,0-1 1,1 0-1,-1 0 1,0 0-1,0 1 0,0-1 1,1 0-1,-1 0 1,0 0-1,0 0 1,0 1-1,1-1 0,-1 0 1,0 0-1,0 0 1,1 0-1,-1 0 1,0 0-1,0 0 1,0 0-1,1 0 0,-1 0 1,0 0-1,1 0 1,-1 0-1,0 0 1,0 0-1,1 0 0,-1 0 1,0 0-1,21-10-5199,-6 2 2023,-6 4 2471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0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42 88,'-30'-3'3970,"26"1"-3252,0 1 0,0 1 0,0-1 0,0 1 0,0-1 0,-1 1 0,1 1 0,0-1 0,0 0 0,0 1 0,-7 2 0,32 3 1185,12-2-1795,9-4-17,0-1 0,0-2-1,-1-3 1,63-15-1,-49 10-87,-15 5-2385,-50 6-5909,-36 0 4730,15 0 2786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61 107 60,'11'-64'3002,"-11"59"-1928,0 0 1,0 1-1,0-1 1,0 1-1,-1-1 0,0 1 1,-2-6-1,-11 58 2760,-2 26-3166,-7 90-1,9-5-2860,16-103-3696,-2-55 5630,1 0-1,-1 1 0,0-1 1,0 0-1,1 0 0,-1 0 1,1 0-1,-1 0 0,1 0 1,-1 0-1,1 0 0,-1 0 0,1-1 1,0 1-1,0 0 0,0 0 1,-1 0-1,3 0 0,-2-1 127,0 0 0,0 1 0,0-1 0,0 0 0,0-1 0,0 1 0,0 0 0,0 0-1,0 0 1,0-1 0,0 1 0,0 0 0,0-1 0,0 1 0,0-1 0,0 1 0,0-1-1,0 0 1,-1 1 0,1-1 0,0 0 0,0 1 0,-1-1 0,2-1 0,14-16-334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2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111 105 216,'-44'-17'1603,"-23"-10"6956,67 27-8491,1 0 0,-1 0 1,0 1-1,0-1 0,0 0 1,0 0-1,0 0 0,0 0 0,0 0 1,0 0-1,1 0 0,-1 0 1,0 0-1,0 0 0,0 0 1,0 0-1,0 0 0,0 0 1,0-1-1,0 1 0,1 0 1,-1 0-1,0 0 0,0 0 0,0 0 1,0 0 272,0 0-272,0 0-1,1 0 0,-1-1 1,0 1-1,0 0 0,0 0 1,0 0-1,0 0 0,0 0 1,0 0-1,0 0 0,0 0 0,0 0 1,0-1-1,0 1 0,0 0 1,0 0-1,0 0 0,0 0 1,0 0-1,0 0 0,0 0 1,0-1-1,0 1 0,0 0 1,0 0-1,0 0 0,0 0 0,0 0 1,0 0-1,-1 0 0,1 0 1,0 0-1,0-1 0,19-3 1310,27-2-1348,-41 6 294,135-18 568,-51 6-352,-31 4-3034,-8 4-2510,-1 0-3518,-30 4 7190,1 2 694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2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89 28,'-11'-45'1997,"-8"3"5956,19 42-7866,-1 0 0,1-1 0,-1 1 0,1 0-1,-1 0 1,0 0 0,1 0 0,-1 0 0,1 0-1,-1 0 1,1 0 0,-1 0 0,1 0 0,-1 0 0,1 0-1,-1 0 1,1 0 0,-1 0 0,0 1 0,1-1-1,0 0 1,-1 0 0,1 1 0,-1-1 0,1 0 0,-1 1-1,1-1 1,-1 0 0,1 1 0,0-1 0,-1 1-1,1-1 1,0 1 0,-1-1 0,1 1 0,0-1 0,0 1-1,-1 0 1,-15 21 518,8-10-266,-10 15 482,-20 40 0,34-58-761,0-1 0,1 1 0,0 0 0,1 1 0,-1-1 0,2 1 0,-1-1 0,1 1 0,1 11 0,-1-19-59,1-1 1,0 1 0,0 0 0,0 0-1,0-1 1,0 1 0,0 0 0,1-1-1,-1 1 1,1 0 0,-1-1 0,1 1 0,-1 0-1,1-1 1,0 1 0,0-1 0,0 1-1,0-1 1,0 0 0,0 1 0,0-1 0,0 0-1,1 0 1,-1 0 0,0 0 0,1 0-1,-1 0 1,1 0 0,-1 0 0,1 0-1,-1-1 1,1 1 0,0-1 0,-1 1 0,1-1-1,0 0 1,-1 1 0,1-1 0,0 0-1,0 0 1,-1 0 0,1-1 0,0 1 0,-1 0-1,1 0 1,3-2 0,1 0 12,0 0 0,0-1 1,0 0-1,-1 0 0,1 0 0,-1-1 0,1 1 1,-1-1-1,0-1 0,-1 1 0,8-8 1,-5 0 199,0 1 0,0-1 0,-1 0 0,0-1 0,-2 1 0,1-1 1,-1 0-1,-1 0 0,0-1 0,1-24 0,0 24 597,2 14-425,10 26-341,1 2-66,-3-16-7,2 0 1,0 0 0,0-1-1,1-1 1,0-1-1,0-1 1,1 0 0,1-1-1,23 6 1,-42-13 28,1 0 0,-1 1 0,1-1 0,-1 0 0,1 0 0,-1 1 0,1-1 1,0 0-1,-1 0 0,1 0 0,-1 0 0,1 0 0,-1 0 0,1 0 0,0 0 0,-1 0 0,1 0 0,-1 0 0,1 0 1,-1 0-1,1 0 0,0 0 0,-1 0 0,1-1 0,-1 1 0,1 0 0,-1-1 0,1 1 0,-1 0 0,1-1 1,0 1-1,-7-19 70,-32-32-14,27 38-139,8 8 565,-13-17-1639,-4-18-6150,19 39 7088,1 0 1,-1 0-1,1 0 0,-1 0 0,1 0 0,0 0 0,0-1 0,-1 1 0,1 0 1,0 0-1,0 0 0,0-1 0,0 1 0,1 0 0,-1 0 0,0 0 0,0 0 1,1-1-1,-1 1 0,0 0 0,1 0 0,0 0 0,-1 0 0,1 0 1,-1 0-1,1 0 0,0 0 0,0 0 0,0 0 0,-1 1 0,1-1 0,0 0 1,0 0-1,0 1 0,0-1 0,0 1 0,0-1 0,1 1 0,-1-1 1,0 1-1,0 0 0,0-1 0,0 1 0,1 0 0,-1 0 0,0 0 0,0 0 1,0 0-1,0 0 0,1 0 0,-1 0 0,0 0 0,1 1 0,19 1-221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2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124 121 92,'1'-1'354,"0"1"0,1-1 0,-1 0-1,0 0 1,1 1 0,-1-1 0,0 0 0,0 0 0,0 0 0,0 0 0,0-1-1,0 1 1,0 0 0,0 0 0,0-1 0,-1 1 0,1 0 0,0-1-1,-1 1 1,1-1 0,-1 1 0,0-1 0,1 1 0,-1-1 0,0 1 0,0-1-1,0 1 1,0-1 0,0 1 0,0-1 0,0 1 0,-1-1 0,1 1-1,-1-1 1,1 1 0,-1 0 0,1-1 0,-1 1 0,0-1 0,0 0 0,-1 0 78,1 1 0,-1-1 0,1 1 0,-1-1 0,1 1 0,-1 0 0,0-1 0,0 1 0,0 0 0,1 0 0,-1 1 0,0-1 0,0 0 0,0 1 1,-4-2-1,-23 6-429,24-2 46,0 0-1,1 0 0,-1 1 1,1-1-1,-1 1 1,1 1-1,0-1 0,0 0 1,0 1-1,0 0 0,1 0 1,-1 0-1,1 0 1,0 1-1,1-1 0,-1 1 1,1 0-1,0 0 0,0 0 1,0 0-1,-1 8 1,2-10-52,1 1 1,0 0 0,0-1 0,0 1 0,0-1 0,1 1 0,0-1 0,0 1 0,0-1 0,0 1 0,0-1 0,0 1-1,1-1 1,0 0 0,0 0 0,0 0 0,0 0 0,0 0 0,0-1 0,1 1 0,-1 0 0,1-1 0,0 0-1,0 0 1,0 0 0,0 0 0,0 0 0,0 0 0,1-1 0,-1 0 0,0 1 0,5 0 0,-3-1 3,1 0 0,0 1 1,0-2-1,0 1 0,0-1 0,0 0 1,0 0-1,0 0 0,-1-1 0,1 0 1,0 0-1,0-1 0,0 1 0,-1-1 1,1-1-1,-1 1 0,0-1 1,1 0-1,-1 0 0,-1 0 0,1-1 1,0 0-1,-1 1 0,0-2 0,1 1 1,-2 0-1,1-1 0,0 0 0,-1 0 1,0 0-1,0 0 0,-1-1 1,0 1-1,1-1 0,-2 1 0,1-1 1,-1 0-1,0 0 0,0 0 0,0 1 1,-1-1-1,0 0 0,0 0 0,0 0 1,-1 0-1,0 0 0,0 0 1,-1 0-1,-2-5 0,3 7-442,-1 1-1,1 0 1,-1-1 0,0 1-1,0 0 1,-1 0 0,1 0-1,-1 1 1,1-1 0,-1 1-1,0-1 1,0 1-1,0 0 1,0 0 0,0 0-1,0 0 1,-1 1 0,1-1-1,-1 1 1,1 0 0,-1 0-1,-3 0 1,0 0-457,1 0-1,-1 0 1,0 1 0,1 0 0,-1 0 0,0 1-1,1 0 1,-1 0 0,1 1 0,-1-1-1,-8 5 1,-9 8-484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2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61 101 256,'-6'-26'1060,"-13"-21"5758,4 19 304,15 28-7026,0 1 0,0-1 0,0 0 1,0 0-1,0 0 0,0 0 0,0 0 0,-1 1 97,1-1-97,0 0 0,0 0 0,0 0 0,0 0 0,0 0 1,0 0-1,-1 0 0,1 0 0,0 0 0,0 0 0,0 0 0,0 1 1,0-1-1,-1 0 0,1 0 0,0 0 0,0 0 0,0 0 1,0 0-1,-1 0 0,1 0 0,0-1 0,0 1 0,0 0 1,0 0-1,0 0 0,-1 0 0,1 0 0,0 0 0,0 0 1,0 0-1,0 0 0,0 0 0,0 0 0,-1-1 0,1 1 1,0 0-1,0 0 0,0 0 0,0 0 0,0 0 0,0-1 1,-7 174 297,0 39-1144,8-174-1194,12 63 0,-1-52-2377,-11-47 3859,0 1 0,0-1 0,0 0 0,0 1 0,0-1-1,0 0 1,1 0 0,-1 0 0,1 0 0,0 0 0,-1 0 0,1 0 0,0-1 0,0 1 0,0 0-1,5 2 1,-7-4 379,1 0 0,-1 0 0,1 0 0,-1 0-1,1 1 1,-1-1 0,1 0 0,0 0 0,-1 0 0,1 0-1,-1 0 1,1 0 0,-1-1 0,1 1 0,-1 0-1,1 0 1,-1 0 0,1 0 0,0-1 0,-1 1 0,1 0-1,-1 0 1,0-1 0,1 1 0,-1 0 0,1-1-1,-1 1 1,1-1 0,-1 1 0,0 0 0,1-1 0,-1 1-1,0-1 1,0 1 0,1-1 0,-1 1 0,0-2-1,4-13-555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0 102 100,'0'-5'132,"1"1"0,-1 0 1,1-1-1,0 1 0,0 0 0,0-1 0,1 1 1,-1 0-1,1 0 0,0 0 0,0 0 0,0 0 1,1 1-1,0-1 0,-1 1 0,1 0 0,1-1 1,-1 1-1,0 0 0,1 1 0,-1-1 0,1 1 1,0-1-1,0 1 0,0 0 0,0 1 0,0-1 1,0 1-1,0 0 0,1 0 0,-1 0 0,0 0 1,1 1-1,6-1 0,2 1 239,0 0 1,0 0-1,0 1 1,0 1-1,0 0 0,-1 1 1,15 4-1,-19-5-42,-1 1 1,0 0-1,0 0 0,-1 0 1,1 1-1,-1 0 1,1 1-1,-1-1 0,0 1 1,-1 0-1,1 0 0,-1 1 1,7 10-1,-10-14-165,-1 1 0,0 0 0,0 0 0,0 0 0,0 0 0,-1 0 0,1 0 0,-1 0-1,0 1 1,0-1 0,0 0 0,0 0 0,0 0 0,-1 0 0,1 0 0,-1 0 0,0 0 0,0 0 0,0 0 0,0 0 0,-1 0 0,1 0-1,-1-1 1,0 1 0,1-1 0,-1 1 0,-1-1 0,1 0 0,0 1 0,0-1 0,-4 2 0,-9 9 160,-1-1 0,0-1 0,-28 16 0,39-25-279,4-1-50,-7 4-211,-1 0-1,-1 0 1,1-1-1,-1 0 1,-16 4-1,21-10-4200,13-7 1489,16-9-1222,-7 10 2743,-1 0-1,1 1 1,19-5-1,-6 3 957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89 76,'27'-18'293,"-10"-5"3823,-17 22-3835,1 0 1,-1 0-1,0 0 1,0 0-1,1 0 1,-1 0-1,0 0 1,0 0-1,0 0 1,0 0 0,0 0-1,0-1 1,0 1-1,-1 0 1,1 0-1,0 0 1,-1 0-1,1 0 1,0 0-1,-2-1 1,1 0 121,-1 0-1,1 1 1,-1-1-1,0 0 1,0 1-1,0 0 1,0-1-1,0 1 1,0 0 0,0 0-1,0 0 1,0 0-1,-3 0 1,-3-1-87,0 1-1,1 0 1,-1 0 0,0 1 0,0 0-1,0 0 1,1 1 0,-1 0 0,0 1 0,1-1-1,-1 2 1,1-1 0,-1 1 0,1 0-1,0 0 1,0 1 0,-8 5 0,3-1-257,0 0 0,0 1 0,1 0 0,0 1 0,0 0 0,1 1 0,1 0 0,-12 17 0,16-19-57,0 0-1,1 1 1,0-1 0,1 1-1,0 0 1,1-1 0,0 1-1,-1 15 1,2-23-11,1 0 0,0 1-1,-1-1 1,1 0 0,0 0 0,0 0 0,1 1-1,-1-1 1,0 0 0,1 0 0,-1 0 0,1 0-1,0 0 1,0 0 0,0 0 0,0 0 0,0 0-1,0 0 1,0 0 0,1 0 0,-1-1-1,1 1 1,-1-1 0,1 1 0,0-1 0,-1 1-1,1-1 1,0 0 0,0 0 0,0 0 0,0 0-1,0 0 1,0 0 0,0-1 0,0 1 0,1-1-1,-1 1 1,0-1 0,0 0 0,0 0 0,1 0-1,-1 0 1,4-1 0,0 1-6,-1-1 0,0 0 0,1-1 0,-1 1-1,0-1 1,0 0 0,0 0 0,0-1 0,0 0 0,-1 1 0,1-2 0,-1 1 0,0 0-1,0-1 1,6-6 0,2-5 10,-1 0 0,0-1 0,10-20 0,-14 21 28,2 1 1,0 0-1,19-23 1,-27 37-24,-1-1 0,1 1 0,0-1 0,-1 1 0,1-1 0,0 1 0,-1 0 0,1 0 0,0-1 0,0 1 0,-1 0 0,1 0 0,0 0 0,0 0 0,-1 0 0,1 0 0,0 0 0,0 0 0,-1 0 0,1 0 0,0 0 0,0 0 0,-1 1 0,1-1 0,0 0 0,-1 0 1,1 1-1,0-1 0,-1 1 0,1-1 0,0 0 0,-1 1 0,1-1 0,-1 1 0,1 0 0,-1-1 0,1 1 0,-1-1 0,1 1 0,-1 0 0,0-1 0,1 2 0,20 34-72,-18-29 46,4 7 738,17 33-1689,-16-33-759,0-1 0,1 0 0,17 19-1,-24-29 1334,0 0 0,1 0-1,-1-1 1,1 1 0,0-1-1,0 1 1,0-1 0,0 0-1,0 0 1,1 0 0,-1-1-1,1 1 1,-1-1 0,1 0-1,-1 1 1,1-2 0,0 1-1,-1 0 1,1-1 0,0 0-1,0 0 1,0 0 0,-1 0-1,1 0 1,0-1 0,0 0-1,-1 0 1,1 0 0,-1 0-1,1 0 1,-1-1 0,1 0-1,3-2 1,16-13-187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54 151 168,'3'-21'396,"3"-45"1161,-5 61-856,-1 0 0,0 0 1,-1 1-1,1-1 0,-1 0 0,0 0 1,0 1-1,-1-1 0,1 1 1,-4-8-1,5 11-558,0 1 1,-1 0-1,1 0 0,0-1 1,0 1-1,0 0 0,0 0 1,-1-1-1,1 1 0,0 0 1,0 0-1,-1 0 1,1-1-1,0 1 0,0 0 1,-1 0-1,1 0 0,0 0 1,0 0-1,-1-1 0,1 1 1,0 0-1,-1 0 0,1 0 1,0 0-1,-1 0 1,1 0-1,0 0 0,0 0 1,-1 0-1,1 0 0,0 0 1,-1 0-1,1 0 0,0 0 1,-1 1-1,1-1 1,0 0-1,-1 0 0,-9 13 2222,-4 20-881,9-8-1334,0-1 0,2 1 0,1 0 0,1 33-1,2-29-2894,7 45 0,7-13-4769,-14-58 7130,0 0 0,0 0 0,1 0 0,-1 0-1,1 0 1,-1 0 0,1 0 0,0 0 0,0-1 0,0 1 0,0-1-1,1 1 1,-1-1 0,1 0 0,-1 0 0,6 3 0,7-2-181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1 216 192,'10'-85'1274,"-2"18"1448,3 4 4348,-9 81-644,2 51-4455,-5-19-1304,-1-26-534,2 0-1,1 0 1,0 0-1,9 41 1,-10-64-131,1 1 1,-1-1 0,1 1 0,-1-1 0,1 1 0,-1-1 0,1 1 0,0-1-1,0 0 1,0 1 0,0-1 0,0 0 0,0 0 0,0 0 0,0 1 0,0-1-1,0 0 1,1-1 0,-1 1 0,0 0 0,1 0 0,-1 0 0,2 0 0,33-2 21,-33 0-24,0 0-1,1 1 1,-1-1 0,0 1-1,0 0 1,0 0 0,1 0-1,-1 0 1,0 0-1,0 1 1,0-1 0,0 1-1,1 0 1,-1 0 0,0 0-1,5 4 1,-2 0 7,0 1 0,0 1 1,0-1-1,-1 1 0,0 0 0,0 0 1,-1 0-1,4 11 0,-3-9-781,0 1 0,1-1 1,13 16-1,-14-72-16652,-12 24 16854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50 120,'-54'-17'2176,"18"7"4233,47 9 436,24-4-4776,9-2-3022,-16 4-1136,-3-1-1732,0 2 1,30 1 0,-9 8 1414,-16 1 1756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93 107 96,'17'-15'685,"18"-18"994,-34 32-1333,0 0 0,0 0-1,0-1 1,0 1 0,0 0 0,-1 0 0,1-1 0,0 1 0,-1-1 0,1 1 0,0 0 0,-1-1 0,0 1-1,1-1 1,-1 1 0,0-1 0,0 1 0,0-1 0,0 1 0,0-1 0,0 1 0,0-1 0,-1-1 0,0 1 26,0 1 1,1 0 0,-1 0-1,0 0 1,0 0 0,0 0 0,0 0-1,0 0 1,-1 0 0,1 0-1,0 0 1,0 0 0,0 1 0,-1-1-1,-2 0 1,-29-6 1996,24 7-2139,0-1 1,0 2-1,-1-1 0,-13 3 0,22-3-218,-1 1 0,0-1-1,0 0 1,0 1 0,0-1 0,1 1 0,-1-1-1,0 1 1,0 0 0,1 0 0,-1 0-1,1 0 1,-1 0 0,1 0 0,-1 0 0,1 0-1,-1 1 1,1-1 0,0 0 0,0 1-1,0-1 1,0 1 0,0 0 0,0-1-1,0 1 1,1 0 0,-1-1 0,0 1 0,1 0-1,-1 0 1,1 3 0,1 0 3,0 0 1,0 0-1,1 0 0,0 0 1,0 0-1,0-1 1,0 1-1,1-1 0,0 1 1,5 6-1,13 14 85,43 41-1,-8-11 280,-56-54-353,1-1 0,0 1 0,-1 0 0,1-1 1,0 1-1,-1-1 0,1 1 0,-1 0 0,1 0 0,-1-1 0,1 1 0,-1 0 0,1 0 0,-1-1 0,0 1 0,0 0 0,1 0 0,-1 0 0,0 0 0,0 0 0,0 0 0,0-1 0,0 1 0,0 0 0,0 0 0,0 0 0,0 1 1,-1-2 3,0 1 1,0 0 0,0-1 0,0 1 0,0-1 0,0 1-1,0-1 1,0 1 0,0-1 0,0 0 0,0 0 0,0 1-1,0-1 1,0 0 0,0 0 0,0 0 0,0 0 0,-2 0-1,-3-1-183,0 1 1,-1-1-1,1 0 0,-1-1 0,1 1 0,-8-4 0,-16-22-7833,29 27 7703,1-1 1,-1 1-1,0-1 1,1 1-1,-1-1 1,1 1-1,-1-1 1,1 0-1,-1 1 1,1-1-1,-1 0 1,1 0-1,-1 1 1,1-1-1,0 0 1,0 0-1,-1 1 1,1-1-1,0 0 1,0 0-1,0 0 1,0 1-1,0-1 1,0 0-1,0 0 1,0 0-1,0 0 1,0 1-1,0-1 1,0 0-1,1 0 1,-1 0-1,0 1 1,1-1 0,-1 0-1,1 0 1,-1 1-1,0-1 1,1 0-1,0 1 1,-1-1-1,1 1 1,0-1-1,10-2-747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0 195 224,'27'-97'3797,"-15"49"1681,3 1 3949,-15 47-9393,0 0-1,0-1 1,0 1-1,0 0 0,0 0 1,0 0-1,0 0 1,0 0-1,0 0 0,0 0 1,1 0-1,-1 0 0,0-1 1,0 1-1,0 0 1,0 0-1,0 0 0,0 0 1,0 0-1,0 0 1,1 0-1,-1 0 0,0 0 1,0 0-1,0 0 1,0 0-1,0 0 0,0 0 1,1 0-1,-1 0 1,0 0-1,0 0 0,0 0 1,0 0-1,0 0 0,0 0 1,0 0-1,1 0 1,-1 0-1,0 0 0,0 0 1,0 0-1,0 1 1,0-1-1,0 0 0,0 0 1,0 0-1,1 0 1,-1 0-1,0 0 0,0 0 1,0 0-1,0 0 1,0 1-1,0-1 0,0 0 1,0 0-1,0 0 1,0 0-1,0 0 0,0 0 1,0 0-1,0 1 0,0-1 1,8 16 604,2 18-425,-6 23-48,-5 86 0,-1-28-1859,3-82-1168,7 48 0,-6-71 1592,0-1 0,1 0-1,-1 0 1,2-1 0,5 12 0,-8-18 1020,-1 0 1,2 0 0,-1 0-1,0 0 1,0 0-1,1 0 1,-1-1-1,1 1 1,-1 0 0,1-1-1,0 1 1,0-1-1,0 1 1,0-1-1,0 0 1,0 0-1,0 0 1,0 0 0,0 0-1,0-1 1,0 1-1,1 0 1,-1-1-1,0 0 1,1 1-1,3-1 1,8-5-235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65 163 16,'-11'-6'148,"7"5"53,-1-1 0,1-1-1,-1 1 1,1-1 0,0 1 0,0-1-1,0-1 1,0 1 0,0 0-1,1-1 1,-5-6 0,8 9-123,0 0 0,0 0-1,0 1 1,0-1 0,0 0 0,0 0 0,0 0-1,0 1 1,1-1 0,-1 0 0,0 0 0,1 1 0,-1-1-1,1 0 1,-1 0 0,0 1 0,1-1 0,0 0-1,-1 1 1,1-1 0,-1 1 0,1-1 0,0 1 0,-1-1-1,1 1 1,0-1 0,-1 1 0,1 0 0,0-1-1,1 1 1,28-12 579,-26 10-508,69-18 835,133-19 1,-199 38-918,-3 0 67,1 0 1,-1 0 0,1 1 0,-1 0-1,1 0 1,-1 0 0,1 0-1,-1 1 1,1-1 0,-1 1 0,1 0-1,-1 1 1,1-1 0,5 4-1,-8-3 35,0-1 0,0 1 0,-1 0 0,1 1 0,0-1 0,-1 0 0,0 0 0,1 1 0,-1-1 0,0 0 0,0 1 0,0-1 0,-1 1 0,1 0 0,-1-1 0,1 1 0,-1-1 0,0 1 0,0 0 0,0-1 0,0 1 0,-1 0 0,1-1 0,-1 1 0,-1 4 0,-2 13 739,0-1-456,0 1 1,2 0 0,0 0-1,1 0 1,2 25 0,-1-40-434,1-1 0,-1 0 0,1 0 1,0 0-1,1 0 0,-1 0 0,1 0 1,-1 0-1,1-1 0,0 1 0,1 0 1,-1-1-1,1 0 0,-1 1 1,1-1-1,0 0 0,0 0 0,0-1 1,1 1-1,-1-1 0,1 1 0,-1-1 1,1 0-1,0-1 0,0 1 0,0-1 1,0 1-1,0-1 0,0 0 1,0-1-1,7 2 0,-9-2 11,1 1 0,0-1 0,0 0 0,0 0-1,0 0 1,0 0 0,0 0 0,0-1 0,0 1 0,0-1 0,0 0 0,0 0-1,0 0 1,0 0 0,-1 0 0,1-1 0,0 1 0,-1-1 0,0 1 0,1-1-1,2-3 1,-3 2 24,0 0 0,0-1-1,0 1 1,0-1-1,-1 1 1,1-1 0,-1 0-1,0 0 1,0 1 0,0-1-1,-1 0 1,1 0 0,-1 0-1,0-5 1,-1-3-140,0-1-1,-1 1 1,-1-1 0,0 1-1,0 0 1,-1 0 0,0 0-1,-1 1 1,-8-14 0,4 11-1393,-1 1 1,0 1-1,-1-1 1,0 1-1,-22-16 1,27 22 681,-2 1 1,1 0 0,0 0-1,-1 1 1,0 0 0,0 0 0,0 1-1,-1 0 1,1 1 0,-1-1 0,-16-1-1,6 5 188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421 79 60,'0'-4'352,"-1"1"0,1-1 0,-1 1 1,0-1-1,0 1 0,-1 0 0,1-1 0,-1 1 0,1 0 0,-1 0 0,0 0 1,0 0-1,0 1 0,0-1 0,-1 0 0,1 1 0,-1-1 0,0 1 1,0 0-1,-3-2 0,1 2 297,0-1 1,-1 1 0,0 0 0,0 1-1,1 0 1,-1 0 0,0 0-1,0 0 1,0 1 0,-12 1-1,2 0 600,0 1-1,1 1 0,-23 7 0,-32 18-363,54-20-666,0 1 1,0 1-1,-26 21 1,37-26-202,-1 0 0,1 0 0,0 1 0,0-1-1,0 1 1,1 0 0,0 0 0,0 1 0,1-1 0,0 1 0,0 0 0,-3 10 0,6-16-19,-1 1 1,1-1-1,-1 1 1,1-1-1,0 1 1,0 0-1,0-1 1,0 1-1,0 0 1,0-1-1,0 1 0,1-1 1,-1 1-1,0 0 1,1-1-1,-1 1 1,1-1-1,0 1 1,0-1-1,-1 0 1,1 1-1,0-1 0,0 0 1,0 1-1,0-1 1,3 2-1,-1-2-2,0 1-1,0-1 1,0 0-1,0 0 1,0 0-1,0 0 1,0-1-1,0 1 1,0-1-1,1 0 1,-1 0 0,6-1-1,5-1-11,0 0 0,-1-1 0,1-1 0,0 0 0,13-7 0,-10 2 11,-1 0-1,-1-2 1,0 1 0,0-2-1,21-21 1,34-28 3,-69 61 0,0-1 0,-1 1 0,1 0 1,-1-1-1,1 1 0,0 0 1,-1-1-1,1 1 0,0 0 0,-1 0 1,1 0-1,0-1 0,0 1 1,-1 0-1,1 0 0,0 0 0,-1 0 1,1 0-1,0 1 0,0-1 1,-1 0-1,1 0 0,0 0 0,-1 0 1,1 1-1,0-1 0,-1 0 1,1 1-1,0-1 0,-1 1 0,1-1 1,-1 1-1,1-1 0,-1 1 1,1-1-1,-1 1 0,1-1 0,-1 1 1,0-1-1,1 1 0,-1 0 1,0-1-1,1 1 0,-1 0 0,0-1 1,0 1-1,0 0 0,1-1 1,-1 1-1,0 0 0,0 0 0,0 0 1,5 43 42,-5-42-38,0 318 737,-2-137-597,3-149-138,-2-1 0,-2 1 0,-1 0 0,-10 39 0,12-63 3,-1-1-1,-1 0 1,0 0 0,0 0 0,-1 0 0,0-1 0,0 1 0,-9 9 0,10-14-3,-1 1 1,0-1-1,0 0 1,0 0-1,0-1 0,0 1 1,-1-1-1,1 0 1,-1-1-1,0 1 1,0-1-1,0 0 1,0-1-1,-8 2 1,7-3-18,0 1 1,0-1 0,0 0-1,0-1 1,1 0 0,-1 0-1,0 0 1,0-1 0,1 0-1,-1 0 1,1 0-1,-1-1 1,1 0 0,0-1-1,0 1 1,0-1 0,1 0-1,-1-1 1,1 1 0,0-1-1,0 0 1,1 0 0,0-1-1,-1 1 1,2-1-1,-1 0 1,1 0 0,-3-7-1,-1-1-59,1 0 0,1-1-1,0 0 1,0 0-1,2 0 1,0 0-1,1-1 1,0 1 0,1-1-1,1 1 1,3-24-1,-1 24-94,2 0 0,0 0 1,0 0-1,1 1 0,11-21 0,-8 20-974,1 0 1,1 1 0,0 0-1,16-16 1,0 5-1654,1 1 0,1 1 0,0 1 0,40-21-1,-35 24 2172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177 127 152,'17'-31'1237,"-16"28"-557,0 0 1,0 0-1,0 0 0,-1 0 1,1 0-1,-1 0 1,0 0-1,0 0 1,0-1-1,0 1 1,0 0-1,-2-5 0,1 6-270,1 1 0,-1-1-1,0 0 1,0 1 0,0-1-1,0 1 1,0-1-1,0 1 1,0-1 0,0 1-1,0-1 1,-1 1 0,1 0-1,-1 0 1,1 0 0,-1 0-1,1 0 1,-1 0-1,0 0 1,-3 0 0,2 0-326,-1 0-1,1 0 1,-1 1 0,1 0 0,-1 0 0,0 0 0,1 0 0,-7 1 0,3 1-33,0 0 0,0 1 0,0 0 1,0 0-1,1 0 0,-1 1 0,1 0 1,0 0-1,0 0 0,0 1 0,1 0 0,0 0 1,0 1-1,0 0 0,0-1 0,1 1 1,0 1-1,0-1 0,1 1 0,0-1 0,0 1 1,1 0-1,-1 0 0,1 0 0,1 1 0,-1-1 1,2 0-1,-1 1 0,1-1 0,0 0 1,0 1-1,0-1 0,1 0 0,1 1 0,-1-1 1,1 0-1,0 0 0,6 12 0,-7-17-48,1 1-1,-1 0 0,1-1 0,0 1 0,0-1 1,0 0-1,0 0 0,0 0 0,1 0 0,-1 0 1,1 0-1,-1 0 0,1-1 0,0 1 1,-1-1-1,1 0 0,0 0 0,0 0 0,0 0 1,0 0-1,0-1 0,0 1 0,0-1 1,0 0-1,0 0 0,0 0 0,0 0 0,0-1 1,0 1-1,0-1 0,0 0 0,0 0 0,0 0 1,5-2-1,-4 1 0,1-1 0,0 0 0,-1 0 0,1 0 0,-1 0 0,0-1 0,0 0 0,0 0-1,-1 0 1,1 0 0,-1 0 0,0-1 0,0 1 0,-1-1 0,1 0 0,-1 0 0,0 0 0,3-10 0,-3-3-203,0 1 1,-1 0-1,0 0 1,-2-1-1,-2-22 0,-7-1-4288,-5 4-5513,19 44 4265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156 523 192,'1'-1'399,"1"0"-1,-1 0 1,0 0 0,0 0 0,1-1-1,-1 1 1,0 0 0,0-1 0,0 1-1,0 0 1,0-1 0,-1 1 0,1-1-1,0 0 1,-1 1 0,1-1 0,-1 1-1,0-1 1,1 0 0,-1 1 0,0-1-1,0 0 1,0 0 0,0 1 0,0-1-1,-1 0 1,1 1 0,0-1-1,-1 0 1,1 1 0,-1-1 0,0 1-1,1-1 1,-1 1 0,0-1 0,0 1-1,0-1 1,0 1 0,0 0 0,0 0-1,-1-1 1,-1 0 0,1 0 59,0 0 1,0 0-1,0 0 0,-1 1 1,1 0-1,-1-1 0,1 1 1,-1 0-1,1 0 0,-1 0 0,1 0 1,-5 0-1,5 1-437,-1-1 0,1 1 0,0 0 0,0 1 0,0-1 0,-1 0 0,1 0 0,0 1 0,0 0 0,0-1 0,0 1 0,0 0 0,0 0 0,0 0 0,0 0 0,0 0 0,-2 3-1,-4 3 24,0 1-1,1 1 1,0 0-1,0 0 1,1 0-1,0 0 1,1 1-1,-7 18 1,9-21-56,0 0 0,1 1 0,-1-1 1,2 0-1,-1 1 0,1-1 0,0 1 1,1-1-1,0 1 0,0-1 0,1 1 1,0-1-1,3 15 0,-4-20 6,1-1 0,-1 0 0,0 1 0,1-1 0,0 0 0,-1 0 0,1 1-1,0-1 1,-1 0 0,1 0 0,0 0 0,0 0 0,0 0 0,0 0 0,0 0 0,0 0 0,0 0-1,0-1 1,0 1 0,0 0 0,1-1 0,-1 1 0,0 0 0,1-1 0,-1 0 0,0 1 0,2-1-1,0 0-2,-1-1 0,1 1 0,-1-1 0,0 0 0,1 1-1,-1-1 1,0 0 0,0-1 0,0 1 0,0 0-1,0-1 1,0 1 0,4-4 0,2-3-13,1-1 1,-1-1-1,-1 1 0,12-22 1,-3-5 20,10-15-30,-23 55 16,0 1 0,-1-1-1,1 1 1,-1 0 0,0 0-1,-1 0 1,1 0 0,1 10-1,0-4-16,-2-6-27,0 0-1,1 0 0,-1-1 0,1 1 0,0-1 0,0 1 1,1-1-1,-1 0 0,1 0 0,0 0 0,0 0 0,1 0 1,-1-1-1,1 1 0,-1-1 0,1 0 0,0 0 0,0 0 1,1-1-1,-1 1 0,1-1 0,-1 0 0,1 0 0,-1-1 1,1 0-1,0 1 0,0-2 0,0 1 0,0 0 0,0-1 0,0 0 1,0 0-1,-1 0 0,1-1 0,8-2 0,4 0 26,0-1-1,0 0 1,0-1-1,-1-1 1,0-1-1,0 0 1,-1-1 0,0-1-1,0-1 1,-1 0-1,0 0 1,-1-1-1,0-1 1,-1-1-1,0 1 1,-1-2-1,-1 0 1,0 0-1,0 0 1,-2-2-1,0 1 1,0-1-1,-2 0 1,0 0 0,-1-1-1,0 0 1,-2 0-1,0 0 1,2-30-1,-5 27 62,0 0-1,-1 0 0,-1-1 1,-1 1-1,-1 1 0,0-1 1,-2 1-1,0-1 0,-1 1 1,-1 1-1,-16-28 0,23 44-19,-1-1 0,0 1 1,0-1-1,0 1 0,0 0 0,0-1 0,0 1 0,-1 0 0,1 1 0,-1-1 1,1 0-1,-1 1 0,0-1 0,0 1 0,0 0 0,-4-1 0,5 1-2,0 1-1,0 0 1,-1 1-1,1-1 1,0 0-1,0 0 1,0 1-1,0 0 1,0-1-1,0 1 1,0 0-1,0 0 0,0 0 1,0 0-1,0 0 1,1 0-1,-1 1 1,-2 1-1,-2 3 3,0 1-1,0 1 0,1-1 1,-1 1-1,2 0 0,-1 0 1,1 1-1,0-1 0,-3 13 1,-3 15-218,1 1 1,1 1 0,3-1 0,1 1-1,1 0 1,3 0 0,4 44 0,0-46-1703,1 0 0,2 0 1,2-1-1,17 46 1,-22-71 1232,0-1 1,0 1-1,1-1 1,0 0-1,0 0 1,1-1-1,0 0 1,1 0 0,0 0-1,0-1 1,1 0-1,14 11 1,10-1 136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35 204,'-13'-8'1271,"0"-5"5987,14 4-886,19 6-4225,-19 2-2090,-1 1 0,1 0 0,-1 0 0,1 0 0,0 0 0,-1-1 0,1 1 0,-1 0 0,1 0 0,0 0 0,-1 0 0,1 1 0,0-1 0,-1 0 0,1 0 0,-1 0 0,1 0 0,0 1 0,-1-1 0,1 0 0,-1 1 0,1-1 0,-1 0 0,1 1 0,-1-1 0,1 1 0,-1-1 0,1 0 0,-1 1 0,0-1 0,1 1 0,-1 0 0,0-1 0,1 1 0,-1-1 0,0 1 0,0-1 0,0 1 0,1 0-1,-1-1 1,0 1 0,0-1 0,0 1 0,0 0 0,0-1 0,0 1 0,0 0 0,0-1 0,0 1 0,0-1 0,-1 1 0,1 0 0,0-1 0,0 1 0,-1-1 0,1 1 0,0-1 0,-1 2 0,0 0 59,-1 1-1,0 0 1,0-1-1,0 1 1,0-1-1,0 0 0,0 0 1,-1 0-1,1 0 1,-5 3-1,3-3-18,1-1 0,-1 1 0,0-1 1,0 0-1,0 0 0,0 0 0,-1-1 0,-7 1 0,12-1-90,0 0 0,-1 0 0,1 0 0,0 0 0,-1 0-1,1 0 1,0 0 0,-1 0 0,1 0 0,0-1 0,-1 1-1,1 0 1,0 0 0,-1 0 0,1 0 0,0-1 0,-1 1 0,1 0-1,0 0 1,0 0 0,-1-1 0,1 1 0,0 0 0,0-1 0,-1 1-1,1 0 1,0 0 0,0-1 0,0 1 0,0 0 0,0-1-1,-1 1 1,1 0 0,0-1 0,0 0 0,14-20-61,15 0 622,3 10-5020,-31 11 4119,0-1 0,0 1 0,0 0-1,0 0 1,1 0 0,-1 0 0,0 1 0,0-1 0,0 0 0,0 0 0,0 1 0,0-1 0,0 0-1,1 1 1,-1-1 0,0 1 0,0 0 0,-1-1 0,1 1 0,0 0 0,1 0 0,-1 1-115,0 0 0,0 0 0,0-1 1,-1 1-1,1 0 0,0 0 1,-1 0-1,0 0 0,1 0 0,-1 0 1,0-1-1,0 1 0,0 0 1,0 0-1,0 0 0,-1 0 0,0 2 1,-10 48-2744,4-25 2718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33 76,'23'-13'3509,"-20"12"-2741,-1 1 0,0-1-1,1 1 1,-1 0 0,1-1 0,-1 1 0,1 0-1,-1 1 1,0-1 0,1 0 0,-1 1-1,5 1 1,-5-2-334,0 1 0,-1 0 0,1 0 1,-1 0-1,1 0 0,-1 0 0,1 0 0,-1 0 0,0 0 0,1 0 0,-1 1 1,0-1-1,0 1 0,0-1 0,0 1 0,0-1 0,1 3 0,0 25-820,-2-29 416,0 1 0,0 0 0,0 0 0,0-1 0,0 1 0,0 0 0,-1-1 0,1 1 0,0 0 0,-1-1 1,1 1-1,0 0 0,-1-1 0,1 1 0,0-1 0,-1 1 0,1 0 0,-1-1 0,1 1 0,-1-1 0,0 1 0,1-1 0,-1 0 0,1 1 0,-1-1 0,0 0 0,1 1 0,-1-1 0,0 0 1,1 0-1,-1 1 0,0-1 0,0 0 0,1 0 0,-1 0 0,0 0 0,1 0 0,-1 0 0,0 0 0,0 0 0,1-1 0,-2 1 0,0-1-18,1 1-1,-1-1 0,1 0 1,-1 0-1,1 1 0,-1-1 1,1 0-1,0 0 0,0 0 1,-1-1-1,1 1 1,0 0-1,0 0 0,0-1 1,0 1-1,0 0 0,1-1 1,-2-2-1,-2-31-455,1 5-3725,-18 55-7843,-9 29 7242,13-21 3835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50 142 56,'-10'-106'5917,"10"106"-5799,0-1-1,0 1 1,0 0-1,0-1 1,0 1-1,0 0 0,0 0 1,0-1-1,0 1 1,0 0-1,0-1 1,0 1-1,-1 0 1,1 0-1,0-1 1,0 1-1,0 0 1,0 0-1,-1 0 0,1-1 1,0 1-1,0 0 1,0 0-1,-1 0 1,1-1-1,0 1 1,0 0-1,-1 0 1,1 0-1,0 0 1,-1 0-1,1 0 0,0 0 1,0 0-1,-1 0 1,1 0-1,0 0 1,-1 0-1,1 0 1,0 0-1,0 0 1,-1 0-1,1 0 1,0 0-1,-1 0 0,1 0 1,0 0-1,0 0 1,-1 0-1,1 1 1,0-1-1,0 0 1,-1 0-1,1 0 1,0 0-1,0 1 1,0-1-1,-1 0 0,1 0 1,0 1-1,0-1 1,0 0-1,0 0 1,0 1-1,-1-1 1,1 0-1,0 0 1,0 1-1,-14 20 3169,9 12-3104,1 0-1,1 0 1,3 0 0,0 0 0,2 1 0,2-1 0,1-1 0,1 1 0,16 49 0,-18-69-128,3 6-340,-4-37-1757,-1-8-2304,8-51 0,-6 57 3451,-1-1-1,0 1 0,-2-1 0,-2-30 0,-1 29 1071,-2-1-1,0 1 1,-2 0-1,-1 1 1,0-1-1,-1 1 0,-22-38 1,69 90 6265,79 61-5263,-80-72-991,0-2 1,48 14-1,21 10 58,-87-35-170,-15-4 2021,-23-3-509,15 0-1553,-14 1 153,-1 1 0,1 1 1,0 1-1,0 0 0,1 1 0,-1 1 0,-22 11 0,-107 63-212,67-34 645,36-21-1639,36-21-2643,45-23-9946,-31 13 12777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232 160 160,'2'-6'223,"0"0"-1,1 0 1,-1 0-1,1 0 1,1 0-1,-1 1 1,1 0-1,0 0 1,0 0-1,0 0 1,1 0-1,-1 1 1,1 0-1,1 0 1,-1 0-1,7-3 1,-3 1 211,0-1 1,-1 1 0,0-2-1,11-11 1,-19 19-338,0 0 0,1-1 0,-1 1 0,0-1 0,1 1 1,-1 0-1,0-1 0,1 1 0,-1-1 0,0 1 0,0 0 0,0-1 0,1 1 0,-1-1 0,0 1 1,0-1-1,0 1 0,0-1 0,0 1 0,0-1 0,0 1 0,0-1 0,0 1 0,0-1 1,0 1-1,0-1 0,0 1 0,-1-1 0,1 1 0,0-1 0,0 1 0,0-1 0,-1 0 1,-17-6 1603,-28 6-538,45 1-1087,-21 1 72,0 2 0,1 0-1,0 2 1,0 0 0,0 1-1,0 1 1,1 1-1,0 1 1,-24 15 0,41-23-146,1 1 1,-1-1 0,1 1 0,-1-1-1,1 1 1,0 0 0,0 0 0,0 0-1,0 0 1,0 0 0,0 0-1,0 1 1,1-1 0,-1 1 0,1-1-1,0 1 1,0-1 0,0 1 0,0 0-1,0 0 1,0-1 0,1 1 0,0 0-1,-1 0 1,1 0 0,0 0 0,0 0-1,0-1 1,1 1 0,-1 0-1,2 5 1,2-1-5,0 0-1,0 0 1,0-1-1,1 1 1,0-1 0,0 0-1,0-1 1,1 1-1,0-1 1,11 7-1,61 39 12,-56-38 122,-1 0 0,0 2 1,-1 0-1,-1 1 0,21 22 0,-38-36-54,-1-1 0,1 1 0,-1-1 0,0 1 0,0-1-1,0 1 1,0 0 0,0-1 0,0 1 0,0 0 0,-1 0 0,1 0-1,-1 0 1,1 0 0,-1 0 0,0 0 0,0 0 0,0 0 0,0 0-1,0 0 1,0 0 0,0 0 0,0-1 0,-1 1 0,-1 4 0,0-3 4,0 0 0,0 0 0,0 0 0,-1-1 0,1 1 0,-1-1 0,0 1 0,0-1 0,0 0 0,0 0 1,0 0-1,-7 2 0,-10 5 59,-1-2 1,0-1 0,-34 6 0,53-12-138,-22 6-127,-51 8 422,72-13-447,1-1 0,-1 0-1,0 0 1,1 0-1,-1 0 1,0 0 0,1-1-1,-1 1 1,0-1-1,1 1 1,-1-1 0,1 0-1,-1 0 1,1 0-1,-1 0 1,1-1 0,0 1-1,0-1 1,0 1-1,0-1 1,0 0-1,-2-2 1,3 2-382,0-1 0,0 1-1,1-1 1,-1 0 0,1 1 0,0-1-1,0 0 1,0 1 0,0-1 0,0 0 0,0 1-1,1-1 1,-1 1 0,1-1 0,0 1-1,1-5 1,19-40-4501,-12 32 4215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52 24,'-87'-10'3109,"31"-3"5886,66 15-8515,0-1 1,0 0-1,0-1 0,1 0 1,15-2-1,11 0-332,99 1-726,197-26-1,-323 26-556,-15 17-10910,-2-12 11348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211 144 28,'0'-1'63,"15"-37"1205,-10 9 6854,-14 35-6161,-7 9-204,-17 32 346,-54 101 0,44-72-1885,37-66-210,-21 42 9,25-49-22,1 0 1,0 0-1,-1 0 1,1 0-1,1 1 1,-1-1-1,0 0 1,1 0-1,0 1 1,-1-1-1,1 0 1,1 0-1,0 7 1,-1-9 3,1-1-1,-1 0 1,0 1-1,1-1 1,-1 1 0,1-1-1,-1 0 1,1 1 0,-1-1-1,1 0 1,-1 1 0,1-1-1,-1 0 1,1 0-1,-1 0 1,1 1 0,0-1-1,-1 0 1,1 0 0,-1 0-1,1 0 1,-1 0 0,1 0-1,0 0 1,-1 0-1,1 0 1,-1-1 0,1 1-1,0 0 1,-1 0 0,1 0-1,-1-1 1,1 1-1,-1 0 1,1-1 0,-1 1-1,1 0 1,-1-1 0,0 1-1,1-1 1,-1 1 0,1 0-1,-1-1 1,1 0-1,23-21-12,-22 20 9,11-12-6,-1-1 1,-1 0-1,0-1 1,-1-1-1,-1 1 0,0-1 1,10-31-1,0-10 72,11-64-1,-13 48 265,-2 37 110,-2 30-54,-12 7-360,-1 1 0,1-1 1,0 1-1,0-1 0,0 1 0,0 0 1,0-1-1,-1 1 0,1 0 0,0-1 1,-1 1-1,1 0 0,0 0 0,-1 0 1,1 0-1,-1 0 0,1 0 0,-1 0 1,1 1-1,22 54 775,23 80 0,-29-80-751,40 90 1,-55-142-660,13 29 527,-12-22-2987,-26-25-13928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80 100,'-21'-4'360,"7"-2"348,2 3 464,8 3 1644,13 0-1379,3 0-153,6-2-244,8 0-256,0-2-216,4 0-364,-2 2-720,2-2-1376,0-1-468,1-1 123,-1-2 481,10-7 628,1 0 612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11 136,'-34'5'1073,"25"-5"419,-1 1 1,1 1-1,0 0 1,-15 5-1,24-6-1359,0-1-1,1 1 0,-1-1 0,0 1 0,1-1 1,-1 1-1,1-1 0,-1 1 0,0-1 0,1 0 0,-1 1 1,1-1-1,-1 1 0,1-1 0,0 0 0,-1 0 0,1 1 1,-1-1-1,1 0 0,-1 0 0,1 0 0,0 1 1,-1-1-1,1 0 0,0 0 0,-1 0 0,1 0 0,-1 0 1,2-1-1,27 8 321,41-5 300,1-3 1,75-11 0,-34 2-319,-105 9-572,80-4 446,-51 4-3050,-66-7-9777,19 2 11883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67 24,'35'-38'1899,"-19"12"2110,-22 24 753,-24 12-2239,6 3-1827,1 0 1,0 2-1,1 0 0,-25 24 0,26-21-603,2 1 1,0 1-1,1 1 0,2 1 0,0 0 0,1 1 0,-18 36 1,30-51-96,-1 0 1,2 0-1,-1 0 1,1 0 0,0 1-1,1-1 1,0 1-1,0-1 1,1 1 0,0-1-1,1 1 1,-1-1-1,4 13 1,-2-15-8,0 1 0,1 0 0,0-1-1,0 0 1,0 0 0,1 0 0,0 0 0,0-1-1,1 1 1,-1-1 0,1 0 0,0 0 0,0-1 0,1 1-1,0-1 1,-1 0 0,8 2 0,0 1-61,0-1 0,1-1 0,-1 0 0,1-1 1,0-1-1,28 4 0,-33-6 17,0 0 1,0-1-1,0 0 1,0-1 0,0 1-1,-1-2 1,1 1-1,0-1 1,0-1-1,-1 1 1,0-2 0,13-5-1,-20 8 52,0 1 0,0-1-1,1 0 1,-1 0 0,0 1 0,0-1-1,0 0 1,0 0 0,0-1 0,0 1-1,0 0 1,0 0 0,0 0-1,0-1 1,-1 1 0,1 0 0,-1 0-1,1-1 1,-1 1 0,1-1 0,-1 1-1,0-1 1,0 1 0,1 0 0,-1-1-1,0-2 1,-1 1 2,0 0 0,0 0 0,-1 1 0,1-1 1,0 0-1,-1 0 0,1 1 0,-1-1 0,0 1 0,0 0 0,0-1 0,-3-1 0,-6-6 14,0 1 0,-1 1-1,0 0 1,-17-8-1,-5 2 7,1 1 0,-2 1-1,-46-8 1,100 22-158,0 0-1,0-1 1,36-4 0,-35 1 120,0 1 0,1 0 0,-1 2 0,0 0 0,0 2 0,23 5 0,-39-7 36,0 1-1,0 1 1,0-1 0,0 1-1,0-1 1,-1 1-1,1 0 1,-1 0 0,0 1-1,0-1 1,0 1-1,0-1 1,0 1 0,-1 0-1,0 0 1,0 0-1,0 0 1,0 1 0,-1-1-1,2 6 1,3 14 175,-1 1 0,4 40 0,-3-18-64,-4-34-393,1 10 376,2 1 0,1 0 0,12 33 0,-15-52-481,0 1 0,0 0 0,0 0 0,1-1 0,-1 0 0,1 0-1,9 9 1,-11-12-204,1 0 0,0 0 0,0 0 0,0 0 0,0 0 0,0-1 0,0 1 0,1-1 0,-1 0 0,0 0 0,1 0 0,-1-1 0,1 1 0,-1-1-1,5 1 1,-6-1 370,-1 0-1,1 0 0,0 0 0,-1-1 0,1 1 0,0 0 0,-1-1 0,1 1 0,0-1 0,-1 0 1,1 1-1,-1-1 0,1 0 0,-1 0 0,0 0 0,1 0 0,-1 0 0,2-2 0,8-9-568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164 181 44,'-84'-13'2586,"67"9"-88,0 0-1,-28-13 0,53 19-2228,1-1 0,0 0 0,0-1 0,0 0 1,11-1-1,5 0-157,25 1-99,14 2 8,0-4-1,0-2 0,66-13 0,-129 17-19,-1 0 0,1 0 0,0 0 1,-1 0-1,1-1 0,0 1 0,-1 0 0,1 0 0,0-1 0,-1 1 0,1 0 1,-1 0-1,1-1 0,0 1 0,-1-1 0,1 1 0,-1-1 0,1 1 0,-1-1 1,1 1-1,-1-1 0,0 1 0,1-1 0,-1 1 0,0-1 0,1 0 0,-1 1 0,0-1 1,0 0-1,1 1 0,-1-1 0,0 0 0,0 1 0,0-1 0,0 0 0,0 1 1,0-1-1,0 0 0,0 1 0,0-1 0,0 0 0,-1 1 0,1-1 0,0 0 1,0 1-1,-1-1 0,1 0 0,0 1 0,-1-1 0,1 1 0,0-1 0,-1 1 1,1-1-1,-1 1 0,1-1 0,-1 1 0,1-1 0,-1 1 0,-1-1 0,-1-3 17,-1 1 0,0-1 0,0 1-1,0 0 1,0 0 0,0 0 0,-7-2-1,-154-61 2780,218 87-2599,0-2-1,1-3 1,68 12-1,-122-27-110,0-1-1,0 1 1,0-1-1,0 1 1,0-1-1,0 1 1,0-1-1,0 1 1,0 0-1,-1-1 1,1 1-1,0-1 1,0 1-1,0-1 1,-1 1-1,1-1 1,0 1-1,-1-1 0,1 1 1,0-1-1,-1 1 1,1-1-1,0 0 1,-1 1-1,1-1 1,-1 0-1,1 1 1,-1-1-1,1 0 1,-1 1-1,1-1 1,-2 0-1,-28 26 443,18-16-256,1 0-363,-49 47 750,55-51-971,-1 0 0,2 0 1,-1 0-1,1 0 1,0 1-1,0 0 1,0-1-1,-2 9 1,27-22-12092,12-21 9176,-22 17 2235,10-4 468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351 116 120,'2'-2'83,"17"-15"1316,-1 0 1,30-37-1,-47 53-1281,-1 1-1,0-1 1,1 0-1,-1 1 1,0-1-1,1 1 1,-1-1-1,0 0 1,0 1-1,1-1 1,-1 0-1,0 1 1,0-1-1,0 0 1,0 1-1,0-1 1,0 0-1,0 1 1,0-1 0,0 0-1,0 1 1,-1-1-1,1 1 1,0-1-1,0 0 1,-1 1-1,1-1 1,0 1-1,-1-1 1,1 0-1,0 1 1,-1-1-1,1 1 1,-1-1-1,1 1 1,-1 0-1,1-1 1,-1 1-1,1-1 1,-1 1-1,0 0 1,1-1 0,-1 1-1,1 0 1,-1 0-1,0 0 1,1-1-1,-1 1 1,0 0-1,1 0 1,-1 0-1,0 0 1,1 0-1,-1 0 1,0 0-1,1 0 1,-2 1-1,-40-2 2961,16 4-2448,0 1 0,-1 0-1,1 2 1,1 1 0,-1 1 0,2 2-1,-1 0 1,-45 27 0,61-31-596,0 0 0,1 1 0,0-1 0,1 2 0,-1-1 0,1 1 0,1 0 0,0 1 0,0-1 0,0 1 0,-4 10 0,7-11-28,0 0 0,1 0 0,0 1-1,1-1 1,-1 1 0,1-1 0,1 1 0,0-1 0,0 1 0,0-1 0,1 1 0,1-1 0,-1 1 0,2-1 0,2 10 0,-1-7-23,0 0 1,0 0-1,1 0 1,1 0-1,0-1 1,0 0-1,1 0 1,15 17-1,-17-23-27,0 0-1,0 0 1,0 0-1,0-1 1,1 0 0,0 0-1,-1 0 1,1 0-1,0-1 1,1 0 0,-1 0-1,0-1 1,0 0-1,1 0 1,-1 0 0,1-1-1,12-1 1,-2-1-221,1 0-1,-1-2 1,0 0 0,0-1 0,0-1 0,0 0 0,-1-2-1,0 0 1,-1 0 0,0-1 0,0-1 0,-1-1 0,18-16-1,-7-9 293,-18 15 349,-7 20-352,0 1 0,0 0 0,0-1 0,0 1 0,0-1 1,0 1-1,0-1 0,0 1 0,0-1 0,0 1 0,-1 0 0,1-1 0,0 1 0,0-1 0,-1 1 0,1 0 0,0-1 0,0 1 0,-1 0 0,1-1 0,0 1 0,-1 0 0,1 0 1,0-1-1,-1 1 0,1 0 0,-1 0 0,1-1 0,0 1 0,-1 0 0,1 0 0,-1 0 0,1 0 0,-1 0 0,0 0 0,0 0 15,-1 0-1,1 0 1,0 1-1,-1-1 1,1 1-1,-1-1 1,1 1-1,0-1 1,-1 1-1,1 0 1,0 0-1,0-1 1,0 1-1,-1 0 0,1 0 1,0 0-1,0 1 1,0-1-1,1 0 1,-1 0-1,0 0 1,0 1-1,1-1 1,-1 0-1,1 1 1,-1-1-1,1 0 1,-1 1-1,1 1 1,-2 2-11,1 0 1,-1 0-1,1 0 1,1 0-1,-1 0 0,1 0 1,0 7-1,1-9-35,-1 0 0,1 0 0,0-1 0,0 1-1,0 0 1,0-1 0,1 1 0,-1-1 0,1 1 0,-1-1-1,1 0 1,0 0 0,0 1 0,0-1 0,0 0-1,0-1 1,0 1 0,1 0 0,-1-1 0,1 1 0,-1-1-1,1 0 1,0 0 0,-1 0 0,1 0 0,0 0-1,0-1 1,-1 1 0,1-1 0,0 0 0,0 1 0,0-1-1,0-1 1,0 1 0,-1 0 0,1-1 0,0 1-1,0-1 1,0 0 0,-1 0 0,1 0 0,-1 0 0,1-1-1,-1 1 1,1-1 0,-1 1 0,1-1 0,-1 0-1,0 0 1,0 0 0,0 0 0,0 0 0,-1-1 0,1 1-1,-1 0 1,3-5 0,-3 4 8,0 0 1,-1 0-1,1-1 0,-1 1 1,0 0-1,0 0 0,0 0 1,0 0-1,0 0 0,-1 0 0,1 0 1,-1 0-1,0 0 0,0 0 1,0 0-1,0 0 0,-1 0 1,1 1-1,-1-1 0,0 0 1,0 1-1,1 0 0,-2-1 1,1 1-1,-5-4 0,-2-2 4,0 0 1,-1 0-1,1 1 0,-2 0 0,-13-6 0,14 8-283,0 1 0,0 1 1,0 0-1,0 0 0,-11-1 0,35 7-7909,13 1 3422,18 1 2089,-16-4 1971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238 2 216,'-19'-1'9276,"-12"5"-4305,13-1-3765,-1 2 1,1 0 0,0 1-1,-29 15 1,40-18-1118,2 1 0,-1-1 1,0 1-1,1 1 0,-1-1 0,1 1 0,-6 7 1,9-10-75,0 1 1,0-1 0,1 1 0,-1 0-1,1 0 1,0-1 0,0 1-1,0 0 1,0 0 0,0 0 0,1 0-1,-1 0 1,1 0 0,0 1-1,0-1 1,0 0 0,0 3 0,2-1-17,-1-1 1,1 0-1,0 1 1,0-1-1,1 0 1,-1 0-1,1 0 1,0-1-1,0 1 1,0-1-1,0 1 1,1-1-1,-1 0 1,1-1-1,0 1 1,0 0-1,7 3 1,10 5-22,1-1 0,22 7 0,-41-16 20,23 8-9,-17-7 13,0 1-1,0 0 1,-1 0 0,1 1-1,-1 0 1,15 11 0,-23-14 0,0-1 0,0 1 0,0 0-1,0 0 1,0-1 0,0 1 0,0 0 0,0-1 0,-1 1 0,1 0 0,0-1 0,0 1 0,-1 0 0,1-1 0,-1 1 0,1 0 0,0-1 0,-1 1 0,1-1 0,-1 1 0,1-1 0,-1 1 0,0-1 0,1 1 0,-1-1 0,1 0 0,-1 1 0,0-1-1,1 0 1,-1 1 0,0-1 0,1 0 0,-1 0 0,0 0 0,0 0 0,0 0 0,-31 13 52,-3-5-247,-48 10-98,30-16-4695,52-2 4756,1 0-1,0 0 1,-1 0-1,1 0 1,-1 0-1,1 0 1,-1 0-1,1 0 0,0 0 1,-1 0-1,1 0 1,-1-1-1,1 1 1,0 0-1,-1 0 0,1 0 1,-1-1-1,1 1 1,0 0-1,-1 0 1,1-1-1,0 1 1,-1 0-1,1 0 0,0-1 1,0 1-1,-1 0 1,1-1-1,0 1 1,0-1-1,0 1 1,-1 0-1,1-1 0,0 1 1,0-1-1,0 1 1,0 0-1,0-1 1,0 1-1,0-1 0,0 1 1,0 0-1,0-1 1,11-16-4790,1 7 4247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76 56,'-5'-40'3714,"-1"19"2127,-4 7 3318,12 18-8932,-1 1-1,0-1 0,-1 1 0,1-1 0,-1 1 0,0-1 1,-1 6-1,2 6-131,6 72-175,11 88 19,-12-143-1663,16 50 0,-15-67-785,3 8-2713,-8-13-2289,3-15 5823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97 68,'-21'-7'606,"15"6"334,1-1-1,-1 1 1,0-1 0,1-1 0,0 1 0,-8-6 0,24 4 3336,19 0-3330,1 2-1319,-1-1-1,51-12 0,-65 10-2175,-1 0-1,1 0 1,26-16-1,-28 15 1614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105 7 36,'-33'3'969,"-28"-2"7091,50-1-3722,26 0-1081,98-5-3315,-56 2-3118,-1 1-6414,-60 6 6628,-7-2 2308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15 108,'-5'7'220,"5"-3"104,0 0 88,5-2 92,2 0 48,2-4 12,7 0-24,3 0-68,4 0-104,5 0-120,5-2-128,0-1-300,1 1-600,1 2-240,-4 0 64,-3 0 196,-7-2 252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231 181 116,'-12'-5'1028,"-1"0"1,0 1-1,0 0 1,0 1-1,-27-3 0,28 5-44,0-1-1,0 0 1,0-1-1,1 0 1,-1 0-1,1-2 1,-16-7-1,27 12-943,-1-1 0,0 1 0,1-1 1,-1 1-1,0-1 0,1 1 0,-1-1 0,1 0 0,-1 1 0,1-1 1,-1 0-1,1 1 0,0-1 0,-1 0 0,1 1 0,0-1 0,0 0 0,-1 0 1,1 1-1,0-1 0,0 0 0,0 0 0,0 0 0,0 1 0,0-1 1,0 0-1,0 0 0,0 0 0,0 1 0,1-1 0,-1 0 0,0 0 1,0 1-1,1-1 0,-1 0 0,1 0 0,-1 1 0,0-1 0,1 0 1,-1 1-1,1-1 0,0 1 0,-1-1 0,1 1 0,-1-1 0,1 1 1,0-1-1,-1 1 0,2-1 0,36-23 117,-16 13-163,2 1 0,-1 0 0,1 2 0,1 1 0,0 1 0,0 1 0,0 1 0,0 1 0,0 1 0,46 3 0,-70 0 10,1-1-1,0 0 0,-1 0 1,1 0-1,-1 1 0,1-1 1,-1 1-1,1-1 0,-1 1 1,1 0-1,-1-1 0,1 1 1,-1 0-1,0 0 1,1 0-1,-1 0 0,0 0 1,0 0-1,0 0 0,0 1 1,0-1-1,0 0 0,0 1 1,0-1-1,0 3 1,0-2 20,-1 1 1,0 0 0,0 0 0,0-1-1,0 1 1,0 0 0,-1-1-1,1 1 1,-1 0 0,0-1 0,1 1-1,-1-1 1,-3 5 0,-4 8 224,0-1 0,-2 0 0,-18 22 0,26-33-185,-48 53 770,17-19-259,-38 54 0,63-79-509,1-1 0,0 1 0,1 0-1,0 1 1,1-1 0,0 1 0,1 1-1,1-1 1,-3 22 0,5-31-62,1-1 1,0 1-1,0 0 0,0 0 1,0-1-1,0 1 1,1 0-1,0 0 0,0-1 1,0 1-1,0-1 0,1 1 1,-1-1-1,1 1 1,0-1-1,0 0 0,0 0 1,0 0-1,0 0 1,1 0-1,0 0 0,-1-1 1,1 1-1,0-1 0,0 0 1,0 0-1,1 0 1,-1 0-1,0 0 0,1-1 1,-1 1-1,1-1 1,0 0-1,-1 0 0,1-1 1,0 1-1,-1-1 0,1 0 1,0 1-1,0-2 1,0 1-1,6-2 0,-4 2-7,0 0-1,-1-1 0,1 0 0,0-1 0,0 1 0,-1-1 0,1 0 1,-1-1-1,1 1 0,-1-1 0,0 0 0,0 0 0,0-1 0,-1 0 1,1 0-1,-1 0 0,0 0 0,0 0 0,0-1 0,-1 0 1,1 0-1,-1 0 0,0 0 0,-1 0 0,1 0 0,-1-1 0,2-9 1,-3 8-1,0 0 1,-1 0 0,0 0 0,0 0 0,-1 0-1,0 0 1,0 0 0,-1 1 0,1-1-1,-2 0 1,1 0 0,-1 1 0,-7-13 0,3 9 12,0-1 1,-1 1 0,-1 0 0,0 1-1,0 0 1,-1 0 0,-11-7-1,-3-1-1188,-1 1-1,-32-14 0,-43-14-9717,94 42 10180,0 0 1,1-1-1,0 0 0,-1 0 1,1-1-1,-5-4 0,-1-2-199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133 96 40,'0'-3'146,"-1"-44"3589,-5 17 3939,6 30-7482,0-1 0,0 0 0,0 0 0,-1 1-1,1-1 1,0 0 0,0 1 0,-1-1 0,1 0 0,0 0 0,-1 1-1,1-1 1,-1 1 0,1-1 0,-1 0 0,1 1 0,-1-1 0,1 1-1,-1-1 1,0 1 0,1 0 0,-1-1 0,0 1 0,1 0 0,-1-1-1,-1 1 1,-9 13 987,-2 32-1403,-5 227 384,18-230-259,0-41 82,0-1 0,0 1 0,0-1-1,0 1 1,1-1 0,-1 1 0,0-1-1,0 1 1,1-1 0,-1 1 0,0-1-1,1 0 1,-1 1 0,0-1-1,1 1 1,-1-1 0,0 0 0,1 0-1,-1 1 1,1-1 0,-1 0 0,1 1-1,-1-1 1,1 0 0,-1 0 0,1 0-1,1 0-50,-1 0-1,0 0 0,1-1 0,-1 1 0,0 0 0,0-1 1,1 0-1,-1 1 0,0-1 0,0 0 0,0 1 0,0-1 1,0 0-1,1 0 0,0-1 0,1-2-234,0 1 0,1 0 0,-2-1 0,1 1-1,0-1 1,-1 0 0,0 0 0,1 0 0,-2 0 0,1-1-1,0 1 1,-1 0 0,0-1 0,0 1 0,0-1 0,-1 1-1,1-1 1,-1 0 0,-1-5 0,-1-8-109,0 1 1,-2 0-1,-10-31 0,-3-15 461,-1-38 828,18 101-856,0-1 0,0 0 1,0 1-1,0-1 0,0 0 1,0 1-1,0-1 1,0 0-1,0 1 0,0-1 1,0 0-1,1 1 1,-1-1-1,0 1 0,0-1 1,1 0-1,-1 1 0,0-1 1,1 1-1,-1-1 1,1 1-1,-1-1 0,1 1 1,-1-1-1,1 1 0,-1 0 1,1-1-1,-1 1 1,1-1-1,0 1 0,-1 0 1,1 0-1,-1-1 1,1 1-1,0 0 0,-1 0 1,1 0-1,0 0 0,-1 0 1,1 0-1,0 0 1,-1 0-1,1 0 0,0 0 1,-1 0-1,1 0 1,0 1-1,-1-1 0,1 0 1,0 0-1,0 1 0,42 11 1179,-38-10-1093,13 5 72,-1 1 1,0 1-1,-1 0 1,0 1 0,-1 1-1,0 0 1,-1 1-1,0 1 1,16 18 0,-15-14-139,1-2 1,1 0-1,0-1 0,1 0 1,1-2-1,22 13 1,-40-25-43,-1 0 0,0 0 0,0 1 1,0-1-1,1 0 0,-1 0 0,0 1 0,1-1 1,-1 0-1,0 0 0,0 0 0,1 0 0,-1 1 0,0-1 1,1 0-1,-1 0 0,0 0 0,1 0 0,-1 0 1,0 0-1,1 0 0,-1 0 0,0 0 0,1 0 0,-1 0 1,0 0-1,1 0 0,-1 0 0,0 0 0,1 0 0,-1-1 1,0 1-1,1 0 0,-1 0 0,0 0 0,0 0 1,1-1-1,-1 1 0,0 0 0,0 0 0,1-1 0,-1 1 1,0 0-1,0 0 0,0-1 0,1 1 0,-1 0 1,0-1-1,0 1 0,0 0 0,0 0 0,0-1 0,1 0 1,-9-21 9,7 21-5,-1 0-1,1 0 1,-1 0-1,0-1 1,1 1 0,-1 1-1,0-1 1,1 0-1,-1 0 1,0 1-1,0-1 1,0 1-1,0-1 1,0 1-1,0 0 1,0 0 0,1 0-1,-1 0 1,0 0-1,0 0 1,0 0-1,0 1 1,0-1-1,0 1 1,-2 1-1,-50 15 127,-1 7-415,-126 50 1179,60-30-6365,110-42 2576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246 21 56,'-6'-3'263,"0"0"0,0 0 0,0 1 0,0 0 0,0 0 0,0 1 0,0-1 0,-1 1 0,1 1 0,0-1 0,-1 1-1,1 0 1,-1 0 0,1 1 0,0 0 0,-1 0 0,-9 4 0,8-3 211,-1 0 0,1 1 0,0 1 0,0-1-1,0 1 1,1 0 0,-1 1 0,1 0 0,0 0 0,1 1-1,-1 0 1,-8 10 0,13-14-359,0 1 1,0 0-1,0 0 0,1 1 1,-1-1-1,1 0 0,0 0 1,0 1-1,0-1 0,0 1 0,1-1 1,-1 1-1,1-1 0,0 1 1,0-1-1,0 1 0,0-1 1,2 5-1,-1-2-16,2 1 0,-1-1 1,1 1-1,0-1 0,0 0 0,0 0 0,1 0 1,8 9-1,4 3-13,1-2 1,0 1 0,2-2-1,25 17 1,-3-5 169,-16-11 539,0 1 0,40 36 0,-64-52-724,-1 0 0,1-1 1,0 1-1,-1 0 0,1 0 1,0-1-1,-1 1 0,1 0 0,-1 0 1,1 0-1,-1 0 0,0 0 0,1 0 1,-1-1-1,0 1 0,1 0 1,-1 0-1,0 0 0,0 0 0,0 0 1,0 0-1,0 0 0,0 0 1,0 0-1,-1 0 0,1 1 0,-1 0 5,0 0 0,0 0 0,0-1 0,-1 1 0,1-1-1,0 1 1,-1-1 0,1 0 0,-1 1 0,1-1 0,-1 0-1,-2 2 1,-9 3 86,1-1 0,-1 0-1,-15 4 1,19-6-46,-28 9 14,18-4-227,-2-1 0,1-1 1,-1-1-1,0-1 1,-22 1-1,43-4-50,-1-1-1,0 0 1,1 0 0,-1 0-1,0 0 1,1 0 0,-1 0 0,0 0-1,1 0 1,-1 0 0,0 0-1,0 0 1,1 0 0,-1-1 0,0 1-1,1 0 1,-1 0 0,1-1-1,-1 1 1,0 0 0,1-1-1,-1 1 1,1-1 0,-1 1 0,1-1-1,-1 1 1,1-1 0,-1 1-1,1-1 1,-1 1 0,1-1 0,0 1-1,-1-1 1,1 0 0,0 1-1,0-1 1,0 0 0,-1 1 0,1-1-1,0 0 1,0 0 0,0 1-1,0-1 1,0 0 0,14-33-9686,-4 14 6441,-9 11 2927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192 23 36,'-55'10'1579,"-1"-2"3273,-23 4 5880,79-12-10702,0 0-1,0 0 1,0 0-1,0 0 1,0 0 0,0 0-1,0 0 1,0 0 0,0 0-1,0 1 1,0-1 0,0 0-1,0 0 1,0 0 0,0 0-1,0 0 1,0 0 0,0 0-1,0 0 1,0 0 0,0 0-1,0 0 1,0 0-1,0 1 1,0-1 0,0 0-1,0 0 1,0 0 0,-1 0-1,1 0 1,0 0 0,0 0-1,0 0 1,0 0 0,0 0-1,0 0 1,0 0 0,0 0-1,0 0 1,0 0-1,0 0 1,0 0 0,0 0-1,0 0 1,-1 0 0,1 0-1,0 0 1,13 4 319,17 0-336,28-3-282,-1-2 0,108-16 0,-106 5-4722,-3-3-4641,-29 4 6604,-11 3 2526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51 40,'-12'-14'1381,"-3"-5"2563,15 19-3793,0-1 0,-1 1 1,1-1-1,0 1 0,0-1 1,0 1-1,-1-1 0,1 0 1,0 1-1,0-1 0,0 1 1,0-1-1,0 1 0,0-1 1,0 0-1,0 1 0,0-1 1,1 1-1,-1-1 0,0 1 0,0-1 1,0 0-1,1 1 0,-1-1 1,0 1-1,1-1 0,-1 1 1,0-1-1,1 1 0,-1 0 1,1-1-1,0 1-38,-1 0 0,1 0-1,-1 0 1,1 0 0,-1 1 0,1-1 0,-1 0 0,1 1-1,-1-1 1,1 0 0,-1 1 0,1-1 0,-1 0 0,0 1-1,1-1 1,-1 1 0,0-1 0,0 1 0,1-1 0,-1 1-1,0-1 1,0 1 0,1-1 0,-1 1 0,0-1 0,0 1-1,0-1 1,0 1 0,0 0 0,0-1 0,0 1 0,0-1-1,0 1 1,0-1 0,0 2 0,3 21 1009,3 30-907,15 54 0,-9-49-4744,-4 23-6066,-4-72 10026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42 100 236,'-9'-8'-106,"5"4"860,0 1 1,0-1 0,0 0 0,0 0-1,0 0 1,-3-7 0,7 10-640,-1 0 0,1 0 0,0 0 0,0 0-1,-1 1 1,1-1 0,0 0 0,0 0 0,0 0 0,0 0 0,0 0 0,1 0 0,-1 0 0,0 0 0,0 0 0,0 0 0,1 1 0,-1-1 0,1 0 0,-1 0 0,0 0 0,1 1-1,0-1 1,-1 0 0,1 0 0,-1 1 0,1-1 0,0 0 0,-1 1 0,1-1 0,0 1 0,0-1 0,0 1 0,-1-1 0,1 1 0,0 0 0,0-1 0,0 1 0,0 0 0,0 0-1,0-1 1,0 1 0,1 0 0,18-7 95,1 1 1,0 1-1,24-2 0,-35 6-150,0 0 1,-1 0 0,1 1-1,0 0 1,0 1 0,-1 1-1,1-1 1,-1 1-1,12 4 1,-19-5 41,-1-1-1,0 1 0,1-1 1,-1 1-1,1 0 1,-1 0-1,0 0 1,1 0-1,-1 0 0,0 0 1,0 0-1,0 0 1,0 0-1,0 1 1,0-1-1,0 0 1,0 1-1,0-1 0,-1 0 1,1 1-1,0-1 1,-1 1-1,0-1 1,1 1-1,-1 0 1,0-1-1,0 1 0,1-1 1,-1 1-1,0-1 1,-1 1-1,1 0 1,0-1-1,0 1 1,-1-1-1,1 1 0,-1-1 1,1 1-1,-1-1 1,0 1-1,0-1 1,1 0-1,-1 1 0,-2 1 1,-6 10 524,-1 0 0,0-1 0,-22 20 0,10-9-171,21-23-440,0 1 0,0 0-1,0 0 1,1 0 0,-1 0 0,0 0 0,1 1-1,-1-1 1,1 0 0,-1 0 0,1 0 0,0 0-1,-1 1 1,1-1 0,0 0 0,0 0-1,0 1 1,0-1 0,0 0 0,0 0 0,0 0-1,0 1 1,1-1 0,-1 2 0,2-1 1,-1 0 1,0 0 0,1 0 0,-1 0-1,1 0 1,0 0 0,-1-1-1,1 1 1,0 0 0,0-1-1,4 3 1,8 3 28,1 0 0,0 0 1,19 4-1,-17-5 20,-9-3-29,50 22 229,-54-24-188,-1 1 1,0 0-1,0-1 1,0 2 0,0-1-1,0 0 1,0 0-1,-1 1 1,1 0-1,-1-1 1,0 1 0,1 0-1,-1 0 1,1 4-1,-2-5-25,-1 0 0,0-1-1,0 1 1,0 0-1,0-1 1,-1 1 0,1 0-1,0-1 1,-1 1 0,1 0-1,-1-1 1,1 1 0,-1-1-1,0 1 1,0-1 0,0 1-1,0-1 1,0 0-1,0 1 1,0-1 0,0 0-1,0 0 1,0 0 0,-1 0-1,1 0 1,-1 0 0,-1 1-1,-47 25 586,43-24-574,-12 6-39,-1-1 1,0-2-1,0 1 1,-39 5-1,50-11-426,1-1-1,-1 1 0,1-1 1,-1-1-1,1 0 0,-15-3 1,19 3-217,1 0 1,-1 0 0,0-1 0,0 0-1,1 1 1,-1-1 0,1-1-1,0 1 1,-1 0 0,1-1 0,0 0-1,1 0 1,-1 0 0,-4-5-1,6 6 216,0 1 0,0-1-1,0 0 1,0 1 0,0-1-1,1 0 1,-1 0 0,1 1 0,-1-1-1,1 0 1,-1 0 0,1 0-1,0 0 1,0 0 0,0 1-1,0-1 1,0 0 0,1 0-1,-1 0 1,1 0 0,-1 0-1,1 1 1,-1-1 0,1 0-1,0 1 1,0-1 0,2-2-1,7-1-159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28 220,'-9'0'520,"-25"-1"3363,17-5 3156,25 7-2863,17-3-3194,-6 1-545,127-4 2032,-72 2-4392,1 1-9803,-59-2 6797,-7-1 3937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117 101 20,'3'-7'732,"0"-1"1,0 1-1,-1-1 1,0 0-1,2-11 0,-4 15 593,0 0 0,1 1-1,-1-1 1,-1 0-1,1 1 1,-1-1-1,1 0 1,-3-5-1,3 9-1252,0 0 0,0-1 0,0 1-1,0 0 1,0 0 0,0 0 0,0-1-1,-1 1 1,1 0 0,0 0 0,0 0-1,0-1 1,0 1 0,0 0 0,-1 0-1,1 0 1,0 0 0,0-1-1,0 1 1,-1 0 0,1 0 0,0 0-1,0 0 1,0 0 0,-1 0 0,1 0-1,0 0 1,0-1 0,-1 1 0,1 0-1,0 0 1,0 0 0,-1 0 0,1 0-1,0 0 1,0 0 0,-1 1-1,1-1 1,0 0 0,0 0 0,0 0-1,-1 0 1,1 0 0,-12 11 1035,-4 14-576,3 10-400,2 1 1,1 0-1,2 1 0,-5 59 1,0-5-87,6-55-39,1-7-176,1 0 0,-1 35 1,6-64 148,0 0 0,0 0 1,0 0-1,0 0 1,0 1-1,0-1 1,-1 0-1,1 0 1,0 0-1,0 0 0,0 0 1,0 1-1,0-1 1,0 0-1,0 0 1,0 0-1,0 0 1,0 0-1,0 1 0,0-1 1,0 0-1,0 0 1,0 0-1,0 0 1,0 1-1,0-1 0,0 0 1,0 0-1,0 0 1,0 0-1,0 1 1,0-1-1,0 0 1,1 0-1,-1 0 0,0 0 1,0 0-1,0 0 1,0 1-1,0-1 1,0 0-1,0 0 0,1 0 1,-1 0-1,0 0 1,0 0-1,0 0 1,0 0-1,0 0 1,1 0-1,-1 1 0,0-1 1,0 0-1,0 0 1,0 0-1,1 0 1,-1 0-1,0 0 0,0 0 1,0 0-1,0 0 1,1 0-1,-1-1 1,0 1-1,0 0 1,9-14-708,6-21-32,-4-5 438,-2 0-1,-2 0 0,4-68 0,-7 54 615,13-60 1,-17 114-272,0-1 1,0 1 0,0-1 0,0 1 0,1-1-1,-1 1 1,0 0 0,0-1 0,0 1 0,0-1-1,1 1 1,-1-1 0,0 1 0,0 0 0,1-1-1,-1 1 1,0-1 0,0 1 0,1 0 0,-1-1-1,0 1 1,1 0 0,-1 0 0,1-1 0,-1 1-1,0 0 1,1 0 0,-1-1 0,1 1 0,-1 0-1,1 0 1,-1 0 0,1 0 0,-1 0 0,1 0-1,-1 0 1,1 0 0,-1 0 0,0 0 0,1 0-1,-1 0 1,1 0 0,-1 0 0,1 0 0,-1 1-1,1-1 1,-1 0 0,1 0 0,-1 0 0,0 1-1,1-1 1,-1 0 0,0 0 0,1 1 0,-1-1-1,0 1 1,1-1 0,-1 0 0,0 1 0,1-1-1,-1 0 1,0 1 0,0-1 0,0 1 0,1 0-1,23 33 541,-21-29-480,26 41 156,-3 2 0,35 85 0,-28-32-5223,-31-76-1140,-2-25 5950,0 1-1,1-1 0,-1 1 0,0-1 0,0 1 0,0-1 0,0 1 0,0-1 0,0 0 1,0 1-1,0-1 0,0 1 0,0-1 0,0 1 0,0-1 0,0 1 0,0-1 0,-1 0 1,1 1-1,0-1 0,0 1 0,0-1 0,-1 0 0,1 1 0,0-1 0,0 0 0,-1 1 1,1-1-1,0 0 0,-1 1 0,1-1 0,0 0 0,-1 0 0,1 1 0,-1-1 1,1 0-1,0 0 0,-1 0 0,1 1 0,-1-1 0,1 0 0,-1 0 0,1 0 0,-1 0 1,1 0-1,0 0 0,-1 0 0,1 0 0,-2 0 0,-2-4-438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30 151 32,'-25'-13'863,"25"13"-731,-1 0-1,1-1 1,0 1-1,-1 0 1,1 0-1,0-1 1,0 1-1,-1 0 0,1-1 1,0 1-1,0 0 1,0-1-1,0 1 1,-1 0-1,1-1 1,0 1-1,0-1 1,0 1-1,0 0 1,0-1-1,0 1 0,0 0 1,0-1-1,0 1 1,0-1-1,0 1 1,0 0-1,0-1 1,0 1-1,0-1 1,0 1-1,1-1 1,2-2 632,0 1 1,0-1 0,1 1 0,-1 0 0,1 0 0,-1 0-1,1 0 1,0 0 0,6-1 0,56-19 2909,40-4-8633,-13 3-2820,-9 2 4464,-40 10 2828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9 32,'-89'22'5078,"16"-5"9211,162-12-11163,-53-7-3498,161-10 1106,-131 6-3515,-2-1-3748,-60 6 5703,-3 2 419,1-1 1,-1 0-1,0 0 1,1 0-1,-1 0 1,1 0 0,-1-1-1,0 1 1,0 0-1,1-1 1,-1 1-1,0-1 1,1 1-1,-1-1 1,0 0-1,0 1 1,0-1-1,0 0 1,0 0-1,0 0 1,0 0-1,0 0 1,0 0 0,0 0-1,0 0 1,0 0-1,-1 0 1,1 0-1,0-3 1,0 0-131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61 8,'10'-19'-434,"-3"-4"7321,-7 22-6565,0 1 1,0-1-1,0 0 0,0 1 1,-1-1-1,1 0 0,0 1 1,0-1-1,0 1 0,-1-1 1,1 0-1,0 1 1,-1-1-1,1 1 0,0-1 1,-1 1-1,1-1 0,-1 1 1,1-1-1,-1 1 0,1-1 1,-2 1-1,-23-6 3492,7 7-3492,0 1 0,0 1 0,1 0 1,-1 1-1,1 1 0,0 1 0,0 0 0,1 1 0,0 1 0,0 0 0,1 1 1,-25 19-1,27-18-246,1 0 0,0 1 0,1 0 0,0 1 0,1 0 0,0 0 0,1 1 0,1 1 0,0-1 0,0 1 0,2 1 0,-1-1 0,2 1 0,-6 25 0,10-35-75,0 0-1,0 0 0,0 0 0,1 1 0,0-1 0,0 0 1,1 0-1,-1 1 0,1-1 0,0 0 0,1 0 1,-1 0-1,1 0 0,0 0 0,0 0 0,0-1 0,1 1 1,6 8-1,-4-8-34,0-1 0,0 1 1,0-1-1,1 0 0,0 0 1,0-1-1,0 0 1,0 0-1,0 0 0,1-1 1,-1 1-1,13 1 0,2-1-107,1 0-1,-1-2 1,0-1-1,0 0 1,1-1-1,-1-2 1,0 0-1,28-8 1,-39 8 96,-1-1 1,1 1-1,-1-2 1,0 1-1,-1-1 1,13-9-1,-19 13 41,-1 0-1,0 0 1,1-1-1,-1 1 1,0 0-1,0-1 0,0 1 1,0-1-1,0 1 1,0-1-1,0 1 1,-1-1-1,1 1 1,0-1-1,-1 0 0,1 0 1,-1-3-1,0 3 3,0 1-1,-1-1 1,0 0-1,1 0 1,-1 1-1,0-1 1,0 0-1,0 1 1,0-1-1,0 1 1,0-1-1,0 1 1,0-1-1,-1 1 1,1 0-1,0 0 1,-1 0-1,1 0 1,-1 0-1,0 0 1,-2-1-1,-6-4 4,-1 1 0,0 1 0,0-1-1,0 2 1,0 0 0,-1 0 0,-18-2 0,-86 1 129,99 4-159,57-2-1027,50-11 0,-51 7 1231,0 1 0,71 0 0,-108 5-123,0 0 0,0 0-1,0 1 1,0-1-1,0 1 1,0-1-1,0 1 1,-1 0 0,1 0-1,0 0 1,0 0-1,-1 0 1,1 0-1,0 0 1,-1 0 0,0 1-1,1-1 1,-1 0-1,0 1 1,1 0-1,-1-1 1,0 1 0,0 0-1,0-1 1,0 1-1,-1 0 1,1 0-1,0 3 1,2 4 193,-2 2 0,0-1 1,0 0-1,-1 16 0,1 6 81,4 4 43,2 0-1,14 43 0,1 3-2736,-10 0-7751,-12-78 9115,1 1 1,-1-1-1,0 0 1,-1 0 0,1 1-1,-1-1 1,0 0-1,0 0 1,-3 8-1,0-2 107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44 88,'-51'6'2245,"-77"13"12834,223-19-13485,-24-5-1993,94-20 1,-66 5-3776,-103 9-4575,-18 3 4040,16 8 4236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15 8,'-50'-9'2634,"18"3"4723,42 11-4278,184 55-1434,-147-47-828,-45-13-707,0 1 1,0-1-1,-1 1 0,1-1 1,0 1-1,0 0 0,-1-1 0,1 1 1,-1 0-1,1 0 0,-1 0 1,1 0-1,-1 0 0,0 1 1,1-1-1,-1 0 0,0 1 0,2 2 1,-3-3-27,0 0 1,1 0-1,-1 1 1,0-1-1,0 0 1,-1 0-1,1 0 1,0 0-1,0 0 1,0 1-1,-1-1 1,1 0-1,-1 0 1,1 0-1,-1 0 1,1 0-1,-1 0 1,1 0-1,-1 0 1,0 0-1,-1 1 1,-7 6 292,0 0 0,0 0 0,-1-1 0,-15 8 0,14-8-480,-54 27-1702,25-15-3101,4 4-4484,31-16 4943,11-4 3778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420 124 88,'1'-3'314,"0"0"1,0 0-1,0 0 1,0 0-1,0 0 1,1 0-1,0 0 1,-1 0-1,1 1 1,0-1-1,1 0 1,2-2-1,-2 2 224,-1 0-1,1 1 1,-1-1-1,0 0 1,0-1 0,0 1-1,0 0 1,-1-1-1,2-4 1,-3 6-375,0 1 1,0-1-1,0 1 1,-1 0 0,1-1-1,0 1 1,-1-1-1,0 1 1,1 0-1,-1-1 1,0 1-1,1 0 1,-1 0-1,0 0 1,0 0-1,0-1 1,0 1-1,0 1 1,0-1-1,-1 0 1,1 0 0,0 0-1,0 0 1,-1 1-1,1-1 1,0 1-1,-1-1 1,1 1-1,0-1 1,-4 1-1,-6-4 241,-1 1-1,-1 0 1,1 1-1,0 0 1,-1 1-1,1 1 1,0 0-1,-1 1 1,1 0-1,-14 3 1,7-1-156,0 2 1,0 0 0,0 1 0,1 1 0,-30 16 0,36-15-218,1 0 0,1 0 1,-1 1-1,2 0 0,-1 1 1,1 0-1,1 1 0,0 0 1,0 0-1,1 0 1,0 1-1,1 0 0,1 1 1,-8 24-1,11-30-27,0 0 1,0 0-1,0 0 1,1 0-1,0 0 0,1 0 1,0 0-1,0 0 0,0 1 1,1-1-1,0 0 1,0 0-1,1 0 0,0 0 1,0 0-1,1-1 1,0 1-1,0-1 0,0 1 1,1-1-1,0 0 0,0 0 1,1-1-1,-1 1 1,1-1-1,0 0 0,1 0 1,-1-1-1,11 7 1,-5-6-146,-1-1 0,1 0 1,0 0-1,0-1 0,0-1 1,1 0-1,-1 0 0,0-1 1,1-1-1,-1 0 0,1 0 1,20-4-1,-9 0-1211,-1 0 0,22-8-1,32-20-7729,-15-5 3394,-41 24 5209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253 5 124,'-6'-1'1209,"0"0"0,0 0-1,0 0 1,0 1 0,0-1 0,0 1-1,0 1 1,0-1 0,0 1 0,-12 3-1,9-1-406,0 1 0,0-1-1,0 2 1,0-1-1,0 1 1,-10 9 0,9-7-599,2 0 1,-1 1-1,1 0 1,0 0 0,1 1-1,0 0 1,0 0 0,1 1-1,0 0 1,1 0-1,0 0 1,-5 14 0,9-20-187,0 0-1,0-1 1,0 1 0,1 0 0,-1 0 0,1-1 0,0 1 0,0 0 0,0 0-1,0 0 1,1 0 0,0-1 0,0 1 0,0 0 0,0-1 0,0 1 0,3 4-1,-2-5-23,0 0-1,0-1 0,1 1 1,-1-1-1,1 1 0,0-1 1,-1 0-1,1 0 1,0-1-1,0 1 0,0 0 1,0-1-1,1 0 0,-1 0 1,6 2-1,2-2-78,0 1 0,-1-2-1,1 1 1,0-2 0,0 1 0,-1-1 0,1-1 0,-1 0-1,1 0 1,-1-1 0,11-5 0,-12 4 34,-1 0 0,1-1 0,-1 1 0,0-2 0,0 1 0,-1-1 0,1-1 0,-1 1 0,-1-1 0,1 0 0,-1-1 0,6-8 0,-10 12-66,0-1-1,0 1 1,0 0 0,0-1 0,0 1 0,-1-1 0,0 1 0,0-1 0,0 0 0,-1 1 0,1-1 0,-1 0 0,0 0 0,-1 1-1,1-1 1,-1 0 0,0 1 0,0-1 0,0 0 0,-1 1 0,1-1 0,-1 1 0,0 0 0,-1 0 0,1-1 0,-5-5 0,4 7-998,1 1 1,-1-1 0,0 0-1,0 1 1,0 0 0,0 0-1,0 0 1,0 0-1,0 0 1,-1 1 0,1-1-1,-1 1 1,-4-2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68,'3'8'17631,"-3"-7"-17561,-1-1-1,0 1 1,0 0 0,0-1-1,1 1 1,-1 0-1,1 0 1,-1 0 0,0 0-1,1 0 1,-1 0-1,1 0 1,0 0 0,-1 0-1,1 0 1,0 0-1,0 0 1,-1 0 0,1 0-1,0 0 1,0 0-1,0 0 1,0 0 0,0 0-1,1 0 1,-1 0-1,0 0 1,0 0 0,1 0-1,-1 0 1,1 0-1,-1 0 1,1 0 0,0 1-1,3 3-61,0-1 0,0 1-1,1 0 1,-1-1 0,1 0 0,0 0 0,0-1-1,1 0 1,-1 1 0,1-2 0,5 4-1,7-1-14,-1 0-1,26 4 0,-28-6 76,0 0 0,0 1 0,-1 0 0,24 10 0,-37-8 580,-12 2-249,-23 6-75,25-10-271,-1 0-248,-34 14-567,42-18 360,1 1-1,-1-1 1,0 1-1,0-1 1,0 0-1,0 0 1,0 0-1,1 0 1,-1 0-1,0-1 0,0 1 1,-3-1-1,5 0 119,-1 1 0,1 0-1,0 0 1,-1-1-1,1 1 1,-1 0-1,1-1 1,0 1-1,-1 0 1,1-1-1,0 1 1,-1 0 0,1-1-1,0 1 1,0-1-1,-1 1 1,1-1-1,0 1 1,0-1-1,0 1 1,0-1-1,0 1 1,-1-1 0,1 1-1,0-1 1,0 0-1,5-16-4024,14-12 1025,-6 14 2794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95 224,'-2'-56'6568,"-1"17"7206,13 132-11404,-1-32-2263,2 74 54,13 104-2792,-23-233 2108,7 38-3709,-7-42 3435,-1 1 0,1-1 0,0 0 0,0 0 0,0 1 0,0-1 1,0 0-1,0 0 0,1 0 0,-1 0 0,1 0 0,-1-1 0,1 1 0,3 3 0,-4-5 728,-1 0 0,0 0-1,0 0 1,1 0 0,-1 0-1,0 0 1,0 0 0,1 0-1,-1 0 1,0 0-1,0 0 1,1 0 0,-1 0-1,0 0 1,1 0 0,-1 0-1,0 0 1,0 0 0,1 0-1,-1-1 1,0 1 0,0 0-1,0 0 1,1 0 0,-1 0-1,0 0 1,0-1 0,0 1-1,1 0 1,-1 0-1,0 0 1,0-1 0,0 1-1,0 0 1,1 0 0,-1-1-1,0 1 1,0 0 0,0 0-1,0-1 1,0 1 0,0 0-1,0 0 1,0-1 0,1-1-130,5-8-318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52,'18'-3'15120,"16"-1"-11693,7-2-3728,26-10-8615,-80 13 1643,3 0 6324,-8 0-11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11 8,'4'0'408,"-1"0"1,1 0-1,-1 0 1,1 0-1,0-1 1,-1 1-1,1-1 1,-1 0-1,1 0 1,-1-1-1,7-2 1867,-14 4-1753,-1 1 0,1 0 0,0 0 0,0 0 1,0 1-1,0 0 0,0 0 0,0 0 0,1 0 0,-6 4 0,-7 3 297,12-8-905,-47 25 594,27-8-2702,10 1-4638,20-21 2630,1-3 3750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82 132,'-26'-6'3084,"18"4"-1173,0 0 0,1 0 0,-1 0 0,1-1 0,0 0 1,0 0-1,0-1 0,-10-6 0,41 3-814,41 2-1195,-2-1-71,-22 1-2726,-8-3-2561,-1-2-3744,-25 7 6040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25 104,'-2'1'115,"1"0"1,0 0-1,0-1 1,-1 1-1,1 0 1,0 0-1,0 0 1,0 1-1,0-1 1,1 0-1,-1 0 1,0 0-1,0 1 0,1-1 1,-1 0-1,1 1 1,-1-1-1,1 1 1,-1-1-1,1 1 1,0-1-1,0 0 1,0 3-1,0-3 80,1-1 0,0 1 1,0 0-1,0 0 0,0 0 0,0 0 0,0-1 1,0 1-1,0-1 0,0 1 0,0 0 0,0-1 1,0 0-1,1 1 0,-1-1 0,0 0 0,0 0 1,0 1-1,1-1 0,1 0 0,13 0 1389,1 0 0,28-5 0,-44 5-1615,80-13 741,41-12-6586,-27 6 240,-71 14 4883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74 104,'-36'-3'933,"-18"0"3136,5-10 6030,54 14-9731,0 0 0,0-1 1,0 1-1,-1-1 0,1 0 1,0-1-1,5 0 0,9 0-141,39-1 222,-1-2-1,0-3 0,-1-3 1,76-21-1,-147 98 1085,-12 63-1357,14-71-881,-8 77 0,22-107-321,6 2-4470,-7-30 5255,1 0-1,-1 0 1,0 0 0,0 0 0,1 0-1,-1 0 1,1 0 0,-1 0-1,1 0 1,-1 0 0,1-1-1,-1 1 1,1 0 0,0 0-1,-1-1 1,1 1 0,0 0-1,0-1 1,-1 1 0,1-1-1,0 1 1,0-1 0,0 1 0,0-1-1,0 0 1,0 1 0,0-1-1,0 0 1,0 0 0,0 0-1,0 1 1,0-1 0,0 0-1,0 0 1,0-1 0,0 1-1,0 0 1,0 0 0,0 0-1,0-1 1,0 1 0,-1 0 0,1-1-1,0 1 1,0-1 0,0 1-1,0-1 1,0 0 0,-1 1-1,1-1 1,0 0 0,-1 1-1,1-1 1,1-1 0,7-10-656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64 104,'-39'-1'977,"-1"0"1713,-1 6 8847,41-5-11433,12 3 1527,20 3-890,29-5-877,80-9-1,-39-9-4973,-8-12-4177,-69 18 7378,-9 0 888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94 119 80,'-4'-2'-114,"0"1"609,0 0 1,0 0 0,0-1 1,1 0-1,-1 0 0,0 0 0,1 0 1,-5-4-1,8 6-373,0-1 1,-1 1 0,1 0-1,0-1 1,0 1 0,-1-1-1,1 1 1,0-1 0,0 1-1,0-1 1,0 1 0,0-1-1,-1 1 1,1-1 0,0 1-1,0-1 1,0 1 0,0-1-1,1 1 1,-1-1 0,0 1-1,0-1 1,0 1 0,0 0-1,0-1 1,1 0 0,19-18 1005,-6 11-1040,2-1-1,-1 2 0,1 0 0,0 1 1,1 1-1,-1 1 0,1 0 0,26-3 0,139-1-101,-176 8 23,-5 0-7,1 0 0,0 0 0,0 0 0,0 0 0,0 0 0,0 0 0,0 0 0,0 0 0,0 1 0,0-1 0,0 1 0,-1 0 0,1 0 0,0-1 0,0 1 1,-1 0-1,1 0 0,0 0 0,-1 1 0,1-1 0,-1 0 0,0 1 0,3 2 0,-4-2-1,1 0 0,-1 0-1,1 1 1,-1-1 0,0 0 0,0 0 0,0 1-1,0-1 1,0 0 0,0 0 0,-1 0 0,1 1 0,-1-1-1,0 0 1,1 0 0,-1 0 0,-1 2 0,-7 12 120,0-1 1,0 0 0,-23 26-1,-26 22 1347,27-29-901,1 0 0,-30 45 0,54-70-531,0 0-1,1 1 1,0 0 0,0 0 0,1 0 0,1 0 0,-1 1 0,2-1 0,-1 1 0,2 0-1,-1-1 1,1 1 0,1 0 0,1 14 0,1-16-16,0-1 0,0 0 1,0 0-1,1 0 0,1-1 0,-1 1 0,1-1 0,1 1 1,-1-1-1,1-1 0,0 1 0,1-1 0,0 0 1,0 0-1,0 0 0,0-1 0,1 0 0,13 7 1,9 4-6,2-1 0,0-1 0,43 12 0,-31-11 58,-53-16 216,0 1 0,1 1 0,-1 0 0,0 0 0,0 0 0,1 2 0,-1-1 0,1 1 0,0 0 0,0 1 1,-10 5-1,9-3-274,1-1 0,0 1 0,1 1 0,-1-1 0,1 1 0,1 1 1,-1 0-1,1 0 0,1 0 0,-1 1 0,1 0 0,-6 13 0,6-7 15,0-1 0,1 1 1,0 1-1,1-1 0,1 1 0,1-1 0,-1 26 0,4 4 124,2 0 1,1-1 0,3 1-1,24 81 1,-17-82-30,-8-28-62,-1 1 1,-1-1 0,4 27-1,-8-41-55,0 0-1,-1 0 1,1 0-1,-1-1 1,1 1-1,-1 0 1,1-1-1,-1 1 1,0 0-1,0-1 1,0 1-1,0-1 0,0 1 1,0-1-1,-1 1 1,1-1-1,0 0 1,-1 0-1,1 1 1,-1-1-1,1 0 1,-1-1-1,1 1 0,-1 0 1,0 0-1,0-1 1,1 1-1,-1-1 1,0 1-1,0-1 1,1 0-1,-1 1 1,-3-1-1,-11 2-23,0-1 0,-29-1 0,31 0-45,-32-2-454,-3-7-4683,44 8 4473,1 0 0,-1-1-1,1 1 1,-1-1 0,1 0-1,0-1 1,-1 1 0,1-1 0,0 0-1,1 0 1,-1 0 0,0 0-1,1 0 1,0-1 0,0 0-1,0 0 1,-4-6 0,2-7-221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297 100 36,'0'-4'477,"0"0"0,0 0 1,0 0-1,0 0 0,-1 1 0,1-1 0,-1 0 0,0 0 1,0 0-1,-1 1 0,1-1 0,-1 0 0,0 1 0,0 0 1,0-1-1,0 1 0,-1 0 0,1 0 0,-1 0 1,0 0-1,0 1 0,0-1 0,0 1 0,0-1 0,0 1 1,-6-2-1,4 2 95,1 1 0,-1-1 0,0 1 1,0 0-1,0 1 0,1-1 0,-1 1 1,-9 0-1,6 1-539,0 0 1,1 1-1,-1 0 1,1 0-1,-14 6 1,11-3 9,1 1 0,0 0 1,0 1-1,0 0 0,1 0 0,0 1 0,1 0 1,-1 0-1,2 1 0,-1 0 0,1 0 0,1 1 1,-1-1-1,2 1 0,-1 1 0,-3 14 0,6-20-48,0 0-1,0 0 1,1 0-1,0 1 1,0-1-1,1 0 1,0 1-1,-1-1 1,2 1 0,-1-1-1,1 0 1,0 1-1,0-1 1,0 0-1,1 0 1,-1 1-1,1-1 1,1-1-1,-1 1 1,1 0-1,-1 0 1,1-1-1,1 0 1,-1 1-1,1-1 1,-1-1-1,1 1 1,0 0-1,1-1 1,-1 0-1,1 0 1,-1 0-1,1 0 1,0-1-1,5 2 1,-5-2-2,-1 0 0,1 0 1,0-1-1,0 1 0,0-1 0,0 0 1,0-1-1,0 1 0,0-1 0,0 0 1,1 0-1,-1-1 0,0 1 1,0-1-1,0 0 0,0-1 0,0 1 1,-1-1-1,1 0 0,0 0 0,-1 0 1,1-1-1,-1 0 0,0 1 0,0-2 1,0 1-1,0 0 0,0-1 1,4-6-1,-2 1 5,0 0 0,-1 0 0,0 0 0,-1 0 0,0-1 0,-1 1 0,1-1 1,-2 0-1,0 0 0,0-1 0,-1 1 0,0 0 0,-1-18 0,-4-37-1260,3 48-3444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99 4,'-8'-30'1673,"8"-12"5592,1 15-1669,-1 97-3618,1 118 11,1-125-2608,3 0-1,20 91 1,-25-154 601,13 45-3021,-12-43 2510,0 0 0,0-1 0,0 1 0,0 0 0,0 0 0,0-1 0,1 1 0,-1 0-1,1-1 1,-1 1 0,3 1 0,-3-3 387,-1 0 0,1 0 0,-1 0 0,1 0 0,-1 0 0,1 0 0,-1-1 0,1 1 0,-1 0 0,1 0 0,-1 0 0,1 0 0,-1-1 0,1 1 0,-1 0 0,1-1 0,-1 1 0,1 0 0,-1-1 0,1 1 0,-1 0 0,0-1 0,1 1 0,-1-1 0,0 1 0,1-1 0,-1 1 0,0-1 0,0 1 0,0-1 0,1 1 0,-1-1 0,0 1 0,0-1 0,0 1 0,0-1 0,0 1 0,0-1 0,0 0 0,0 1 0,0-1 0,0 1 0,0-2 0,0-13-619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68,'0'-6'194,"0"1"0,1 0 0,0 0 0,0 0 0,0 0-1,0 0 1,1 1 0,-1-1 0,1 0 0,1 1 0,-1-1 0,0 1 0,1 0 0,0-1 0,0 1 0,1 1 0,-1-1-1,1 0 1,6-5 0,-7 7-83,0 1 0,0-1 0,0 1 0,1-1 0,-1 1 0,0 0 0,0 0 0,1 1 0,-1-1-1,0 1 1,1-1 0,-1 1 0,1 0 0,-1 0 0,0 1 0,1-1 0,-1 1 0,1-1 0,-1 1 0,0 0 0,0 0-1,0 1 1,1-1 0,-1 1 0,0-1 0,-1 1 0,1 0 0,0 0 0,0 0 0,3 5 0,-3-5 54,0 1 0,0 0 0,0-1 0,0 2 0,-1-1 1,1 0-1,-1 0 0,1 1 0,-1-1 0,-1 1 0,1 0 1,0-1-1,-1 1 0,0 0 0,0 0 0,0 0 0,0 0 1,-1 0-1,1 0 0,-1 0 0,0 1 0,0-1 0,-1 0 1,1 0-1,-1 0 0,0 0 0,0 0 0,0 0 0,0-1 1,-1 1-1,0 0 0,0 0 0,0-1 0,0 1 0,-5 5 0,-3 3 91,0-1 0,-1 0-1,0-1 1,0 0 0,-1-1-1,-1 0 1,1-1 0,-22 10-1,21-13-2094,29-17-9047,-4 7 10184,8 0-641,1 0 618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10 149 60,'-5'-75'3134,"2"38"1858,2 1 3913,10 134-7328,-10-36-1702,5 119-95,-1-152-809,1-1 0,10 33 1,-13-56 423,1 0 0,-1-1-1,1 1 1,0-1 0,1 1 0,-1-1 0,1 0 0,0 0 0,0 0 0,4 4 0,-5-6 325,-1-1 0,1 0-1,-1 0 1,1 1 0,0-1 0,-1 0 0,1 0 0,0-1 0,0 1 0,0 0 0,0-1 0,0 1-1,0-1 1,0 1 0,0-1 0,0 0 0,0 0 0,0 0 0,0 0 0,0 0 0,0 0 0,0-1-1,-1 1 1,1-1 0,0 1 0,3-2 0,8-6-490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77 8,'-15'-5'277,"12"5"26,-1-1 1,1 1-1,-1-1 0,1 0 1,-1-1-1,1 1 1,-1 0-1,1-1 0,0 0 1,0 0-1,0 0 1,-5-4-1,9 5-216,-1 1 0,0-1 0,1 0 0,-1 1 0,0-1 0,1 0 1,-1 1-1,1-1 0,-1 1 0,1-1 0,-1 1 0,1-1 0,-1 1 0,1-1 0,-1 1 0,1-1 0,0 1 0,-1 0 0,1-1 0,0 1 0,0 0 0,-1 0 1,1-1-1,0 1 0,-1 0 0,3 0 0,27-8 470,-25 7-333,21-6 184,64-13 322,-83 19-701,0 0 0,0 1 0,0-1 0,0 1 0,0 1 0,0-1 0,0 1 0,0 1 0,0-1 0,8 4 0,-12-3-11,0 0 0,0 1 0,0-1-1,-1 1 1,1-1 0,-1 1 0,0 0 0,0 0-1,0 0 1,0 0 0,0 0 0,-1 0 0,1 1 0,-1-1-1,0 1 1,0-1 0,0 1 0,0-1 0,-1 1-1,0-1 1,1 6 0,0 11-72,-1 1 0,-3 26-1,3-44 18,-1 7-690,0 0-1,1 0 0,0 0 1,3 18-1,-2-26 520,-1 1 0,1 0 1,0-1-1,0 1 0,0-1 0,0 1 1,1-1-1,-1 0 0,0 1 0,1-1 1,0 0-1,-1 0 0,1 0 0,0 0 1,0 0-1,0-1 0,1 1 0,-1 0 0,0-1 1,0 0-1,1 1 0,4 0 0,15 4-321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91 44,'-2'-12'419,"-4"-20"1746,10 16 2720,1 16-2283,0 13-1396,-2 13 276,-4-24-1320,1 0 0,-1 0 0,0 1 0,0-1 0,0 0 0,-1 0-1,1 0 1,0 0 0,-1 0 0,0 0 0,1-1 0,-1 1 0,0-1 0,0 1 0,0-1 0,0 1-1,0-1 1,0 0 0,0 0 0,0 0 0,0 0 0,-1 0 0,1-1 0,-4 2 0,5-2-141,-1 0 1,1-1 0,0 1-1,-1 0 1,1 0-1,0-1 1,-1 1 0,1 0-1,0-1 1,-1 1-1,1-1 1,0 0 0,0 0-1,0 1 1,-1-1 0,1 0-1,0 0 1,0 0-1,0 0 1,1 0 0,-1 0-1,0 0 1,0 0 0,0 0-1,1-1 1,-1 1-1,1 0 1,-1-1 0,1 1-1,-1 0 1,1-1-1,0 1 1,0 0 0,-1-1-1,1 1 1,0 0 0,0-1-1,1 1 1,-1 0-1,0-1 1,0 1 0,1-2-1,9-41-1804,4 20-4626,-5 53-1632,-4-3 7009,3 6 541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0 169 172,'1'-22'2096,"7"3"5531,-8 18-7381,1 1 0,0 0 0,-1-1 0,1 1 0,0 0 0,-1 0 0,1-1 0,0 1 0,-1 0 0,1 0 0,0 0 0,-1 0 0,1 0-1,0 0 1,0 0 0,-1 0 0,1 0 0,0 0 0,0 0 0,-1 1 0,1-1 0,0 0 0,-1 0 0,2 1 0,17 10-831,-13-6 619,-1 0 0,-1 0 0,1 1 0,-1-1 0,1 1 0,-2 0 0,1 0 0,-1 0 0,0 1 0,0-1 0,0 1 0,-1 0 0,0 0 0,-1 0 0,1 0 0,-1 0 0,-1 0 0,1 13 0,22-81-22,-22 58-13,38-97 57,-35 92-51,0 0 1,1 0-1,0 0 0,0 0 0,0 1 0,1 0 1,0 0-1,1 1 0,11-10 0,-18 16-4,1-1-1,0 1 1,0-1 0,0 1-1,-1 0 1,1-1-1,0 1 1,0 0 0,0 0-1,0-1 1,0 1-1,0 0 1,0 0 0,-1 0-1,1 0 1,0 0-1,0 0 1,0 0 0,0 1-1,0-1 1,0 0-1,0 0 1,-1 1 0,1-1-1,0 1 1,0-1-1,1 1 1,19 25 77,3 36 192,-21-49-195,2-1-17,-2 0-1,0 1 0,0-1 1,-1 1-1,0 0 0,-1 0 1,-1 0-1,-1 13 0,3-93 69,3 50-147,0 1-1,1 0 0,0 1 0,17-29 1,-20 38 15,1 1 1,-1-1-1,1 1 0,1-1 1,-1 1-1,1 1 1,0-1-1,0 0 1,0 1-1,0 0 1,1 0-1,0 1 1,0 0-1,0 0 0,8-3 1,-11 5 5,0 1 1,1 0 0,-1-1-1,0 1 1,1 0-1,-1 1 1,0-1-1,1 1 1,-1-1-1,0 1 1,0 0-1,1 0 1,-1 0-1,0 1 1,0-1-1,0 1 1,-1 0 0,1 0-1,0 0 1,-1 0-1,1 0 1,-1 0-1,1 1 1,-1-1-1,0 1 1,0 0-1,0 0 1,-1-1-1,1 1 1,-1 0 0,3 5-1,-1 1-269,1 0 0,-1 0-1,0 0 1,2 14 0,-3 30-4388,-5-33 1722,2-16 2416,0 0 1,0 0-1,0 0 1,1 1-1,0-1 0,-1 0 1,2 0-1,-1 1 1,0-1-1,1 0 1,0 0-1,0 0 1,0 0-1,2 5 0,4-1 118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1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319 398 68,'0'-2'332,"0"-1"0,0 0-1,0 0 1,-1 1 0,1-1 0,-1 0 0,1 1 0,-1-1-1,0 0 1,0 1 0,0-1 0,-1 1 0,1-1 0,0 1-1,-1 0 1,0 0 0,1-1 0,-1 1 0,0 0 0,0 1-1,0-1 1,-4-3 0,1 3 225,0 0 1,1 0-1,-1 0 0,0 1 1,0 0-1,-1-1 1,1 2-1,0-1 0,0 1 1,0 0-1,-8 0 0,0 1 573,-1 1 0,0 0 0,-23 7 0,-23 17-50,51-20-1004,1 0 0,0 1 1,0 0-1,0 0 0,-11 15 0,16-19-75,1-1-1,0 1 1,0 0-1,0 0 1,0 0-1,0 0 0,1 0 1,-1 1-1,1-1 1,0 0-1,0 1 1,0-1-1,1 1 0,-1-1 1,1 1-1,0-1 1,0 1-1,0-1 1,0 1-1,2 5 1,-2-8-4,1 1 0,-1-1 0,1 0 1,-1 1-1,1-1 0,0 0 0,0 0 1,0 0-1,0 1 0,0-1 0,0 0 1,0 0-1,0-1 0,0 1 0,0 0 1,1 0-1,-1 0 0,0-1 0,0 1 1,1-1-1,-1 1 0,3 0 0,0-1-3,-1 0 0,1 1-1,-1-2 1,1 1-1,-1 0 1,1-1-1,-1 1 1,0-1-1,5-2 1,5-2-40,-1 0 0,0-1 0,21-14 0,-16 8 0,-13 8 25,1 1 0,-1 0 0,1-1 0,0 2 0,0-1 0,1 1 0,7-3 0,-12 4 17,1 1 1,0 0-1,0 0 0,0 0 1,-1 1-1,1-1 0,0 0 1,0 1-1,-1-1 0,1 1 1,0-1-1,-1 1 0,1 0 1,-1 0-1,1 0 0,-1 0 1,1 0-1,-1 0 0,1 0 1,-1 0-1,0 0 0,0 1 1,1-1-1,-1 0 0,0 1 1,0-1-1,-1 1 0,3 3 0,0 1-38,1 0 0,0 0 0,0 0-1,1 0 1,0-1 0,0 1-1,0-1 1,0-1 0,1 1-1,0-1 1,12 7 0,-12-9-25,0 0 1,0 0-1,0 0 1,0-1 0,1 0-1,-1-1 1,0 1-1,1-1 1,-1 0-1,0-1 1,1 1 0,-1-1-1,0-1 1,7-1-1,1-2 41,0 0-1,0 0 0,-1-2 1,0 1-1,0-2 1,-1 0-1,0 0 0,0-1 1,-1 0-1,0-1 1,0-1-1,-2 0 0,1 0 1,-1-1-1,-1 0 0,0 0 1,0-1-1,-2 0 1,9-20-1,-10 19 66,0-1 1,-1 1-1,0-1 1,-1 0-1,-1 0 1,0 0-1,-1 0 0,-1-1 1,0 1-1,-1 0 1,0 0-1,-2 0 0,0 0 1,0 0-1,-1 0 1,-1 1-1,-1 0 1,-14-27-1,20 40-33,-1-1-1,1 1 0,-1 0 1,0-1-1,0 1 1,1 0-1,-1 0 1,0-1-1,0 1 1,-1 0-1,1 0 1,0 0-1,0 0 1,0 0-1,-1 1 1,1-1-1,0 0 1,-1 0-1,1 1 1,-1-1-1,1 1 1,0-1-1,-1 1 0,1 0 1,-1 0-1,-2-1 1,1 2-3,1 0 0,0 0 0,0 0 0,0 1 0,1-1 0,-1 0 0,0 1 0,0-1 0,1 1 0,-1-1 0,1 1 0,-1 0 0,1 0 0,0 0 0,-2 3 0,-5 10 0,1 1-1,1-1 1,-8 29 0,5-10 21,1 1 1,2 1 0,1-1 0,2 1-1,1 0 1,4 43 0,-1-65-164,1 0-1,0-1 1,1 1 0,1 0-1,0-1 1,1 0 0,0 0-1,1-1 1,0 1 0,1-1-1,1 0 1,0-1 0,0 0-1,1 0 1,1-1 0,0 0-1,0 0 1,21 14-1,-12-12-2346,1 0 0,41 17-1,-51-25 1626,1 0-1,-1-1 0,1 0 1,0-1-1,0 0 1,0-1-1,0 0 1,13-1-1,-1-4-56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09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175 244 128,'-50'3'839,"38"-1"-374,0-1 0,0 0 0,0-1 0,0 0 0,0-1 0,0 0 0,0-1 0,-17-5 0,102-12 348,35 3-451,266-25-152,-7 7-238,-371 34 229,-35-3 212,0-1-1,-72-18 1,16-23 488,65 30-376,0 1 0,-36-12 0,155 51-539,134 44-54,-125-29 48,-98-40 21,0 0-1,0 0 0,0 0 1,1 0-1,-1 0 0,0 0 1,0 0-1,0 0 0,0 0 1,0 0-1,0 1 0,0-1 1,0 0-1,0 0 0,1 0 1,-1 0-1,0 0 0,0 0 1,0 0-1,0 0 0,0 0 1,0 0-1,0 0 0,0 1 1,0-1-1,0 0 1,0 0-1,0 0 0,0 0 1,0 0-1,0 0 0,0 0 1,0 0-1,0 1 0,0-1 1,0 0-1,0 0 0,0 0 1,0 0-1,0 0 0,0 0 1,0 0-1,0 1 0,0-1 1,0 0-1,0 0 0,0 0 1,0 0-1,0 0 0,0 0 1,0 0-1,0 0 0,0 0 1,-1 0-1,1 1 0,0-1 1,0 0-1,0 0 0,0 0 1,0 0-1,0 0 0,0 0 1,0 0-1,0 0 0,-1 0 1,1 0-1,-14 5 436,-25 4 877,31-8-946,-12 7 60,-1 0 0,1 2 1,1 0-1,-1 1 0,2 1 0,0 1 0,-29 25 1,-4 2 68,27-23-291,10-8-102,0 1 1,0 1-1,1 0 0,-18 20 0,31-31-106,0 0-1,0 0 0,0 0 1,0 0-1,0 0 1,0 0-1,0 0 1,0 0-1,1 0 0,-1 0 1,0 1-1,0-1 1,0 0-1,0 0 0,0 0 1,0 0-1,0 0 1,0 0-1,0 0 1,0 0-1,0 0 0,1 0 1,-1 0-1,0 0 1,0 0-1,0 0 0,0 0 1,0 0-1,0 1 1,0-1-1,0 0 0,0 0 1,0 0-1,0 0 1,0 0-1,0 0 1,0 0-1,0 0 0,0 0 1,0 1-1,0-1 1,0 0-1,0 0 0,0 0 1,0 0-1,0 0 1,0 0-1,0 0 1,0 0-1,0 0 0,0 0 1,0 1-1,0-1 1,0 0-1,0 0 0,0 0 1,0 0-1,-1 0 1,1 0-1,0 0 0,14-5-883,5-6-2624,-5 1-4577,-14 15 4506,-4 2 2889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4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1035 156 4,'-17'-18'819,"-2"2"1,0 0-1,0 2 0,-1 0 1,-1 1-1,0 1 0,-42-17 0,49 23-414,0 2 0,-1 0 0,1 1 0,-1 0 0,0 1 0,0 1 0,0 0 0,0 1 0,0 1 0,0 0-1,1 1 1,-1 1 0,-28 8 0,-2 5-207,2 3-1,0 1 1,2 2-1,0 2 1,1 2-1,-56 48 1,70-52-175,2 1 0,1 1 1,0 1-1,2 1 0,1 1 1,2 1-1,0 1 1,2 0-1,1 1 0,-11 32 1,20-46-22,2 1 0,0-1 0,1 1 0,0 0 1,1 0-1,1 0 0,1 0 0,1 0 0,0 0 0,1 0 1,1 0-1,0 0 0,1 0 0,1-1 0,9 21 1,-4-17-22,1 0 0,0 0 0,2-1 0,0-1 0,1 0 0,1-1 1,0-1-1,2 0 0,0-1 0,0-1 0,22 14 0,-5-8-151,0-1 1,2-2-1,-1-1 0,2-2 0,0-2 0,1-1 0,0-2 1,0-1-1,1-2 0,0-2 0,39-1 0,-43-3 52,0-1 0,0-2-1,0-1 1,-1-2 0,0-1-1,0-2 1,-1-2 0,0 0-1,-1-2 1,0-2 0,-1-1-1,46-31 1,-59 33 157,-1 0 1,0-2 0,-1 0-1,-1-1 1,0 0-1,-2-1 1,0-1-1,0 0 1,-2 0-1,-1-1 1,0-1-1,-1 0 1,-2 0-1,0-1 1,-1 0-1,3-26 1,-5 20 101,-2 1-1,-1-1 1,-2 0-1,0 0 1,-2 1-1,-1-1 1,-1 1 0,-1 0-1,-2 0 1,0 1-1,-2 0 1,-24-45-1,24 52-41,-1 0-1,-1 1 0,-1 1 1,0 0-1,-1 0 0,-1 2 0,-24-21 1,30 29-312,-1 1 0,1 0 0,-1 0 0,0 1 0,0 1 0,-18-6 0,18 7-381,0 1-1,0 0 0,-1 1 1,1 0-1,0 1 0,0 0 0,0 1 1,-12 1-1,2 2-238,0 1-1,1 1 1,0 0 0,0 2-1,0 0 1,-26 16 0,-9 10 192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5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30 120,'0'-1'71,"0"0"0,0 0 0,1 0 1,-1 0-1,0 0 0,0 0 0,0 0 0,0 1 0,0-1 0,-1 0 0,1 0 1,0 0-1,0 0 0,-1 0 0,1 0 0,0 0 0,-1 0 0,1 1 0,-1-1 1,1 0-1,-1 0 0,1 1 0,-1-1 0,0 0 0,1 1 0,-1-1 0,0 0 1,1 1-1,-1-1 0,0 1 0,0-1 0,0 1 0,1 0 0,-1-1 0,0 1 1,0 0-1,0-1 0,0 1 0,0 0 0,0 0 0,0 0 0,0 0 0,0 0 1,-1 0-1,-53-2 2868,45 3-2260,-11-1 147,0 2 0,0 0 1,0 2-1,-32 9 0,43-11-711,0 2-1,0-1 0,1 1 1,-1 1-1,1 0 1,0 0-1,1 1 0,-1 0 1,1 0-1,0 1 1,-8 9-1,14-13-107,0 0 0,0 1 0,0-1 0,1 1 0,-1 0-1,1-1 1,0 1 0,0 0 0,0 0 0,1 0 0,-1 0 0,1 0 0,0 0 0,0 0-1,0-1 1,1 1 0,-1 0 0,1 0 0,0 0 0,0 0 0,0-1 0,1 1 0,-1 0-1,1-1 1,0 1 0,0-1 0,3 5 0,9 11-14,0-1 0,0 0 1,26 24-1,-23-25-10,63 56-49,-52-50 108,45 51 0,-72-74-4,-1 1-1,1-1 0,-1 0 0,0 1 0,1-1 0,-1 1 0,0-1 0,1 1 0,-1-1 1,0 1-1,0-1 0,1 1 0,-1 0 0,0-1 0,0 1 0,0-1 0,0 1 0,0-1 1,0 1-1,0 0 0,0-1 0,0 1 0,0-1 0,0 1 0,0-1 0,0 1 0,0 0 0,-1-1 1,1 1-1,0-1 0,0 1 0,-1-1 0,1 1 0,0-1 0,-1 1 0,1-1 0,0 0 1,-2 1-1,-27 13 979,-50-3-94,71-10-892,-15 1-39,0-2 1,1 0-1,-27-3 0,31 0-1267,0 0-1,0-2 1,0 0 0,0-1-1,1-1 1,0 0 0,0-1-1,1-1 1,0-1-1,1 0 1,-28-24 0,18 12 657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0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65 119 32,'-19'-72'3833,"3"25"4912,18 60-8017,-1 0 0,0 0 0,-1 1-1,0-1 1,-1 0 0,-3 14-1,0 15-84,-7 113 204,3-87-1024,4 1 0,2 0 0,4 0 0,10 73-1,-11-139-108,-1 0-1,1 0 0,-1 0 0,1 0 0,0 0 0,1 0 1,-1 0-1,0 0 0,1 0 0,0 0 0,-1-1 0,1 1 1,0-1-1,3 4 0,-4-6 114,-1 0 0,1 1 0,-1-1 0,1 0 0,0 0 0,-1 1 0,1-1 0,-1 0 0,1 0 0,0 0 0,-1 0 0,1 0 0,0 0 0,-1 0 0,1 0 0,0 0-1,-1 0 1,1 0 0,-1 0 0,1 0 0,0-1 0,-1 1 0,1 0 0,-1 0 0,1-1 0,0 0 0,1 0-217,0-1-1,0 0 0,0 0 0,-1 0 0,1 0 1,-1 0-1,1 0 0,-1 0 0,0 0 1,2-4-1,1-5-363,0-1 0,0 0 1,-2-1-1,1 1 0,1-25 0,-2-6 309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132 187 128,'-4'-7'307,"0"1"0,0-1 1,0 1-1,0 0 0,-1 1 0,0-1 0,-1 1 1,-6-6-1,-51-28 6611,46 30-4632,17 9-2242,0 0 0,0 0 0,0 0 0,0 0 0,-1 0-1,1 0 1,0 0 0,0 0 0,0 0 0,0-1 0,-1 1 0,1 0 0,0 0-1,0 0 1,0 0 0,0 0 0,0 0 0,-1 0 0,1 0 0,0-1 0,0 1 0,0 0-1,0 0 1,0 0 0,0 0 0,0 0 0,0-1 0,0 1 0,0 0 0,0 0-1,-1 0 1,1 0 0,0-1 0,0 1 0,0 0 0,0 0 0,0 0 0,0 0 0,0-1-1,1 1 1,-1 0 0,0 0 0,0 0 0,0 0 0,0-1 0,0 1 0,0 0 0,0 0-1,0 0 1,0 0 0,0-1 0,0 1 0,1 0 0,13-5 843,30-1-917,-32 4 275,120-24-95,-46 7-1763,-1 7-3866,-83 11 5224,0 1-1,0-1 0,-1 1 0,1 0 0,0 0 0,0 0 0,0 0 0,-1 0 1,1 0-1,0 1 0,0-1 0,-1 0 0,1 1 0,0 0 0,0-1 0,-1 1 1,1 0-1,-1 0 0,1 0 0,-1 0 0,1 0 0,-1 0 0,1 0 1,-1 0-1,0 1 0,0-1 0,0 0 0,0 1 0,0-1 0,2 4 0,0 6-315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0 116,'-33'18'1801,"-1"-2"3892,35-12-2367,11 0-2244,15 2-485,-1-5-881,1-1 0,-1 0 0,49-9 0,25-11-10468,-92 19 10097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2 190 84,'-1'-7'520,"1"0"0,-1 0 1,1 0-1,0 0 0,1 0 0,0 0 0,0 0 1,0 0-1,1 0 0,0 0 0,0 1 0,5-11 0,-1 5 639,1-1 1,0 1-1,1 0 0,0 1 0,13-14 0,-20 25-1099,-1-1 0,0 1 0,1 0 0,-1-1 1,0 1-1,1 0 0,-1-1 0,0 1 0,1 0 0,-1 0 1,1-1-1,-1 1 0,1 0 0,-1 0 0,1 0 1,-1 0-1,1 0 0,-1 0 0,0-1 0,1 1 0,-1 0 1,1 0-1,-1 1 0,1-1 0,-1 0 0,1 0 1,-1 0-1,1 0 0,-1 0 0,1 0 0,-1 1 0,1-1 1,14 16 852,5 30-263,-18-41-463,15 36 80,-3 1-1,-1 0 1,-2 1 0,10 85-1,-20-127-242,-1 0-1,0 1 1,0-1-1,0 0 0,0 1 1,0-1-1,0 0 1,0 1-1,0-1 0,-1 1 1,1-1-1,-1 0 0,1 0 1,-1 1-1,1-1 1,-1 0-1,0 0 0,1 0 1,-3 2-1,3-3-6,-1 0-1,0 0 0,0-1 0,1 1 1,-1 0-1,0-1 0,0 1 1,1-1-1,-1 1 0,1-1 1,-1 1-1,0-1 0,1 0 0,-1 1 1,1-1-1,-1 1 0,1-1 1,0 0-1,-1 0 0,1 1 1,0-1-1,-1 0 0,1 0 0,0 1 1,0-1-1,0 0 0,-1 0 1,1 0-1,0 1 0,0-1 1,0 0-1,1 0 0,-1-1 0,-3-19-58,2-1-1,0 0 0,1 0 1,1 1-1,1-1 0,2 1 0,7-32 1,-5 30-1977,1 1 1,1 0-1,19-37 0,-25 56 1558,-1 1-1,1-1 1,-1 1-1,1 0 1,0-1-1,0 1 1,0 0-1,0 0 1,0 0-1,0 0 1,1 1-1,-1-1 1,5-2-1,-5 4 314,-1 0 0,1-1-1,-1 1 1,1 0 0,-1 0 0,0 0 0,1 0-1,-1 0 1,1 0 0,-1 0 0,1 1-1,-1-1 1,1 0 0,-1 1 0,0-1 0,1 1-1,-1 0 1,0-1 0,0 1 0,1 0 0,-1 0-1,0 0 1,0 0 0,0 0 0,0 0 0,0 0-1,0 0 1,0 0 0,1 2 0,14 22-389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88,'7'-61'3056,"-4"37"7141,12 77-9237,-8-30-963,-1 0 0,4 32 0,-9-45-1536,0-1 0,-1 1 0,-1-1 1,0 1-1,-2 12 0,5-33-3220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8 153 148,'-2'-9'425,"0"0"1,1 0-1,0 0 0,0 0 0,1-1 1,1-8-1,-1 16-280,0 0-1,1 0 1,-1 0 0,0 0 0,1 0 0,0 1-1,-1-1 1,1 0 0,0 1 0,0-1 0,0 0-1,0 1 1,0-1 0,0 1 0,1-1 0,-1 1-1,0 0 1,1 0 0,-1 0 0,1-1 0,0 1-1,-1 0 1,1 1 0,0-1 0,-1 0 0,1 0-1,0 1 1,0-1 0,0 1 0,-1 0 0,1-1-1,0 1 1,0 0 0,3 0 0,-11 6 4711,5-6-4873,0 0 0,0 0 0,1 1 0,-1-1 0,0 0 0,1 0 0,-1 0 0,0 0 0,0 1 0,1-1 0,-1 0 0,0-1 0,0 1 0,1 0 0,-1 0 0,0 0 0,1 0 1,-1-1-1,0 1 0,0 0 0,1 0 0,-1-1 0,0 1 0,1-1 0,-1 1 0,1 0 0,-1-1 0,1 1 0,-1-1 0,1 0 0,-1 1 0,1-1 0,-1 1 0,1-1 0,0 0 0,-1 1 0,1-1 0,0 0 0,-1 1 0,1-2 0,-2-21-4183,3 13 854,4 22-1453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3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10 237 172,'-1'-1'305,"0"1"1,1-1-1,-1 0 1,0 1-1,1-1 0,-1 0 1,0 0-1,1 0 1,-1 1-1,1-1 1,-1 0-1,1 0 0,0 0 1,-1 0-1,1 0 1,0 0-1,0 0 0,-1 0 1,1 0-1,0 0 1,0 0-1,0 0 0,0 0 1,0 0-1,1 0 1,-1 0-1,0 1 0,0-1 1,1 0-1,-1 0 1,0 0-1,1 0 1,-1 0-1,1 0 0,-1 0 1,1 1-1,-1-1 1,1 0-1,0 0 0,0 1 1,-1-1-1,1 0 1,0 1-1,0-1 0,-1 1 1,1-1-1,0 1 1,0-1-1,0 1 0,0 0 1,0-1-1,0 1 1,1 0-1,-1 0-219,0 0 0,0 0 1,0 0-1,1 0 0,-1 0 0,0 1 0,0-1 0,0 0 0,0 0 1,0 1-1,0-1 0,0 1 0,0-1 0,0 1 0,0 0 0,-1-1 0,1 1 1,0 0-1,0-1 0,0 1 0,-1 0 0,1 0 0,0 0 0,-1 0 1,1 1-1,4 7 80,-1 0 0,0 1 1,0-1-1,-1 1 0,0-1 0,-1 1 1,0 0-1,-1 0 0,0 0 0,-1 10 1,1-11-145,-1 0 0,-1-1 0,0 1 0,0-1 0,0 1 1,-1-1-1,0 0 0,-1 0 0,0 1 0,0-2 0,-9 16 1,12-23-23,0 0 0,0 0 0,0 0 0,0 0 0,0 1 0,0-1 0,0 0 0,0 0 0,0 0 0,0 0 0,-1 0 0,1 0 0,0 0 0,0 0 0,0 0 0,0 1 0,0-1 0,0 0 0,0 0 0,0 0 0,0 0 0,0 0-1,0 0 1,-1 0 0,1 0 0,0 0 0,0 0 0,0 0 0,0 0 0,0 0 0,0 0 0,0 0 0,-1 0 0,1 0 0,0 0 0,0 0 0,0 0 0,0 0 0,0 0 0,0 0 0,0 0 0,0 0 0,-1 0 0,1 0 0,0 0 0,0 0 0,0 0 0,0 0 0,0 0 0,0 0 0,0-1 0,0 1 0,0 0 0,0 0 0,0 0 0,-1 0 0,1 0 0,0 0 0,0 0 0,0 0 0,0 0 0,0-1 0,0 1 0,0 0 0,0 0 0,0 0 0,-1-13-16,3-14-25,3-1-28,3 0 0,0 1 0,1 0-1,2 0 1,1 1 0,1 1 0,0 0 0,3 1-1,0 0 1,35-40 0,-49 63 53,-1-1 0,1 0 0,0 1 0,-1-1 0,1 1 0,0 0 0,0-1 0,0 1 0,0 0 0,0 0 0,0 0 0,0 0 0,0 1 0,1-1 0,-1 0 0,0 1-1,0 0 1,1 0 0,-1-1 0,0 1 0,1 0 0,-1 1 0,0-1 0,4 1 0,-3 1 3,-1-1-1,0 1 1,0-1-1,1 1 1,-1 0 0,0 0-1,0 0 1,-1 0-1,1 0 1,0 1-1,-1-1 1,1 1-1,-1-1 1,0 1-1,0-1 1,0 1-1,0 0 1,0-1-1,0 1 1,-1 3-1,4 12-8,-1-1-5,1-1 0,1 1 0,0-1 0,11 23 0,-13-34-5,0-1 0,0 1 0,0-1 0,0 1-1,1-1 1,-1 0 0,1-1 0,0 1 0,1-1-1,-1 1 1,0-1 0,1 0 0,0-1 0,0 1-1,0-1 1,0 0 0,0 0 0,9 1 0,5 0-185,0-1 0,0-1 0,0 0 1,1-2-1,-1 0 0,0-1 0,0-1 1,0-1-1,0-1 0,18-7 0,-1-1-183,-1-1-1,0-2 0,-1-2 0,36-24 0,-57 33 335,0-1 0,0 0 0,-1-1 0,18-21 0,-28 29 98,0 1 0,0-1 0,0 1 1,-1-1-1,1 0 0,-1 1 0,0-1 1,0 0-1,0 0 0,0 0 0,0 0 1,0 0-1,-1 0 0,0-4 0,0 5 27,0 0 0,-1 0 0,0 0-1,1 0 1,-1 0 0,0 0 0,0 0-1,0 1 1,0-1 0,-1 0 0,1 0-1,0 1 1,-1-1 0,1 1-1,-1-1 1,1 1 0,-1 0 0,0-1-1,1 1 1,-1 0 0,0 0 0,0 0-1,-3 0 1,-4-3 178,-1 1 1,1 1-1,-1 0 0,1 0 0,-1 1 0,0 0 1,0 0-1,0 1 0,1 1 0,-1 0 1,-13 2-1,7 0-7,0 1 0,0 0-1,1 1 1,0 1 0,0 0 0,-15 9 0,26-13-205,0 0 1,1 0-1,0 1 1,-1-1-1,1 0 0,0 1 1,0 0-1,0 0 1,1 0-1,-1 0 1,1 0-1,-1 1 0,1-1 1,0 1-1,0-1 1,1 1-1,-3 6 1,4-7-20,0 1 1,0-1 0,0 1 0,0-1 0,0 1 0,1 0 0,-1-1 0,1 0 0,0 1 0,0-1 0,1 1-1,-1-1 1,1 0 0,-1 0 0,5 6 0,7 7-26,1 0 0,0-1 0,1-1 1,1-1-1,24 17 0,-27-20 29,15 10-17,-1 2 0,-1 1 1,34 38-1,-52-51 10,-1 0 0,0 0 0,0 1-1,-1-1 1,-1 2 0,1-1-1,-2 1 1,0-1 0,0 1 0,-1 0-1,0 0 1,-1 1 0,0 13 0,-2-4 6,-1 0 0,0 0 0,-2 0 0,-1 0 0,0-1 0,-15 41 0,14-48 48,0-1 0,-1 0-1,-1 0 1,0 0 0,-1-1-1,-1 0 1,1 0-1,-2-1 1,0 0 0,0 0-1,-16 11 1,24-20-21,0 0-1,0-1 1,0 1-1,-1-1 1,1 1-1,0-1 1,-1 0-1,1 0 1,-1 0 0,1 0-1,-1-1 1,0 1-1,1-1 1,-1 0-1,0 1 1,1-1-1,-1 0 1,0 0 0,1-1-1,-5 0 1,5 0-4,-1 0 1,1-1-1,0 1 1,0-1 0,0 1-1,0-1 1,0 0-1,0 0 1,0 0-1,1 0 1,-1 0 0,1 0-1,-1 0 1,1-1-1,0 1 1,0-1-1,-1-2 1,-2-8 23,0 0 1,1 0-1,1 0 0,0-1 0,1 1 1,1-25-1,4-15-953,2 1-1,13-52 1,9 0-4379,5 5-3461,-26 81 6938,0 1-1,19-33 1,-1 17 765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4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9 334 48,'-8'-17'8307,"21"12"501,4 3-9403,0-2 892,1-1 0,-1 0 0,0-1 0,0-1 0,-1 0 0,0-2 0,-1 1 0,26-21-1,-33 23-295,0 0 0,-1-1 0,0 0 0,0-1 0,0 0 0,-1 0 0,-1 0 0,1-1 0,-1 0 0,-1 0 0,1 0 0,-2 0 0,1-1 0,-1 0 0,-1 1-1,3-21 1,-4 28 11,-1 0 0,1-1-1,-1 1 1,0 0 0,0-1-1,0 1 1,0 0 0,0-1-1,0 1 1,-1 0 0,1 0-1,-1-1 1,0 1 0,1 0-1,-1 0 1,0 0 0,0 0 0,-1 0-1,1 0 1,0 0 0,-1 0-1,1 0 1,-1 1 0,1-1-1,-1 0 1,0 1 0,0 0-1,0-1 1,0 1 0,0 0-1,0 0 1,0 0 0,0 0-1,0 0 1,0 0 0,-1 1-1,1-1 1,-4 1 0,-1 0 28,1 0-1,-1 0 1,1 1 0,0 0 0,-1 1 0,1-1 0,0 1 0,0 0 0,0 1 0,0-1 0,0 1 0,0 1 0,-5 3 0,3-1-20,0 0 1,1 1-1,0-1 1,0 2 0,0-1-1,1 1 1,0 0 0,0 0-1,1 1 1,0-1 0,1 1-1,0 0 1,0 1 0,1-1-1,0 1 1,1-1 0,0 1-1,0 0 1,0 19 0,2-20-36,1-1 0,0 1 0,0 0 0,1 0 0,0-1 1,0 1-1,1-1 0,0 0 0,1 0 0,-1 0 0,2 0 1,-1-1-1,1 1 0,0-1 0,1 0 0,-1-1 0,1 1 1,1-1-1,-1 0 0,1-1 0,0 0 0,14 8 1,-6-5-351,0-2 1,0 1 0,1-2-1,0 0 1,0-1 0,1-1 0,26 3-1,-30-5-708,1-1 1,0 0-1,-1-1 0,15-3 0,-20 2-93,-1 0 0,1 0 1,-1 0-1,0-1 0,0 0 0,0-1 0,12-7 1,-6-2-512,-5 0 784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65 204,'-143'7'3022,"1"5"4485,129-7-4997,32-1-1837,36 1-593,506-24-169,-240 1 20,434 24 142,-754-6-55,56-3-649,-57 3 530,1 0-1,-1 0 0,1 0 0,-1-1 1,1 1-1,-1 0 0,1 0 0,-1 0 1,1-1-1,-1 1 0,1 0 1,-1-1-1,1 1 0,-1 0 0,0-1 1,1 1-1,-1 0 0,1-1 0,-1 1 1,0-1-1,0 1 0,1-1 1,-1 1-1,0-1 0,0 1 0,1-1 1,-1 1-1,0-1 0,0 1 1,0-1-1,0-1-341,-1 0 1,0 1-1,0-1 1,1 0-1,-1 1 1,0-1-1,0 1 1,-1 0 0,1-1-1,0 1 1,0 0-1,-1 0 1,1-1-1,-3 0 1,3 1 233,-1 0 0,1 0 1,0 0-1,0 0 0,0 0 1,0 0-1,0-1 1,0 1-1,1 0 0,-1 0 1,0-1-1,1 1 0,-2-3 1,1-7-339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13 12,'-130'18'3842,"49"-11"5587,186-10-9696,177-27 0,-300 25-12238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4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55 48,'-19'-4'754,"-15"-6"2453,33 10-2978,0 0-1,0-1 1,0 1-1,0-1 0,1 1 1,-1-1-1,0 1 0,0-1 1,0 1-1,0-1 0,1 0 1,-1 1-1,0-1 1,1 0-1,-1 0 0,1 0 1,-1 1-1,0-1 0,1 0 1,0 0-1,-1 0 0,1 0 1,0 0-1,-1 0 1,1-1-1,3-8 408,-2 3 844,-14 3-462,-4 4-649,-1 0 0,1 2 1,-1 0-1,1 1 0,0 0 1,-27 11-1,33-11-321,0 1 1,0 1-1,0 0 0,1 0 0,0 1 0,0 0 0,1 1 1,0 0-1,0 1 0,1 0 0,-9 9 0,15-14-41,0 1-1,0-1 1,0 1-1,0 0 1,1 0-1,-1-1 1,1 1-1,0 0 1,0 0-1,1 0 1,-1 0-1,1 1 1,0-1-1,0 0 1,0 0-1,0 0 1,1 0-1,0 0 1,0 0-1,0 0 1,0 0-1,1 0 1,-1-1-1,1 1 1,0 0-1,0-1 1,0 1-1,1-1 1,4 6-1,8 8 16,0-1 0,1 0 0,1-1 0,20 14 0,-30-24-9,71 52 196,-43-34 320,-2 2-1,-1 1 1,-1 1-1,31 35 1,-60-60-430,0 0 0,0 1 0,-1-1 1,1 1-1,0-1 0,-1 1 0,0-1 0,1 1 0,-1 0 1,0 0-1,0 0 0,-1 0 0,1 0 0,-1 0 1,1 0-1,-1 0 0,0 0 0,0 0 0,0 0 0,-1 0 1,0 4-1,-1-3-9,1 0 0,-1-1-1,-1 1 1,1 0 0,0-1 0,-1 1 0,0-1 0,0 0 0,0 0 0,0 0-1,0 0 1,0-1 0,-6 4 0,-10 5 84,-1-1 0,0-1 0,0-1 0,-35 9 0,23-7-23,-1-2 1,0-1 0,-1-2 0,-52 1 0,75-6-473,1 0 1,0-1-1,0-1 0,0 0 0,0 0 0,0-1 0,0 0 1,-14-7-1,19 7-422,0 0 0,0 0 0,0-1 0,1 1 0,-1-1 0,1 0 0,0 0 0,0-1 0,0 1 0,1-1 0,-1 0 0,1 0 0,0 0 0,1-1 0,-5-10 0,7 15 435,-1-1 0,0 0 0,0 0 0,1 0-1,-1 0 1,1 0 0,0 1 0,0-1 0,0 0 0,-1 0-1,2 0 1,-1 0 0,0 0 0,0 0 0,1 0 0,-1 0-1,1 1 1,-1-1 0,1 0 0,0 0 0,0 0 0,-1 1-1,1-1 1,1 0 0,-1 1 0,0-1 0,0 1 0,3-3-1,9-1-394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118 204 24,'-33'-1'674,"-12"-1"1841,40 1-1752,1 1 0,0-1 0,0 0-1,-1 0 1,1-1 0,0 1 0,-6-4 0,10 1 2141,10 1-1896,10 0-687,6 6-194,30 3 83,89-2 0,-129-4-205,0-2 0,-1 0 1,1 0-1,-1-1 0,1-1 1,-1-1-1,0 0 0,-1-1 0,1-1 1,21-12-1,-35 18 33,1 0 1,0 0-1,0 0 1,-1 0-1,1 0 1,-1-1-1,1 1 0,-1 0 1,1-1-1,-1 1 1,0-1-1,0 0 1,0 1-1,0-1 1,0 0-1,0 1 0,0-1 1,0 0-1,-1 0 1,1 0-1,-1 0 1,1 0-1,-1 0 0,0 0 1,0 0-1,0 0 1,0 0-1,0 0 1,0 0-1,0 0 1,-1 0-1,1 0 0,-1 1 1,0-1-1,1 0 1,-1 0-1,0 0 1,0 0-1,0 1 0,0-1 1,0 1-1,-1-1 1,1 1-1,0-1 1,-1 1-1,1-1 1,-1 1-1,-1-1 0,-5-5 242,-1 1-1,1 0 0,-1 1 0,0 0 0,-1 0 1,1 1-1,-20-6 0,22 8-239,0 0-1,0 1 1,0 0-1,0 0 1,0 1-1,0-1 1,0 2-1,0-1 1,0 1 0,0 0-1,0 0 1,-7 3-1,11-2-37,0-1 1,-1 1-1,1 0 0,0 0 0,0 0 0,1 0 1,-1 1-1,0-1 0,1 1 0,-1 0 0,1-1 1,0 1-1,0 0 0,0 1 0,0-1 0,1 0 1,-1 0-1,1 1 0,0-1 0,0 1 0,0-1 1,0 1-1,1-1 0,-1 1 0,1 4 0,1 267-10,4-109-6,-6-49-29,2 119-1806,0-231 1508,4 40-2250,-5-43 2202,0 0 1,0 0-1,1-1 1,-1 1-1,1 0 1,-1-1-1,1 1 1,0-1-1,0 1 1,0-1 0,0 1-1,0-1 1,0 1-1,0-1 1,0 0-1,0 1 1,1-1-1,-1 0 1,0 0-1,3 1 1,-3-2 242,0 0 0,0 0 0,0 0 1,0 0-1,0-1 0,0 1 0,0 0 0,0 0 1,0-1-1,0 1 0,-1-1 0,1 1 0,0-1 0,0 1 1,0-1-1,-1 1 0,1-1 0,0 0 0,0 0 1,-1 1-1,1-1 0,-1 0 0,1 0 0,-1 0 0,1 1 1,-1-1-1,1 0 0,-1 0 0,0 0 0,1 0 1,-1 0-1,0 0 0,0 0 0,0 0 0,0 0 1,0-1-1,5-17-289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44 179 220,'-6'-6'-19,"-27"-27"4224,33 32-4058,-1 1 0,1-1 0,-1 0 0,1 1 0,0-1 0,-1 0 0,1 1 1,-1-1-1,1 0 0,0 0 0,0 1 0,0-1 0,-1 0 0,1 0 0,0 0 1,0 1-1,0-1 0,0 0 0,0 0 0,0 0 0,0 1 0,1-1 0,-1 0 1,0 0-1,0 1 0,1-1 0,-1 0 0,0 0 0,1 1 0,-1-1 1,0 0-1,1 1 0,-1-1 0,1 1 0,0-1 0,-1 0 0,1 1 0,-1-1 1,1 1-1,0 0 0,-1-1 0,1 1 0,0-1 0,-1 1 0,1 0 0,0 0 1,1-1-1,86-29 1657,3 7-4448,43-14-5782,-106 27 7111,-2 1 576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55 220,'1'-29'1895,"-1"27"-1494,-1 1 1,1 0 0,0 0-1,-1-1 1,1 1 0,-1 0-1,0 0 1,1-1 0,-1 1-1,0 0 1,1 0 0,-1 0 0,0 0-1,0 0 1,0 0 0,0 0-1,0 0 1,0 1 0,-1-1-1,-1-1 1,2 2-4,-1-1 1,1 1-1,-1-1 1,1 1-1,-1 0 0,1 0 1,-1 0-1,1 0 1,-1 0-1,1 0 0,-1 1 1,1-1-1,-1 0 1,1 1-1,-1-1 0,1 1 1,0-1-1,-3 2 1,-17 17-93,15-11-246,1 0-1,0 0 1,0 0 0,1 1 0,0-1 0,0 1 0,1 0 0,0 0 0,0 1 0,1-1 0,1 0-1,0 1 1,0-1 0,1 13 0,0-17-144,1 1-1,0-1 0,0 0 1,0 0-1,1 0 1,0 0-1,0 0 0,0 0 1,0 0-1,1-1 1,0 1-1,0-1 0,0 0 1,1 0-1,-1 0 1,1 0-1,0-1 0,0 1 1,0-1-1,0 0 1,1 0-1,0 0 1,-1-1-1,1 0 0,0 0 1,0 0-1,5 1 1,11 2-2100,-1-2 0,1 0 0,0-1 0,0-1 0,0-1 0,25-4 0,-13 3 949,-11-1 810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49 116 32,'-12'-25'560,"-7"-11"2116,1 15 2759,22 28-4603,-2-1 1,1 1-1,-1 0 1,0 0-1,1 9 1,-1 61 237,-2-43-966,-1-34-96,1 0 0,0 0 0,0 1 0,0-1 0,0 0 0,0 0 0,0 0 0,0 1 1,0-1-1,0 0 0,0 0 0,0 1 0,0-1 0,0 0 0,0 0 0,0 0 0,0 1 0,0-1 0,0 0 0,0 0 0,0 1 0,0-1 0,0 0 0,0 0 0,0 0 0,0 1 0,0-1 1,1 0-1,-1 0 0,0 0 0,0 1 0,0-1 0,0 0 0,1 0 0,-1 0 0,0 0 0,0 0 0,0 1 0,1-1 0,-1 0 0,0 0 0,0 0 0,0 0 0,1 0 0,-1 0 0,0 0 1,0 0-1,1 0 0,-1 0 0,0 0 0,0 0 0,0 0 0,1 0 0,-1 0 0,0 0 0,0 0 0,1 0 0,-1 0 0,15-16 751,10-22 422,-13 16-738,-2 2-219,1 0 0,15-19-1,-23 35-219,0 0-1,0 1 1,0-1-1,1 1 1,-1-1-1,1 1 1,0 0-1,0 0 1,0 1-1,1-1 1,-1 1-1,0 0 1,1 0-1,-1 0 1,8-1-1,-11 3-5,1 0 0,0 0 0,0 0 1,0 0-1,0 0 0,0 0 0,0 0 0,-1 1 0,1-1 0,0 1 0,0 0 1,-1-1-1,1 1 0,0 0 0,-1 0 0,1 0 0,0 0 0,-1 0 0,0 0 1,3 3-1,-1-1 19,0 1 0,0 0 0,0 1 0,0-1 0,-1 0 0,0 1 0,3 7 0,0 3 82,-1-1 0,-1 1 0,0 0 1,1 19-1,1 0 232,-1 5-3729,6-61-11611,-6 11 14171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54 64,'0'-10'511,"0"-19"1621,-5 14 5065,12 25-1413,5 15-4116,0-1-994,-1-6-188,42 80 732,-49-88-1118,1 0 0,-2 1-1,1 0 1,-1 0-1,-1 0 1,0 0 0,1 17-1,-4-24-54,1 0 0,0 1 1,-1-1-1,0 0 0,0 0 0,0 0 0,0 0 0,-1 0 0,0 0 0,0-1 0,0 1 1,0 0-1,0-1 0,-1 0 0,1 1 0,-1-1 0,0 0 0,-5 4 0,-5 3-420,-1-1 0,1-1 1,-25 12-1,-16 10-9309,53-30 9342,0 1-1,1-1 1,-1 1-1,0-1 1,0 1-1,1-1 1,-1 1 0,0 0-1,1 0 1,-1-1-1,1 1 1,-1 0 0,1 0-1,-1-1 1,1 1-1,-1 0 1,1 0-1,0 0 1,0 0 0,-1 0-1,1 0 1,0 0-1,0-1 1,0 1 0,0 2-1,2 3-699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32 208,'-54'-11'3813,"41"9"-1194,0 1 1,0 0-1,-1 1 0,-16 1 1,30-1-2579,0 0 1,0-1 0,0 1 0,-1 0 0,1 0-1,0 0 1,0 0 0,0 0 0,0 0 0,0 0 0,-1 0-1,1 0 1,0 0 0,0 0 0,0 0 0,0 0-1,-1 0 1,1 0 0,0 0 0,0 0 0,0 0-1,0 0 1,-1 0 0,1 0 0,0 0 0,0 0 0,0 0-1,0 0 1,0 0 0,-1 0 0,1 0 0,0 0-1,0 1 1,0-1 0,0 0 0,0 0 0,0 0 0,-1 0-1,1 0 1,0 0 0,0 1 0,0-1 0,0 0-1,0 0 1,0 0 0,0 0 0,0 1 0,0-1 0,0 0-1,0 0 1,0 0 0,0 0 0,0 0 0,0 1-1,0-1 1,0 0 0,0 0 0,0 0 0,0 0-1,0 1 1,0-1 0,14 6 626,20 2-663,2-8-396,0-2-1,0-1 0,48-11 0,-34 5-3968,0 2-4218,-48 7 8319,-10 8-5304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0 140,'-10'3'256,"-36"12"1835,44-14-1790,0-1 0,0 1 0,0 0-1,1-1 1,-1 1 0,0 0 0,1 0 0,-1 0-1,1 0 1,-1 1 0,1-1 0,0 0-1,-1 1 1,1-1 0,0 1 0,0-1 0,0 1-1,-2 2 1,4-3-99,-1 0-1,0 0 1,0 0 0,1 0 0,-1 0-1,0 0 1,1 0 0,-1 0-1,1 0 1,-1 0 0,1-1 0,-1 1-1,1 0 1,0 0 0,-1 0-1,1-1 1,0 1 0,0 0 0,0-1-1,-1 1 1,1-1 0,0 1-1,0-1 1,0 1 0,0-1-1,0 0 1,0 1 0,0-1 0,0 0-1,0 0 1,0 0 0,0 0-1,1 0 1,37 4 2426,-7-6-1421,54-9 0,-28 2-4381,0 5-7824,-41 7 6135,-10 0 3936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283 147 92,'7'-39'2556,"-7"33"-1518,0-1 1,0 1-1,-1 0 0,0-1 0,0 1 0,0 0 0,-4-10 1,3 13-574,1 0 0,0 0 1,-1 0-1,1 0 1,-1 1-1,0-1 0,0 1 1,0-1-1,0 1 1,-1-1-1,1 1 0,-1 0 1,1 0-1,-1 1 1,-4-3-1,4 2-383,0 1 0,0 0 0,0 1 1,0-1-1,0 0 0,0 1 0,0 0 0,0-1 0,-1 1 0,1 1 1,-4-1-1,-4 3 2,0 0 0,0 0 1,0 1-1,0 0 0,1 1 0,0 0 1,0 1-1,0 0 0,1 1 0,-13 9 1,15-10-85,1 0 0,-1 0 0,1 1 1,0 0-1,0 0 0,1 0 0,0 0 1,0 1-1,1 0 0,0 0 0,1 0 0,-1 1 1,-3 14-1,7-21-32,-1 1 0,1-1 0,-1 1-1,1-1 1,0 1 0,0-1 0,0 1 0,1-1 0,-1 0 0,0 1 0,1-1 0,0 1-1,-1-1 1,1 0 0,0 1 0,0-1 0,0 0 0,1 0 0,1 4 0,-1-5-13,0 0 0,0 1 1,0-1-1,0 0 0,-1 0 1,1 0-1,1-1 0,-1 1 1,0 0-1,0-1 0,0 1 1,0-1-1,0 0 0,1 0 1,-1 0-1,0 0 0,4 0 1,3-2-42,1 1 1,-1-2-1,1 1 1,-1-2 0,0 1-1,0-1 1,0 0-1,9-7 1,18-15 77,-29 19 32,1 1 1,1 0 0,-1 0-1,1 1 1,0 0-1,17-7 1,-23 12-8,-1 0-1,1-1 1,-1 2-1,1-1 1,-1 0 0,0 0-1,1 1 1,-1-1-1,0 1 1,1 0 0,-1 0-1,0 0 1,0 0-1,0 0 1,0 0 0,0 1-1,0-1 1,0 1-1,0-1 1,0 1 0,-1 0-1,1 0 1,-1 0-1,1-1 1,-1 2 0,0-1-1,1 0 1,0 3-1,3 6 103,0-1-1,0 0 0,-1 1 0,5 19 0,-5-6-51,0 1-1,-1-1 0,-2 1 1,0-1-1,-2 1 1,0-1-1,-2 1 0,-1-1 1,-12 44-1,12-57-63,0 0 1,-1-1-1,0 1 1,0-1-1,-1-1 0,-1 1 1,1-1-1,-2 0 0,1 0 1,-11 9-1,11-13 23,0 0 0,-1 0 1,1 0-1,-1-1 0,0 0 1,0 0-1,-1-1 0,1 0 0,0-1 1,-1 0-1,0 0 0,0-1 0,0 0 1,-14 0-1,20-1-7,-1 0 1,1 0-1,-1 0 0,0-1 1,1 1-1,-1-1 0,1 0 1,-1 0-1,1 0 0,-1-1 1,1 1-1,0-1 0,0 1 1,0-1-1,0 0 0,0 0 1,0-1-1,0 1 0,0-1 1,-2-2-1,2 0 2,1 1 1,-1-1-1,1 0 1,0 0-1,1 0 1,-1 1-1,1-2 1,0 1-1,0 0 1,0 0-1,1 0 1,0-8 0,1-6-462,1 0 1,1 1-1,1-1 1,0 1-1,1 0 0,13-29 1,-5 19-4159,1 1 0,34-51 0,-5 27 1038,-19 28 2933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69 176,'5'-10'772,"9"-19"1162,-14 28-1535,0 1 0,1-1 1,-1 0-1,1 0 0,-1 0 0,0 0 0,0 0 0,0 0 1,1 0-1,-1 0 0,0 0 0,0 0 0,0 0 1,0 0-1,-1 0 0,1 0 0,0 0 0,0 0 1,-1 0-1,1 0 0,0 1 0,-1-1 0,0-1 0,0 1-57,1 0-1,-1 1 0,0-1 0,0 1 0,0-1 0,0 1 0,0-1 0,0 1 0,0-1 0,0 1 0,0 0 0,0 0 0,0-1 0,0 1 0,0 0 0,0 0 0,0 0 0,0 0 0,0 0 0,0 0 0,0 1 0,0-1 0,-2 1 0,-23 17 1809,20-12-2103,0 1 1,1 0-1,0 1 1,-8 14-1,9-13-23,1 0 0,-1 0-1,2 0 1,-1 1 0,1-1-1,0 1 1,1-1 0,0 1 0,1 0-1,0-1 1,1 1 0,0 0 0,0-1-1,1 1 1,0-1 0,0 1 0,1-1-1,1 0 1,5 11 0,-4-11-366,0 0 0,1-1 0,0 0 0,0 1 0,1-2 0,1 1 1,12 10-1,-10-11-846,0 0 1,1 0 0,-1-1-1,2-1 1,-1 0 0,20 7-1,-15-8-1431,1 0 0,30 3 0,-31-7 1655,0 1-1,0-2 1,16-2 0,4-3 304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41 139 84,'-7'-11'410,"-19"-31"2770,25 41-2798,0-1 0,0 1 0,0 0 0,1-1 0,-1 1 0,0-1-1,1 1 1,-1-1 0,1 0 0,0 1 0,0-1 0,-1 1 0,1-1-1,0 0 1,0 1 0,0-1 0,1 1 0,-1-1 0,0 0 0,1 1-1,-1-1 1,1-1 0,0 2-288,0 1-1,0 0 1,-1-1 0,1 1-1,0 0 1,0-1-1,-1 1 1,1 0-1,0 0 1,0 0 0,0-1-1,-1 1 1,1 0-1,0 0 1,0 0 0,0 0-1,0 1 1,-1-1-1,1 0 1,0 0 0,0 0-1,0 1 1,-1-1-1,1 0 1,0 1-1,0-1 1,-1 1 0,1-1-1,0 1 1,-1-1-1,1 1 1,-1-1 0,1 1-1,0 0 1,-1-1-1,0 1 1,1 0 0,23 28 533,-24-28-536,7 10 76,0 1 0,-1 0 1,-1 1-1,0-1 0,-1 1 1,-1 0-1,1 0 0,0 18 1,4 9 260,-6-47-234,-1-1 0,1 0 1,1 1-1,-1-1 0,1 1 0,5-10 1,2-4-75,1-10-39,-8 19-80,1 0 1,0 0-1,1 1 0,0-1 1,1 1-1,0 0 0,1 0 0,0 1 1,1 0-1,12-13 0,-18 22-5,-1 1-1,0-1 1,1 0-1,-1 1 1,1-1-1,-1 1 1,1-1-1,0 1 1,-1-1-1,1 1 1,-1 0 0,1 0-1,0 0 1,-1 0-1,1 0 1,-1 0-1,1 1 1,0-1-1,-1 1 1,1-1-1,-1 1 1,1-1-1,-1 1 1,1 0-1,-1-1 1,0 1 0,1 0-1,-1 0 1,0 0-1,0 0 1,0 0-1,1 1 1,-1-1-1,0 0 1,-1 1-1,2 0 1,6 8-3,-1 0 0,-1 1 0,9 16 0,-13-22 4,11 21-728,15 47 0,-19-39-3885,-1 1-5112,2-18 6170,-3-11 2937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81 204,'-20'-30'1733,"4"5"2548,1-1 5454,34 57-5341,16 13-2675,11 17-1180,-29-34-330,-5-11-53,-2 1 0,0 0 0,9 23 0,-17-35-159,0 1 0,0-1 1,-1 1-1,0 0 0,0-1 0,0 1 0,-1 0 1,0-1-1,0 1 0,0 0 0,-1 0 1,0-1-1,0 1 0,0 0 0,-4 8 0,-28 44-2767,-4 6-7413,35-60 9493,0 0 1,1 0-1,0 1 1,0-1-1,0 0 1,0 0 0,0 0-1,1 1 1,0-1-1,0 0 1,0 1-1,0-1 1,2 7-1,4 4-21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32 124,'-71'6'5084,"0"-4"8850,246-5-10817,3-9-5666,-177 12 2425,28-5-2933,-16-5-3044,-13 9 5895,0 1 0,0 0 1,0 0-1,0-1 1,0 1-1,0 0 1,0 0-1,0-1 0,-1 1 1,1 0-1,0 0 1,0-1-1,0 1 1,-22-5-6504,12 8 6036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74 228,'-32'-32'4038,"21"11"1187,13 1 4056,0 22-9104,-1-1-1,1 1 1,0 0 0,-1 0-1,1 0 1,-1 0-1,0 1 1,0-1-1,0 0 1,0 1-1,0-1 1,1 3-1,4 21-219,-1 1-1,-1 0 1,0 47-1,4 26-5140,-6-87 3257,1 1 0,0-1 0,1 0 0,0-1 1,7 16-1,-8-23 1522,-1 0 1,1-1-1,0 1 1,0-1 0,0 0-1,1 1 1,-1-2-1,8 7 1,12 4-88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90 134 36,'-6'-31'639,"-6"-22"3631,-7 4 8067,-2 97-9723,11-2-2556,1 0 0,3 1 0,2 0-1,2 0 1,1 1 0,3-1-1,12 67 1,-13-103-54,-1-5 3,1 0-1,0 0 1,0 0 0,0 0 0,1 0-1,0 0 1,0 0 0,0 0-1,1-1 1,-1 1 0,8 9 0,-9-15-4,-1 0 1,1 1 0,-1-1 0,1 0 0,0 0 0,-1 0 0,1 1 0,0-1 0,-1 0 0,1 0-1,0 0 1,-1 0 0,1 0 0,0 0 0,-1 0 0,1-1 0,-1 1 0,1 0 0,0 0 0,-1 0 0,1-1-1,0 1 1,-1 0 0,1-1 0,-1 1 0,1 0 0,-1-1 0,1 1 0,-1-1 0,1 1 0,-1-1 0,1 1-1,-1-1 1,0 1 0,1-1 0,-1 1 0,0-1 0,1 0 0,-1 1 0,0-1 0,0 1 0,0-1-1,0 0 1,1 1 0,-1-2 0,11-33 60,-10 33-61,8-32-65,27-65-1,-34 92 5,1 0 1,1 0-1,0 0 0,0 0 1,0 1-1,0 0 1,1 0-1,0 0 0,1 0 1,-1 1-1,1 0 0,0 0 1,0 0-1,1 1 0,12-7 1,-16 10 36,0 0 0,0 1-1,0-1 1,0 0 0,0 1 0,1 0 0,-1 0 0,0 0 0,0 0 0,0 0 0,0 1 0,1-1-1,-1 1 1,0 0 0,0 0 0,0 0 0,0 0 0,3 3 0,0-1 7,-1 1 1,0 0 0,0 0-1,0 1 1,-1-1 0,1 1-1,-1 0 1,6 9-1,0 4 5,-1 0-1,0 0 1,-1 1 0,10 34-1,-14-35 1599,2 2-3472,5 0-5744,-10-19 7232,0-1 0,-1 1 0,1-1 0,0 1 0,0-1 0,0 1-1,0-1 1,0 0 0,0 0 0,0 1 0,0-1 0,0 0 0,0 0 0,0 0 0,0 0 0,0 0-1,1 0 1,-1 0 0,1-1 0,22-7-1978,-6-1 1620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57 204,'0'-2'331,"-1"-1"0,0 0 0,0 0 0,1 1 0,-2-1 0,1 0 0,0 1 1,0-1-1,-1 1 0,1-1 0,-1 1 0,0 0 0,0 0 0,0 0 0,0 0 0,0 0 0,0 0 0,-1 0 0,1 1 0,0-1 0,-1 1 0,1 0 1,-1-1-1,0 1 0,1 0 0,-1 1 0,0-1 0,0 0 0,0 1 0,1 0 0,-1 0 0,0-1 0,0 2 0,0-1 0,0 0 0,0 0 1,1 1-1,-1 0 0,0 0 0,0-1 0,1 1 0,-1 1 0,1-1 0,-6 3 0,-1 1 530,-1 1 0,1 0 0,0 0 0,-14 14 1,-21 30-484,37-39-263,-1 1 0,1 0 0,1 0-1,1 1 1,-1-1 0,2 1 0,0 1 0,0-1 0,2 1 0,-1-1 0,0 26 0,3-33-176,1 0 0,-1 0 0,1 0 1,0 0-1,1 0 0,-1 0 0,1 0 1,0 0-1,1 0 0,-1-1 0,1 1 1,0-1-1,1 0 0,-1 0 1,1 0-1,0 0 0,1-1 0,-1 1 1,1-1-1,-1 0 0,1-1 0,0 1 1,1-1-1,-1 0 0,0 0 0,1-1 1,0 1-1,8 1 0,-1 0-840,-1-1 0,1 0 0,19 1 0,-17-3-572,0-1-1,1 0 1,-1-1 0,0-1 0,0-1 0,0 0 0,0-1 0,-1 0 0,15-7-1,-8 2 623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65 180,'-4'-4'651,"-13"-18"4831,17 22-5335,0 0-1,0 0 1,-1 0 0,1 0-1,0 0 1,0-1 0,-1 1-1,1 0 1,0 0 0,0 0-1,0-1 1,-1 1 0,1 0-1,0 0 1,0-1 0,0 1-1,0 0 1,0-1 0,-1 1-1,1 0 1,0 0 0,0-1-1,0 1 1,0 0 0,0-1-1,0 1 1,0 0 0,0-1-1,0 1 1,0 0-1,0 0 1,0-1 0,0 1-1,0 0 1,1-1 0,-1 1-1,0 0 1,0 0 0,0-1-1,0 1 1,0 0 0,1 0-1,-1-1 1,0 1 0,0 0-1,0 0 1,1 0 0,-1-1-1,0 1 1,0 0 0,1 0-1,-1 0 1,0 0 0,0-1-1,1 1 1,-1 0 0,1 0-1,11 46 2215,-5-10-1961,-2 0 1,1 52-1,-3-88 197,5-12-326,5-16-64,3-14-60,-10 23-136,1 1-1,1 0 1,0 0 0,2 0-1,0 2 1,15-21 0,-24 36-12,-1 0 1,1 1 0,0-1-1,0 1 1,-1 0-1,1-1 1,0 1 0,0-1-1,0 1 1,-1 0-1,1 0 1,0 0 0,0-1-1,0 1 1,0 0-1,0 0 1,-1 0-1,1 0 1,0 0 0,0 1-1,0-1 1,0 0-1,0 0 1,-1 0 0,1 1-1,0-1 1,0 0-1,0 1 1,-1-1 0,1 1-1,0-1 1,-1 1-1,1-1 1,0 1 0,-1 0-1,1-1 1,-1 1-1,1 0 1,-1-1 0,1 1-1,-1 0 1,1 0-1,-1-1 1,1 3 0,24 43 20,-20-35-22,27 60-25,9 20-489,-4-40-6194,-37-50 6413,1-1 0,-1 1-1,1-1 1,-1 0 0,1 1-1,-1-1 1,1 1 0,-1-1-1,1 0 1,0 1 0,-1-1-1,1 0 1,0 0 0,-1 0 0,1 1-1,0-1 1,-1 0 0,1 0-1,0 0 1,-1 0 0,1 0-1,0 0 1,-1 0 0,1 0 0,-1-1-1,1 1 1,0 0 0,-1 0-1,2-1 1,9-10-2218,-4 0 1692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44 240,'-9'-12'1029,"-5"-4"1952,8 1 4586,13 19-2660,26 21-2884,3 8-1465,-1 2 0,-2 0 0,55 78 0,-82-103-462,1 0 1,-1 0-1,-1 1 1,0-1-1,0 1 1,-1 1-1,-1-1 0,0 1 1,0-1-1,-1 1 1,-1 0-1,0 0 1,0 0-1,-2 17 1,-1-17-264,0 0 0,-1 0-1,0 0 1,-1-1 0,-9 20 0,6-16-1176,-1-1 0,-1 0 1,0-1-1,-14 16 0,-26 25-12363,46-51 12827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984 2 56,'-3'-1'2383,"3"1"-2310,0 0-1,0 0 0,0 0 0,0 0 1,-20 8 1129,-25 17-153,-50 52 323,3 4 0,4 3-1,-90 114 1,-212 242-1090,374-426-844,15-14 266,-1 0 0,1 1 0,0-1 0,0 0 0,0 0 0,0 0 0,-1 0 0,1-1 0,0 1 0,0 0 0,0 0 0,0-1 0,0 1 0,-1-1 0,1 1 0,0-1 0,0 1 0,0-1 0,0 1 0,0-1 0,1 0 0,-1 0 0,0 1 0,0-1 0,0 0 0,1 0 0,-2-2 0,-13-10-889,4 4 571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64 144,'7'-12'13397,"-12"23"-12453,-31 102 888,21-64-1448,-32 76 1,25-82-179,9-17 57,-19 47 0,74-152 558,3-31-596,45-173 1,-90 282-219,0 1 1,0-1-1,0 0 1,0 0-1,0 1 1,0-1-1,0 0 0,0 0 1,0 1-1,1-1 1,-1 0-1,0 0 1,1 1-1,-1-1 1,0 0-1,1 1 1,-1-1-1,1 1 1,-1-1-1,1 0 1,0 1-1,-1-1 1,1 1-1,-1-1 0,1 1 1,0 0-1,-1-1 1,1 1-1,0 0 1,0-1-1,0 1 1,1 1 4,-1 0 1,0 0-1,0 0 1,0 0 0,0 0-1,0 0 1,0 0-1,0 1 1,-1-1-1,1 0 1,0 1 0,-1-1-1,1 1 1,0 1-1,18 64 211,-19-63-213,10 36 31,1 0 1,2-1-1,2 0 0,28 53 1,-31-72-848,0-1 0,28 34 1,-32-46 152,1 4-8926,-9-10 9412,0-1 1,0 0 0,0 1 0,0-1 0,-1 0-1,1 1 1,0-1 0,0 0 0,-1 1 0,1-1-1,0 0 1,-1 0 0,1 1 0,0-1 0,-1 0-1,1 0 1,0 0 0,-1 1 0,1-1 0,0 0-1,-1 0 1,1 0 0,0 0 0,-1 0 0,1 0-1,-1 0 1,1 0 0,0 0 0,-1 0 0,1 0-1,-1 0 1,1 0 0,0 0 0,-1 0 0,1 0-1,0 0 1,-1-1 0,-11 0-634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8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91 112,'-9'-2'169,"-27"-8"2731,6-4 4900,31 13-7616,0 1 1,0-1-1,-1 0 0,1 0 1,0 0-1,0 1 0,0-1 1,0 1-1,0-1 1,0 1-1,0-1 0,0 1 1,0-1-1,0 1 0,0 0 1,0-1-1,0 1 0,1 0 1,-1 0-1,0 0 0,2 0 1,32-6-290,33-3-7082,84-22-1,-119 23 6663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666 218 32,'3'-4'386,"-1"0"0,0 0-1,0-1 1,0 1 0,-1-1 0,1 0-1,-1 1 1,0-1 0,-1 0 0,1 0-1,-1 0 1,0 0 0,0 0 0,0 1 0,-1-1-1,1 0 1,-1 0 0,-1 0 0,1 1-1,0-1 1,-1 0 0,0 1 0,0 0-1,-1-1 1,1 1 0,-1 0 0,0 0 0,0 0-1,0 1 1,-4-4 0,0-1-47,-1 1 1,1 0 0,-1 1-1,0 0 1,0 0-1,-1 1 1,0 0-1,1 0 1,-2 1 0,1 0-1,-1 1 1,1 0-1,-18-3 1,9 6-250,0 0 0,1 1 1,-1 1-1,0 1 0,1 0 1,0 1-1,-1 1 0,2 1 0,-1 0 1,1 1-1,0 1 0,-22 14 0,5-1 101,1 2 0,1 1-1,1 2 1,-42 45 0,65-63-192,0 0 0,0 1 0,1 0 0,1 0 0,-1 0 0,1 0 0,1 1 0,0 0 0,0 0 0,1 0-1,0 0 1,1 1 0,0-1 0,0 14 0,2-11 15,1 1 0,0-1-1,0 0 1,2 0-1,0 1 1,0-1-1,1-1 1,1 1-1,0-1 1,8 16-1,-2-9 17,1-1 0,0-1-1,1 0 1,1 0-1,0-1 1,2-1-1,0-1 1,0 0-1,1-1 1,1-1-1,0 0 1,0-1-1,1-2 1,21 9-1,-15-10-33,-1-2-1,1-1 0,0 0 0,0-2 0,1-1 1,-1-1-1,1-1 0,-1-1 0,1-1 0,-1-2 1,0 0-1,0-2 0,-1 0 0,1-2 0,28-13 1,-38 14 1,0 0 0,-1-1 0,0 0 0,0-2 0,-1 1 0,0-1 0,-1-1 1,0-1-1,-1 1 0,0-2 0,0 1 0,-2-2 0,0 1 0,0-1 1,-1-1-1,-1 1 0,0-1 0,-1 0 0,-1-1 0,-1 0 0,0 0 0,0 0 1,-2 0-1,1-26 0,-3 27 80,0 1 0,-1-1 1,-1 0-1,-1 0 0,0 1 1,-1 0-1,0-1 0,-12-23 1,10 26-383,-1 0 1,0 0 0,-1 0 0,-1 1-1,0 0 1,0 1 0,-1 0-1,-17-14 1,14 15-464,0 0 0,-1 1 0,0 1 0,0 0 0,-1 0 0,1 2 0,-1 0-1,-1 0 1,1 2 0,-1 0 0,1 1 0,-1 0 0,0 1 0,0 1 0,0 0 0,1 1 0,-23 5 0,-31 14-1332,6 10 968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0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186 158 4,'-6'-10'603,"-1"0"1,0 0-1,-16-17 1,4 10 2391,0 0 1,-1 1-1,0 2 1,-40-23-1,60 37-2966,0 1-1,0-1 1,0 0 0,0 0 0,0 0-1,0 0 1,1 0 0,-1 0 0,0 1-1,0-1 1,0 0 0,0 0 0,0 0-1,0 0 1,0 1 0,0-1 0,0 0-1,0 0 1,0 0 0,0 0 0,0 1-1,0-1 1,0 0 0,0 0 0,0 0-1,0 0 1,0 1 0,0-1 0,0 0-1,0 0 1,-1 0 0,1 0 0,0 0-1,0 1 1,0-1 0,0 0 0,0 0-1,0 0 1,0 0 0,-1 0-1,1 0 1,0 0 0,0 0 0,0 1-1,0-1 1,0 0 0,-1 0 0,1 0-1,0 0 1,0 0 0,0 0 0,0 0-1,-1 0 1,1 0 0,0 0 0,0 0-1,0 0 1,0 0 0,-1 0 0,1 0-1,0 0 1,0 0 0,0 0 0,0 0-1,0 0 1,-1-1 0,1 1 0,11 27 632,29 50-836,-25-51 440,233 473 300,-238-479-563,160 295-58,-129-250 6,3-3-1,87 97 1,-121-149-69,1 3-180,1-1-1,1 0 0,0 0 1,23 15-1,-68-47-17399,23 13 16762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4 122 268,'-2'-34'2676,"1"24"-803,0 1 0,1 0 0,0-1 0,1 1 0,0-1 1,0 1-1,4-12 0,2 68-250,-11 21-1590,-2 32-1499,5-33-4547,1-66 5546,0 1-1,0-1 0,0 1 0,0-1 0,0 1 0,1-1 0,-1 1 1,1-1-1,-1 1 0,1-1 0,-1 1 0,1-1 0,0 0 0,1 3 0,-1-4 344,-1 1 0,1-1 0,0 0 0,-1 1 0,1-1 0,-1 0 0,1 1 0,-1-1 1,1 0-1,0 0 0,-1 0 0,1 1 0,0-1 0,-1 0 0,1 0 0,-1 0 0,1 0 0,0 0 0,-1 0 0,1 0 0,0 0 0,-1-1 0,1 1 0,0 0 0,-1 0 0,1 0 0,-1-1 0,1 1 0,0 0 0,-1-1 0,1 1 0,-1 0 0,1-1 0,-1 1 0,1-1 0,7-9-401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36 118 88,'-4'-4'301,"0"1"0,1 0 1,-1-1-1,1 0 0,0 0 0,0 0 1,0 0-1,1-1 0,-3-4 0,5 8-193,-1-1-1,1 1 0,0 0 0,0-1 0,0 1 1,0-1-1,0 1 0,0-1 0,0 1 1,1 0-1,-1-1 0,0 1 0,1 0 0,-1-1 1,1 1-1,-1 0 0,1-1 0,0 1 0,0 0 1,-1 0-1,1 0 0,0 0 0,0 0 0,0 0 1,0 0-1,0 0 0,1 0 0,-1 0 1,0 1-1,0-1 0,1 0 0,-1 1 0,0-1 1,0 1-1,3-1 0,14-6 255,-1 1 1,1 1-1,0 0 1,0 2-1,20-2 1,-29 3-127,0 2-1,1-1 1,-1 1-1,0 1 1,1-1-1,-1 2 1,0-1-1,0 1 1,0 1 0,0-1-1,15 9 1,-22-11-150,-1 1-1,1 0 1,-1 0 0,1 0 0,-1 1 0,0-1-1,0 0 1,0 0 0,0 1 0,0-1 0,0 1-1,0-1 1,0 1 0,0-1 0,-1 1 0,1-1-1,0 1 1,-1 0 0,0-1 0,1 1 0,-1 0-1,0-1 1,0 1 0,0 0 0,0 0 0,0-1-1,0 1 1,-1 0 0,1-1 0,0 1 0,-1 0-1,1-1 1,-1 1 0,0-1 0,0 1 0,-1 2-1,-5 7 426,1-1 0,-2 0 0,1-1 0,-13 12 0,2-2 707,18-18-1198,0-1-1,-1 0 0,1 1 1,0-1-1,0 1 1,-1-1-1,1 1 1,0-1-1,0 1 1,0-1-1,-1 1 1,1-1-1,0 1 0,0-1 1,0 1-1,0-1 1,0 1-1,0-1 1,0 1-1,0 0 1,0-1-1,0 1 1,1-1-1,-1 1 0,0-1 1,0 1-1,0-1 1,1 1-1,-1-1 1,0 0-1,1 2 1,18 11 188,30 4-187,-44-16 24,-2 0-36,91 31 198,-85-29-127,-1 1 0,0 0-1,0 1 1,0 0 0,0 0-1,-1 0 1,0 1 0,10 11-1,-16-16-33,1 1-1,-1-1 0,0 1 0,0-1 1,0 1-1,-1 0 0,1-1 1,0 1-1,0 0 0,-1 0 0,1 0 1,-1-1-1,0 1 0,0 0 1,1 0-1,-1 0 0,0 0 0,-1 0 1,1 0-1,0-1 0,0 1 1,-2 3-1,0-1 20,1 0 1,-2 0-1,1 0 1,0 0-1,-1 0 0,0-1 1,0 1-1,0-1 1,-4 4-1,-8 6 66,-1-2 1,0 0-1,-23 12 0,24-15-154,0 0 0,0-1 0,-1-1 0,0-1 0,-1 0 0,1-1 0,-22 3 0,34-7-255,-1 1-1,0-1 0,1-1 0,-1 1 0,0-1 0,1 1 0,-1-1 0,1 0 0,-1-1 0,1 1 0,0-1 0,-1 0 0,-4-4 0,5 4-388,1-1 0,0 0 0,0 0 0,1 0-1,-1 0 1,1-1 0,-1 1 0,1-1 0,0 1 0,0-1 0,1 0-1,-1 0 1,1 0 0,0 0 0,0 0 0,0 0 0,0-6 0,-7-32-5489,4 31 5549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532 192 4,'3'-6'234,"-1"0"0,-1-1 0,1 1 0,-1-1 0,0 1 0,-1-1 0,1 0 0,-1 1 0,0-1 0,-1 0 0,0 1 0,0-1 0,0 1 0,-1-1 0,0 1 0,0 0 0,-1 0 0,0 0 0,0 0 0,0 0 0,0 0 0,-7-7 0,6 9-45,1 1-1,-1-1 1,0 1 0,0 0-1,-1 0 1,1 0 0,-1 1 0,1 0-1,-1-1 1,0 2 0,0-1 0,1 0-1,-1 1 1,-1 0 0,1 0-1,0 1 1,0-1 0,0 1 0,0 0-1,0 0 1,-1 1 0,1 0 0,0 0-1,0 0 1,0 0 0,0 1 0,1 0-1,-1 0 1,-7 4 0,-7 5-77,0 1-1,0 1 1,1 0 0,1 2 0,0 0 0,-22 26 0,5-1 468,-48 76 0,69-94-468,0 1 1,2 0-1,0 0 1,1 1-1,2 0 1,1 1-1,0 0 1,2 0-1,-4 42 1,9-54-84,-1 0-1,2 0 1,0 0 0,0 0 0,1 0 0,1 0 0,0 0 0,1 0 0,0-1 0,1 1 0,1-1 0,-1-1 0,2 1 0,0-1 0,0 0 0,1 0 0,0-1 0,1 0-1,0-1 1,14 12 0,6 0 83,0-1 0,1-2 0,1 0 0,0-3-1,2 0 1,0-2 0,0-1 0,1-2 0,0-2 0,41 6-1,-52-11-51,-1 0-1,1-2 0,-1-1 0,1 0 0,-1-2 1,1 0-1,-1-2 0,0 0 0,0-2 0,0 0 0,-1-2 1,0 0-1,0-1 0,-1-1 0,0-1 0,35-26 1,-45 28 23,0 0 1,0-1-1,0 0 0,-1-1 1,-1 0-1,0 0 1,0-1-1,-1 0 1,-1 0-1,0-1 1,-1 0-1,0 0 1,-1 0-1,5-24 1,-7 19 42,-1 1 1,0 0-1,-1 0 1,-1 0-1,-1 0 1,0-1-1,-1 2 1,-1-1-1,-1 0 1,-13-30-1,8 25-304,0 2 1,-2 0-1,0 0 1,-2 1-1,0 0 1,0 2-1,-2-1 1,-18-15-1,19 21-593,0 0-1,0 1 1,-1 0-1,-1 1 1,0 1-1,0 0 1,-1 2-1,0 0 1,-34-8-1,29 10-120,0 3-1,-1 0 0,0 1 1,1 1-1,-1 1 0,1 1 1,-1 1-1,1 1 0,-30 10 0,-29 15-214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6:00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84 112,'-15'-41'2915,"-5"3"7223,20 38-10006,0-1 1,-1 1 0,1 0 0,0 0 0,0-1 0,0 1 0,0 0 0,-1 0 0,1-1-1,0 1 1,0 0 0,0 0 0,-1 0 0,1-1 0,0 1 0,0 0 0,-1 0-1,1 0 1,0 0 0,0 0 0,-1-1 0,1 1 0,0 0 0,-1 0 0,1 0 0,0 0-1,0 0 1,-1 0 0,1 0 0,0 0 0,-1 0 0,1 0 0,0 0 0,-1 0 0,1 0-1,0 1 1,0-1 0,-1 0 0,1 0 0,0 0 0,0 0 0,-1 0 0,1 1-1,0-1 1,0 0 0,-1 0 0,1 0 0,0 1 0,0-1 0,-9 22 1234,0 30-1946,8-51 743,-11 63-92,8-53-76,1 0 0,0 1 0,1-1 0,0 1 0,1 0 0,0-1 0,1 1 0,0 0 0,1 0 0,0-1 0,4 16 0,-3-25-29,-1 0 1,1 0 0,-1 0 0,1 0 0,0 0 0,0 0 0,0 0-1,0-1 1,0 1 0,0-1 0,0 1 0,1-1 0,-1 0 0,0 0-1,1 0 1,-1 0 0,1 0 0,-1-1 0,1 1 0,0-1-1,-1 0 1,1 0 0,-1 1 0,1-2 0,0 1 0,-1 0 0,1 0-1,-1-1 1,1 0 0,-1 1 0,4-2 0,5-1-81,0 0-1,0-1 1,0 0 0,0-1 0,16-9-1,-24 12 114,0 0 0,0 0 0,-1-1-1,1 1 1,-1 0 0,0-1-1,1 1 1,-1-1 0,0 0 0,0 0-1,-1 0 1,1 0 0,-1 0 0,1 0-1,-1 0 1,0-1 0,0 1-1,-1 0 1,1-1 0,-1 1 0,1-1-1,-1 1 1,0-1 0,0 1-1,-1 0 1,1-1 0,-1 1 0,1-1-1,-1 1 1,0 0 0,-1 0 0,1-1-1,0 1 1,-1 0 0,0 0-1,0 0 1,1 1 0,-2-1 0,1 0-1,-3-2 1,14 59 333,3 25 204,-11-3-4117,-22 76-7701,11-87 8089,3-12 1889,2-3 756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6:03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56 40,'-5'0'403,"0"0"0,1-1 0,-1 1 0,0-1 0,1-1-1,-1 1 1,-6-3 0,10 3-347,0 1 0,1 0 0,-1-1 0,0 1 0,1-1 1,-1 1-1,0 0 0,1-1 0,-1 0 0,1 1 0,-1-1 0,1 1 0,-1-1 0,1 0 0,-1 1 0,1-1 0,0 0 0,-1 1 0,1-1 0,0 0 0,-1 0 0,1 1 0,0-1 0,0 0 0,0 0 1,0 1-1,0-1 0,0 0 0,0 0 0,0 0 0,0 1 0,0-1 0,0 0 0,0 0 0,1 0 0,-1 1 0,0-1 0,1 0 0,-1 1 0,0-1 0,1 0 0,-1 1 0,1-1 0,-1 0 0,1 1 1,-1-1-1,1 1 0,-1-1 0,1 1 0,0-1 0,-1 1 0,1-1 0,1 0 0,1 0-41,-1-1-1,0 1 1,1 0 0,-1-1-1,1 1 1,-1 0-1,1 1 1,0-1 0,-1 0-1,1 1 1,0-1 0,0 1-1,-1 0 1,1 0 0,0 0-1,0 0 1,-1 1 0,1-1-1,0 1 1,0 0 0,-1-1-1,1 1 1,-1 0 0,1 1-1,-1-1 1,5 3 0,-4-2 54,1 0 1,-1 0-1,0 0 1,0 1 0,1-1-1,-1 1 1,-1 0-1,1 0 1,0 0 0,-1 0-1,0 0 1,1 1 0,-1-1-1,-1 1 1,1-1-1,0 1 1,1 6 0,-3-5 32,0 0 0,0 0 1,0 0-1,-1-1 0,1 1 1,-1 0-1,0 0 0,-1-1 0,1 1 1,-1-1-1,0 1 0,-3 4 1,-39 54 806,35-51-719,0 1-1,0 0 1,-7 14-1,16-26-182,0 0 1,-1-1-1,1 1 0,0 0 0,-1-1 0,1 1 0,0 0 1,0-1-1,0 1 0,0 0 0,0-1 0,0 1 0,0 0 0,0 0 1,0-1-1,0 1 0,0 0 0,0-1 0,0 1 0,1 0 0,-1-1 1,0 1-1,0 0 0,1-1 0,-1 1 0,0-1 0,1 1 0,-1 0 1,1-1-1,0 1 0,23 7 160,29-11 62,155-55-2237,-207 58 1779,0-1 0,0 1 0,0 0 1,0 0-1,0-1 0,0 1 0,0 0 1,0 0-1,0 0 0,0 0 0,0 1 1,0-1-1,0 0 0,0 0 0,0 0 1,0 1-1,0-1 0,0 1 1,0-1-1,0 1 0,1 0 0,-2 0 96,0-1-1,1 1 1,-1 0 0,0 0-1,0 0 1,0-1-1,0 1 1,-1 0 0,1 0-1,0-1 1,0 1 0,0 0-1,0-1 1,-1 1-1,1 0 1,0 0 0,-1-1-1,1 1 1,-1 0-1,1-1 1,-1 1 0,1-1-1,-1 1 1,1-1-1,-1 1 1,1-1 0,-1 1-1,0 0 1,-11 9-416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1498 32 72,'0'-1'84,"0"0"-1,-1-1 1,1 1 0,0-1-1,-1 1 1,1-1-1,-1 1 1,1 0 0,-1-1-1,1 1 1,-1 0 0,0 0-1,0 0 1,0-1 0,0 1-1,0 0 1,0 0-1,0 0 1,0 0 0,0 1-1,0-1 1,-1 0 0,1 0-1,0 1 1,0-1 0,-1 0-1,1 1 1,-1 0-1,1-1 1,0 1 0,-1 0-1,1 0 1,-3-1 0,-1 3 118,1-1 1,-1 0-1,0 1 1,1 0 0,-1 0-1,1 1 1,0-1-1,-8 6 1,-205 159 4001,72-52-2262,-668 470 2442,774-559-4292,5-5-36,2 2 0,0 1 0,1 2 0,-29 32 0,58-57-71,1 0 1,0 0 0,0 1 0,0-1-1,0 0 1,1 1 0,-1-1 0,0 1-1,0-1 1,1 1 0,-1-1-1,1 1 1,-1-1 0,1 1 0,0-1-1,0 1 1,0 3 0,0-5-139,0 1 1,0 0 0,0-1-1,1 1 1,-1 0 0,0-1-1,1 1 1,-1 0 0,1-1-1,-1 1 1,1-1-1,-1 1 1,1-1 0,-1 1-1,1-1 1,-1 1 0,1-1-1,0 0 1,-1 1 0,1-1-1,-1 0 1,1 1 0,0-1-1,0 0 1,-1 0-1,2 0 1,-1 1-121,1-1 1,-1 0-1,1 0 0,0 0 1,-1 0-1,1-1 0,-1 1 1,1 0-1,-1-1 0,0 1 1,1-1-1,-1 1 0,1-1 1,-1 0-1,0 0 0,1 1 1,-1-1-1,0 0 0,0 0 1,0 0-1,0 0 0,0-1 1,0 1-1,0 0 0,0 0 1,0 0-1,0-1 0,-1 1 1,1-1-1,0 1 0,-1 0 1,1-1-1,-1 1 0,0-3 1,1-17-839,-3-2 551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398 128 104,'23'-39'742,"-19"33"-252,1 0 0,-1 0 0,-1-1 0,1 1 0,-1-1 1,0 0-1,0 0 0,-1 0 0,2-13 0,-4 20-371,-1-1 0,1 0-1,-1 0 1,0 1 0,1-1-1,-1 0 1,0 1-1,1-1 1,-1 1 0,0-1-1,0 1 1,0-1 0,1 1-1,-1 0 1,0-1 0,0 1-1,0 0 1,0 0 0,0-1-1,0 1 1,0 0 0,0 0-1,1 0 1,-1 0 0,0 0-1,0 0 1,0 1 0,0-1-1,0 0 1,0 0 0,0 1-1,-1 0 1,-36 7 1095,1 3-600,1 2 0,-38 19 0,59-25-540,0 1-1,0 1 1,1 1 0,0 0 0,0 1-1,1 0 1,-12 15 0,23-24-73,0 0 1,0 0 0,1 0 0,-1 0 0,1 0 0,0 0 0,0 1-1,-1-1 1,2 0 0,-1 1 0,0-1 0,0 1 0,1-1 0,-1 1-1,1 0 1,0-1 0,0 1 0,0-1 0,0 1 0,1 3 0,0-2-3,0-1 0,1 1 0,-1-1 0,1 0 0,0 0 0,0 0 0,0 0 1,1 0-1,-1 0 0,1-1 0,-1 1 0,7 4 0,7 3-28,1 1 0,1-2-1,-1 0 1,26 8 0,-31-13-2,44 15-101,-41-14 118,1-1 1,-1 2 0,0 0 0,-1 1-1,1 0 1,-1 1 0,15 12 0,-28-19 32,0 0 0,-1-1 0,1 1 0,0 0 0,-1-1 0,1 1 0,-1 0 0,1 0 0,-1 0 0,1-1 0,-1 1 0,0 0 0,1 0 0,-1 0 0,0 0 0,0 0 0,0 0 0,0 0 0,0 0 0,0 0 0,0-1 0,0 1 0,0 0 0,0 0 0,0 0 0,0 0 0,-1 0 0,1 0 0,0 0 0,-1 0 0,1-1 0,-1 1 0,1 0 0,-1 0 0,1 0 0,-1-1 0,1 1 0,-1 0 0,0-1 0,1 1 0,-1-1 1,0 1-1,-1 0 0,-39 24 692,41-24-698,-32 14 40,1-2-1,-2 0 1,0-2 0,0-2 0,-1-1-1,0-1 1,0-2 0,-37 1 0,68-6-388,0 0 0,0 0 0,0 0 0,0 0 0,0 0 0,0 0 0,0-1 0,0 0 0,0 1 0,1-1 0,-1 0 0,0 0 0,0-1 0,1 1 0,-1-1 0,0 1 0,1-1 0,0 0 0,-5-3 0,6 2-13,0 0-1,0 1 1,1-1-1,-1 0 1,1 0-1,-1 1 1,1-1-1,0 0 1,0 0-1,0 1 1,0-1 0,1 0-1,-1 0 1,1 1-1,-1-1 1,1 0-1,0 1 1,0-1-1,0 1 1,4-6-1,6-15-426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84 176,'-6'-1'8229,"12"0"-3304,32-5-1842,55-3-3241,-47 6 746,150-13-3045,-147 10-4047,94-26 0,-112 22 5422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243 150 172,'0'-5'197,"-2"-35"2926,2 38-2470,0-1 0,-1 1 0,1-1 0,-1 1 0,0-1 0,1 1 0,-1 0 1,0-1-1,0 1 0,0 0 0,-1 0 0,-2-4 0,3 6-545,0 0 1,0 0-1,1 0 1,-1 0 0,0 0-1,0 0 1,0 0-1,0 0 1,0 0-1,1 0 1,-1 1 0,0-1-1,0 0 1,1 1-1,-1-1 1,0 1-1,0-1 1,1 1 0,-1-1-1,0 1 1,1-1-1,-1 1 1,1 0-1,-1-1 1,1 1 0,-1 0-1,1-1 1,-1 1-1,1 0 1,0 0-1,-1-1 1,1 1 0,0 0-1,-1 1 1,-15 31 118,-70 155 39,-9 24-121,94-209-144,-1 1 0,1 0 0,0-1 0,0 1 0,1 0 0,-1 0 0,1 0 0,0-1-1,0 6 1,0-9-1,0 0 0,0 1 0,0-1 0,0 0 0,0 0-1,0 1 1,1-1 0,-1 0 0,0 0 0,0 1 0,0-1-1,0 0 1,1 0 0,-1 0 0,0 1 0,0-1 0,0 0 0,1 0-1,-1 0 1,0 0 0,0 1 0,1-1 0,-1 0 0,0 0-1,0 0 1,1 0 0,-1 0 0,0 0 0,1 0 0,-1 0-1,0 0 1,0 0 0,1 0 0,-1 0 0,0 0 0,0 0 0,1 0-1,-1 0 1,1 0 0,20-16-15,-5-1 6,-1 0-1,-1-2 1,0 0 0,-2 0-1,0-1 1,16-38 0,41-136 144,-63 175-120,39-135 230,-45 153-240,0 0-1,0 1 0,0-1 1,0 1-1,0-1 1,0 0-1,0 1 0,1-1 1,-1 1-1,0-1 1,0 1-1,1-1 0,-1 1 1,0-1-1,1 1 1,-1-1-1,0 1 0,1 0 1,-1-1-1,1 1 1,-1-1-1,1 1 0,-1 0 1,1 0-1,-1-1 1,1 1-1,-1 0 0,1 0 1,-1-1-1,1 1 0,-1 0 1,1 0-1,0 0 1,-1 0-1,1 0 0,-1 0 1,1 0-1,0 0 1,17 21 166,6 40 170,-23-59-313,29 97 327,29 161 1,-39-104-9890,-22-142 6225,-5-17-1765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140 152 116,'-35'-11'432,"0"1"476,10 2 752,1-1 500,10 1 129,7-1-85,12 3-240,11-2-484,10-3-592,11 1-564,3-1-940,6 3-1736,-4-3-832,-2 3 63,-5 0 597,-5-1 864,0 3 872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57 132,'-2'-1'255,"1"1"-1,0 0 1,0 0 0,-1 0-1,1-1 1,0 1 0,0-1-1,0 1 1,0-1 0,-1 1-1,1-1 1,0 0 0,0 1-1,0-1 1,0 0 0,0 0-1,1 0 1,-1 0 0,0 0-1,0 0 1,0 0 0,1 0-1,-1 0 1,1 0 0,-1 0-1,1 0 1,-1-1 0,1 1-1,-1-2 1,2 2 12,-1 0 1,0-1-1,1 1 0,0-1 1,-1 1-1,1 0 1,0-1-1,0 1 0,0 0 1,-1 0-1,1 0 1,1 0-1,-1 0 1,0 0-1,0 0 0,0 0 1,0 0-1,1 0 1,1 0-1,-1-1-51,0 1 1,0 0-1,1 0 0,-1 1 0,0-1 1,1 0-1,-1 1 0,0-1 1,1 1-1,-1 0 0,0 0 0,1 0 1,2 0-1,-4 0-197,0 1 0,0-1 0,0 0 1,0 1-1,0-1 0,0 1 0,0-1 0,0 1 0,0-1 1,-1 1-1,1-1 0,0 1 0,0 0 0,-1 0 0,1-1 0,0 1 1,-1 0-1,1 0 0,-1 0 0,1 0 0,-1-1 0,1 1 1,-1 0-1,0 0 0,1 0 0,-1 0 0,0 0 0,0 0 1,0 0-1,0 0 0,0 0 0,0 2 0,0-2-56,0-1 0,1 1 0,-1 0 0,0-1 0,0 1 0,0-1 0,0 1-1,0 0 1,0-1 0,-1 1 0,1-1 0,0 1 0,0-1 0,0 1 0,0 0 0,-1-1 0,1 1 0,0-1-1,-1 1 1,1-1 0,0 1 0,-1-1 0,1 1 0,-1-1 0,1 0 0,-1 1 0,1-1 0,-1 0-1,1 1 1,-1-1 0,1 0 0,-1 1 0,1-1 0,-1 0 0,1 0 0,-1 0 0,0 0 0,1 1 0,-1-1-1,1 0 1,-1 0 0,0 0 0,1 0 0,-1 0 0,1 0 0,-1-1 0,0 1 0,0 0 0,0 0-243,1-1 1,-1 1-1,1 0 1,-1-1 0,1 1-1,-1 0 1,1-1-1,-1 1 1,1-1 0,-1 1-1,1 0 1,-1-1-1,1 1 1,0-1 0,-1 0-1,1 1 1,0-1-1,-1 1 1,1-1 0,0 1-1,0-1 1,0 0-1,-1 1 1,1-1 0,0 0-1,0 1 1,0-1-1,0 0 1,0 1 0,0-1-1,0 1 1,0-1-1,1 0 1,-1 1 0,0-1-1,0 0 1,0 1-1,1-1 1,-1 1 0,0-1-1,1 1 1,-1-1-1,1 0 1,5 4-2170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64 118 80,'-1'15'-1018,"2"5"8135,-1-20-6935,0 1 1,1-1 0,-1 0 0,1 0 0,-1 0-1,1 0 1,-1 1 0,1-1 0,-1 0 0,1 0 0,-1 0-1,1 0 1,-1 0 0,1 0 0,-1 0 0,1 0-1,-1-1 1,1 1 0,-1 0 0,1 0 0,-1 0 0,1 0-1,-1-1 1,0 1 0,1 0 0,-1 0 0,1-1-1,-1 1 1,0 0 0,1-1 0,-1 1 0,0 0-1,1-1 1,-1 1 0,0-1 0,1 1 0,-1-1 0,0 1-1,0-1 1,1 1-125,-1 0 0,0-1-1,0 1 1,0 0 0,0 0-1,0 0 1,0 0 0,0 0-1,0 0 1,0 0 0,0 0 0,0-1-1,0 1 1,0 0 0,0 0-1,0 0 1,0 0 0,0 0-1,0 0 1,0-1 0,0 1-1,0 0 1,0 0 0,0 0-1,0 0 1,0 0 0,0 0 0,0-1-1,0 1 1,0 0 0,0 0-1,0 0 1,0 0 0,0 0-1,0 0 1,0 0 0,-1 0-1,1 0 1,0-1 0,0 1 0,0 0-1,0 0 1,0 0 0,0 0-1,0 0 1,0 0 0,-1 0-1,1 0 1,0 0 0,0 0-1,0 0 1,0 0 0,0 0-1,0 0 1,-1 0 0,1 0 0,0 0-1,0 0 1,0 0 0,0 0-1,0 0 1,0 0 0,-1 0-1,1 0 1,0 0 0,-18-1 1111,-18 3-905,35-1-285,0-1 0,0 0 0,0 0 1,0 1-1,0-1 0,0 0 0,-1 0 1,1 0-1,0 0 0,0 0 0,0 0 1,0-1-1,0 1 0,0 0 0,-1-1 1,1 1-1,0 0 0,0-1 0,-1 0 1,2-1-183,1 0 1,-1 1 0,0-1-1,1 0 1,0 1 0,-1-1-1,1 0 1,0 1 0,0-1-1,0 1 1,0-1 0,0 1-1,2-2 1,13-19-3058,-11 17 2310,-1-1 1,0 1-1,0-1 1,0 1 0,-1-1-1,0 0 1,0 0-1,0 0 1,-1-1 0,0 1-1,2-10 1,-4 1 270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110 246 28,'-2'-1'158,"0"1"0,0 0 1,0-1-1,0 0 0,0 0 0,0 0 0,0 1 0,1-2 1,-1 1-1,0 0 0,1 0 0,-1 0 0,0-1 1,1 1-1,0-1 0,-1 1 0,1-1 0,0 0 0,0 1 1,0-1-1,0 0 0,0 0 0,0 0 0,0-3 1,1 2 64,0-1 0,1 0 0,0 0 1,-1 1-1,1-1 0,1 1 1,-1-1-1,1 1 0,-1-1 0,1 1 1,0 0-1,4-6 0,26-27 555,-27 32-553,-1-1-1,1 1 0,-1-1 0,0 1 0,0-1 0,0-1 0,-1 1 0,0 0 0,0-1 0,0 1 0,-1-1 0,0 0 0,3-12 0,-5 17-137,0-1-1,0 0 1,-1 0-1,1 0 1,-1 0-1,0 1 0,1-1 1,-1 0-1,0 1 1,0-1-1,0 0 1,0 1-1,0-1 1,-1 1-1,1 0 0,0-1 1,-1 1-1,1 0 1,0 0-1,-1 0 1,0 0-1,1 0 0,-1 0 1,0 0-1,1 1 1,-1-1-1,0 0 1,0 1-1,1 0 1,-1-1-1,0 1 0,0 0 1,0 0-1,0 0 1,0 0-1,0 0 1,1 0-1,-1 1 1,-2 0-1,-1-1-72,1 1 0,0-1 0,-1 1 0,1 0-1,0 0 1,0 0 0,0 1 0,0 0 0,0-1 0,0 2 0,0-1 0,1 0-1,-1 1 1,1-1 0,0 1 0,-6 6 0,7-5-18,0 2 0,1-1 0,-1 0 0,1 0 0,0 0 0,0 1 1,1-1-1,-1 1 0,1-1 0,1 0 0,-1 1 0,1-1 0,0 0 0,0 1 0,0-1 0,1 0 0,-1 0 0,5 8 0,6 13-7,0-1-1,21 29 0,-27-45 4,44 65-100,-33-53 188,-2 1 0,0 0 1,-2 1-1,0 1 0,13 38 0,-25-61-6,0 1 1,-1 0-1,0 0 0,1 0 0,-1-1 0,0 1 0,0 0 0,0 0 0,0 0 0,0 0 0,-1-1 0,1 1 1,0 0-1,-1 0 0,1 0 0,-1-1 0,0 1 0,0 0 0,0-1 0,1 1 0,-2-1 0,1 1 0,-1 1 1,-1 0 36,0-1 0,0 0 0,0 1 0,-1-1 0,1 0 0,0-1 0,-1 1 0,0 0 0,1-1 0,-7 2 0,0-1 9,-1 0 0,1-1-1,0 0 1,0-1 0,0 0 0,-1 0 0,-18-4 0,-9-11-21,-1-13-3775,36 26 3122,1 0 0,-1 0-1,1-1 1,-1 1 0,1 0-1,0-1 1,0 0 0,0 1 0,1-1-1,-1 0 1,1 0 0,-1 0-1,1 0 1,0-1 0,0 1-1,0 0 1,1 0 0,-1-1-1,1 1 1,-1 0 0,1 0-1,0-1 1,1 1 0,0-6-1,7-5-474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78 106 108,'-7'1'558,"0"-1"0,-1 0-1,1 0 1,0 0 0,-1-1 0,1 0-1,0-1 1,-12-3 0,31 0 2800,21-5-2557,197-21 417,94-16-1277,-295 43-2341,-51 8-4824,11 0 6542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1 101 252,'3'-38'2141,"-1"30"-199,-2 0 0,1 0 1,-1 0-1,0-1 0,-2-12 0,1 58 1371,0 27-3436,4 280-2908,-2-332 1957,0 1-1,1 0 0,0-1 0,5 16 1,-6-25 802,-1-1-1,1 0 1,0 1 0,0-1 0,0 0 0,0 1 0,1-1 0,-1 0-1,1 0 1,-1 0 0,1 0 0,-1 0 0,1-1 0,0 1 0,0 0-1,0-1 1,0 1 0,0-1 0,1 0 0,-1 0 0,0 0-1,1 0 1,-1 0 0,0 0 0,1-1 0,-1 1 0,1-1 0,2 1-1,12-3-446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38 123 124,'-4'-4'-26,"-1"-1"404,1 1 1,0-1 0,0 0-1,0 0 1,1 0 0,-4-7 0,6 10-274,1 1 1,0 0 0,-1 0-1,1 0 1,0-1 0,0 1-1,0 0 1,0-1 0,0 1-1,0 0 1,0 0 0,0-1-1,0 1 1,1 0 0,-1 0-1,0 0 1,1-1 0,-1 1-1,1 0 1,0 0 0,-1 0 0,1 0-1,0 0 1,0 0 0,0 0-1,-1 0 1,1 0 0,0 0-1,0 1 1,0-1 0,0 0-1,0 0 1,1 1 0,-1-1-1,0 1 1,2-1 0,13-6 340,0 0 0,0 2 0,0 0 1,1 1-1,24-3 0,-29 5-249,-1 1 0,0 1-1,0 0 1,0 0 0,0 1 0,0 0-1,0 1 1,0 0 0,15 6 0,-24-8-109,0 1 1,0 0-1,-1 0 0,1 0 1,0 0-1,0 0 1,-1 0-1,1 0 1,-1 1-1,1-1 1,-1 1-1,1-1 0,-1 1 1,0 0-1,0-1 1,0 1-1,0 0 1,0 0-1,0 0 1,0-1-1,-1 1 0,1 0 1,-1 0-1,1 0 1,-1 0-1,0 0 1,0 1-1,0-1 1,0 0-1,0 0 0,0 0 1,0 0-1,-1 0 1,1 0-1,-1 0 1,1 0-1,-1 0 1,0-1-1,0 1 0,0 0 1,0 0-1,-2 2 1,-6 10 460,1-1 0,-2-1-1,0 1 1,-15 13 0,19-20-365,-6 5 167,-19 21 191,29-30-524,1-1-1,0 0 0,0 1 1,0-1-1,-1 1 0,2-1 1,-1 1-1,0 0 0,0-1 0,0 1 1,1 0-1,-1 0 0,1-1 1,0 1-1,-1 0 0,1 0 0,0 2 1,2-1-15,1 0 1,-1-1-1,1 1 1,0-1-1,0 0 1,0 0-1,0 0 1,0 0-1,0-1 0,0 1 1,1-1-1,-1 0 1,0 0-1,1 0 1,5 1-1,-1 0 11,27 9 30,91 33 383,-113-39-274,0 2 0,0 0 0,-1 0 0,0 1 0,-1 1 0,1 0 0,10 11 0,-20-18-104,-1-1 0,1 1 0,-1-1 0,0 1-1,0-1 1,0 1 0,1 0 0,-1-1 0,-1 1 0,1 0 0,0 0 0,0 0 0,-1 0 0,1 0-1,-1 0 1,0 0 0,1 0 0,-1 0 0,0 0 0,0 0 0,0 0 0,-1 0 0,0 3-1,0-1 10,-1-1-1,1 0 0,-1 0 0,0 0 0,0 0 0,0-1 0,-1 1 0,1 0 0,-1-1 0,1 0 0,-1 1 0,-5 2 0,-10 5 80,0 0 0,-1-1 0,-33 10 0,45-16-131,-29 9-207,-64 14-1,28-20-2093,61-6 886,1 0 1,0-1 0,-1-1-1,-15-4 1,25 6 1073,-1 0 0,1-1 1,0 1-1,0-1 1,-1 1-1,1-1 1,0 0-1,0 1 1,0-1-1,0 0 0,0 0 1,0 0-1,0 0 1,0 0-1,0 0 1,0 0-1,0 0 0,0 0 1,1 0-1,-1 0 1,0-1-1,1 1 1,0 0-1,-1-1 0,1 1 1,-1 0-1,1-1 1,0-1-1,7-26-2715,6 6 2206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1 107 136,'0'-7'913,"1"0"0,0-1 0,0 1-1,1 0 1,0 0 0,4-10 0,-6 16-754,1-1 1,-1 1-1,1 0 0,-1 0 1,1 0-1,-1-1 1,1 1-1,-1 0 0,1 0 1,0 0-1,0 0 0,0 0 1,-1 0-1,1 0 1,0 0-1,0 0 0,0 1 1,0-1-1,1 0 0,-1 1 1,0-1-1,0 0 1,0 1-1,0 0 0,1-1 1,-1 1-1,0 0 1,1-1-1,-1 1 0,0 0 1,0 0-1,1 0 0,-1 0 1,0 0-1,1 0 1,-1 1-1,0-1 0,0 0 1,1 1-1,-1-1 0,0 1 1,0-1-1,0 1 1,2 1-1,-2-2-72,-1 1 1,1-1-1,0 1 0,-1 0 1,1-1-1,-1 1 0,0 0 1,1 0-1,-1-1 0,0 1 1,1 0-1,-1 0 1,0-1-1,0 1 0,1 0 1,-1 0-1,0 0 0,0-1 1,0 1-1,0 0 0,0 0 1,0 0-1,0 0 0,-1-1 1,1 1-1,0 0 1,0 0-1,-1 0 0,1-1 1,0 1-1,-1 0 0,1 0 1,-1-1-1,1 1 0,-1 0 1,1-1-1,-1 1 0,1-1 1,-1 1-1,0-1 0,1 1 1,-1-1-1,0 1 1,1-1-1,-1 1 0,0-1 1,0 0-1,1 0 0,-2 1 1,1-2-66,1 1 1,0-1-1,0 1 1,-1-1-1,1 1 1,0-1 0,0 1-1,0-1 1,0 0-1,0 1 1,0-1-1,0 1 1,0-1 0,0 0-1,0 1 1,0-1-1,0 1 1,0-1-1,0 0 1,0 1 0,1-1-1,-1 1 1,0-1-1,0 1 1,1-1-1,-1 1 1,0-1 0,1 0-1,9-18-1132,-5 11 439,6-5-5068,-10 13 5563,-1-1-1,0 1 0,0 0 0,1-1 0,-1 1 0,1 0 0,-1 0 0,0-1 1,1 1-1,-1 0 0,1 0 0,-1 0 0,0 0 0,1 0 0,-1-1 0,1 1 1,-1 0-1,1 0 0,-1 0 0,1 0 0,-1 0 0,0 0 0,1 0 0,-1 1 1,1-1-1,-1 0 0,1 0 0,-1 0 0,0 0 0,1 1 0,-1-1 0,1 0 1,-1 0-1,0 1 0,1-1 0,-1 0 0,0 0 0,1 1 0,-1-1 0,0 0 1,0 1-1,1-1 0,-1 1 0,0-1 0,0 0 0,0 1 0,1-1 0,-1 1 1,0-1-1,0 0 0,0 1 0,0-1 0,0 1 0,0-1 0,0 1 0,3 11-846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24 114 80,'-1'0'59,"1"0"0,0 1 1,-1-1-1,1 0 0,0 1 0,-1-1 0,1 1 0,0-1 1,-1 1-1,1-1 0,0 0 0,0 1 0,0-1 0,-1 1 1,1-1-1,0 1 0,0-1 0,0 1 0,0-1 0,0 1 1,0-1-1,0 1 0,0-1 0,0 1 0,0-1 0,0 1 1,0-1-1,1 1 0,-1-1 0,0 1 0,0-1 0,0 1 1,1-1-1,-1 1 0,0-1 0,1 1 0,-1-1 0,0 0 1,1 1-1,-1-1 0,23 1 4320,-23-2-4161,1 1 1,0 0-1,0-1 0,0 1 1,0 0-1,-1-1 0,1 1 1,0 0-1,0 0 1,0 0-1,0 0 0,0 0 1,0 0-1,0 0 0,-1 0 1,1 0-1,0 1 0,0-1 1,0 0-1,0 0 1,0 1-1,-1-1 0,1 1 1,0-1-1,0 1 0,0-1 1,-1 1-1,1-1 0,0 1 1,-1 0-1,1-1 1,-1 1-1,1 0 0,-1-1 1,1 2-1,-1-1-120,0 0 0,0-1 1,-1 1-1,1 0 0,-1 0 0,1-1 1,0 1-1,-1 0 0,1-1 0,-1 1 0,0 0 1,1-1-1,-1 1 0,1-1 0,-1 1 1,0-1-1,1 1 0,-1-1 0,0 0 0,0 1 1,1-1-1,-1 0 0,0 1 0,0-1 1,0 0-1,0 0 0,1 0 0,-1 0 1,0 0-1,0 0 0,0 0 0,0 0 0,1 0 1,-1 0-1,-1-1 0,-28-6 568,28 6-774,1 0 0,-1 0 1,1 0-1,0 0 0,-1-1 1,1 1-1,0 0 1,0-1-1,0 1 0,0-1 1,0 1-1,0-1 0,0 0 1,1 1-1,-1-1 0,1 0 1,-1 1-1,1-1 0,0 0 1,-1 0-1,1 1 0,0-1 1,0-2-1,1 1-478,0 0-1,0 0 1,0 0 0,0 0-1,1 0 1,-1 0-1,1 0 1,-1 0 0,1 1-1,0-1 1,5-4 0,40-32-7195,-20 23 6713,-1 1 605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27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64 56,'-7'-64'6321,"-5"77"-2181,-16 17-3187,19-15-923,0 0 0,1 1-1,1 0 1,1 1 0,0-1-1,1 1 1,1 0-1,0 0 1,1 1 0,0 31-1,3-47-46,0 0 0,0 0 0,1 1 0,-1-1-1,0 0 1,1 0 0,0 0 0,0-1-1,-1 1 1,1 0 0,0 0 0,1 0 0,-1-1-1,0 1 1,0 0 0,1-1 0,-1 1 0,1-1-1,-1 1 1,1-1 0,0 0 0,3 2-1,-1-1-51,0-1 0,0 0 0,0 0-1,0 0 1,0 0 0,0-1-1,1 1 1,-1-1 0,0 0-1,8-1 1,0-1-176,0-1 1,0 0-1,0 0 1,-1-1-1,1 0 1,21-12-1,-28 12 201,0 0 0,-1 0 0,0 0 0,1-1 0,-1 1 0,-1-1 0,1 0 0,-1 0 0,0 0 0,5-12-1,-7 15 94,1-1 0,-1 1 0,0-1-1,-1 1 1,1-1 0,0 1-1,-1-1 1,1 0 0,-1 0-1,0 1 1,0-1 0,0 0-1,0 1 1,0-1 0,-1 0 0,1 1-1,-1-1 1,0 0 0,0 1-1,0-1 1,0 1 0,0 0-1,0-1 1,-1 1 0,1 0 0,-4-4-1,5 6-29,0-1 0,0 1 0,0 0 0,0 0 0,-1 0 0,1 0 0,0 0 0,0 0 0,0 0 0,0 0 0,0-1 0,0 1 0,0 0 0,-1 0 0,1 0 0,0 0 0,0 0 0,0 0 0,0 0 0,0 0 0,-1 0 0,1 0 0,0 0 0,0 0 0,0 0 0,0 0 0,0 0 0,-1 0 0,1 0 0,0 0 0,0 0 0,0 0 0,0 0 0,0 0 0,-1 0 0,1 0 0,0 0 0,0 1 0,0-1 0,0 0 0,0 0 0,0 0 0,0 0 0,-1 0 0,1 0 0,0 0 0,0 0 0,0 1 0,0-1 0,0 0 0,0 0 0,0 0 0,-2 13 242,4 11-237,13 114-527,-13-107-1491,-2 1 0,-1-1 0,-1 0 0,-10 49 0,7-54 1491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0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57 80,'-50'-1'3874,"-38"1"5988,30 12-6125,33-6-2837,25-5-640,21-2-165,158-14 74,0-1-240,-175 13-1337,-17-3-3266,10 4 3496,-1 1-1,0-1 1,1 0-1,0 0 0,-1 0 1,1 0-1,0 0 0,0-1 1,-4-4-1,4-1 397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0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24,'2'-5'9933,"3"26"-6410,4 31-1986,-9-51-1489,28 257 154,-32-112-14694,4-131 13809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9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38 72,'9'-13'686,"-1"2"1287,-4-3 3414,-14 15-477,-9 7-3633,-9 7-804,0 2 1,1 1-1,0 1 1,2 1-1,0 1 0,-33 38 1,49-45-446,23-19 1,22-19 5,-18 7-51,-1 0 1,-1-1 0,21-32 0,4-3-13,-41 53 29,1-1 0,-1 1-1,0 0 1,0-1 0,0 1 0,1 0-1,-1-1 1,0 1 0,0-1 0,1 1-1,-1 0 1,0 0 0,1-1 0,-1 1-1,0 0 1,1 0 0,-1-1 0,0 1-1,1 0 1,-1 0 0,1 0-1,-1 0 1,0-1 0,1 1 0,-1 0-1,1 0 1,-1 0 0,1 0 0,-1 0-1,0 0 1,1 0 0,-1 0 0,1 0-1,-1 1 1,1-1 0,-1 0-1,0 0 1,1 0 0,-1 0 0,1 1-1,-1-1 1,0 0 0,1 1 0,7 23 48,-4 37 55,-4-60-103,-1 85 57,4 111 70,-2-192-124,-1 1 0,1-1-1,-1 0 1,0 0 0,-1 1-1,1-1 1,-1 0 0,0 0-1,0 1 1,-3 4 0,3-8-3,-1 0 0,1 0 0,-1 0 1,0 0-1,1-1 0,-1 1 0,0-1 1,0 0-1,0 1 0,0-1 0,-1 0 1,1 0-1,0 0 0,0-1 0,-1 1 1,1 0-1,0-1 0,-1 0 0,1 1 0,-1-1 1,1 0-1,-1 0 0,1 0 0,-3-1 1,-109 1 387,161-25-32,-35 21-356,1 1 1,0 0-1,0 1 0,-1 0 0,1 1 0,0 1 0,13 1 0,-21-2 8,-1 2 0,1-1-1,-1 0 1,0 1 0,0 0-1,1 0 1,-1 0-1,0 0 1,0 1 0,0 0-1,0 0 1,0 0 0,0 0-1,-1 0 1,1 1 0,-1 0-1,1 0 1,-1 0 0,0 0-1,0 0 1,-1 1-1,1-1 1,-1 1 0,3 4-1,-4-7 12,-1-1-1,1 1 1,-1 0-1,1 0 1,-1-1-1,0 1 0,1 0 1,-1 0-1,0-1 1,1 1-1,-1 0 1,0 0-1,0 0 1,0 0-1,0-1 0,0 1 1,0 0-1,0 0 1,0 0-1,0 0 1,-1-1-1,1 1 1,0 0-1,0 0 0,-1 0 1,1-1-1,0 1 1,-1 0-1,1 0 1,-1-1-1,1 1 1,-1 0-1,1-1 0,-1 1 1,0-1-1,1 1 1,-1-1-1,0 1 1,0 0-1,-1-1 22,1 0 0,0 0 0,-1-1 0,1 1 0,-1 0 0,1-1-1,0 1 1,-1-1 0,1 1 0,0-1 0,-1 1 0,1-1 0,0 0 0,0 0 0,0 0 0,-1 0 0,1 0-1,0 0 1,0 0 0,1 0 0,-1 0 0,0 0 0,-1-2 0,-2-3-328,-17-27 1277,16 15-2176,9 2-3290,9 13-5629,-4 6 6156,-4 1 2681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0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44 116,'-61'0'4311,"34"-2"6099,293-38-9885,-258 39-547,-28 9-11166,3 6 7824,12-7 2728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0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0 176,'-11'4'516,"7"-3"-118,1 0 1,0 0 0,-1 0 0,1 0-1,0 0 1,0 1 0,0-1 0,0 1-1,0 0 1,0 0 0,0 0-1,1 0 1,-4 4 0,9-4-67,1 0 0,-1 0 0,1-1 0,-1 0 0,1 1 0,0-1 0,-1-1 0,1 1 0,5 0 0,9 0-225,0-1 0,0-1 0,0-1 0,0 0 0,-1-1 0,1-1 0,19-7 0,-29 9-437,41-2-7360,-33 5 5924,-4-1 1170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1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79 80,'4'-40'3707,"1"1"6339,-20 72-7101,4-12-2769,1 4 58,6-19-187,1 1 1,0 0-1,0 0 1,0 0-1,1 0 1,0 0-1,1 0 1,0 0-1,0 1 1,0 13-1,4-21-2,-1 1-1,1 0 0,0-1 1,0 0-1,-1 0 1,1 1-1,0-2 0,0 1 1,0 0-1,-1 0 1,1-1-1,0 0 0,5-1 1,4-1 26,-2 3-33,1 1 1,-1-1-1,0 2 1,1-1-1,-1 2 1,0-1-1,0 1 1,0 1-1,0 0 1,-1 0-1,1 1 1,-1 0-1,0 0 0,-1 1 1,1 0-1,8 10 1,-11-12 71,-1 1 1,0 0 0,0 0-1,0 1 1,0-1-1,-1 1 1,0 0 0,0 0-1,-1 1 1,0-1 0,0 1-1,0-1 1,-1 1-1,0 0 1,0 0 0,0 0-1,-1 1 1,-1-1-1,1 0 1,-1 0 0,0 0-1,-1 1 1,1-1-1,-3 8 1,1-9-46,0-1 0,-1 0 0,1 0 0,-1 0 0,-1 0 0,1 0-1,0-1 1,-1 0 0,0 1 0,0-1 0,0 0 0,-1-1 0,1 1 0,-11 5 0,7-5 91,0 0 0,0 0 0,-1-1 0,0 0 0,0 0 0,0-1 0,0 0 0,0 0 0,-11-1 0,14 0-417,-1-1-1,1 0 1,0-1 0,0 0-1,0 0 1,0 0-1,0 0 1,0-1-1,0 0 1,1 0 0,-1-1-1,1 0 1,-9-5-1,11 6-298,0-1 0,0 1 0,1-1 0,-1 0-1,1 0 1,-1 0 0,1 0 0,0-1 0,-3-5-1,4 4-448,-1 1 0,1-1-1,-1 0 1,1 0-1,1 0 1,-1 0 0,1 1-1,0-10 1,10-36-3888,-3 24 3960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1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45 36,'-25'-19'1066,"-1"-6"8754,42 25-8104,17 3-620,86 4 726,-69-6-4974,-48-1 2935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6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211 113 88,'-9'-2'538,"-1"-1"-1,1 2 1,-1-1 0,1 1-1,-1 1 1,1 0-1,-1 0 1,-13 2 0,10 0 546,-1-2 0,1 1 0,-20-3 0,32 2-1044,0 0 0,0 0-1,1 0 1,-1 0 0,0 0 0,1 0 0,-1 0 0,0 0 0,0 0 0,1 0-1,-1-1 1,0 1 0,1 0 0,-1 0 0,0-1 0,1 1 0,-1 0 0,1-1-1,-1 1 1,0-1 0,1 1 0,-1-1 0,1 1 0,-1-1 0,1 1 0,-1-1-1,1 1 1,0-1 0,-1 1 0,1-1 0,0 0 0,-1 1 0,1-1 0,0 0-1,0-1 1,0 1-18,1-1 0,0 1 0,0-1 0,0 0-1,0 1 1,0 0 0,1-1 0,-1 1 0,0 0-1,1-1 1,-1 1 0,1 0 0,1-1 0,55-29-142,34-2 200,-84 31-37,0 0 0,0 0 0,0 1-1,1 0 1,-1 1 0,0-1 0,0 2-1,0-1 1,1 1 0,7 2-1,-14-2-15,0-1 0,0 1-1,0 0 1,0 0 0,0-1-1,0 1 1,0 1-1,0-1 1,0 0 0,-1 0-1,1 1 1,0-1 0,-1 1-1,1-1 1,-1 1-1,0 0 1,1 0 0,-1-1-1,0 1 1,0 0 0,0 0-1,0 0 1,0 4-1,0-2 35,-1 0-1,0 1 0,1-1 0,-2 1 0,1-1 0,-1 1 0,1-1 0,-1 0 0,0 1 0,-4 7 0,-3 6 82,0-1 0,-1 0 0,-1 0 0,-15 17 0,5-6-44,-2 0 1,-1-2 0,-2-1-1,0 0 1,-1-2-1,-2-1 1,-33 21 0,60-43-81,1 1 0,-1 0 0,0-1 1,1 1-1,-1-1 0,0 0 0,0 1 0,1-1 1,-1 1-1,0-1 0,0 0 0,0 0 1,1 1-1,-1-1 0,0 0 0,0 0 1,0 0-1,0 0 0,0 0 0,1 0 0,-1 0 1,0 0-1,0 0 0,0 0 0,0-1 1,1 1-1,-1 0 0,-1-1 0,1-1-4,1 1 0,0 0-1,-1 0 1,1 0 0,0-1-1,0 1 1,0 0 0,0 0-1,0-1 1,0 1-1,1 0 1,-1 0 0,0 0-1,1-1 1,-1 1 0,1-2-1,26-49 81,-25 48-101,1 0 0,0 0 0,0 1 0,0-1 0,1 1 0,-1-1 0,1 1 0,0 0 0,0 0 0,0 1 0,0-1 0,1 1 0,-1 0 0,1 0 0,-1 0 0,1 1 0,0-1 0,-1 1 0,10-1-1,2 2 108,-1 1 0,0 0 0,0 1 0,0 1 0,15 4 0,-18-3-476,0-1 1,0-1-1,1 0 1,-1-1-1,1 0 1,-1 0-1,1-2 0,15-1 1,-8-1-2919,-16 3 2470,0-1 0,-1 1 0,1-1 0,0 0 0,-1 0-1,1 0 1,-1 0 0,1 0 0,4-3 0,-8 3 261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7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51 56,'-17'-14'2275,"9"6"4316,25 7-3543,80 4-2288,186-17-1,-253 5-1161,-30 4-1541,-18 2-1685,-42 9-3457,46-5 6674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7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31 156,'-9'-17'789,"11"3"9768,1 37-9468,-9 64 447,-6 0-3699,4-37-3299,-1 75 0,9-101 4602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91 36,'-2'-3'387,"0"0"-1,0 0 1,0 0-1,1 0 1,0 0-1,-1 0 1,1-1-1,0 1 1,1 0-1,-1-1 1,0 1-1,1-1 1,0 1 0,0-1-1,0 1 1,0 0-1,1-1 1,1-5-1,-1-13 2510,-4 23-2452,-1 1 0,1 0 0,0 0-1,-1 1 1,1-1 0,1 1-1,-1-1 1,-5 7 0,3-3-393,0 1 0,0-1 0,0 1 0,0 1 0,1-1 0,1 0 0,-1 1 0,1 0-1,-3 12 1,6-17-49,-1-1-1,1 1 0,-1-1 0,1 1 0,0 0 1,0-1-1,0 1 0,0 0 0,1-1 1,-1 1-1,1-1 0,0 1 0,-1-1 0,1 1 1,0-1-1,1 1 0,-1-1 0,0 0 0,1 0 1,-1 1-1,1-1 0,-1 0 0,1 0 1,0-1-1,0 1 0,0 0 0,0-1 0,0 1 1,1-1-1,-1 1 0,0-1 0,1 0 0,3 1 1,10 3 6,-1-1 1,1-1-1,32 3 1,-37-6 1,0 1 0,-1 0 0,1 1 1,0 0-1,-1 1 0,1 0 0,-1 0 1,0 1-1,0 0 0,0 1 0,12 8 0,-21-12-5,0 0-1,0 0 0,0 0 0,0 0 0,0 0 0,0 0 0,0 0 1,0 0-1,0 0 0,0 0 0,-1 0 0,1 0 0,-1 1 1,1-1-1,-1 0 0,1 1 0,-1-1 0,0 0 0,1 1 1,-1-1-1,0 0 0,0 1 0,0-1 0,0 0 0,0 1 1,0-1-1,-1 3 0,0-1 13,-1-1 1,1 1-1,-1 0 0,0 0 1,0-1-1,0 1 0,0-1 1,0 1-1,-1-1 0,1 0 1,-4 3-1,-6 3 45,0 0 1,-1-1-1,0-1 0,-16 7 0,15-7-243,-47 14 518,59-19-524,0-1-1,0 1 1,-1-1 0,1 1 0,0-1 0,0 0 0,0 0-1,0 0 1,0 0 0,0 0 0,0 0 0,0-1-1,0 1 1,0-1 0,0 1 0,0-1 0,0 0-1,0 0 1,0 0 0,0 0 0,0 0 0,1 0 0,-4-2-1,5 1-213,-1 0-1,0 1 1,0-1-1,1 0 0,-1 0 1,1 1-1,0-1 1,-1 0-1,1 0 1,0 1-1,0-1 0,0 0 1,0 0-1,0 0 1,0 0-1,1 1 1,-1-1-1,1 0 0,1-3 1,16-32-2341,-5 16 2279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0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82 120,'-1'-1'108,"1"0"1,-1 0-1,1 0 1,0 0-1,-1 0 0,1 1 1,0-1-1,-1 0 1,1 0-1,0 0 0,0 0 1,0 0-1,0 0 0,0 0 1,0 0-1,0 0 1,0 0-1,1 0 0,-1 0 1,0 0-1,0 0 1,1 0-1,-1 0 0,1 0 1,0-2-1,1 1 71,0 1 1,0-1-1,0 0 0,0 0 0,0 1 0,0-1 1,1 1-1,-1 0 0,0-1 0,3 0 1,64-15 2104,-64 16-2097,-4 1-181,120-17 1725,-107 16-2565,0 0 0,1 2 0,21 2 1,-36-3 685,1 0 0,0 1 0,0-1 0,0 0 0,0 0 0,0 1 0,-1-1 0,1 0 0,0 1 0,0-1 0,-1 1 0,1-1 0,0 1 0,-1-1 0,1 1 0,0 0 0,-1-1 0,1 1 0,-1 0 1,1-1-1,-1 1 0,1 0 0,-1 0 0,1 0 0,-1-1 0,0 1 0,0 0 0,1 0 0,-1 0 0,0 0 0,0 0 0,2 10-636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2 152,'-68'11'2896,"32"-5"1703,24-4 3831,151-12-7418,-69 3-2192,-1 4-3598,-69 3 4685,0 0 0,0 0 1,0 0-1,1 0 0,-1 0 0,0 0 1,0 0-1,0 0 0,0 0 0,1 0 0,-1 0 1,0 0-1,0 0 0,0 0 0,0 0 1,1 0-1,-1 0 0,0 0 0,0 0 0,0 0 1,0 1-1,0-1 0,1 0 0,-1 0 0,0 0 1,0 0-1,0 0 0,0 0 0,0 1 1,0-1-1,0 0 0,0 0 0,0 0 0,1 0 1,-1 1-1,0-1 0,0 0 0,0 0 1,0 0-1,0 0 0,0 1 0,0-1 0,0 0 1,0 0-1,0 0 0,0 0 0,0 1 0,0-1 1,-1 0-1,1 0 0,0 0 0,0 0 1,0 0-1,0 1 0,0-1 0,0 0 0,0 0 1,0 0-1,0 0 0,-1 1 0,-12 14-2385,-19 12 654,-11-1 1173,17-10 1580,1 0 0,-29 25-1,53-41-879,1 0-1,-1 0 1,1 0 0,0 1-1,-1-1 1,1 0-1,-1 1 1,1-1-1,-1 0 1,1 1-1,0-1 1,-1 1 0,1-1-1,0 0 1,0 1-1,-1-1 1,1 1-1,0-1 1,0 1-1,-1-1 1,1 1 0,0-1-1,0 1 1,0-1-1,0 1 1,0-1-1,0 1 1,0-1 0,0 1-1,0 0 1,0-1-1,0 1 1,0-1-1,0 1 1,1-1-1,-1 1 1,0-1 0,0 1-1,0-1 1,1 0-1,0 2 1,25 6 1233,34-8-32,12-11-1661,35-7-6353,-93 14 6175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54 108,'-104'-15'3982,"38"5"3211,117 3-4499,-5 0-2829,-4 1 18,-22 3 52,0 0 1,0 2-1,0 0 0,0 1 0,0 1 1,23 4-1,-41-4 98,1 0-1,0 0 1,0 1 0,0-1-1,-1 1 1,1 0 0,-1-1 0,1 1-1,-1 0 1,0 1 0,0-1-1,0 0 1,0 1 0,0-1 0,-1 1-1,1-1 1,0 1 0,-1 0-1,0 0 1,0-1 0,0 1 0,0 0-1,0 0 1,-1 0 0,1 0-1,-1 0 1,0 7 0,1 9 288,-2 0 0,0 0 0,-5 26 0,3-24-88,-8 49 198,-6 60 509,16-117-1314,1 1-1,0-1 0,1 0 1,0 0-1,1 1 0,1-1 0,5 16 1,6-7-5710,-14-22 5976,0 0 0,0 1 0,0-1 0,1 0 0,-1 0 0,0 1-1,1-1 1,-1 0 0,0 0 0,0 1 0,1-1 0,-1 0 0,0 0 0,1 0 0,-1 0 0,1 0-1,-1 1 1,0-1 0,1 0 0,-1 0 0,0 0 0,1 0 0,-1 0 0,1 0 0,-1 0 0,0 0-1,1 0 1,-1 0 0,0-1 0,1 1 0,-1 0 0,0 0 0,1 0 0,-1 0 0,0 0 0,1-1-1,-1 1 1,0 0 0,1 0 0,-1-1 0,0 1 0,0 0 0,1 0 0,-1-1 0,0 1 0,0 0 0,0-1-1,1 1 1,-1 0 0,0-1 0,0 1 0,0 0 0,0-1 0,0 1 0,0 0 0,0-1 0,0 1-1,1-1 1,-1 1 0,-1 0 0,1-1 0,0 1 0,0 0 0,0-1 0,1-11-693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67 204,'-12'-1'233,"-28"-2"1502,5-7 3428,35 10-5087,0-1 0,0 1 1,0 0-1,-1 0 0,1-1 1,0 1-1,0 0 0,0-1 1,0 1-1,0 0 0,0 0 1,0-1-1,0 1 0,0 0 1,0-1-1,1 1 0,-1 0 1,0 0-1,0-1 0,0 1 1,0 0-1,0 0 0,0-1 1,1 1-1,-1 0 0,0 0 1,0-1-1,0 1 0,1 0 1,-1 0-1,0 0 0,0 0 1,0-1-1,1 1 0,-1 0 1,0 0-1,0 0 0,1 0 1,-1 0-1,0 0 0,1 0 1,-1 0-1,0 0 0,0-1 1,1 1-1,-1 0 0,0 0 1,1 1-1,-1-1 1,0 0-1,0 0 0,1 0 1,19-6 578,54-5 281,93-2-1,-81 8-3389,-2-4-5733,-125 14 5419,10-1 2290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11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62 88,'-5'-18'831,"-2"-9"2399,6 10 4728,-16 38-6328,10-4-1571,0 1 0,2-1 1,0 1-1,1 0 0,1 1 1,-1 22-1,4 118 410,2-96-135,8 847 3659,-11-896-3422,0-30-2125,0 2-1865,0 0 0,0 1 0,-5-16 0,6 29 3320,-1-1 0,1 1-1,-1 0 1,1-1 0,-1 1 0,1 0-1,-1 0 1,0-1 0,1 1 0,-1 0-1,1 0 1,-1 0 0,1 0 0,-1 0-1,0 0 1,1 0 0,-1 0 0,1 0-1,-1 0 1,0 0 0,1 0 0,-1 0-1,1 0 1,-1 1 0,0-1-1,1 0 1,-1 0 0,1 1 0,-1-1-1,1 0 1,-1 1 0,1-1 0,0 1-1,-1-1 1,1 0 0,-1 1 0,-13 13-478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12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298 128 128,'8'-37'965,"-7"31"-261,0 0 0,-1 0 0,0-1 0,0 1-1,0 0 1,-1 0 0,-1-7 0,1 11-404,1 0 0,-1 0 1,0 0-1,1 0 0,-1 1 0,0-1 1,0 0-1,0 1 0,0-1 1,-1 1-1,1-1 0,0 1 0,-1-1 1,1 1-1,-1 0 0,1 0 1,-4-2-1,2 2-114,0 0 0,1 0 0,-1 0 0,0 1 0,0-1 0,0 1 0,0 0 0,0 0 0,0 0 0,0 0 0,0 1 0,0-1 0,0 1 0,0 0 0,-3 1 0,-9 4-56,2 0 1,-1 1-1,1 0 1,0 1-1,0 1 1,1 0-1,1 1 1,-1 0-1,1 0 1,1 1-1,0 1 1,1 0-1,0 0 1,1 1-1,0 0 1,-7 17-1,9-19-128,1 1 0,0 0 0,1 0-1,0 0 1,1 0 0,0 1-1,1 0 1,0-1 0,1 1 0,1 0-1,0-1 1,1 1 0,0 0-1,1 0 1,0-1 0,1 1-1,0-1 1,1 0 0,9 19 0,-9-25 2,1 1 0,-1-1 1,2 0-1,-1 0 0,0-1 0,1 0 1,0 0-1,0 0 0,1-1 1,-1 1-1,1-1 0,0-1 1,0 0-1,0 0 0,1 0 1,11 2-1,-13-3-3,-1-1 1,0 0-1,0-1 1,1 1-1,-1-1 1,1 0-1,-1 0 1,0-1-1,1 1 1,-1-1-1,0-1 1,1 1-1,-1-1 1,0 1-1,0-2 1,0 1-1,-1 0 1,1-1-1,0 0 1,-1 0-1,0 0 1,0-1-1,0 0 1,6-6-1,-9 8 0,0 1-1,0 0 1,0 0-1,0 0 1,0-1 0,0 1-1,-1-1 1,1 1-1,-1 0 1,1-1-1,-1 1 1,1-1-1,-1 1 1,0-1-1,0 1 1,0-1 0,0 1-1,0-1 1,0 0-1,0 1 1,0-1-1,-1 1 1,0-3-1,0 1-1,-1 1 0,0-1-1,1 1 1,-1 0 0,0 0-1,0 0 1,0 0-1,0 0 1,0 1 0,0-1-1,-1 0 1,-2-1 0,-7-2-15,0 0 0,0 0 0,0 1 1,-19-4-1,10 5-3,16 3 4,-1-1 1,0 1 0,1-1 0,-1-1-1,1 1 1,0-1 0,-1 0 0,-7-3 0,13 4 7,0 0 1,0 1 0,0-1 0,0 0 0,0 1 0,1-1 0,-1 0-1,0 1 1,0-1 0,0 0 0,1 1 0,-1-1 0,0 0 0,0 1 0,1-1-1,-1 1 1,1-1 0,-1 1 0,1-1 0,-1 1 0,1-1 0,-1 1-1,1-1 1,-1 1 0,1 0 0,-1-1 0,1 1 0,-1 0 0,1 0 0,0-1-1,-1 1 1,1 0 0,1 0 0,22-12-71,-12 6 46,0 1 1,0 1 0,1 0 0,-1 1 0,24-3 0,-33 6 30,1 0 0,-1 0 0,0 0 0,1 1 0,-1-1 0,1 1 0,-1 0 0,0 0 1,0 0-1,1 0 0,-1 1 0,0-1 0,0 1 0,0 0 0,0-1 0,-1 2 0,1-1 0,0 0 0,-1 0 0,0 1 0,1-1 0,-1 1 0,0 0 0,0 0 0,0 0 0,1 4 0,2 5 37,0 1 0,-1 0 0,0 1 0,-1-1 0,3 26 0,9 39 67,19 54 43,-19-65-78,-10-57-582,5-6-7600,-4-13 353,-6-3 7873,-4-2-974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1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866 108 172,'0'-4'337,"0"-1"1,0 1-1,-1-1 0,1 1 0,-1 0 1,0-1-1,0 1 0,0 0 0,-1 0 1,1 0-1,-1 0 0,0 0 0,0 0 1,-1 0-1,1 0 0,-1 1 0,1-1 1,-6-3-1,4 3 1,-1 1 0,0 0 1,1 1-1,-1-1 0,0 1 1,0 0-1,0 1 0,-1-1 0,1 1 1,0 0-1,-1 0 0,-10 0 0,-6 1-56,0 2-1,0 0 1,1 2-1,-1 0 0,1 2 1,-24 8-1,-17 8-128,-107 54-1,139-59-11,2 0-1,0 3 0,1 0 1,1 1-1,-35 38 1,42-39 207,0 2 0,2 0 1,0 1-1,1 1 1,-22 46-1,33-58-317,1 0 0,0 0-1,0 1 1,1-1 0,1 1-1,0-1 1,1 1 0,0 0-1,1 0 1,1 0 0,0 0-1,0-1 1,1 1 0,1 0-1,5 14 1,-2-9 29,1-1-1,1 1 1,1-2 0,0 1-1,1-1 1,1-1 0,0 0-1,1 0 1,1-1-1,0-1 1,1 0 0,18 13-1,-13-13 5,2 0 0,0-1 1,0-1-1,1-1 0,0-1 0,1-1 0,0-1 0,46 7 0,-41-9-55,0-3 0,-1 0 0,1-2 0,0 0 0,0-2 0,0-2 1,-1 0-1,1-2 0,-1-1 0,-1-1 0,1-1 0,-1-1 0,-1-1 0,0-2 0,0-1 0,-2 0 0,25-20 0,-33 20-8,0 0 1,-1-1-1,-1 0 0,0-1 1,-2-1-1,1 0 0,-2 0 0,0-1 1,-2-1-1,0 1 0,0-1 1,-2-1-1,0 1 0,-2-1 1,3-22-1,-5 24 12,-1 1 0,0-1-1,-2 0 1,0 0 0,-1 1 0,-1-1 0,0 1 0,-1-1-1,-1 1 1,-1 0 0,0 1 0,-1-1 0,-1 2 0,-1-1-1,0 1 1,-1 0 0,-17-20 0,4 11 271,0 1 0,-47-35 0,46 41-1387,-1 1 0,0 1 0,-40-16-1,47 23 93,0 1 0,-1 1-1,0 1 1,0 1-1,0 0 1,0 1 0,-1 1-1,0 1 1,1 1-1,-1 1 1,1 1 0,-1 0-1,-37 10 1,3 8 352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2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58 629 8,'-32'-5'771,"7"1"6109,307-57-5593,64-10-132,395-1 1220,-425 49-1796,264-56-542,-476 62-28,540-105 146,-109 25 56,-245 49-233,-208 30 122,-49 10-263,-26 5-209,-11 3-282,-80 16-9670,60-10 8973,3 0 726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161 163 116,'5'-6'217,"1"0"-1,-1 0 1,2 1 0,-1-1-1,0 1 1,1 0 0,0 1-1,0 0 1,1 0 0,-1 0-1,9-2 1,20-12 210,-16 7-153,-14 8-11,1 0 0,-1 0 0,0-1 1,0 0-1,0 0 0,-1-1 0,1 1 0,-1-1 0,7-10 1,-11 15-214,-1 0 1,0-1 0,0 1 0,1-1 0,-1 1 0,0 0 0,0-1 0,0 1-1,1-1 1,-1 1 0,0-1 0,0 1 0,0 0 0,0-1 0,0 1 0,0-1-1,0 1 1,0-1 0,0 1 0,0-1 0,0 1 0,0-1 0,0 1 0,-1 0-1,1-1 1,0 1 0,0-1 0,0 1 0,-1-1 0,1 1 0,0 0 0,0-1-1,-1 1 1,1 0 0,0-1 0,-1 1 0,-20-7 873,-24 6-265,25 4-579,0 0 1,0 2 0,1 0-1,-1 1 1,-25 12 0,36-14-87,0 0 0,1 1 0,-1-1 0,1 2 1,1-1-1,-1 1 0,1 0 0,0 1 0,0 0 1,0 0-1,1 0 0,1 1 0,-9 12 0,13-15 2,-1-1 1,1 1-1,0 0 0,0-1 0,0 1 1,1 0-1,0-1 0,-1 1 0,2 0 1,-1 0-1,1 0 0,-1-1 0,1 1 0,1 0 1,-1-1-1,1 1 0,-1-1 0,1 1 1,0-1-1,1 0 0,3 6 0,9 10 6,0 0 0,1-1 0,21 18 0,7 11 11,-42-45-38,4 3 92,-1 1 1,0 0-1,0 0 0,0 1 1,-1-1-1,5 13 0,-9-18 3,1 0-1,-1 0 1,0 0-1,0 0 1,0 0-1,0 0 1,0 0-1,0 0 1,0-1-1,-1 1 1,1 0-1,-1 0 1,1 0-1,-1 0 1,0 0-1,1-1 1,-1 1-1,0 0 1,0-1-1,-1 1 1,1-1-1,0 1 1,0-1-1,-1 1 1,1-1-1,-1 0 1,1 0-1,-1 0 1,0 0-1,1 0 1,-1 0-1,0 0 1,0 0-1,-2 0 1,-4 2 52,0-1 1,-1 0 0,1 0 0,0-1-1,-1 0 1,1 0 0,-1-1 0,1 0 0,-1 0-1,1-1 1,-1-1 0,1 1 0,-13-5-1,17 5-286,-1-1-1,1 0 0,0 0 1,-1 0-1,1 0 0,0-1 1,0 1-1,1-1 0,-1 0 1,0 0-1,-4-6 0,6 6-188,1 1-1,-1-1 0,1 0 1,-1 1-1,1-1 0,0 0 1,0 0-1,0 0 0,1 0 1,-1 0-1,1 0 1,-1 0-1,1 0 0,0 0 1,0 0-1,0 0 0,1 0 1,-1 0-1,2-4 0,0 2-48,0-1-1,0 1 0,0 0 0,1 0 1,0 0-1,0 1 0,0-1 0,1 1 1,-1-1-1,1 1 0,5-3 0,13-13-106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56,'-19'2'884,"-18"3"2490,23 2 2711,18-5-5701,1 0-1,-1 0 1,1-1-1,0 0 1,-1 0-1,10 1 1,72 4 14,159-11 0,-230 3-1078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100 117 136,'8'-48'2950,"-2"13"2636,-17 72-763,-14 41-4957,16-51 499,-16 45-290,-19 69 129,113-353-137,-45 146-42,-20 54-24,-1 4-3,-1 0 0,1 0-1,0 0 1,0 1 0,1-1 0,0 1 0,0 0 0,1 0-1,0 1 1,0-1 0,8-6 0,-12 12 0,1 0 1,-1 1-1,0-1 1,1 1-1,-1 0 1,0-1-1,1 1 0,-1 0 1,1 0-1,-1 0 1,0 0-1,1 0 1,-1 0-1,1 0 1,-1 1-1,0-1 0,1 0 1,-1 1-1,0-1 1,1 1-1,-1-1 1,0 1-1,0 0 1,1 0-1,-1-1 0,0 1 1,0 0-1,0 0 1,0 0-1,0 0 1,0 0-1,0 1 1,0 1-1,29 43-4,-28-42 6,13 25 43,-2 1-1,-2 1 1,0 0 0,8 48-1,-6-10-496,2 73-1,-16-127-1994,-4-14-2049,-12-19-1930,12 12 7207,-8-10-1412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93 12,'-3'-1'258,"0"0"0,0-1 0,0 1 0,0-1-1,0 1 1,0-1 0,0 0 0,1 0 0,-1 0 0,-3-4 0,6 6-156,-1 0 1,1-1 0,0 1 0,0-1-1,0 1 1,0 0 0,0-1 0,0 1-1,-1-1 1,1 1 0,0 0 0,0-1-1,0 1 1,0-1 0,1 1 0,-1-1-1,0 1 1,0 0 0,0-1-1,0 1 1,0-1 0,0 1 0,1 0-1,-1-1 1,0 1 0,0 0 0,0-1-1,1 1 1,0-1 0,21-12 1385,-2 6-1077,0 1 0,36-6 1,94-1-5659,-82 9 2254,-40 0 2588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8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63 96,'-29'-3'1921,"29"3"-1644,-1 0 0,0 1 0,0-1 0,1 0 0,-1 0 0,0 0 0,0-1 0,0 1 0,1 0 0,-1 0 0,0 0 0,0 0 0,1-1 0,-1 1 0,0 0 0,1-1 0,-1 1 0,0 0 0,1-1 0,-1 1 0,0-1 0,1 1 0,-1-1 0,1 0 0,-1 1 0,1-1 0,-1 1 0,1-1 0,-1-1 0,4 1-48,0-1 0,-1 1 0,1 0 0,0 0 1,0 0-1,0 0 0,1 0 0,-1 1 0,0 0 0,0-1 0,0 1 1,4 1-1,4-2 2,88-6 139,-74 7-477,0-1 0,0-1 0,-1-1 0,1-1 0,-1-1 0,34-13 0,-93 24-12264,16 0 11684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30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77 4,'2'-3'206,"0"1"1,-1 0-1,1-1 0,-1 1 0,1-1 1,-1 1-1,0-1 0,0 1 0,0-1 1,0 0-1,-1 0 0,1 1 0,-1-1 1,1 0-1,-1 0 0,0 0 0,-1-5 1,0 6-8,0 1 0,0-1 0,-1 0 1,1 1-1,-1-1 0,1 1 0,-1-1 1,0 1-1,0 0 0,1 0 0,-1 0 1,0 0-1,0 0 0,0 0 0,0 0 1,0 1-1,0-1 0,0 1 1,0-1-1,-1 1 0,1 0 0,0 0 1,0 0-1,-4 0 0,-7 0 85,1 1 0,-1 0 0,1 0 0,0 1 1,-1 1-1,1 0 0,0 1 0,0 0 0,1 1 0,-1 0 0,1 1 0,0 0 0,0 1 0,1 0 0,0 0 1,0 1-1,1 1 0,0 0 0,0 0 0,-7 11 0,11-13-276,0 0 1,0 0-1,1 1 0,-1-1 0,2 1 1,-1 0-1,1 1 0,0-1 1,1 0-1,0 1 0,0-1 1,1 1-1,0 0 0,1 0 0,0-1 1,0 1-1,0 0 0,2 0 1,-1-1-1,1 1 0,0-1 0,0 1 1,1-1-1,1 0 0,-1 0 1,1 0-1,0 0 0,1-1 0,7 10 1,-6-10 14,1 1 1,0-1-1,1 0 1,-1-1-1,1 0 1,0 0-1,1-1 1,0 0-1,-1 0 1,1-1-1,18 6 1,-21-8-15,-1 0 0,1-1 0,0 0 1,-1 0-1,1-1 0,0 1 0,-1-1 0,1 0 0,0-1 1,0 1-1,-1-1 0,1 0 0,0-1 0,-1 1 1,1-1-1,-1 0 0,0-1 0,0 1 0,0-1 0,0 0 1,9-7-1,-12 8-10,0 1 0,-1-1 1,1 1-1,-1-1 0,1 1 1,-1-1-1,0 0 0,1 0 1,-1 0-1,0 1 0,0-1 1,0 0-1,0-1 0,-1 1 1,1 0-1,0 0 0,-1 0 1,0 0-1,1-1 0,-1 1 1,0 0-1,0 0 0,0 0 1,-1-4-1,-1 3-2,1-1 0,-1 0 0,0 1 0,0-1-1,0 1 1,0 0 0,-1 0 0,1 0 0,-1 0 0,0 0 0,0 1 0,-5-5 0,-7-3-41,0 1-1,0 1 1,0 0-1,-1 1 1,-19-6-1,23 9-15,7 2 41,1-1 0,-1 2 0,0-1-1,0 1 1,0-1 0,0 1-1,0 0 1,0 1 0,0 0 0,-5-1-1,13 4 23,0-1-1,1 0 0,-1 0 1,1 0-1,0-1 0,-1 1 1,1-1-1,0 0 0,5 1 1,13 1 92,0-2 1,0-1 0,39-3 0,12-2 19,-73 6-113,1-1 1,0 0-1,0 1 1,-1-1-1,1 0 1,0 1-1,0-1 0,-1 1 1,1-1-1,-1 1 1,1-1-1,0 1 1,-1 0-1,1-1 1,-1 1-1,1 0 1,-1-1-1,0 1 1,1 0-1,-1-1 1,0 1-1,1 0 0,-1 0 1,0 0-1,0-1 1,0 1-1,1 0 1,-1 0-1,0 0 1,0-1-1,0 1 1,-1 0-1,1 0 1,0 0-1,0 1 1,-6 40 73,4-28-32,-3 33 61,3 1 0,1 0 0,3-1 0,8 53 0,3-71 141,-4-18-872,-9-11 577,0 0 0,0 0 0,0 0 0,0 0 0,0 1 0,0-1 0,0 0 0,1 0 0,-1 0 0,0 0 0,0 0 0,0 0 0,0 0 0,0 0 0,0 0-1,1 0 1,-1 0 0,0 0 0,0 0 0,0 0 0,0 0 0,0 0 0,0-1 0,0 1 0,1 0 0,-1 0 0,0 0 0,0 0 0,0 0 0,0 0 0,0 0 0,0 0 0,0 0 0,0 0 0,0 0 0,1-1 0,-1 1 0,0 0 0,0 0 0,0 0 0,0 0 0,0 0 0,0 0 0,0 0 0,0-1-1,0 1 1,0 0 0,0 0 0,0 0 0,0 0 0,0 0 0,0 0 0,0 0 0,0-1 0,0 1 0,0 0 0,0 0 0,0 0 0,0 0 0,0 0 0,0 0 0,0-1 0,0 1 0,0 0 0,-1 0 0,1 0 0,-10-29-9356,0 10 6860,8 6 2107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1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47 68,'-2'-1'253,"-1"-1"1,1 0-1,0 0 1,0 0-1,0 0 1,1 0-1,-1 0 1,0 0-1,1 0 1,-1-1-1,1 1 1,0-1-1,0 1 0,0-1 1,0 1-1,0-1 1,1 0-1,-1-3 3342,-20 35-1198,8-8-2376,2 1 1,0-1 0,-12 40 0,-3 5 145,25-63-165,-1 0-1,1 1 0,0-1 0,0 0 0,0 1 1,1-1-1,-1 0 0,1 1 0,0-1 1,0 1-1,0-1 0,0 1 0,1-1 0,-1 0 1,1 1-1,0-1 0,1 4 0,-1-5 2,1 0 1,-1 0-1,0 0 0,1 0 0,-1 0 0,1 0 0,-1-1 1,1 1-1,0 0 0,0-1 0,0 0 0,0 1 0,0-1 0,0 0 1,0 0-1,0 0 0,0 0 0,0-1 0,1 1 0,-1 0 1,0-1-1,1 0 0,-1 0 0,0 1 0,4-2 0,6 1 100,19 0-185,0 1 0,53 9 1,-77-9 191,0 0 1,0 1 0,0 0 0,0 0 0,0 1 0,-1 0-1,1 0 1,-1 0 0,0 1 0,0 0 0,0 0 0,0 0-1,-1 1 1,0 0 0,0 0 0,0 1 0,7 10 0,-11-15-31,-1 0 1,0 0 0,0 0-1,1-1 1,-1 1-1,0 0 1,0 0 0,0 0-1,0 0 1,0 0 0,0-1-1,0 1 1,-1 0 0,1 0-1,0 0 1,0 0 0,-1-1-1,1 1 1,0 0 0,-1 0-1,1-1 1,-1 1 0,1 0-1,-1-1 1,1 1 0,-1 0-1,0-1 1,1 1 0,-1-1-1,0 1 1,1-1 0,-1 1-1,0-1 1,0 1 0,1-1-1,-1 0 1,0 1 0,0-1-1,0 0 1,0 0 0,1 0-1,-2 0 1,-39 9 1162,41-9-1232,-187 12 539,147-11-4331,1-1-3751,42-12 1908,-2 8 5049,1-8 26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2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0 128,'-32'10'3369,"11"-3"6472,199-12-6145,2 0-3840,-213 13-15305,10-2 14300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2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40 196,'-43'-18'3870,"38"17"-2689,0-1 0,-1 1-1,1-1 1,0-1 0,0 1 0,0-1 0,-6-4 0,57 6-371,43 5-682,-54-1 16,-1-2 0,62-6 0,-95 5-93,0-1 0,0 1 0,0 0 0,-1 0 0,1 0 1,0 0-1,0 0 0,0 0 0,0 1 0,0-1 0,-1 0 1,1 0-1,0 1 0,0-1 0,0 0 0,0 1 0,-1-1 1,1 0-1,0 1 0,-1 0 0,1-1 0,0 1 0,-1-1 0,1 1 1,-1 0-1,2 0 0,4 27 953,-14 35 95,6-57-1024,-16 63 136,-4-1 0,-2 0 1,-4-2-1,-46 83 0,73-148-230,-1 1 0,1 0 0,0-1-1,0 1 1,1 0 0,-1 0-1,0 0 1,1 0 0,-1 0-1,1 0 1,-1 0 0,1 0-1,0 3 1,16-14-5393,30-40-5786,-34 35 9585,-5 1 768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86 4,'-16'-9'-450,"1"3"3724,4 0 5376,38 2-5778,107-3-2463,198-38 0,-307 37-2486,-65 31-10297,21-13 11721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54 141 24,'-1'-20'1706,"2"1"1,0-1-1,2 0 0,6-29 0,-7 36 1602,-7 20-1641,-8 20-1303,3 1-339,0 1 1,2 0-1,1 0 1,1 0-1,2 1 0,1 0 1,0 32-1,4-60-29,-1 1-1,0-1 1,0 0-1,1 1 1,0-1 0,-1 0-1,1 0 1,0 1-1,0-1 1,0 0-1,0 0 1,1 0-1,-1 0 1,0 0-1,1 0 1,-1-1-1,1 1 1,0 0-1,0-1 1,0 0 0,-1 1-1,5 1 1,-1-1-11,0 0 0,-1-1 0,1 0 0,0 0 0,0 0 0,0 0 0,0-1 0,0 0 0,0 0 0,7-1 0,3-1 39,0 0 1,0-2 0,0 0-1,0 0 1,-1-2 0,18-8 0,-29 13-8,-1 0 1,0 0-1,1 0 1,-1 0-1,0-1 1,0 1-1,0-1 1,0 1-1,0-1 1,0 0-1,0 0 1,-1 0-1,1 0 1,-1 0-1,1 0 1,-1-1-1,0 1 1,0 0-1,2-4 1,-4 3 7,1-1-1,0 1 1,-1 0 0,0 0 0,0 0 0,0 0-1,0 0 1,0 0 0,-1 0 0,1 0 0,-1 0-1,0 0 1,0 1 0,-4-5 0,6 6-10,0 1 1,0 0 0,0 0-1,0 0 1,0 0 0,0-1 0,0 1-1,0 0 1,0 0 0,0 0-1,0 0 1,-1 0 0,1 0 0,0-1-1,0 1 1,0 0 0,0 0-1,0 0 1,-1 0 0,1 0-1,0 0 1,0 0 0,0 0 0,0 0-1,0 0 1,-1 0 0,1 0-1,0 0 1,0-1 0,0 1 0,0 0-1,-1 1 1,1-1 0,0 0-1,0 0 1,0 0 0,0 0-1,-1 0 1,1 0 0,0 0 0,0 0-1,0 0 1,0 0 0,0 0-1,-1 0 1,1 0 0,0 0 0,0 1-1,0-1 1,-4 12 209,1 20-253,3-30 75,0 89-907,19 150-1,-9-152-3817,-3 0-3978,-6-73 8017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6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145 275 68,'-24'-11'395,"-48"-27"4472,68 35-4430,0 1-1,0-1 1,0 0 0,1-1-1,-1 1 1,1 0 0,0-1 0,0 0-1,0 0 1,0 0 0,1 0-1,-1 0 1,-1-6 0,3 6-399,1 1 0,-1-1 0,1 1 1,1-1-1,-1 1 0,0-1 0,1 1 0,-1-1 1,1 1-1,0 0 0,0-1 0,1 1 0,-1 0 1,0 0-1,1 0 0,0 0 0,0 0 0,0 0 1,0 0-1,0 1 0,1-1 0,-1 1 1,5-3-1,5-6-75,2 0 1,-1 1 0,20-11-1,-22 15 6,0 1 0,0 0 0,1 0 0,-1 1 0,1 0 0,0 1 0,0 0 0,15 0 0,-24 2 27,-1 1 0,1 0 0,-1 0 0,1 0 0,0 0 0,-1 0 0,1 1 0,-1-1 0,1 1 0,-1 0 0,1-1 0,-1 1 0,0 0 0,1 1 0,-1-1 0,0 0 0,0 1 0,0-1 0,0 1 0,0 0 0,0-1 0,0 1 0,0 0 0,-1 0 0,1 0 0,-1 0-1,1 1 1,-1-1 0,0 0 0,0 1 0,0-1 0,0 0 0,-1 1 0,1-1 0,-1 1 0,1-1 0,-1 1 0,0 0 0,0-1 0,0 1 0,0-1 0,0 1 0,-1-1 0,0 4 0,-3 18 133,-1-1 0,-1-1 0,-1 1 0,-1-1 0,-1-1 0,-1 1 0,-14 21 0,9-14 188,1 1-1,-19 55 1,33-83-329,-1 0 1,1 1 0,-1-1 0,1 0 0,0 1 0,0-1 0,0 1-1,0-1 1,0 0 0,1 1 0,-1-1 0,1 0 0,0 1 0,0-1-1,-1 0 1,1 0 0,1 0 0,-1 1 0,0-1 0,0 0 0,1-1 0,-1 1-1,1 0 1,0 0 0,-1-1 0,1 1 0,0-1 0,0 1 0,0-1-1,0 0 1,0 0 0,0 0 0,1 0 0,-1 0 0,0 0 0,1 0-1,-1-1 1,0 1 0,1-1 0,-1 0 0,0 0 0,1 0 0,-1 0-1,1 0 1,-1 0 0,0-1 0,1 1 0,-1-1 0,0 0 0,0 1-1,1-1 1,-1 0 0,0 0 0,3-3 0,-4 3 23,0 0 0,-1 0-1,1 0 1,0-1 0,-1 1 0,1 0 0,-1-1 0,1 1 0,-1-1-1,0 1 1,0 0 0,0-1 0,0 1 0,1-1 0,-2 1-1,1-1 1,0 1 0,0-1 0,0 1 0,-1 0 0,1-1 0,-1 1-1,1 0 1,-1-1 0,0 1 0,1 0 0,-1-1 0,0 1-1,0 0 1,0 0 0,0 0 0,-1-1 0,-33-40 786,-17-6 163,-22-23 278,36 19-7680,48 54-1598,10 4 6577,-4 0 927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8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41 80,'-3'-1'261,"0"-1"1,0 1-1,0-1 0,0 0 1,1 0-1,-1 0 1,1 0-1,-1-1 0,-2-3 1,5 6-201,0-1 0,0 1 0,-1 0 0,1 0 0,0-1 0,0 1 0,0 0 0,0-1 0,0 1 0,0 0 0,0 0 0,0-1 0,0 1 0,0 0 0,0-1 0,0 1 0,0 0 0,0-1 0,0 1 0,0 0 0,1-1 0,-1 1 0,0 0 0,0 0 0,0-1 0,0 1 0,0 0 0,1 0 0,-1-1 0,0 1 0,0 0 0,1 0 0,-1-1 0,21-5 497,6 5-421,0 1 0,0 0 0,34 7 0,42 1-56,-78-13-215,-23 3-656,-16 4-811,-22 13-1288,24-10 2452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66 156,'-4'-14'603,"-4"-21"1864,11 19 2030,18 48-925,17 85-3075,-9-21-11142,-22-81 9738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38 172,'1'-2'256,"0"1"-1,-1 0 1,0-1-1,1 1 1,-1-1-1,0 1 1,0 0-1,0-1 1,0 1-1,0-1 1,0 1-1,0-1 1,0 1-1,0 0 1,-1-1-1,1 1 1,-1-1-1,1 1 1,-1 0-1,1 0 1,-1-1-1,0 1 1,0-1-1,-1 1 13,1 1 0,0-1 0,0 1 0,0 0-1,-1-1 1,1 1 0,0 0 0,0 0-1,0 0 1,-1 0 0,1 0 0,0 0 0,0 0-1,-1 1 1,1-1 0,0 0 0,0 1 0,0-1-1,-1 1 1,0 0 0,-8 4 663,0 1 1,0 0-1,0 0 1,-10 10 0,6-3-528,1 0 1,0 0 0,2 1-1,-1 1 1,2 0 0,0 0-1,-14 30 1,21-39-354,1 1 0,0-1 0,0 0 0,0 1 0,1-1 0,0 1 0,0 0 0,1-1 0,-1 1-1,3 12 1,-2-15-29,1 0 0,1 0 0,-1 0 0,1 0 0,-1 0 0,1-1 0,0 1 0,0-1 0,1 1 0,-1-1 0,1 0 0,0 0 0,-1 0 0,1 0 0,1 0 0,-1-1 0,0 1 0,1-1 0,3 2 0,-3-1-15,1-1 0,-1 0 0,1 0 1,-1 0-1,1-1 0,0 1 0,-1-1 1,1 0-1,0-1 0,0 1 0,0-1 1,0 0-1,0 0 0,0 0 0,-1-1 1,1 0-1,5-1 0,-3-1-3,0 1 1,-1-1-1,1-1 1,-1 1-1,0-1 1,0 0-1,0-1 0,-1 1 1,0-1-1,8-9 1,-2 0 4,0 0 0,-1-1 0,-1 0-1,-1 0 1,0-1 0,-1 0 0,0-1 0,6-27 0,-11 33-177,0 0-1,0-1 1,-2 0 0,1 1-1,-3-17 1,2 25-136,0 1 0,0 0 1,-1-1-1,0 1 0,1 0 0,-1 0 1,0-1-1,0 1 0,0 0 0,0 0 1,0 0-1,-1 0 0,1 0 0,-3-2 1,2 3-95,1 0 1,-1 0-1,1 1 1,-1-1-1,1 1 1,-1-1-1,1 1 1,-1 0-1,1-1 0,-1 1 1,1 0-1,-1 0 1,0 0-1,1 0 1,-1 0-1,1 0 1,-1 1-1,0-1 1,1 1-1,-1-1 1,1 1-1,-1-1 1,1 1-1,-2 1 1,-34 24-4230,20-7 3788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0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72 16,'-3'-3'31,"-2"-2"1787,-1 0-1,1 1 0,-1-1 1,0 1-1,0 1 1,-11-6-1,29 5 1483,30 2-2692,49 0-760,-51 0 302,1-1 0,78-18 0,-130 22 110,6-2-1092,0 1 0,0 0 0,1 1 0,-1-1 0,0 1 0,1 0 0,-1 0 0,0 0 0,1 1 0,-1-1 0,1 1 0,0 0 0,0 1 0,-5 2 0,-18 20-3054,17-15 3137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92 108,'5'-30'1885,"-4"22"71,0 1-1,1-1 1,0 0-1,0 0 1,6-14 0,-4 24 1111,1 11-2285,0 13-631,0 21 50,-2 61 0,-3-59-2672,2-2-3432,-3-44 5460,1 0-1,0 0 1,1 0 0,-1-1 0,0 1-1,1 0 1,-1 0 0,1-1 0,0 1-1,0 0 1,0-1 0,1 1 0,-1-1-1,0 1 1,1-1 0,0 0 0,-1 0-1,1 0 1,0 1 0,3 1 0,6-3 4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1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42 24,'-74'-2'4993,"2"0"8582,214-8-11279,-94 3-3426,49-14 0,-122 40-16161,5-7 16254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1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26 48,'-13'9'395,"9"-7"84,1 0 1,0 0 0,0 0-1,0 0 1,0 1-1,0-1 1,0 1 0,1 0-1,-1 0 1,-2 4 0,6-7-320,-1 1-1,0-1 1,0 1 0,1-1 0,-1 0 0,0 1 0,1-1 0,-1 1 0,0-1 0,1 0 0,-1 1 0,1-1 0,-1 0 0,1 1 0,-1-1 0,1 0 0,-1 1 0,1-1 0,-1 0 0,1 0 0,-1 0 0,1 0 0,-1 0 0,1 0 0,0 1 0,-1-1 0,1 0 0,-1 0 0,1-1 0,-1 1 0,1 0 0,0 0 0,-1 0 0,1 0 0,-1 0 0,1-1 0,-1 1 0,1 0 0,27-4 1675,55-19 522,-7 2-5444,2 6-7912,-59 12 9660,1-2 682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2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250 247 296,'-10'-7'1605,"1"0"-1,-1 1 1,-18-8 0,-24-16 5151,49 28-6505,0 0-1,0 0 1,0-1-1,1 1 0,-1-1 1,1 1-1,0-1 1,0 0-1,0 0 1,0 0-1,0 0 0,-2-7 1,4 7-222,-1 0-1,1 0 1,0 0 0,0 0-1,1 0 1,-1 0 0,1 0 0,-1 1-1,1-1 1,0 0 0,0 0-1,0 0 1,1 0 0,-1 1 0,1-1-1,-1 1 1,1-1 0,0 1-1,0 0 1,0-1 0,0 1 0,0 0-1,0 0 1,1 0 0,-1 1-1,1-1 1,3-1 0,9-6-103,0 0 0,0 2-1,22-9 1,-30 13 41,59-18-300,-62 20 313,-1 0 0,1 0 0,0 1 0,0-1 0,0 1 0,0 0 1,0 0-1,0 0 0,0 1 0,-1-1 0,1 1 0,0 0 0,0 0 0,5 3 1,-8-3 17,0 0 1,0 0 0,0 0 0,0 0-1,0 1 1,0-1 0,0 0 0,-1 1-1,1-1 1,-1 1 0,1-1 0,-1 1 0,1-1-1,-1 1 1,0-1 0,0 1 0,1-1-1,-1 1 1,0-1 0,-1 1 0,1 0-1,0-1 1,0 1 0,-1-1 0,1 1-1,-1-1 1,1 1 0,-1-1 0,0 0 0,0 3-1,-28 50 85,23-43-23,-39 66 269,16-30-94,3 1-1,-36 91 1,59-131-205,1 0-1,0 0 1,0 0-1,1 1 1,0-1-1,0 0 1,1 1-1,2 16 1,-2-23-27,0 1 0,1-1 0,0 0-1,0 1 1,0-1 0,0 0 0,0 1 0,0-1 0,0 0 0,1 0 0,-1 0 0,1 0-1,-1 0 1,1 0 0,0 0 0,0-1 0,0 1 0,0-1 0,0 1 0,0-1-1,0 0 1,1 0 0,-1 0 0,0 0 0,1 0 0,-1 0 0,1-1 0,-1 1 0,0-1-1,1 0 1,0 1 0,-1-1 0,4-1 0,0 1-19,0 0 1,0-1-1,0 1 1,0-1-1,-1-1 0,1 1 1,0-1-1,-1 0 1,1-1-1,-1 1 0,0-1 1,0 0-1,0 0 1,0 0-1,0-1 0,5-5 1,-8 6 48,0 1 1,0-1 0,0 0-1,0 0 1,0 0-1,-1 0 1,1 0-1,-1 0 1,0 0 0,0-1-1,0 1 1,0 0-1,-1-1 1,1 1-1,-1 0 1,0-1 0,0 1-1,0-1 1,0 1-1,-1 0 1,0-1-1,1 1 1,-1-1 0,0 1-1,-1 0 1,1 0-1,0 0 1,-1 0-1,-2-4 1,-6-8 244,-2-1-1,1 2 1,-2-1-1,0 2 0,0 0 1,-1 0-1,-22-14 1,-42-22-1334,1 14-5440,40 23-513,19 10 1282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3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52 16,'-2'-3'569,"1"0"0,-1 0 1,0-1-1,0 1 0,-1 0 0,1 1 1,-1-1-1,1 0 0,-1 1 0,0-1 1,0 1-1,0 0 0,0 0 0,0 0 1,-1 0-1,1 1 0,-1-1 0,-6-1 1,10 3-250,28 19 214,-26-1-232,-1-9 318,2-8 311,-2-2-891,-1-1 59,2 6-142,-3-1-8,-2-8 123,3 4-106,0 0 1,0-1-1,0 1 0,0-1 1,0 1-1,0 0 0,1-1 1,-1 1-1,1 0 1,-1-1-1,1 1 0,0 0 1,-1 0-1,1 0 0,0-1 1,0 1-1,-1 0 0,1 0 1,0 0-1,0 0 0,0 0 1,3-1-1,25-18-6103,-28 20 5977,0-1 0,0 1 0,-1 0 0,1 0 0,0 0 0,0 0 0,0 0 0,-1 0 0,1 0 0,0 1 0,0-1 1,0 0-1,-1 0 0,1 1 0,0-1 0,0 0 0,-1 1 0,1-1 0,0 1 0,-1-1 0,1 1 0,-1-1 0,1 1 0,0-1 1,-1 1-1,1 0 0,-1-1 0,0 1 0,1 0 0,-1-1 0,1 1 0,-1 0 0,0 0 0,0-1 0,1 2 0,3 12-591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3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8,'0'0'217,"11"-14"5667,10-12-3336,-20 27-2484,-1-1 1,0 1-1,1-1 1,-1 1-1,0 0 1,1-1-1,-1 1 1,0 0-1,0-1 1,0 1 0,0 0-1,1-1 1,-1 1-1,0 0 1,0 0-1,0-1 1,0 1-1,-1 0 1,1-1-1,0 1 1,0 0-1,0-1 1,-1 1-1,1 0 1,0-1-1,0 1 1,-1 0-1,1-1 1,-1 1-1,1-1 1,0 1-1,-1-1 1,1 1 0,-1-1-1,1 1 1,-1-1-1,0 1 1,1-1-1,-2 1 1,0 1 134,1 0 1,-1 0 0,0-1 0,0 1 0,0 0-1,0-1 1,-1 1 0,1-1 0,0 0-1,-4 2 1,31-16 44,-2 16-200,-32-4 482,9 0-650,0 0 0,0 1 0,0-1 0,0 0 0,0 0 1,0 0-1,0 1 0,0-1 0,0 0 0,0 0 0,1 0 0,-1 1 1,0-1-1,0 0 0,1 0 0,-1 1 0,1-1 0,-1 0 1,0 1-1,1-1 0,-1 1 0,1-1 0,0 0 0,-1 1 0,1-1 1,-1 1-1,2-1 0,0-1-705,-1 0 0,0 1 0,1-1-1,0 1 1,-1-1 0,1 1 0,0 0 0,0 0 0,0 0 0,0 0 0,3-1-1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264 311 196,'-73'-28'3110,"49"20"-55,0-1-1,-36-19 1,58 27-2953,1 0 1,-1 0 0,1 0-1,-1 0 1,1 0-1,0 0 1,-1 0 0,1 0-1,0-1 1,0 1-1,0 0 1,0-1 0,0 1-1,0-1 1,0 1-1,1-1 1,-1 0 0,0 1-1,1-1 1,-1 0-1,1 1 1,0-1 0,0 0-1,-1-1 1,2 0-52,-1 0 1,1-1-1,0 1 0,0 0 1,0 1-1,0-1 0,1 0 1,-1 0-1,1 0 0,0 1 1,0-1-1,2-2 0,8-8-81,0 2-1,1 0 1,24-18-1,-35 28 70,26-19-62,52-26-1,-70 41 24,-1 0-1,2 1 1,-1 1 0,0-1 0,1 2 0,0-1 0,-1 2-1,1-1 1,16 1 0,-25 1-1,0 0 0,0 0-1,-1 1 1,1-1 0,0 0 0,0 1-1,0-1 1,-1 1 0,1 0 0,0 0-1,-1 0 1,1-1 0,-1 1 0,1 1 0,-1-1-1,0 0 1,1 0 0,-1 0 0,0 1-1,0-1 1,0 1 0,2 1 0,-2 1-1,1 0 0,-1-1 0,0 1 1,0 0-1,0 0 0,0 0 0,-1-1 1,0 1-1,1 0 0,-2 4 1,0 8 8,-1 1 1,-1-1-1,-10 29 1,0-9 36,-2-1 0,-30 51 0,27-56 21,2 2-1,1 0 0,-14 46 1,28-74-60,1 0-1,-1-1 1,1 1 0,0 0 0,0-1 0,0 1 0,1 0 0,-1-1-1,1 1 1,0-1 0,0 1 0,0-1 0,1 1 0,-1-1-1,1 0 1,0 1 0,0-1 0,0 0 0,0 0 0,0 0 0,1-1-1,-1 1 1,6 4 0,-2-2 6,0-1 0,0 1 0,0-1-1,1 0 1,0 0 0,0-1 0,0 0 0,0 0-1,0 0 1,12 2 0,-18-5 0,-1 0 1,1 1-1,0-1 0,0 0 1,0 0-1,-1 0 0,1 0 0,0 1 1,0-1-1,0 0 0,0 0 1,-1-1-1,1 1 0,0 0 1,0 0-1,0 0 0,-1 0 0,1-1 1,0 1-1,0 0 0,-1-1 1,1 1-1,0-1 0,0 1 0,-1-1 1,1 1-1,-1-1 0,1 1 1,0-1-1,-1 1 0,1-2 1,-1 0 25,1 1 1,-1-1-1,-1 1 1,1-1 0,0 0-1,0 1 1,-1-1 0,1 1-1,0-1 1,-1 1 0,0-1-1,1 1 1,-1-1 0,-1-1-1,-35-45 928,-85-69 22,53 67-3250,-5 11-4962,71 37 6837,0 1 0,0 0 0,0-1 1,0 1-1,0 1 0,0-1 0,-1 0 1,1 1-1,0-1 0,-1 1 0,1 0 1,0 0-1,-1 1 0,1-1 1,0 1-1,-1-1 0,1 1 0,0 0 1,0 0-1,0 0 0,-5 3 0,-5 12-517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56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27 200,'-34'-7'7485,"31"6"-6857,-1 0-1,1 0 1,-1 0 0,0 0-1,1 0 1,-1 1 0,0-1-1,1 1 1,-1 0-1,0 1 1,-4 0 0,167-7 989,-30-3-1259,-161 13 179,-63 0 1,62-3 109,-61 7-1,144 9-923,61-9 288,-166-25 104,0 12-120,49 8 13,35 4-16,-5-2 15,-16-3-5,0 0 0,0 0 0,1-1 0,-1 0 0,0-1 0,1 0 0,-1 0 1,0 0-1,9-3 0,-16 3 0,-1 0 1,0-1 0,0 1-1,0 0 1,0-1-1,0 1 1,0 0 0,0 0-1,0-1 1,0 1 0,0 0-1,0-1 1,0 1-1,-1 0 1,1-1 0,0 1-1,0 0 1,0-1-1,0 1 1,0 0 0,-1 0-1,1-1 1,0 1-1,0 0 1,0 0 0,-1-1-1,1 1 1,0 0 0,0 0-1,-1 0 1,1-1-1,0 1 1,-1 0 0,1 0-1,0 0 1,-1 0-1,1 0 1,0 0 0,-1 0-1,1 0 1,0 0 0,0 0-1,-1 0 1,1 0-1,-1 0 1,-19-9 31,3 3-9,0 2 0,0 0 0,-1 1 0,1 0 0,-1 2 0,-29 1-1,47 0-24,1 0-1,-1 0 0,0 0 0,0 0 0,0 0 0,0 0 1,0 0-1,0 0 0,0 1 0,0-1 0,0 0 0,0 0 1,0 0-1,0 0 0,0 0 0,0 0 0,0 0 0,0 1 1,0-1-1,0 0 0,0 0 0,0 0 0,0 0 0,0 0 1,0 0-1,0 0 0,0 0 0,0 1 0,-1-1 0,1 0 1,0 0-1,0 0 0,0 0 0,0 0 0,0 0 0,0 0 1,0 0-1,0 0 0,0 0 0,0 0 0,-1 0 0,1 0 1,0 1-1,0-1 0,0 0 0,0 0 0,0 0 0,0 0 1,0 0-1,-1 0 0,1 0 0,0 0 0,0 0 0,17 5-1603,21 4-7327,-19-4 696,-23-2 7402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0.2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61 107 60,'11'-64'3002,"-11"59"-1928,0 0 1,0 1-1,0-1 1,0 1-1,-1-1 0,0 1 1,-2-6-1,-11 58 2760,-2 26-3166,-7 90-1,9-5-2860,16-103-3696,-2-55 5630,1 0-1,-1 1 0,0-1 1,0 0-1,1 0 0,-1 0 1,1 0-1,-1 0 0,1 0 1,-1 0-1,1 0 0,-1 0 0,1-1 1,0 1-1,0 0 0,0 0 1,-1 0-1,3 0 0,-2-1 127,0 0 0,0 1 0,0-1 0,0 0 0,0-1 0,0 1 0,0 0 0,0 0-1,0 0 1,0-1 0,0 1 0,0 0 0,0-1 0,0 1 0,0-1 0,0 1 0,0-1-1,0 0 1,-1 1 0,1-1 0,0 0 0,0 1 0,-1-1 0,2-1 0,14-16-334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0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111 105 216,'-44'-17'1603,"-23"-10"6956,67 27-8491,1 0 0,-1 0 1,0 1-1,0-1 0,0 0 1,0 0-1,0 0 0,0 0 0,0 0 1,0 0-1,1 0 0,-1 0 1,0 0-1,0 0 0,0 0 1,0 0-1,0 0 0,0 0 1,0-1-1,0 1 0,1 0 1,-1 0-1,0 0 0,0 0 0,0 0 1,0 0 272,0 0-272,0 0-1,1 0 0,-1-1 1,0 1-1,0 0 0,0 0 1,0 0-1,0 0 0,0 0 1,0 0-1,0 0 0,0 0 0,0 0 1,0-1-1,0 1 0,0 0 1,0 0-1,0 0 0,0 0 1,0 0-1,0 0 0,0 0 1,0-1-1,0 1 0,0 0 1,0 0-1,0 0 0,0 0 0,0 0 1,0 0-1,-1 0 0,1 0 1,0 0-1,0-1 0,19-3 1310,27-2-1348,-41 6 294,135-18 568,-51 6-352,-31 4-3034,-8 4-2510,-1 0-3518,-30 4 7190,1 2 694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1.4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89 28,'-11'-45'1997,"-8"3"5956,19 42-7866,-1 0 0,1-1 0,-1 1 0,1 0-1,-1 0 1,0 0 0,1 0 0,-1 0 0,1 0-1,-1 0 1,1 0 0,-1 0 0,1 0 0,-1 0 0,1 0-1,-1 0 1,1 0 0,-1 0 0,0 1 0,1-1-1,0 0 1,-1 0 0,1 1 0,-1-1 0,1 0 0,-1 1-1,1-1 1,-1 0 0,1 1 0,0-1 0,-1 1-1,1-1 1,0 1 0,-1-1 0,1 1 0,0-1 0,0 1-1,-1 0 1,-15 21 518,8-10-266,-10 15 482,-20 40 0,34-58-761,0-1 0,1 1 0,0 0 0,1 1 0,-1-1 0,2 1 0,-1-1 0,1 1 0,1 11 0,-1-19-59,1-1 1,0 1 0,0 0 0,0 0-1,0-1 1,0 1 0,0 0 0,1-1-1,-1 1 1,1 0 0,-1-1 0,1 1 0,-1 0-1,1-1 1,0 1 0,0-1 0,0 1-1,0-1 1,0 0 0,0 1 0,0-1 0,0 0-1,1 0 1,-1 0 0,0 0 0,1 0-1,-1 0 1,1 0 0,-1 0 0,1 0-1,-1-1 1,1 1 0,0-1 0,-1 1 0,1-1-1,0 0 1,-1 1 0,1-1 0,0 0-1,0 0 1,-1 0 0,1-1 0,0 1 0,-1 0-1,1 0 1,3-2 0,1 0 12,0 0 0,0-1 1,0 0-1,-1 0 0,1 0 0,-1-1 0,1 1 1,-1-1-1,0-1 0,-1 1 0,8-8 1,-5 0 199,0 1 0,0-1 0,-1 0 0,0-1 0,-2 1 0,1-1 1,-1 0-1,-1 0 0,0-1 0,1-24 0,0 24 597,2 14-425,10 26-341,1 2-66,-3-16-7,2 0 1,0 0 0,0-1-1,1-1 1,0-1-1,0-1 1,1 0 0,1-1-1,23 6 1,-42-13 28,1 0 0,-1 1 0,1-1 0,-1 0 0,1 0 0,-1 1 0,1-1 1,0 0-1,-1 0 0,1 0 0,-1 0 0,1 0 0,-1 0 0,1 0 0,0 0 0,-1 0 0,1 0 0,-1 0 0,1 0 1,-1 0-1,1 0 0,0 0 0,-1 0 0,1-1 0,-1 1 0,1 0 0,-1-1 0,1 1 0,-1 0 0,1-1 1,0 1-1,-7-19 70,-32-32-14,27 38-139,8 8 565,-13-17-1639,-4-18-6150,19 39 7088,1 0 1,-1 0-1,1 0 0,-1 0 0,1 0 0,0 0 0,0-1 0,-1 1 0,1 0 1,0 0-1,0 0 0,0-1 0,0 1 0,1 0 0,-1 0 0,0 0 0,0 0 1,1-1-1,-1 1 0,0 0 0,1 0 0,0 0 0,-1 0 0,1 0 1,-1 0-1,1 0 0,0 0 0,0 0 0,0 0 0,-1 1 0,1-1 0,0 0 1,0 0-1,0 1 0,0-1 0,0 1 0,0-1 0,1 1 0,-1-1 1,0 1-1,0 0 0,0-1 0,0 1 0,1 0 0,-1 0 0,0 0 0,0 0 1,0 0-1,0 0 0,1 0 0,-1 0 0,0 0 0,1 1 0,19 1-221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1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124 121 92,'1'-1'354,"0"1"0,1-1 0,-1 0-1,0 0 1,1 1 0,-1-1 0,0 0 0,0 0 0,0 0 0,0 0 0,0-1-1,0 1 1,0 0 0,0 0 0,0-1 0,-1 1 0,1 0 0,0-1-1,-1 1 1,1-1 0,-1 1 0,0-1 0,1 1 0,-1-1 0,0 1 0,0-1-1,0 1 1,0-1 0,0 1 0,0-1 0,0 1 0,-1-1 0,1 1-1,-1-1 1,1 1 0,-1 0 0,1-1 0,-1 1 0,0-1 0,0 0 0,-1 0 78,1 1 0,-1-1 0,1 1 0,-1-1 0,1 1 0,-1 0 0,0-1 0,0 1 0,0 0 0,1 0 0,-1 1 0,0-1 0,0 0 0,0 1 1,-4-2-1,-23 6-429,24-2 46,0 0-1,1 0 0,-1 1 1,1-1-1,-1 1 1,1 1-1,0-1 0,0 0 1,0 1-1,0 0 0,1 0 1,-1 0-1,1 0 1,0 1-1,1-1 0,-1 1 1,1 0-1,0 0 0,0 0 1,0 0-1,-1 8 1,2-10-52,1 1 1,0 0 0,0-1 0,0 1 0,0-1 0,1 1 0,0-1 0,0 1 0,0-1 0,0 1 0,0-1 0,0 1-1,1-1 1,0 0 0,0 0 0,0 0 0,0 0 0,0 0 0,0-1 0,1 1 0,-1 0 0,1-1 0,0 0-1,0 0 1,0 0 0,0 0 0,0 0 0,0 0 0,1-1 0,-1 0 0,0 1 0,5 0 0,-3-1 3,1 0 0,0 1 1,0-2-1,0 1 0,0-1 0,0 0 1,0 0-1,0 0 0,-1-1 0,1 0 1,0 0-1,0-1 0,0 1 0,-1-1 1,1-1-1,-1 1 0,0-1 1,1 0-1,-1 0 0,-1 0 0,1-1 1,0 0-1,-1 1 0,0-2 0,1 1 1,-2 0-1,1-1 0,0 0 0,-1 0 1,0 0-1,0 0 0,-1-1 1,0 1-1,1-1 0,-2 1 0,1-1 1,-1 0-1,0 0 0,0 0 0,0 1 1,-1-1-1,0 0 0,0 0 0,0 0 1,-1 0-1,0 0 0,0 0 1,-1 0-1,-2-5 0,3 7-442,-1 1-1,1 0 1,-1-1 0,0 1-1,0 0 1,-1 0 0,1 0-1,-1 1 1,1-1 0,-1 1-1,0-1 1,0 1-1,0 0 1,0 0 0,0 0-1,0 0 1,-1 1 0,1-1-1,-1 1 1,1 0 0,-1 0-1,-3 0 1,0 0-457,1 0-1,-1 0 1,0 1 0,1 0 0,-1 0 0,0 1-1,1 0 1,-1 0 0,1 1 0,-1-1-1,-8 5 1,-9 8-484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2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61 101 256,'-6'-26'1060,"-13"-21"5758,4 19 304,15 28-7026,0 1 0,0-1 0,0 0 1,0 0-1,0 0 0,0 0 0,0 0 0,-1 1 97,1-1-97,0 0 0,0 0 0,0 0 0,0 0 0,0 0 1,0 0-1,-1 0 0,1 0 0,0 0 0,0 0 0,0 0 0,0 1 1,0-1-1,-1 0 0,1 0 0,0 0 0,0 0 0,0 0 1,0 0-1,-1 0 0,1 0 0,0-1 0,0 1 0,0 0 1,0 0-1,0 0 0,-1 0 0,1 0 0,0 0 0,0 0 1,0 0-1,0 0 0,0 0 0,0 0 0,-1-1 0,1 1 1,0 0-1,0 0 0,0 0 0,0 0 0,0 0 0,0-1 1,-7 174 297,0 39-1144,8-174-1194,12 63 0,-1-52-2377,-11-47 3859,0 1 0,0-1 0,0 0 0,0 1 0,0-1-1,0 0 1,1 0 0,-1 0 0,1 0 0,0 0 0,-1 0 0,1 0 0,0-1 0,0 1 0,0 0-1,5 2 1,-7-4 379,1 0 0,-1 0 0,1 0 0,-1 0-1,1 1 1,-1-1 0,1 0 0,0 0 0,-1 0 0,1 0-1,-1 0 1,1 0 0,-1-1 0,1 1 0,-1 0-1,1 0 1,-1 0 0,1 0 0,0-1 0,-1 1 0,1 0-1,-1 0 1,0-1 0,1 1 0,-1 0 0,1-1-1,-1 1 1,1-1 0,-1 1 0,0 0 0,1-1 0,-1 1-1,0-1 1,0 1 0,1-1 0,-1 1 0,0-2-1,4-13-555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3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0 102 100,'0'-5'132,"1"1"0,-1 0 1,1-1-1,0 1 0,0 0 0,0-1 0,1 1 1,-1 0-1,1 0 0,0 0 0,0 0 0,0 0 1,1 1-1,0-1 0,-1 1 0,1 0 0,1-1 1,-1 1-1,0 0 0,1 1 0,-1-1 0,1 1 1,0-1-1,0 1 0,0 0 0,0 1 0,0-1 1,0 1-1,0 0 0,1 0 0,-1 0 0,0 0 1,1 1-1,6-1 0,2 1 239,0 0 1,0 0-1,0 1 1,0 1-1,0 0 0,-1 1 1,15 4-1,-19-5-42,-1 1 1,0 0-1,0 0 0,-1 0 1,1 1-1,-1 0 1,1 1-1,-1-1 0,0 1 1,-1 0-1,1 0 0,-1 1 1,7 10-1,-10-14-165,-1 1 0,0 0 0,0 0 0,0 0 0,0 0 0,-1 0 0,1 0 0,-1 0-1,0 1 1,0-1 0,0 0 0,0 0 0,0 0 0,-1 0 0,1 0 0,-1 0 0,0 0 0,0 0 0,0 0 0,0 0 0,-1 0 0,1 0-1,-1-1 1,0 1 0,1-1 0,-1 1 0,-1-1 0,1 0 0,0 1 0,0-1 0,-4 2 0,-9 9 160,-1-1 0,0-1 0,-28 16 0,39-25-279,4-1-50,-7 4-211,-1 0-1,-1 0 1,1-1-1,-1 0 1,-16 4-1,21-10-4200,13-7 1489,16-9-1222,-7 10 2743,-1 0-1,1 1 1,19-5-1,-6 3 957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3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89 76,'27'-18'293,"-10"-5"3823,-17 22-3835,1 0 1,-1 0-1,0 0 1,0 0-1,1 0 1,-1 0-1,0 0 1,0 0-1,0 0 1,0 0 0,0 0-1,0-1 1,0 1-1,-1 0 1,1 0-1,0 0 1,-1 0-1,1 0 1,0 0-1,-2-1 1,1 0 121,-1 0-1,1 1 1,-1-1-1,0 0 1,0 1-1,0 0 1,0-1-1,0 1 1,0 0 0,0 0-1,0 0 1,0 0-1,-3 0 1,-3-1-87,0 1-1,1 0 1,-1 0 0,0 1 0,0 0-1,0 0 1,1 1 0,-1 0 0,0 1 0,1-1-1,-1 2 1,1-1 0,-1 1 0,1 0-1,0 0 1,0 1 0,-8 5 0,3-1-257,0 0 0,0 1 0,1 0 0,0 1 0,0 0 0,1 1 0,1 0 0,-12 17 0,16-19-57,0 0-1,1 1 1,0-1 0,1 1-1,0 0 1,1-1 0,0 1-1,-1 15 1,2-23-11,1 0 0,0 1-1,-1-1 1,1 0 0,0 0 0,0 0 0,1 1-1,-1-1 1,0 0 0,1 0 0,-1 0 0,1 0-1,0 0 1,0 0 0,0 0 0,0 0 0,0 0-1,0 0 1,0 0 0,1 0 0,-1-1-1,1 1 1,-1-1 0,1 1 0,0-1 0,-1 1-1,1-1 1,0 0 0,0 0 0,0 0 0,0 0-1,0 0 1,0 0 0,0-1 0,0 1 0,1-1-1,-1 1 1,0-1 0,0 0 0,0 0 0,1 0-1,-1 0 1,4-1 0,0 1-6,-1-1 0,0 0 0,1-1 0,-1 1-1,0-1 1,0 0 0,0 0 0,0-1 0,0 0 0,-1 1 0,1-2 0,-1 1 0,0 0-1,0-1 1,6-6 0,2-5 10,-1 0 0,0-1 0,10-20 0,-14 21 28,2 1 1,0 0-1,19-23 1,-27 37-24,-1-1 0,1 1 0,0-1 0,-1 1 0,1-1 0,0 1 0,-1 0 0,1 0 0,0-1 0,0 1 0,-1 0 0,1 0 0,0 0 0,0 0 0,-1 0 0,1 0 0,0 0 0,0 0 0,-1 0 0,1 0 0,0 0 0,0 0 0,-1 1 0,1-1 0,0 0 0,-1 0 1,1 1-1,0-1 0,-1 1 0,1-1 0,0 0 0,-1 1 0,1-1 0,-1 1 0,1 0 0,-1-1 0,1 1 0,-1-1 0,1 1 0,-1 0 0,0-1 0,1 2 0,20 34-72,-18-29 46,4 7 738,17 33-1689,-16-33-759,0-1 0,1 0 0,17 19-1,-24-29 1334,0 0 0,1 0-1,-1-1 1,1 1 0,0-1-1,0 1 1,0-1 0,0 0-1,0 0 1,1 0 0,-1-1-1,1 1 1,-1-1 0,1 0-1,-1 1 1,1-2 0,0 1-1,-1 0 1,1-1 0,0 0-1,0 0 1,0 0 0,-1 0-1,1 0 1,0-1 0,0 0-1,-1 0 1,1 0 0,-1 0-1,1 0 1,-1-1 0,1 0-1,3-2 1,16-13-187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3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54 151 168,'3'-21'396,"3"-45"1161,-5 61-856,-1 0 0,0 0 1,-1 1-1,1-1 0,-1 0 0,0 0 1,0 1-1,-1-1 0,1 1 1,-4-8-1,5 11-558,0 1 1,-1 0-1,1 0 0,0-1 1,0 1-1,0 0 0,0 0 1,-1-1-1,1 1 0,0 0 1,0 0-1,-1 0 1,1-1-1,0 1 0,0 0 1,-1 0-1,1 0 0,0 0 1,0 0-1,-1-1 0,1 1 1,0 0-1,-1 0 0,1 0 1,0 0-1,-1 0 1,1 0-1,0 0 0,0 0 1,-1 0-1,1 0 0,0 0 1,-1 0-1,1 0 0,0 0 1,-1 1-1,1-1 1,0 0-1,-1 0 0,-9 13 2222,-4 20-881,9-8-1334,0-1 0,2 1 0,1 0 0,1 33-1,2-29-2894,7 45 0,7-13-4769,-14-58 7130,0 0 0,0 0 0,1 0 0,-1 0-1,1 0 1,-1 0 0,1 0 0,0 0 0,0-1 0,0 1 0,0-1-1,1 1 1,-1-1 0,1 0 0,-1 0 0,6 3 0,7-2-181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4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1 216 192,'10'-85'1274,"-2"18"1448,3 4 4348,-9 81-644,2 51-4455,-5-19-1304,-1-26-534,2 0-1,1 0 1,0 0-1,9 41 1,-10-64-131,1 1 1,-1-1 0,1 1 0,-1-1 0,1 1 0,-1-1 0,1 1 0,0-1-1,0 0 1,0 1 0,0-1 0,0 0 0,0 0 0,0 0 0,0 1 0,0-1-1,0 0 1,1-1 0,-1 1 0,0 0 0,1 0 0,-1 0 0,2 0 0,33-2 21,-33 0-24,0 0-1,1 1 1,-1-1 0,0 1-1,0 0 1,0 0 0,1 0-1,-1 0 1,0 0-1,0 1 1,0-1 0,0 1-1,1 0 1,-1 0 0,0 0-1,5 4 1,-2 0 7,0 1 0,0 1 1,0-1-1,-1 1 0,0 0 0,0 0 1,-1 0-1,4 11 0,-3-9-781,0 1 0,1-1 1,13 16-1,-14-72-16652,-12 24 16854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4.6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50 120,'-54'-17'2176,"18"7"4233,47 9 436,24-4-4776,9-2-3022,-16 4-1136,-3-1-1732,0 2 1,30 1 0,-9 8 1414,-16 1 1756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5.1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93 107 96,'17'-15'685,"18"-18"994,-34 32-1333,0 0 0,0 0-1,0-1 1,0 1 0,0 0 0,-1 0 0,1-1 0,0 1 0,-1-1 0,1 1 0,0 0 0,-1-1 0,0 1-1,1-1 1,-1 1 0,0-1 0,0 1 0,0-1 0,0 1 0,0-1 0,0 1 0,0-1 0,-1-1 0,0 1 26,0 1 1,1 0 0,-1 0-1,0 0 1,0 0 0,0 0 0,0 0-1,0 0 1,-1 0 0,1 0-1,0 0 1,0 0 0,0 1 0,-1-1-1,-2 0 1,-29-6 1996,24 7-2139,0-1 1,0 2-1,-1-1 0,-13 3 0,22-3-218,-1 1 0,0-1-1,0 0 1,0 1 0,0-1 0,1 1 0,-1-1-1,0 1 1,0 0 0,1 0 0,-1 0-1,1 0 1,-1 0 0,1 0 0,-1 0 0,1 0-1,-1 1 1,1-1 0,0 0 0,0 1-1,0-1 1,0 1 0,0 0 0,0-1-1,0 1 1,1 0 0,-1-1 0,0 1 0,1 0-1,-1 0 1,1 3 0,1 0 3,0 0 1,0 0-1,1 0 0,0 0 1,0 0-1,0-1 1,0 1-1,1-1 0,0 1 1,5 6-1,13 14 85,43 41-1,-8-11 280,-56-54-353,1-1 0,0 1 0,-1 0 0,1-1 1,0 1-1,-1-1 0,1 1 0,-1 0 0,1 0 0,-1-1 0,1 1 0,-1 0 0,1 0 0,-1-1 0,0 1 0,0 0 0,1 0 0,-1 0 0,0 0 0,0 0 0,0 0 0,0-1 0,0 1 0,0 0 0,0 0 0,0 0 0,0 1 1,-1-2 3,0 1 1,0 0 0,0-1 0,0 1 0,0-1 0,0 1-1,0-1 1,0 1 0,0-1 0,0 0 0,0 0 0,0 1-1,0-1 1,0 0 0,0 0 0,0 0 0,0 0 0,-2 0-1,-3-1-183,0 1 1,-1-1-1,1 0 0,-1-1 0,1 1 0,-8-4 0,-16-22-7833,29 27 7703,1-1 1,-1 1-1,0-1 1,1 1-1,-1-1 1,1 1-1,-1-1 1,1 0-1,-1 1 1,1-1-1,-1 0 1,1 0-1,-1 1 1,1-1-1,0 0 1,0 0-1,-1 1 1,1-1-1,0 0 1,0 0-1,0 0 1,0 1-1,0-1 1,0 0-1,0 0 1,0 0-1,0 0 1,0 1-1,0-1 1,0 0-1,1 0 1,-1 0-1,0 1 1,1-1 0,-1 0-1,1 0 1,-1 1-1,0-1 1,1 0-1,0 1 1,-1-1-1,1 1 1,0-1-1,10-2-747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5.8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0 195 224,'27'-97'3797,"-15"49"1681,3 1 3949,-15 47-9393,0 0-1,0-1 1,0 1-1,0 0 0,0 0 1,0 0-1,0 0 1,0 0-1,0 0 0,0 0 1,1 0-1,-1 0 0,0-1 1,0 1-1,0 0 1,0 0-1,0 0 0,0 0 1,0 0-1,0 0 1,1 0-1,-1 0 0,0 0 1,0 0-1,0 0 1,0 0-1,0 0 0,0 0 1,1 0-1,-1 0 1,0 0-1,0 0 0,0 0 1,0 0-1,0 0 0,0 0 1,0 0-1,1 0 1,-1 0-1,0 0 0,0 0 1,0 0-1,0 1 1,0-1-1,0 0 0,0 0 1,0 0-1,1 0 1,-1 0-1,0 0 0,0 0 1,0 0-1,0 0 1,0 1-1,0-1 0,0 0 1,0 0-1,0 0 1,0 0-1,0 0 0,0 0 1,0 0-1,0 1 0,0-1 1,8 16 604,2 18-425,-6 23-48,-5 86 0,-1-28-1859,3-82-1168,7 48 0,-6-71 1592,0-1 0,1 0-1,-1 0 1,2-1 0,5 12 0,-8-18 1020,-1 0 1,2 0 0,-1 0-1,0 0 1,0 0-1,1 0 1,-1-1-1,1 1 1,-1 0 0,1-1-1,0 1 1,0-1-1,0 1 1,0-1-1,0 0 1,0 0-1,0 0 1,0 0 0,0 0-1,0-1 1,0 1-1,1 0 1,-1-1-1,0 0 1,1 1-1,3-1 1,8-5-235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6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65 163 16,'-11'-6'148,"7"5"53,-1-1 0,1-1-1,-1 1 1,1-1 0,0 1 0,0-1-1,0-1 1,0 1 0,0 0-1,1-1 1,-5-6 0,8 9-123,0 0 0,0 0-1,0 1 1,0-1 0,0 0 0,0 0 0,0 0-1,0 1 1,1-1 0,-1 0 0,0 0 0,1 1 0,-1-1-1,1 0 1,-1 0 0,0 1 0,1-1 0,0 0-1,-1 1 1,1-1 0,-1 1 0,1-1 0,0 1 0,-1-1-1,1 1 1,0-1 0,-1 1 0,1 0 0,0-1-1,1 1 1,28-12 579,-26 10-508,69-18 835,133-19 1,-199 38-918,-3 0 67,1 0 1,-1 0 0,1 1 0,-1 0-1,1 0 1,-1 0 0,1 0-1,-1 1 1,1-1 0,-1 1 0,1 0-1,-1 1 1,1-1 0,5 4-1,-8-3 35,0-1 0,0 1 0,-1 0 0,1 1 0,0-1 0,-1 0 0,0 0 0,1 1 0,-1-1 0,0 0 0,0 1 0,0-1 0,-1 1 0,1 0 0,-1-1 0,1 1 0,-1-1 0,0 1 0,0 0 0,0-1 0,0 1 0,-1 0 0,1-1 0,-1 1 0,-1 4 0,-2 13 739,0-1-456,0 1 1,2 0 0,0 0-1,1 0 1,2 25 0,-1-40-434,1-1 0,-1 0 0,1 0 1,0 0-1,1 0 0,-1 0 0,1 0 1,-1 0-1,1-1 0,0 1 0,1 0 1,-1-1-1,1 0 0,-1 1 1,1-1-1,0 0 0,0 0 0,0-1 1,1 1-1,-1-1 0,1 1 0,-1-1 1,1 0-1,0-1 0,0 1 0,0-1 1,0 1-1,0-1 0,0 0 1,0-1-1,7 2 0,-9-2 11,1 1 0,0-1 0,0 0 0,0 0-1,0 0 1,0 0 0,0 0 0,0-1 0,0 1 0,0-1 0,0 0 0,0 0-1,0 0 1,0 0 0,-1 0 0,1-1 0,0 1 0,-1-1 0,0 1 0,1-1-1,2-3 1,-3 2 24,0 0 0,0-1-1,0 1 1,0-1-1,-1 1 1,1-1 0,-1 0-1,0 0 1,0 1 0,0-1-1,-1 0 1,1 0 0,-1 0-1,0-5 1,-1-3-140,0-1-1,-1 1 1,-1-1 0,0 1-1,0 0 1,-1 0 0,0 0-1,-1 1 1,-8-14 0,4 11-1393,-1 1 1,0 1-1,-1-1 1,0 1-1,-22-16 1,27 22 681,-2 1 1,1 0 0,0 0-1,-1 1 1,0 0 0,0 0 0,0 1-1,-1 0 1,1 1 0,-1-1 0,-16-1-1,6 5 188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7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421 79 60,'0'-4'352,"-1"1"0,1-1 0,-1 1 1,0-1-1,0 1 0,-1 0 0,1-1 0,-1 1 0,1 0 0,-1 0 0,0 0 1,0 0-1,0 1 0,0-1 0,-1 0 0,1 1 0,-1-1 0,0 1 1,0 0-1,-3-2 0,1 2 297,0-1 1,-1 1 0,0 0 0,0 1-1,1 0 1,-1 0 0,0 0-1,0 0 1,0 1 0,-12 1-1,2 0 600,0 1-1,1 1 0,-23 7 0,-32 18-363,54-20-666,0 1 1,0 1-1,-26 21 1,37-26-202,-1 0 0,1 0 0,0 1 0,0-1-1,0 1 1,1 0 0,0 0 0,0 1 0,1-1 0,0 1 0,0 0 0,-3 10 0,6-16-19,-1 1 1,1-1-1,-1 1 1,1-1-1,0 1 1,0 0-1,0-1 1,0 1-1,0 0 1,0-1-1,0 1 0,1-1 1,-1 1-1,0 0 1,1-1-1,-1 1 1,1-1-1,0 1 1,0-1-1,-1 0 1,1 1-1,0-1 0,0 0 1,0 1-1,0-1 1,3 2-1,-1-2-2,0 1-1,0-1 1,0 0-1,0 0 1,0 0-1,0 0 1,0-1-1,0 1 1,0-1-1,1 0 1,-1 0 0,6-1-1,5-1-11,0 0 0,-1-1 0,1-1 0,0 0 0,13-7 0,-10 2 11,-1 0-1,-1-2 1,0 1 0,0-2-1,21-21 1,34-28 3,-69 61 0,0-1 0,-1 1 0,1 0 1,-1-1-1,1 1 0,0 0 1,-1-1-1,1 1 0,0 0 0,-1 0 1,1 0-1,0-1 0,0 1 1,-1 0-1,1 0 0,0 0 0,-1 0 1,1 0-1,0 1 0,0-1 1,-1 0-1,1 0 0,0 0 0,-1 0 1,1 1-1,0-1 0,-1 0 1,1 1-1,0-1 0,-1 1 0,1-1 1,-1 1-1,1-1 0,-1 1 1,1-1-1,-1 1 0,1-1 0,-1 1 1,0-1-1,1 1 0,-1 0 1,0-1-1,1 1 0,-1 0 0,0-1 1,0 1-1,0 0 0,1-1 1,-1 1-1,0 0 0,0 0 0,0 0 1,5 43 42,-5-42-38,0 318 737,-2-137-597,3-149-138,-2-1 0,-2 1 0,-1 0 0,-10 39 0,12-63 3,-1-1-1,-1 0 1,0 0 0,0 0 0,-1 0 0,0-1 0,0 1 0,-9 9 0,10-14-3,-1 1 1,0-1-1,0 0 1,0 0-1,0-1 0,0 1 1,-1-1-1,1 0 1,-1-1-1,0 1 1,0-1-1,0 0 1,0-1-1,-8 2 1,7-3-18,0 1 1,0-1 0,0 0-1,0-1 1,1 0 0,-1 0-1,0 0 1,0-1 0,1 0-1,-1 0 1,1 0-1,-1-1 1,1 0 0,0-1-1,0 1 1,0-1 0,1 0-1,-1-1 1,1 1 0,0-1-1,0 0 1,1 0 0,0-1-1,-1 1 1,2-1-1,-1 0 1,1 0 0,-3-7-1,-1-1-59,1 0 0,1-1-1,0 0 1,0 0-1,2 0 1,0 0-1,1-1 1,0 1 0,1-1-1,1 1 1,3-24-1,-1 24-94,2 0 0,0 0 1,0 0-1,1 1 0,11-21 0,-8 20-974,1 0 1,1 1 0,0 0-1,16-16 1,0 5-1654,1 1 0,1 1 0,0 1 0,40-21-1,-35 24 2172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7.5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177 127 152,'17'-31'1237,"-16"28"-557,0 0 1,0 0-1,0 0 0,-1 0 1,1 0-1,-1 0 1,0 0-1,0 0 1,0-1-1,0 1 1,0 0-1,-2-5 0,1 6-270,1 1 0,-1-1-1,0 0 1,0 1 0,0-1-1,0 1 1,0-1-1,0 1 1,0-1 0,0 1-1,0-1 1,-1 1 0,1 0-1,-1 0 1,1 0 0,-1 0-1,1 0 1,-1 0-1,0 0 1,-3 0 0,2 0-326,-1 0-1,1 0 1,-1 1 0,1 0 0,-1 0 0,0 0 0,1 0 0,-7 1 0,3 1-33,0 0 0,0 1 0,0 0 1,0 0-1,1 0 0,-1 1 0,1 0 1,0 0-1,0 0 0,0 1 0,1 0 0,0 0 1,0 1-1,0 0 0,0-1 0,1 1 1,0 1-1,0-1 0,1 1 0,0-1 0,0 1 1,1 0-1,-1 0 0,1 0 0,1 1 0,-1-1 1,2 0-1,-1 1 0,1-1 0,0 0 1,0 1-1,0-1 0,1 0 0,1 1 0,-1-1 1,1 0-1,0 0 0,6 12 0,-7-17-48,1 1-1,-1 0 0,1-1 0,0 1 0,0-1 1,0 0-1,0 0 0,0 0 0,1 0 0,-1 0 1,1 0-1,-1 0 0,1-1 0,0 1 1,-1-1-1,1 0 0,0 0 0,0 0 0,0 0 1,0 0-1,0-1 0,0 1 0,0-1 1,0 0-1,0 0 0,0 0 0,0 0 0,0-1 1,0 1-1,0-1 0,0 0 0,0 0 0,0 0 1,5-2-1,-4 1 0,1-1 0,0 0 0,-1 0 0,1 0 0,-1 0 0,0-1 0,0 0 0,0 0-1,-1 0 1,1 0 0,-1 0 0,0-1 0,0 1 0,-1-1 0,1 0 0,-1 0 0,0 0 0,3-10 0,-3-3-203,0 1 1,-1 0-1,0 0 1,-2-1-1,-2-22 0,-7-1-4288,-5 4-5513,19 44 4265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8.2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156 523 192,'1'-1'399,"1"0"-1,-1 0 1,0 0 0,0 0 0,1-1-1,-1 1 1,0 0 0,0-1 0,0 1-1,0 0 1,0-1 0,-1 1 0,1-1-1,0 0 1,-1 1 0,1-1 0,-1 1-1,0-1 1,1 0 0,-1 1 0,0-1-1,0 0 1,0 0 0,0 1 0,0-1-1,-1 0 1,1 1 0,0-1-1,-1 0 1,1 1 0,-1-1 0,0 1-1,1-1 1,-1 1 0,0-1 0,0 1-1,0-1 1,0 1 0,0 0 0,0 0-1,-1-1 1,-1 0 0,1 0 59,0 0 1,0 0-1,0 0 0,-1 1 1,1 0-1,-1-1 0,1 1 1,-1 0-1,1 0 0,-1 0 0,1 0 1,-5 0-1,5 1-437,-1-1 0,1 1 0,0 0 0,0 1 0,0-1 0,-1 0 0,1 0 0,0 1 0,0 0 0,0-1 0,0 1 0,0 0 0,0 0 0,0 0 0,0 0 0,0 0 0,-2 3-1,-4 3 24,0 1-1,1 1 1,0 0-1,0 0 1,1 0-1,0 0 1,1 1-1,-7 18 1,9-21-56,0 0 0,1 1 0,-1-1 1,2 0-1,-1 1 0,1-1 0,0 1 1,1-1-1,0 1 0,0-1 0,1 1 1,0-1-1,3 15 0,-4-20 6,1-1 0,-1 0 0,0 1 0,1-1 0,0 0 0,-1 0 0,1 1-1,0-1 1,-1 0 0,1 0 0,0 0 0,0 0 0,0 0 0,0 0 0,0 0 0,0 0 0,0 0-1,0-1 1,0 1 0,0 0 0,1-1 0,-1 1 0,0 0 0,1-1 0,-1 0 0,0 1 0,2-1-1,0 0-2,-1-1 0,1 1 0,-1-1 0,0 0 0,1 1-1,-1-1 1,0 0 0,0-1 0,0 1 0,0 0-1,0-1 1,0 1 0,4-4 0,2-3-13,1-1 1,-1-1-1,-1 1 0,12-22 1,-3-5 20,10-15-30,-23 55 16,0 1 0,-1-1-1,1 1 1,-1 0 0,0 0-1,-1 0 1,1 0 0,1 10-1,0-4-16,-2-6-27,0 0-1,1 0 0,-1-1 0,1 1 0,0-1 0,0 1 1,1-1-1,-1 0 0,1 0 0,0 0 0,0 0 0,1 0 1,-1-1-1,1 1 0,-1-1 0,1 0 0,0 0 0,0 0 1,1-1-1,-1 1 0,1-1 0,-1 0 0,1 0 0,-1-1 1,1 0-1,0 1 0,0-2 0,0 1 0,0 0 0,0-1 0,0 0 1,0 0-1,-1 0 0,1-1 0,8-2 0,4 0 26,0-1-1,0 0 1,0-1-1,-1-1 1,0-1-1,0 0 1,-1-1 0,0-1-1,0-1 1,-1 0-1,0 0 1,-1-1-1,0-1 1,-1-1-1,0 1 1,-1-2-1,-1 0 1,0 0-1,0 0 1,-2-2-1,0 1 1,0-1-1,-2 0 1,0 0 0,-1-1-1,0 0 1,-2 0-1,0 0 1,2-30-1,-5 27 62,0 0-1,-1 0 0,-1-1 1,-1 1-1,-1 1 0,0-1 1,-2 1-1,0-1 0,-1 1 1,-1 1-1,-16-28 0,23 44-19,-1-1 0,0 1 1,0-1-1,0 1 0,0 0 0,0-1 0,0 1 0,-1 0 0,1 1 0,-1-1 1,1 0-1,-1 1 0,0-1 0,0 1 0,0 0 0,-4-1 0,5 1-2,0 1-1,0 0 1,-1 1-1,1-1 1,0 0-1,0 0 1,0 1-1,0 0 1,0-1-1,0 1 1,0 0-1,0 0 0,0 0 1,0 0-1,0 0 1,1 0-1,-1 1 1,-2 1-1,-2 3 3,0 1-1,0 1 0,1-1 1,-1 1-1,2 0 0,-1 0 1,1 1-1,0-1 0,-3 13 1,-3 15-218,1 1 1,1 1 0,3-1 0,1 1-1,1 0 1,3 0 0,4 44 0,0-46-1703,1 0 0,2 0 1,2-1-1,17 46 1,-22-71 1232,0-1 1,0 1-1,1-1 1,0 0-1,0 0 1,1-1-1,0 0 1,1 0 0,0 0-1,0-1 1,1 0-1,14 11 1,10-1 136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32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35 204,'-13'-8'1271,"0"-5"5987,14 4-886,19 6-4225,-19 2-2090,-1 1 0,1 0 0,-1 0 0,1 0 0,0 0 0,-1-1 0,1 1 0,-1 0 0,1 0 0,0 0 0,-1 0 0,1 1 0,0-1 0,-1 0 0,1 0 0,-1 0 0,1 0 0,0 1 0,-1-1 0,1 0 0,-1 1 0,1-1 0,-1 0 0,1 1 0,-1-1 0,1 1 0,-1-1 0,1 0 0,-1 1 0,0-1 0,1 1 0,-1 0 0,0-1 0,1 1 0,-1-1 0,0 1 0,0-1 0,0 1 0,1 0-1,-1-1 1,0 1 0,0-1 0,0 1 0,0 0 0,0-1 0,0 1 0,0 0 0,0-1 0,0 1 0,0-1 0,-1 1 0,1 0 0,0-1 0,0 1 0,-1-1 0,1 1 0,0-1 0,-1 2 0,0 0 59,-1 1-1,0 0 1,0-1-1,0 1 1,0-1-1,0 0 0,0 0 1,-1 0-1,1 0 1,-5 3-1,3-3-18,1-1 0,-1 1 0,0-1 1,0 0-1,0 0 0,0 0 0,-1-1 0,-7 1 0,12-1-90,0 0 0,-1 0 0,1 0 0,0 0 0,-1 0-1,1 0 1,0 0 0,-1 0 0,1 0 0,0-1 0,-1 1-1,1 0 1,0 0 0,-1 0 0,1 0 0,0-1 0,-1 1 0,1 0-1,0 0 1,0 0 0,-1-1 0,1 1 0,0 0 0,0-1 0,-1 1-1,1 0 1,0 0 0,0-1 0,0 1 0,0 0 0,0-1-1,-1 1 1,1 0 0,0-1 0,0 0 0,14-20-61,15 0 622,3 10-5020,-31 11 4119,0-1 0,0 1 0,0 0-1,0 0 1,1 0 0,-1 0 0,0 1 0,0-1 0,0 0 0,0 0 0,0 1 0,0-1 0,0 0-1,1 1 1,-1-1 0,0 1 0,0 0 0,-1-1 0,1 1 0,0 0 0,1 0 0,-1 1-115,0 0 0,0 0 0,0-1 1,-1 1-1,1 0 0,0 0 1,-1 0-1,0 0 0,1 0 0,-1 0 1,0-1-1,0 1 0,0 0 1,0 0-1,0 0 0,-1 0 0,0 2 1,-10 48-2744,4-25 2718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32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33 76,'23'-13'3509,"-20"12"-2741,-1 1 0,0-1-1,1 1 1,-1 0 0,1-1 0,-1 1 0,1 0-1,-1 1 1,0-1 0,1 0 0,-1 1-1,5 1 1,-5-2-334,0 1 0,-1 0 0,1 0 1,-1 0-1,1 0 0,-1 0 0,1 0 0,-1 0 0,0 0 0,1 0 0,-1 1 1,0-1-1,0 1 0,0-1 0,0 1 0,0-1 0,1 3 0,0 25-820,-2-29 416,0 1 0,0 0 0,0 0 0,0-1 0,0 1 0,0 0 0,-1-1 0,1 1 0,0 0 0,-1-1 1,1 1-1,0 0 0,-1-1 0,1 1 0,0-1 0,-1 1 0,1 0 0,-1-1 0,1 1 0,-1-1 0,0 1 0,1-1 0,-1 0 0,1 1 0,-1-1 0,0 0 0,1 1 0,-1-1 0,0 0 1,1 0-1,-1 1 0,0-1 0,0 0 0,1 0 0,-1 0 0,0 0 0,1 0 0,-1 0 0,0 0 0,0 0 0,1-1 0,-2 1 0,0-1-18,1 1-1,-1-1 0,1 0 1,-1 0-1,1 1 0,-1-1 1,1 0-1,0 0 0,0 0 1,-1-1-1,1 1 1,0 0-1,0 0 0,0-1 1,0 1-1,0 0 0,1-1 1,-2-2-1,-2-31-455,1 5-3725,-18 55-7843,-9 29 7242,13-21 3835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37.9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50 142 56,'-10'-106'5917,"10"106"-5799,0-1-1,0 1 1,0 0-1,0-1 1,0 1-1,0 0 0,0 0 1,0-1-1,0 1 1,0 0-1,0-1 1,0 1-1,-1 0 1,1 0-1,0-1 1,0 1-1,0 0 1,0 0-1,-1 0 0,1-1 1,0 1-1,0 0 1,0 0-1,-1 0 1,1-1-1,0 1 1,0 0-1,-1 0 1,1 0-1,0 0 1,-1 0-1,1 0 0,0 0 1,0 0-1,-1 0 1,1 0-1,0 0 1,-1 0-1,1 0 1,0 0-1,0 0 1,-1 0-1,1 0 1,0 0-1,-1 0 0,1 0 1,0 0-1,0 0 1,-1 0-1,1 1 1,0-1-1,0 0 1,-1 0-1,1 0 1,0 0-1,0 1 1,0-1-1,-1 0 0,1 0 1,0 1-1,0-1 1,0 0-1,0 0 1,0 1-1,-1-1 1,1 0-1,0 0 1,0 1-1,-14 20 3169,9 12-3104,1 0-1,1 0 1,3 0 0,0 0 0,2 1 0,2-1 0,1-1 0,1 1 0,16 49 0,-18-69-128,3 6-340,-4-37-1757,-1-8-2304,8-51 0,-6 57 3451,-1-1-1,0 1 0,-2-1 0,-2-30 0,-1 29 1071,-2-1-1,0 1 1,-2 0-1,-1 1 1,0-1-1,-1 1 0,-22-38 1,69 90 6265,79 61-5263,-80-72-991,0-2 1,48 14-1,21 10 58,-87-35-170,-15-4 2021,-23-3-509,15 0-1553,-14 1 153,-1 1 0,1 1 1,0 1-1,0 0 0,1 1 0,-1 1 0,-22 11 0,-107 63-212,67-34 645,36-21-1639,36-21-2643,45-23-9946,-31 13 12777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1.0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232 160 160,'2'-6'223,"0"0"-1,1 0 1,-1 0-1,1 0 1,1 0-1,-1 1 1,1 0-1,0 0 1,0 0-1,0 0 1,1 0-1,-1 1 1,1 0-1,1 0 1,-1 0-1,7-3 1,-3 1 211,0-1 1,-1 1 0,0-2-1,11-11 1,-19 19-338,0 0 0,1-1 0,-1 1 0,0-1 0,1 1 1,-1 0-1,0-1 0,1 1 0,-1-1 0,0 1 0,0 0 0,0-1 0,1 1 0,-1-1 0,0 1 1,0-1-1,0 1 0,0-1 0,0 1 0,0-1 0,0 1 0,0-1 0,0 1 0,0-1 1,0 1-1,0-1 0,0 1 0,-1-1 0,1 1 0,0-1 0,0 1 0,0-1 0,-1 0 1,-17-6 1603,-28 6-538,45 1-1087,-21 1 72,0 2 0,1 0-1,0 2 1,0 0 0,0 1-1,0 1 1,1 1-1,0 1 1,-24 15 0,41-23-146,1 1 1,-1-1 0,1 1 0,-1-1-1,1 1 1,0 0 0,0 0 0,0 0-1,0 0 1,0 0 0,0 0-1,0 1 1,1-1 0,-1 1 0,1-1-1,0 1 1,0-1 0,0 1 0,0 0-1,0 0 1,0-1 0,1 1 0,0 0-1,-1 0 1,1 0 0,0 0 0,0 0-1,0-1 1,1 1 0,-1 0-1,2 5 1,2-1-5,0 0-1,0 0 1,0-1-1,1 1 1,0-1 0,0 0-1,0-1 1,1 1-1,0-1 1,11 7-1,61 39 12,-56-38 122,-1 0 0,0 2 1,-1 0-1,-1 1 0,21 22 0,-38-36-54,-1-1 0,1 1 0,-1-1 0,0 1 0,0-1-1,0 1 1,0 0 0,0-1 0,0 1 0,0 0 0,-1 0 0,1 0-1,-1 0 1,1 0 0,-1 0 0,0 0 0,0 0 0,0 0 0,0 0-1,0 0 1,0 0 0,0 0 0,0-1 0,-1 1 0,-1 4 0,0-3 4,0 0 0,0 0 0,0 0 0,-1-1 0,1 1 0,-1-1 0,0 1 0,0-1 0,0 0 0,0 0 1,0 0-1,-7 2 0,-10 5 59,-1-2 1,0-1 0,-34 6 0,53-12-138,-22 6-127,-51 8 422,72-13-447,1-1 0,-1 0-1,0 0 1,1 0-1,-1 0 1,0 0 0,1-1-1,-1 1 1,0-1-1,1 1 1,-1-1 0,1 0-1,-1 0 1,1 0-1,-1 0 1,1-1 0,0 1-1,0-1 1,0 1-1,0-1 1,0 0-1,-2-2 1,3 2-382,0-1 0,0 1-1,1-1 1,-1 0 0,1 1 0,0-1-1,0 0 1,0 1 0,0-1 0,0 0 0,0 1-1,1-1 1,-1 1 0,1-1 0,0 1-1,1-5 1,19-40-4501,-12 32 4215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3.6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52 24,'-87'-10'3109,"31"-3"5886,66 15-8515,0-1 1,0 0-1,0-1 0,1 0 1,15-2-1,11 0-332,99 1-726,197-26-1,-323 26-556,-15 17-10910,-2-12 11348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4.3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211 144 28,'0'-1'63,"15"-37"1205,-10 9 6854,-14 35-6161,-7 9-204,-17 32 346,-54 101 0,44-72-1885,37-66-210,-21 42 9,25-49-22,1 0 1,0 0-1,-1 0 1,1 0-1,1 1 1,-1-1-1,0 0 1,1 0-1,0 1 1,-1-1-1,1 0 1,1 0-1,0 7 1,-1-9 3,1-1-1,-1 0 1,0 1-1,1-1 1,-1 1 0,1-1-1,-1 0 1,1 1 0,-1-1-1,1 0 1,-1 1 0,1-1-1,-1 0 1,1 0-1,-1 0 1,1 1 0,0-1-1,-1 0 1,1 0 0,-1 0-1,1 0 1,-1 0 0,1 0-1,0 0 1,-1 0-1,1 0 1,-1-1 0,1 1-1,0 0 1,-1 0 0,1 0-1,-1-1 1,1 1-1,-1 0 1,1-1 0,-1 1-1,1 0 1,-1-1 0,0 1-1,1-1 1,-1 1 0,1 0-1,-1-1 1,1 0-1,23-21-12,-22 20 9,11-12-6,-1-1 1,-1 0-1,0-1 1,-1-1-1,-1 1 0,0-1 1,10-31-1,0-10 72,11-64-1,-13 48 265,-2 37 110,-2 30-54,-12 7-360,-1 1 0,1-1 1,0 1-1,0-1 0,0 1 0,0 0 1,0-1-1,-1 1 0,1 0 0,0-1 1,-1 1-1,1 0 0,0 0 0,-1 0 1,1 0-1,-1 0 0,1 0 0,-1 0 1,1 1-1,22 54 775,23 80 0,-29-80-751,40 90 1,-55-142-660,13 29 527,-12-22-2987,-26-25-13928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4.7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80 100,'-21'-4'360,"7"-2"348,2 3 464,8 3 1644,13 0-1379,3 0-153,6-2-244,8 0-256,0-2-216,4 0-364,-2 2-720,2-2-1376,0-1-468,1-1 123,-1-2 481,10-7 628,1 0 612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5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11 136,'-34'5'1073,"25"-5"419,-1 1 1,1 1-1,0 0 1,-15 5-1,24-6-1359,0-1-1,1 1 0,-1-1 0,0 1 0,1-1 1,-1 1-1,1-1 0,-1 1 0,0-1 0,1 0 0,-1 1 1,1-1-1,-1 1 0,1-1 0,0 0 0,-1 0 0,1 1 1,-1-1-1,1 0 0,-1 0 0,1 0 0,0 1 1,-1-1-1,1 0 0,0 0 0,-1 0 0,1 0 0,-1 0 1,2-1-1,27 8 321,41-5 300,1-3 1,75-11 0,-34 2-319,-105 9-572,80-4 446,-51 4-3050,-66-7-9777,19 2 11883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6.8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67 24,'35'-38'1899,"-19"12"2110,-22 24 753,-24 12-2239,6 3-1827,1 0 1,0 2-1,1 0 0,-25 24 0,26-21-603,2 1 1,0 1-1,1 1 0,2 1 0,0 0 0,1 1 0,-18 36 1,30-51-96,-1 0 1,2 0-1,-1 0 1,1 0 0,0 1-1,1-1 1,0 1-1,0-1 1,1 1 0,0-1-1,1 1 1,-1-1-1,4 13 1,-2-15-8,0 1 0,1 0 0,0-1-1,0 0 1,0 0 0,1 0 0,0 0 0,0-1-1,1 1 1,-1-1 0,1 0 0,0 0 0,0-1 0,1 1-1,0-1 1,-1 0 0,8 2 0,0 1-61,0-1 0,1-1 0,-1 0 0,1-1 1,0-1-1,28 4 0,-33-6 17,0 0 1,0-1-1,0 0 1,0-1 0,0 1-1,-1-2 1,1 1-1,0-1 1,0-1-1,-1 1 1,0-2 0,13-5-1,-20 8 52,0 1 0,0-1-1,1 0 1,-1 0 0,0 1 0,0-1-1,0 0 1,0 0 0,0-1 0,0 1-1,0 0 1,0 0 0,0 0-1,0-1 1,-1 1 0,1 0 0,-1 0-1,1-1 1,-1 1 0,1-1 0,-1 1-1,0-1 1,0 1 0,1 0 0,-1-1-1,0-2 1,-1 1 2,0 0 0,0 0 0,-1 1 0,1-1 1,0 0-1,-1 0 0,1 1 0,-1-1 0,0 1 0,0 0 0,0-1 0,-3-1 0,-6-6 14,0 1 0,-1 1-1,0 0 1,-17-8-1,-5 2 7,1 1 0,-2 1-1,-46-8 1,100 22-158,0 0-1,0-1 1,36-4 0,-35 1 120,0 1 0,1 0 0,-1 2 0,0 0 0,0 2 0,23 5 0,-39-7 36,0 1-1,0 1 1,0-1 0,0 1-1,0-1 1,-1 1-1,1 0 1,-1 0 0,0 1-1,0-1 1,0 1-1,0-1 1,0 1 0,-1 0-1,0 0 1,0 0-1,0 0 1,0 1 0,-1-1-1,2 6 1,3 14 175,-1 1 0,4 40 0,-3-18-64,-4-34-393,1 10 376,2 1 0,1 0 0,12 33 0,-15-52-481,0 1 0,0 0 0,0 0 0,1-1 0,-1 0 0,1 0-1,9 9 1,-11-12-204,1 0 0,0 0 0,0 0 0,0 0 0,0 0 0,0-1 0,0 1 0,1-1 0,-1 0 0,0 0 0,1 0 0,-1-1 0,1 1 0,-1-1-1,5 1 1,-6-1 370,-1 0-1,1 0 0,0 0 0,-1-1 0,1 1 0,0 0 0,-1-1 0,1 1 0,0-1 0,-1 0 1,1 1-1,-1-1 0,1 0 0,-1 0 0,0 0 0,1 0 0,-1 0 0,2-2 0,8-9-568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0.1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164 181 44,'-84'-13'2586,"67"9"-88,0 0-1,-28-13 0,53 19-2228,1-1 0,0 0 0,0-1 0,0 0 1,11-1-1,5 0-157,25 1-99,14 2 8,0-4-1,0-2 0,66-13 0,-129 17-19,-1 0 0,1 0 0,0 0 1,-1 0-1,1-1 0,0 1 0,-1 0 0,1 0 0,0-1 0,-1 1 0,1 0 1,-1 0-1,1-1 0,0 1 0,-1-1 0,1 1 0,-1-1 0,1 1 0,-1-1 1,1 1-1,-1-1 0,0 1 0,1-1 0,-1 1 0,0-1 0,1 0 0,-1 1 0,0-1 1,0 0-1,1 1 0,-1-1 0,0 0 0,0 1 0,0-1 0,0 0 0,0 1 1,0-1-1,0 0 0,0 1 0,0-1 0,0 0 0,-1 1 0,1-1 0,0 0 1,0 1-1,-1-1 0,1 0 0,0 1 0,-1-1 0,1 1 0,0-1 0,-1 1 1,1-1-1,-1 1 0,1-1 0,-1 1 0,1-1 0,-1 1 0,-1-1 0,-1-3 17,-1 1 0,0-1 0,0 1-1,0 0 1,0 0 0,0 0 0,-7-2-1,-154-61 2780,218 87-2599,0-2-1,1-3 1,68 12-1,-122-27-110,0-1-1,0 1 1,0-1-1,0 1 1,0-1-1,0 1 1,0-1-1,0 1 1,0 0-1,-1-1 1,1 1-1,0-1 1,0 1-1,0-1 1,-1 1-1,1-1 1,0 1-1,-1-1 0,1 1 1,0-1-1,-1 1 1,1-1-1,0 0 1,-1 1-1,1-1 1,-1 0-1,1 1 1,-1-1-1,1 0 1,-1 1-1,1-1 1,-2 0-1,-28 26 443,18-16-256,1 0-363,-49 47 750,55-51-971,-1 0 0,2 0 1,-1 0-1,1 0 1,0 1-1,0 0 1,0-1-1,-2 9 1,27-22-12092,12-21 9176,-22 17 2235,10-4 468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1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351 116 120,'2'-2'83,"17"-15"1316,-1 0 1,30-37-1,-47 53-1281,-1 1-1,0-1 1,1 0-1,-1 1 1,0-1-1,1 1 1,-1-1-1,0 0 1,0 1-1,1-1 1,-1 0-1,0 1 1,0-1-1,0 0 1,0 1-1,0-1 1,0 0-1,0 1 1,0-1 0,0 0-1,0 1 1,-1-1-1,1 1 1,0-1-1,0 0 1,-1 1-1,1-1 1,0 1-1,-1-1 1,1 0-1,0 1 1,-1-1-1,1 1 1,-1-1-1,1 1 1,-1 0-1,1-1 1,-1 1-1,1-1 1,-1 1-1,0 0 1,1-1 0,-1 1-1,1 0 1,-1 0-1,0 0 1,1-1-1,-1 1 1,0 0-1,1 0 1,-1 0-1,0 0 1,1 0-1,-1 0 1,0 0-1,1 0 1,-2 1-1,-40-2 2961,16 4-2448,0 1 0,-1 0-1,1 2 1,1 1 0,-1 1 0,2 2-1,-1 0 1,-45 27 0,61-31-596,0 0 0,1 1 0,0-1 0,1 2 0,-1-1 0,1 1 0,1 0 0,0 1 0,0-1 0,0 1 0,-4 10 0,7-11-28,0 0 0,1 0 0,0 1-1,1-1 1,-1 1 0,1-1 0,1 1 0,0-1 0,0 1 0,0-1 0,1 1 0,1-1 0,-1 1 0,2-1 0,2 10 0,-1-7-23,0 0 1,0 0-1,1 0 1,1 0-1,0-1 1,0 0-1,1 0 1,15 17-1,-17-23-27,0 0-1,0 0 1,0 0-1,0-1 1,1 0 0,0 0-1,-1 0 1,1 0-1,0-1 1,1 0 0,-1 0-1,0-1 1,0 0-1,1 0 1,-1 0 0,1-1-1,12-1 1,-2-1-221,1 0-1,-1-2 1,0 0 0,0-1 0,0-1 0,0 0 0,-1-2-1,0 0 1,-1 0 0,0-1 0,0-1 0,-1-1 0,18-16-1,-7-9 293,-18 15 349,-7 20-352,0 1 0,0 0 0,0-1 0,0 1 0,0-1 1,0 1-1,0-1 0,0 1 0,0-1 0,0 1 0,-1 0 0,1-1 0,0 1 0,0-1 0,-1 1 0,1 0 0,0-1 0,0 1 0,-1 0 0,1-1 0,0 1 0,-1 0 0,1 0 1,0-1-1,-1 1 0,1 0 0,-1 0 0,1-1 0,0 1 0,-1 0 0,1 0 0,-1 0 0,1 0 0,-1 0 0,0 0 0,0 0 15,-1 0-1,1 0 1,0 1-1,-1-1 1,1 1-1,-1-1 1,1 1-1,0-1 1,-1 1-1,1 0 1,0 0-1,0-1 1,0 1-1,-1 0 0,1 0 1,0 0-1,0 1 1,0-1-1,1 0 1,-1 0-1,0 0 1,0 1-1,1-1 1,-1 0-1,1 1 1,-1-1-1,1 0 1,-1 1-1,1 1 1,-2 2-11,1 0 1,-1 0-1,1 0 1,1 0-1,-1 0 0,1 0 1,0 7-1,1-9-35,-1 0 0,1 0 0,0-1 0,0 1-1,0 0 1,0-1 0,1 1 0,-1-1 0,1 1 0,-1-1-1,1 0 1,0 0 0,0 1 0,0-1 0,0 0-1,0-1 1,0 1 0,1 0 0,-1-1 0,1 1 0,-1-1-1,1 0 1,0 0 0,-1 0 0,1 0 0,0 0-1,0-1 1,-1 1 0,1-1 0,0 0 0,0 1 0,0-1-1,0-1 1,0 1 0,-1 0 0,1-1 0,0 1-1,0-1 1,0 0 0,-1 0 0,1 0 0,-1 0 0,1-1-1,-1 1 1,1-1 0,-1 1 0,1-1 0,-1 0-1,0 0 1,0 0 0,0 0 0,0 0 0,-1-1 0,1 1-1,-1 0 1,3-5 0,-3 4 8,0 0 1,-1 0-1,1-1 0,-1 1 1,0 0-1,0 0 0,0 0 1,0 0-1,0 0 0,-1 0 0,1 0 1,-1 0-1,0 0 0,0 0 1,0 0-1,0 0 0,-1 0 1,1 1-1,-1-1 0,0 0 1,0 1-1,1 0 0,-2-1 1,1 1-1,-5-4 0,-2-2 4,0 0 1,-1 0-1,1 1 0,-2 0 0,-13-6 0,14 8-283,0 1 0,0 1 1,0 0-1,0 0 0,-11-1 0,35 7-7909,13 1 3422,18 1 2089,-16-4 1971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1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238 2 216,'-19'-1'9276,"-12"5"-4305,13-1-3765,-1 2 1,1 0 0,0 1-1,-29 15 1,40-18-1118,2 1 0,-1-1 1,0 1-1,1 1 0,-1-1 0,1 1 0,-6 7 1,9-10-75,0 1 1,0-1 0,1 1 0,-1 0-1,1 0 1,0-1 0,0 1-1,0 0 1,0 0 0,0 0 0,1 0-1,-1 0 1,1 0 0,0 1-1,0-1 1,0 0 0,0 3 0,2-1-17,-1-1 1,1 0-1,0 1 1,0-1-1,1 0 1,-1 0-1,1 0 1,0-1-1,0 1 1,0-1-1,0 1 1,1-1-1,-1 0 1,1-1-1,0 1 1,0 0-1,7 3 1,10 5-22,1-1 0,22 7 0,-41-16 20,23 8-9,-17-7 13,0 1-1,0 0 1,-1 0 0,1 1-1,-1 0 1,15 11 0,-23-14 0,0-1 0,0 1 0,0 0-1,0 0 1,0-1 0,0 1 0,0 0 0,0-1 0,-1 1 0,1 0 0,0-1 0,0 1 0,-1 0 0,1-1 0,-1 1 0,1 0 0,0-1 0,-1 1 0,1-1 0,-1 1 0,1-1 0,-1 1 0,0-1 0,1 1 0,-1-1 0,1 0 0,-1 1 0,0-1-1,1 0 1,-1 1 0,0-1 0,1 0 0,-1 0 0,0 0 0,0 0 0,0 0 0,-31 13 52,-3-5-247,-48 10-98,30-16-4695,52-2 4756,1 0-1,0 0 1,-1 0-1,1 0 1,-1 0-1,1 0 1,-1 0-1,1 0 0,0 0 1,-1 0-1,1 0 1,-1-1-1,1 1 1,0 0-1,-1 0 0,1 0 1,-1-1-1,1 1 1,0 0-1,-1 0 1,1-1-1,0 1 1,-1 0-1,1 0 0,0-1 1,0 1-1,-1 0 1,1-1-1,0 1 1,0-1-1,0 1 1,-1 0-1,1-1 0,0 1 1,0-1-1,0 1 1,0 0-1,0-1 1,0 1-1,0-1 0,0 1 1,0 0-1,0-1 1,11-16-4790,1 7 4247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2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76 56,'-5'-40'3714,"-1"19"2127,-4 7 3318,12 18-8932,-1 1-1,0-1 0,-1 1 0,1-1 0,-1 1 0,0-1 1,-1 6-1,2 6-131,6 72-175,11 88 19,-12-143-1663,16 50 0,-15-67-785,3 8-2713,-8-13-2289,3-15 5823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2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97 68,'-21'-7'606,"15"6"334,1-1-1,-1 1 1,0-1 0,1-1 0,0 1 0,-8-6 0,24 4 3336,19 0-3330,1 2-1319,-1-1-1,51-12 0,-65 10-2175,-1 0-1,1 0 1,26-16-1,-28 15 1614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5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105 7 36,'-33'3'969,"-28"-2"7091,50-1-3722,26 0-1081,98-5-3315,-56 2-3118,-1 1-6414,-60 6 6628,-7-2 2308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6.1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15 108,'-5'7'220,"5"-3"104,0 0 88,5-2 92,2 0 48,2-4 12,7 0-24,3 0-68,4 0-104,5 0-120,5-2-128,0-1-300,1 1-600,1 2-240,-4 0 64,-3 0 196,-7-2 252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6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231 181 116,'-12'-5'1028,"-1"0"1,0 1-1,0 0 1,0 1-1,-27-3 0,28 5-44,0-1-1,0 0 1,0-1-1,1 0 1,-1 0-1,1-2 1,-16-7-1,27 12-943,-1-1 0,0 1 0,1-1 1,-1 1-1,0-1 0,1 1 0,-1-1 0,1 0 0,-1 1 0,1-1 1,-1 0-1,1 1 0,0-1 0,-1 0 0,1 1 0,0-1 0,0 0 0,-1 0 1,1 1-1,0-1 0,0 0 0,0 0 0,0 0 0,0 1 0,0-1 1,0 0-1,0 0 0,0 0 0,0 1 0,1-1 0,-1 0 0,0 0 1,0 1-1,1-1 0,-1 0 0,1 0 0,-1 1 0,0-1 0,1 0 1,-1 1-1,1-1 0,0 1 0,-1-1 0,1 1 0,-1-1 0,1 1 1,0-1-1,-1 1 0,2-1 0,36-23 117,-16 13-163,2 1 0,-1 0 0,1 2 0,1 1 0,0 1 0,0 1 0,0 1 0,0 1 0,0 1 0,46 3 0,-70 0 10,1-1-1,0 0 0,-1 0 1,1 0-1,-1 1 0,1-1 1,-1 1-1,1-1 0,-1 1 1,1 0-1,-1-1 0,1 1 1,-1 0-1,0 0 1,1 0-1,-1 0 0,0 0 1,0 0-1,0 0 0,0 1 1,0-1-1,0 0 0,0 1 1,0-1-1,0 3 1,0-2 20,-1 1 1,0 0 0,0 0 0,0-1-1,0 1 1,0 0 0,-1-1-1,1 1 1,-1 0 0,0-1 0,1 1-1,-1-1 1,-3 5 0,-4 8 224,0-1 0,-2 0 0,-18 22 0,26-33-185,-48 53 770,17-19-259,-38 54 0,63-79-509,1-1 0,0 1 0,1 0-1,0 1 1,1-1 0,0 1 0,1 1-1,1-1 1,-3 22 0,5-31-62,1-1 1,0 1-1,0 0 0,0 0 1,0-1-1,0 1 1,1 0-1,0 0 0,0-1 1,0 1-1,0-1 0,1 1 1,-1-1-1,1 1 1,0-1-1,0 0 0,0 0 1,0 0-1,0 0 1,1 0-1,0 0 0,-1-1 1,1 1-1,0-1 0,0 0 1,0 0-1,1 0 1,-1 0-1,0 0 0,1-1 1,-1 1-1,1-1 1,0 0-1,-1 0 0,1-1 1,0 1-1,-1-1 0,1 0 1,0 1-1,0-2 1,0 1-1,6-2 0,-4 2-7,0 0-1,-1-1 0,1 0 0,0-1 0,0 1 0,-1-1 0,1 0 1,-1-1-1,1 1 0,-1-1 0,0 0 0,0 0 0,0-1 0,-1 0 1,1 0-1,-1 0 0,0 0 0,0 0 0,0-1 0,-1 0 1,1 0-1,-1 0 0,0 0 0,-1 0 0,1 0 0,-1-1 0,2-9 1,-3 8-1,0 0 1,-1 0 0,0 0 0,0 0 0,-1 0-1,0 0 1,0 0 0,-1 1 0,1-1-1,-2 0 1,1 0 0,-1 1 0,-7-13 0,3 9 12,0-1 1,-1 1 0,-1 0 0,0 1-1,0 0 1,-1 0 0,-11-7-1,-3-1-1188,-1 1-1,-32-14 0,-43-14-9717,94 42 10180,0 0 1,1-1-1,0 0 0,-1 0 1,1-1-1,-5-4 0,-1-2-199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9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133 96 40,'0'-3'146,"-1"-44"3589,-5 17 3939,6 30-7482,0-1 0,0 0 0,0 0 0,-1 1-1,1-1 1,0 0 0,0 1 0,-1-1 0,1 0 0,0 0 0,-1 1-1,1-1 1,-1 1 0,1-1 0,-1 0 0,1 1 0,-1-1 0,1 1-1,-1-1 1,0 1 0,1 0 0,-1-1 0,0 1 0,1 0 0,-1-1-1,-1 1 1,-9 13 987,-2 32-1403,-5 227 384,18-230-259,0-41 82,0-1 0,0 1 0,0-1-1,0 1 1,1-1 0,-1 1 0,0-1-1,0 1 1,1-1 0,-1 1 0,0-1-1,1 0 1,-1 1 0,0-1-1,1 1 1,-1-1 0,0 0 0,1 0-1,-1 1 1,1-1 0,-1 0 0,1 1-1,-1-1 1,1 0 0,-1 0 0,1 0-1,1 0-50,-1 0-1,0 0 0,1-1 0,-1 1 0,0 0 0,0-1 1,1 0-1,-1 1 0,0-1 0,0 0 0,0 1 0,0-1 1,0 0-1,1 0 0,0-1 0,1-2-234,0 1 0,1 0 0,-2-1 0,1 1-1,0-1 1,-1 0 0,0 0 0,1 0 0,-2 0 0,1-1-1,0 1 1,-1 0 0,0-1 0,0 1 0,0-1 0,-1 1-1,1-1 1,-1 0 0,-1-5 0,-1-8-109,0 1 1,-2 0-1,-10-31 0,-3-15 461,-1-38 828,18 101-856,0-1 0,0 0 1,0 1-1,0-1 0,0 0 1,0 1-1,0-1 1,0 0-1,0 1 0,0-1 1,0 0-1,1 1 1,-1-1-1,0 1 0,0-1 1,1 0-1,-1 1 0,0-1 1,1 1-1,-1-1 1,1 1-1,-1-1 0,1 1 1,-1-1-1,1 1 0,-1 0 1,1-1-1,-1 1 1,1-1-1,0 1 0,-1 0 1,1 0-1,-1-1 1,1 1-1,0 0 0,-1 0 1,1 0-1,0 0 0,-1 0 1,1 0-1,0 0 1,-1 0-1,1 0 0,0 0 1,-1 0-1,1 0 1,0 1-1,-1-1 0,1 0 1,0 0-1,0 1 0,42 11 1179,-38-10-1093,13 5 72,-1 1 1,0 1-1,-1 0 1,0 1 0,-1 1-1,0 0 1,-1 1-1,0 1 1,16 18 0,-15-14-139,1-2 1,1 0-1,0-1 0,1 0 1,1-2-1,22 13 1,-40-25-43,-1 0 0,0 0 0,0 1 1,0-1-1,1 0 0,-1 0 0,0 1 0,1-1 1,-1 0-1,0 0 0,0 0 0,1 0 0,-1 1 0,0-1 1,1 0-1,-1 0 0,0 0 0,1 0 0,-1 0 1,0 0-1,1 0 0,-1 0 0,0 0 0,1 0 0,-1 0 1,0 0-1,1 0 0,-1 0 0,0 0 0,1 0 0,-1-1 1,0 1-1,1 0 0,-1 0 0,0 0 0,0 0 1,1-1-1,-1 1 0,0 0 0,0 0 0,1-1 0,-1 1 1,0 0-1,0 0 0,0-1 0,1 1 0,-1 0 1,0-1-1,0 1 0,0 0 0,0 0 0,0-1 0,1 0 1,-9-21 9,7 21-5,-1 0-1,1 0 1,-1 0-1,0-1 1,1 1 0,-1 1-1,0-1 1,1 0-1,-1 0 1,0 1-1,0-1 1,0 1-1,0-1 1,0 1-1,0 0 1,0 0 0,1 0-1,-1 0 1,0 0-1,0 0 1,0 0-1,0 1 1,0-1-1,0 1 1,-2 1-1,-50 15 127,-1 7-415,-126 50 1179,60-30-6365,110-42 2576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3.8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246 21 56,'-6'-3'263,"0"0"0,0 0 0,0 1 0,0 0 0,0 0 0,0 1 0,0-1 0,-1 1 0,1 1 0,0-1 0,-1 1-1,1 0 1,-1 0 0,1 1 0,0 0 0,-1 0 0,-9 4 0,8-3 211,-1 0 0,1 1 0,0 1 0,0-1-1,0 1 1,1 0 0,-1 1 0,1 0 0,0 0 0,1 1-1,-1 0 1,-8 10 0,13-14-359,0 1 1,0 0-1,0 0 0,1 1 1,-1-1-1,1 0 0,0 0 1,0 1-1,0-1 0,0 1 0,1-1 1,-1 1-1,1-1 0,0 1 1,0-1-1,0 1 0,0-1 1,2 5-1,-1-2-16,2 1 0,-1-1 1,1 1-1,0-1 0,0 0 0,0 0 0,1 0 1,8 9-1,4 3-13,1-2 1,0 1 0,2-2-1,25 17 1,-3-5 169,-16-11 539,0 1 0,40 36 0,-64-52-724,-1 0 0,1-1 1,0 1-1,-1 0 0,1 0 1,0-1-1,-1 1 0,1 0 0,-1 0 1,1 0-1,-1 0 0,0 0 0,1 0 1,-1-1-1,0 1 0,1 0 1,-1 0-1,0 0 0,0 0 0,0 0 1,0 0-1,0 0 0,0 0 1,0 0-1,-1 0 0,1 1 0,-1 0 5,0 0 0,0 0 0,0-1 0,-1 1 0,1-1-1,0 1 1,-1-1 0,1 0 0,-1 1 0,1-1 0,-1 0-1,-2 2 1,-9 3 86,1-1 0,-1 0-1,-15 4 1,19-6-46,-28 9 14,18-4-227,-2-1 0,1-1 1,-1-1-1,0-1 1,-22 1-1,43-4-50,-1-1-1,0 0 1,1 0 0,-1 0-1,0 0 1,1 0 0,-1 0 0,0 0-1,1 0 1,-1 0 0,0 0-1,0 0 1,1 0 0,-1-1 0,0 1-1,1 0 1,-1 0 0,1-1-1,-1 1 1,0 0 0,1-1-1,-1 1 1,1-1 0,-1 1 0,1-1-1,-1 1 1,1-1 0,-1 1-1,1-1 1,-1 1 0,1-1 0,0 1-1,-1-1 1,1 0 0,0 1-1,0-1 1,0 0 0,-1 1 0,1-1-1,0 0 1,0 0 0,0 1-1,0-1 1,0 0 0,14-33-9686,-4 14 6441,-9 11 2927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4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192 23 36,'-55'10'1579,"-1"-2"3273,-23 4 5880,79-12-10702,0 0-1,0 0 1,0 0-1,0 0 1,0 0 0,0 0-1,0 0 1,0 0 0,0 0-1,0 1 1,0-1 0,0 0-1,0 0 1,0 0 0,0 0-1,0 0 1,0 0 0,0 0-1,0 0 1,0 0 0,0 0-1,0 0 1,0 0-1,0 1 1,0-1 0,0 0-1,0 0 1,0 0 0,-1 0-1,1 0 1,0 0 0,0 0-1,0 0 1,0 0 0,0 0-1,0 0 1,0 0 0,0 0-1,0 0 1,0 0-1,0 0 1,0 0 0,0 0-1,0 0 1,-1 0 0,1 0-1,0 0 1,13 4 319,17 0-336,28-3-282,-1-2 0,108-16 0,-106 5-4722,-3-3-4641,-29 4 6604,-11 3 2526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5.7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51 40,'-12'-14'1381,"-3"-5"2563,15 19-3793,0-1 0,-1 1 1,1-1-1,0 1 0,0-1 1,0 1-1,-1-1 0,1 0 1,0 1-1,0-1 0,0 1 1,0-1-1,0 1 0,0-1 1,0 0-1,0 1 0,0-1 1,1 1-1,-1-1 0,0 1 0,0-1 1,0 0-1,1 1 0,-1-1 1,0 1-1,1-1 0,-1 1 1,0-1-1,1 1 0,-1 0 1,1-1-1,0 1-38,-1 0 0,1 0-1,-1 0 1,1 0 0,-1 1 0,1-1 0,-1 0 0,1 1-1,-1-1 1,1 0 0,-1 1 0,1-1 0,-1 0 0,0 1-1,1-1 1,-1 1 0,0-1 0,0 1 0,1-1 0,-1 1-1,0-1 1,0 1 0,1-1 0,-1 1 0,0-1 0,0 1-1,0-1 1,0 1 0,0 0 0,0-1 0,0 1 0,0-1-1,0 1 1,0-1 0,0 2 0,3 21 1009,3 30-907,15 54 0,-9-49-4744,-4 23-6066,-4-72 10026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6.3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42 100 236,'-9'-8'-106,"5"4"860,0 1 1,0-1 0,0 0 0,0 0-1,0 0 1,-3-7 0,7 10-640,-1 0 0,1 0 0,0 0 0,0 0-1,-1 1 1,1-1 0,0 0 0,0 0 0,0 0 0,0 0 0,0 0 0,1 0 0,-1 0 0,0 0 0,0 0 0,0 0 0,1 1 0,-1-1 0,1 0 0,-1 0 0,0 0 0,1 1-1,0-1 1,-1 0 0,1 0 0,-1 1 0,1-1 0,0 0 0,-1 1 0,1-1 0,0 1 0,0-1 0,0 1 0,-1-1 0,1 1 0,0 0 0,0-1 0,0 1 0,0 0 0,0 0-1,0-1 1,0 1 0,1 0 0,18-7 95,1 1 1,0 1-1,24-2 0,-35 6-150,0 0 1,-1 0 0,1 1-1,0 0 1,0 1 0,-1 1-1,1-1 1,-1 1-1,12 4 1,-19-5 41,-1-1-1,0 1 0,1-1 1,-1 1-1,1 0 1,-1 0-1,0 0 1,1 0-1,-1 0 0,0 0 1,0 0-1,0 0 1,0 0-1,0 1 1,0-1-1,0 0 1,0 1-1,0-1 0,-1 0 1,1 1-1,0-1 1,-1 1-1,0-1 1,1 1-1,-1 0 1,0-1-1,0 1 0,1-1 1,-1 1-1,0-1 1,-1 1-1,1 0 1,0-1-1,0 1 1,-1-1-1,1 1 0,-1-1 1,1 1-1,-1-1 1,0 1-1,0-1 1,1 0-1,-1 1 0,-2 1 1,-6 10 524,-1 0 0,0-1 0,-22 20 0,10-9-171,21-23-440,0 1 0,0 0-1,0 0 1,1 0 0,-1 0 0,0 0 0,1 1-1,-1-1 1,1 0 0,-1 0 0,1 0 0,0 0-1,-1 1 1,1-1 0,0 0 0,0 0-1,0 1 1,0-1 0,0 0 0,0 0 0,0 0-1,0 1 1,1-1 0,-1 2 0,2-1 1,-1 0 1,0 0 0,1 0 0,-1 0-1,1 0 1,0 0 0,-1-1-1,1 1 1,0 0 0,0-1-1,4 3 1,8 3 28,1 0 0,0 0 1,19 4-1,-17-5 20,-9-3-29,50 22 229,-54-24-188,-1 1 1,0 0-1,0-1 1,0 2 0,0-1-1,0 0 1,0 0-1,-1 1 1,1 0-1,-1-1 1,0 1 0,1 0-1,-1 0 1,1 4-1,-2-5-25,-1 0 0,0-1-1,0 1 1,0 0-1,0-1 1,-1 1 0,1 0-1,0-1 1,-1 1 0,1 0-1,-1-1 1,1 1 0,-1-1-1,0 1 1,0-1 0,0 1-1,0-1 1,0 0-1,0 1 1,0-1 0,0 0-1,0 0 1,0 0 0,-1 0-1,1 0 1,-1 0 0,-1 1-1,-47 25 586,43-24-574,-12 6-39,-1-1 1,0-2-1,0 1 1,-39 5-1,50-11-426,1-1-1,-1 1 0,1-1 1,-1-1-1,1 0 0,-15-3 1,19 3-217,1 0 1,-1 0 0,0-1 0,0 0-1,1 1 1,-1-1 0,1-1-1,0 1 1,-1 0 0,1-1 0,0 0-1,1 0 1,-1 0 0,-4-5-1,6 6 216,0 1 0,0-1-1,0 0 1,0 1 0,0-1-1,1 0 1,-1 0 0,1 1 0,-1-1-1,1 0 1,-1 0 0,1 0-1,0 0 1,0 0 0,0 1-1,0-1 1,0 0 0,1 0-1,-1 0 1,1 0 0,-1 0-1,1 1 1,-1-1 0,1 0-1,0 1 1,0-1 0,2-2-1,7-1-159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6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28 220,'-9'0'520,"-25"-1"3363,17-5 3156,25 7-2863,17-3-3194,-6 1-545,127-4 2032,-72 2-4392,1 1-9803,-59-2 6797,-7-1 3937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7.5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117 101 20,'3'-7'732,"0"-1"1,0 1-1,-1-1 1,0 0-1,2-11 0,-4 15 593,0 0 0,1 1-1,-1-1 1,-1 0-1,1 1 1,-1-1-1,1 0 1,-3-5-1,3 9-1252,0 0 0,0-1 0,0 1-1,0 0 1,0 0 0,0 0 0,0-1-1,-1 1 1,1 0 0,0 0 0,0 0-1,0-1 1,0 1 0,0 0 0,-1 0-1,1 0 1,0 0 0,0-1-1,0 1 1,-1 0 0,1 0 0,0 0-1,0 0 1,0 0 0,-1 0 0,1 0-1,0 0 1,0-1 0,-1 1 0,1 0-1,0 0 1,0 0 0,-1 0 0,1 0-1,0 0 1,0 0 0,-1 1-1,1-1 1,0 0 0,0 0 0,0 0-1,-1 0 1,1 0 0,-12 11 1035,-4 14-576,3 10-400,2 1 1,1 0-1,2 1 0,-5 59 1,0-5-87,6-55-39,1-7-176,1 0 0,-1 35 1,6-64 148,0 0 0,0 0 1,0 0-1,0 0 1,0 1-1,0-1 1,-1 0-1,1 0 1,0 0-1,0 0 0,0 0 1,0 1-1,0-1 1,0 0-1,0 0 1,0 0-1,0 0 1,0 0-1,0 1 0,0-1 1,0 0-1,0 0 1,0 0-1,0 0 1,0 1-1,0-1 0,0 0 1,0 0-1,0 0 1,0 0-1,0 1 1,0-1-1,0 0 1,1 0-1,-1 0 0,0 0 1,0 0-1,0 0 1,0 1-1,0-1 1,0 0-1,0 0 0,1 0 1,-1 0-1,0 0 1,0 0-1,0 0 1,0 0-1,0 0 1,1 0-1,-1 1 0,0-1 1,0 0-1,0 0 1,0 0-1,1 0 1,-1 0-1,0 0 0,0 0 1,0 0-1,0 0 1,1 0-1,-1-1 1,0 1-1,0 0 1,9-14-708,6-21-32,-4-5 438,-2 0-1,-2 0 0,4-68 0,-7 54 615,13-60 1,-17 114-272,0-1 1,0 1 0,0-1 0,0 1 0,1-1-1,-1 1 1,0 0 0,0-1 0,0 1 0,0-1-1,1 1 1,-1-1 0,0 1 0,0 0 0,1-1-1,-1 1 1,0-1 0,0 1 0,1 0 0,-1-1-1,0 1 1,1 0 0,-1 0 0,1-1 0,-1 1-1,0 0 1,1 0 0,-1-1 0,1 1 0,-1 0-1,1 0 1,-1 0 0,1 0 0,-1 0 0,1 0-1,-1 0 1,1 0 0,-1 0 0,0 0 0,1 0-1,-1 0 1,1 0 0,-1 0 0,1 0 0,-1 1-1,1-1 1,-1 0 0,1 0 0,-1 0 0,0 1-1,1-1 1,-1 0 0,0 0 0,1 1 0,-1-1-1,0 1 1,1-1 0,-1 0 0,0 1 0,1-1-1,-1 0 1,0 1 0,0-1 0,0 1 0,1 0-1,23 33 541,-21-29-480,26 41 156,-3 2 0,35 85 0,-28-32-5223,-31-76-1140,-2-25 5950,0 1-1,1-1 0,-1 1 0,0-1 0,0 1 0,0-1 0,0 1 0,0-1 0,0 0 1,0 1-1,0-1 0,0 1 0,0-1 0,0 1 0,0-1 0,0 1 0,0-1 0,-1 0 1,1 1-1,0-1 0,0 1 0,0-1 0,-1 0 0,1 1 0,0-1 0,0 0 0,-1 1 1,1-1-1,0 0 0,-1 1 0,1-1 0,0 0 0,-1 0 0,1 1 0,-1-1 1,1 0-1,0 0 0,-1 0 0,1 1 0,-1-1 0,1 0 0,-1 0 0,1 0 0,-1 0 1,1 0-1,0 0 0,-1 0 0,1 0 0,-2 0 0,-2-4-438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7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30 151 32,'-25'-13'863,"25"13"-731,-1 0-1,1-1 1,0 1-1,-1 0 1,1 0-1,0-1 1,0 1-1,-1 0 0,1-1 1,0 1-1,0 0 1,0-1-1,0 1 1,-1 0-1,1-1 1,0 1-1,0-1 1,0 1-1,0 0 1,0-1-1,0 1 0,0 0 1,0-1-1,0 1 1,0-1-1,0 1 1,0 0-1,0-1 1,0 1-1,0-1 1,0 1-1,1-1 1,2-2 632,0 1 1,0-1 0,1 1 0,-1 0 0,1 0 0,-1 0-1,1 0 1,0 0 0,6-1 0,56-19 2909,40-4-8633,-13 3-2820,-9 2 4464,-40 10 2828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8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9 32,'-89'22'5078,"16"-5"9211,162-12-11163,-53-7-3498,161-10 1106,-131 6-3515,-2-1-3748,-60 6 5703,-3 2 419,1-1 1,-1 0-1,0 0 1,1 0-1,-1 0 1,1 0 0,-1-1-1,0 1 1,0 0-1,1-1 1,-1 1-1,0-1 1,1 1-1,-1-1 1,0 0-1,0 1 1,0-1-1,0 0 1,0 0-1,0 0 1,0 0-1,0 0 1,0 0 0,0 0-1,0 0 1,0 0-1,-1 0 1,1 0-1,0-3 1,0 0-131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9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61 8,'10'-19'-434,"-3"-4"7321,-7 22-6565,0 1 1,0-1-1,0 0 0,0 1 1,-1-1-1,1 0 0,0 1 1,0-1-1,0 1 0,-1-1 1,1 0-1,0 1 1,-1-1-1,1 1 0,0-1 1,-1 1-1,1-1 0,-1 1 1,1-1-1,-1 1 0,1-1 1,-2 1-1,-23-6 3492,7 7-3492,0 1 0,0 1 0,1 0 1,-1 1-1,1 1 0,0 1 0,0 0 0,1 1 0,0 1 0,0 0 0,1 1 1,-25 19-1,27-18-246,1 0 0,0 1 0,1 0 0,0 1 0,1 0 0,0 0 0,1 1 0,1 1 0,0-1 0,0 1 0,2 1 0,-1-1 0,2 1 0,-6 25 0,10-35-75,0 0-1,0 0 0,0 0 0,1 1 0,0-1 0,0 0 1,1 0-1,-1 1 0,1-1 0,0 0 0,1 0 1,-1 0-1,1 0 0,0 0 0,0 0 0,0-1 0,1 1 1,6 8-1,-4-8-34,0-1 0,0 1 1,0-1-1,1 0 0,0 0 1,0-1-1,0 0 1,0 0-1,0 0 0,1-1 1,-1 1-1,13 1 0,2-1-107,1 0-1,-1-2 1,0-1-1,0 0 1,1-1-1,-1-2 1,0 0-1,28-8 1,-39 8 96,-1-1 1,1 1-1,-1-2 1,0 1-1,-1-1 1,13-9-1,-19 13 41,-1 0-1,0 0 1,1-1-1,-1 1 1,0 0-1,0-1 0,0 1 1,0-1-1,0 1 1,0-1-1,0 1 1,-1-1-1,1 1 1,0-1-1,-1 0 0,1 0 1,-1-3-1,0 3 3,0 1-1,-1-1 1,0 0-1,1 0 1,-1 1-1,0-1 1,0 0-1,0 1 1,0-1-1,0 1 1,0-1-1,0 1 1,0-1-1,-1 1 1,1 0-1,0 0 1,-1 0-1,1 0 1,-1 0-1,0 0 1,-2-1-1,-6-4 4,-1 1 0,0 1 0,0-1-1,0 2 1,0 0 0,-1 0 0,-18-2 0,-86 1 129,99 4-159,57-2-1027,50-11 0,-51 7 1231,0 1 0,71 0 0,-108 5-123,0 0 0,0 0-1,0 1 1,0-1-1,0 1 1,0-1-1,0 1 1,-1 0 0,1 0-1,0 0 1,0 0-1,-1 0 1,1 0-1,0 0 1,-1 0 0,0 1-1,1-1 1,-1 0-1,0 1 1,1 0-1,-1-1 1,0 1 0,0 0-1,0-1 1,0 1-1,-1 0 1,1 0-1,0 3 1,2 4 193,-2 2 0,0-1 1,0 0-1,-1 16 0,1 6 81,4 4 43,2 0-1,14 43 0,1 3-2736,-10 0-7751,-12-78 9115,1 1 1,-1-1-1,0 0 1,-1 0 0,1 1-1,-1-1 1,0 0-1,0 0 1,-3 8-1,0-2 107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0.5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44 88,'-51'6'2245,"-77"13"12834,223-19-13485,-24-5-1993,94-20 1,-66 5-3776,-103 9-4575,-18 3 4040,16 8 4236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0.9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15 8,'-50'-9'2634,"18"3"4723,42 11-4278,184 55-1434,-147-47-828,-45-13-707,0 1 1,0-1-1,-1 1 0,1-1 1,0 1-1,0 0 0,-1-1 0,1 1 1,-1 0-1,1 0 0,-1 0 1,1 0-1,-1 0 0,0 1 1,1-1-1,-1 0 0,0 1 0,2 2 1,-3-3-27,0 0 1,1 0-1,-1 1 1,0-1-1,0 0 1,-1 0-1,1 0 1,0 0-1,0 0 1,0 1-1,-1-1 1,1 0-1,-1 0 1,1 0-1,-1 0 1,1 0-1,-1 0 1,1 0-1,-1 0 1,0 0-1,-1 1 1,-7 6 292,0 0 0,0 0 0,-1-1 0,-15 8 0,14-8-480,-54 27-1702,25-15-3101,4 4-4484,31-16 4943,11-4 3778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1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420 124 88,'1'-3'314,"0"0"1,0 0-1,0 0 1,0 0-1,0 0 1,1 0-1,0 0 1,-1 0-1,1 1 1,0-1-1,1 0 1,2-2-1,-2 2 224,-1 0-1,1 1 1,-1-1-1,0 0 1,0-1 0,0 1-1,0 0 1,-1-1-1,2-4 1,-3 6-375,0 1 1,0-1-1,0 1 1,-1 0 0,1-1-1,0 1 1,-1-1-1,0 1 1,1 0-1,-1-1 1,0 1-1,1 0 1,-1 0-1,0 0 1,0 0-1,0-1 1,0 1-1,0 1 1,0-1-1,-1 0 1,1 0 0,0 0-1,0 0 1,-1 1-1,1-1 1,0 1-1,-1-1 1,1 1-1,0-1 1,-4 1-1,-6-4 241,-1 1-1,-1 0 1,1 1-1,0 0 1,-1 1-1,1 1 1,0 0-1,-1 1 1,1 0-1,-14 3 1,7-1-156,0 2 1,0 0 0,0 1 0,1 1 0,-30 16 0,36-15-218,1 0 0,1 0 1,-1 1-1,2 0 0,-1 1 1,1 0-1,1 1 0,0 0 1,0 0-1,1 0 1,0 1-1,1 0 0,1 1 1,-8 24-1,11-30-27,0 0 1,0 0-1,0 0 1,1 0-1,0 0 0,1 0 1,0 0-1,0 0 0,0 1 1,1-1-1,0 0 1,0 0-1,1 0 0,0 0 1,0 0-1,1-1 1,0 1-1,0-1 0,0 1 1,1-1-1,0 0 0,0 0 1,1-1-1,-1 1 1,1-1-1,0 0 0,1 0 1,-1-1-1,11 7 1,-5-6-146,-1-1 0,1 0 1,0 0-1,0-1 0,0-1 1,1 0-1,-1 0 0,0-1 1,1-1-1,-1 0 0,1 0 1,20-4-1,-9 0-1211,-1 0 0,22-8-1,32-20-7729,-15-5 3394,-41 24 5209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2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253 5 124,'-6'-1'1209,"0"0"0,0 0-1,0 0 1,0 1 0,0-1 0,0 1-1,0 1 1,0-1 0,0 1 0,-12 3-1,9-1-406,0 1 0,0-1-1,0 2 1,0-1-1,0 1 1,-10 9 0,9-7-599,2 0 1,-1 1-1,1 0 1,0 0 0,1 1-1,0 0 1,0 0 0,1 1-1,0 0 1,1 0-1,0 0 1,-5 14 0,9-20-187,0 0-1,0-1 1,0 1 0,1 0 0,-1 0 0,1-1 0,0 1 0,0 0 0,0 0-1,0 0 1,1 0 0,0-1 0,0 1 0,0 0 0,0-1 0,0 1 0,3 4-1,-2-5-23,0 0-1,0-1 0,1 1 1,-1-1-1,1 1 0,0-1 1,-1 0-1,1 0 1,0-1-1,0 1 0,0 0 1,0-1-1,1 0 0,-1 0 1,6 2-1,2-2-78,0 1 0,-1-2-1,1 1 1,0-2 0,0 1 0,-1-1 0,1-1 0,-1 0-1,1 0 1,-1-1 0,11-5 0,-12 4 34,-1 0 0,1-1 0,-1 1 0,0-2 0,0 1 0,-1-1 0,1-1 0,-1 1 0,-1-1 0,1 0 0,-1-1 0,6-8 0,-10 12-66,0-1-1,0 1 1,0 0 0,0-1 0,0 1 0,-1-1 0,0 1 0,0-1 0,0 0 0,-1 1 0,1-1 0,-1 0 0,0 0 0,-1 1-1,1-1 1,-1 0 0,0 1 0,0-1 0,0 0 0,-1 1 0,1-1 0,-1 1 0,0 0 0,-1 0 0,1-1 0,-5-5 0,4 7-998,1 1 1,-1-1 0,0 0-1,0 1 1,0 0 0,0 0-1,0 0 1,0 0-1,0 0 1,-1 1 0,1-1-1,-1 1 1,-4-2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2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68,'3'8'17631,"-3"-7"-17561,-1-1-1,0 1 1,0 0 0,0-1-1,1 1 1,-1 0-1,1 0 1,-1 0 0,0 0-1,1 0 1,-1 0-1,1 0 1,0 0 0,-1 0-1,1 0 1,0 0-1,0 0 1,-1 0 0,1 0-1,0 0 1,0 0-1,0 0 1,0 0 0,0 0-1,1 0 1,-1 0-1,0 0 1,0 0 0,1 0-1,-1 0 1,1 0-1,-1 0 1,1 0 0,0 1-1,3 3-61,0-1 0,0 1-1,1 0 1,-1-1 0,1 0 0,0 0 0,0-1-1,1 0 1,-1 1 0,1-2 0,5 4-1,7-1-14,-1 0-1,26 4 0,-28-6 76,0 0 0,0 1 0,-1 0 0,24 10 0,-37-8 580,-12 2-249,-23 6-75,25-10-271,-1 0-248,-34 14-567,42-18 360,1 1-1,-1-1 1,0 1-1,0-1 1,0 0-1,0 0 1,0 0-1,1 0 1,-1 0-1,0-1 0,0 1 1,-3-1-1,5 0 119,-1 1 0,1 0-1,0 0 1,-1-1-1,1 1 1,-1 0-1,1-1 1,0 1-1,-1 0 1,1-1-1,0 1 1,-1 0 0,1-1-1,0 1 1,0-1-1,-1 1 1,1-1-1,0 1 1,0-1-1,0 1 1,0-1-1,0 1 1,-1-1 0,1 1-1,0-1 1,0 0-1,5-16-4024,14-12 1025,-6 14 2794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3.0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95 224,'-2'-56'6568,"-1"17"7206,13 132-11404,-1-32-2263,2 74 54,13 104-2792,-23-233 2108,7 38-3709,-7-42 3435,-1 1 0,1-1 0,0 0 0,0 0 0,0 1 0,0-1 1,0 0-1,0 0 0,1 0 0,-1 0 0,1 0 0,-1-1 0,1 1 0,3 3 0,-4-5 728,-1 0 0,0 0-1,0 0 1,1 0 0,-1 0-1,0 0 1,0 0 0,1 0-1,-1 0 1,0 0-1,0 0 1,1 0 0,-1 0-1,0 0 1,1 0 0,-1 0-1,0 0 1,0 0 0,1 0-1,-1-1 1,0 1 0,0 0-1,0 0 1,1 0 0,-1 0-1,0 0 1,0-1 0,0 1-1,1 0 1,-1 0-1,0 0 1,0-1 0,0 1-1,0 0 1,1 0 0,-1-1-1,0 1 1,0 0 0,0 0-1,0-1 1,0 1 0,0 0-1,0 0 1,0-1 0,1-1-130,5-8-318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3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52,'18'-3'15120,"16"-1"-11693,7-2-3728,26-10-8615,-80 13 1643,3 0 6324,-8 0-11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4.1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11 8,'4'0'408,"-1"0"1,1 0-1,-1 0 1,1 0-1,0-1 1,-1 1-1,1-1 1,-1 0-1,1 0 1,-1-1-1,7-2 1867,-14 4-1753,-1 1 0,1 0 0,0 0 0,0 0 1,0 1-1,0 0 0,0 0 0,0 0 0,1 0 0,-6 4 0,-7 3 297,12-8-905,-47 25 594,27-8-2702,10 1-4638,20-21 2630,1-3 3750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6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82 132,'-26'-6'3084,"18"4"-1173,0 0 0,1 0 0,-1 0 0,1-1 0,0 0 1,0 0-1,0-1 0,-10-6 0,41 3-814,41 2-1195,-2-1-71,-22 1-2726,-8-3-2561,-1-2-3744,-25 7 6040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6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25 104,'-2'1'115,"1"0"1,0 0-1,0-1 1,-1 1-1,1 0 1,0 0-1,0 0 1,0 1-1,0-1 1,1 0-1,-1 0 1,0 0-1,0 1 0,1-1 1,-1 0-1,1 1 1,-1-1-1,1 1 1,-1-1-1,1 1 1,0-1-1,0 0 1,0 3-1,0-3 80,1-1 0,0 1 1,0 0-1,0 0 0,0 0 0,0 0 0,0-1 1,0 1-1,0-1 0,0 1 0,0 0 0,0-1 1,0 0-1,1 1 0,-1-1 0,0 0 0,0 0 1,0 1-1,1-1 0,1 0 0,13 0 1389,1 0 0,28-5 0,-44 5-1615,80-13 741,41-12-6586,-27 6 240,-71 14 4883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7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74 104,'-36'-3'933,"-18"0"3136,5-10 6030,54 14-9731,0 0 0,0-1 1,0 1-1,-1-1 0,1 0 1,0-1-1,5 0 0,9 0-141,39-1 222,-1-2-1,0-3 0,-1-3 1,76-21-1,-147 98 1085,-12 63-1357,14-71-881,-8 77 0,22-107-321,6 2-4470,-7-30 5255,1 0-1,-1 0 1,0 0 0,0 0 0,1 0-1,-1 0 1,1 0 0,-1 0-1,1 0 1,-1 0 0,1-1-1,-1 1 1,1 0 0,0 0-1,-1-1 1,1 1 0,0 0-1,0-1 1,-1 1 0,1-1-1,0 1 1,0-1 0,0 1 0,0-1-1,0 0 1,0 1 0,0-1-1,0 0 1,0 0 0,0 0-1,0 1 1,0-1 0,0 0-1,0 0 1,0-1 0,0 1-1,0 0 1,0 0 0,0 0-1,0-1 1,0 1 0,-1 0 0,1-1-1,0 1 1,0-1 0,0 1-1,0-1 1,0 0 0,-1 1-1,1-1 1,0 0 0,-1 1-1,1-1 1,1-1 0,7-10-656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7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64 104,'-39'-1'977,"-1"0"1713,-1 6 8847,41-5-11433,12 3 1527,20 3-890,29-5-877,80-9-1,-39-9-4973,-8-12-4177,-69 18 7378,-9 0 888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49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94 119 80,'-4'-2'-114,"0"1"609,0 0 1,0 0 0,0-1 1,1 0-1,-1 0 0,0 0 0,1 0 1,-5-4-1,8 6-373,0-1 1,-1 1 0,1 0-1,0-1 1,0 1 0,-1-1-1,1 1 1,0-1 0,0 1-1,0-1 1,0 1 0,0-1-1,-1 1 1,1-1 0,0 1-1,0-1 1,0 1 0,0-1-1,1 1 1,-1-1 0,0 1-1,0-1 1,0 1 0,0 0-1,0-1 1,1 0 0,19-18 1005,-6 11-1040,2-1-1,-1 2 0,1 0 0,0 1 1,1 1-1,-1 1 0,1 0 0,26-3 0,139-1-101,-176 8 23,-5 0-7,1 0 0,0 0 0,0 0 0,0 0 0,0 0 0,0 0 0,0 0 0,0 0 0,0 1 0,0-1 0,0 1 0,-1 0 0,1 0 0,0-1 0,0 1 1,-1 0-1,1 0 0,0 0 0,-1 1 0,1-1 0,-1 0 0,0 1 0,3 2 0,-4-2-1,1 0 0,-1 0-1,1 1 1,-1-1 0,0 0 0,0 0 0,0 1-1,0-1 1,0 0 0,0 0 0,-1 0 0,1 1 0,-1-1-1,0 0 1,1 0 0,-1 0 0,-1 2 0,-7 12 120,0-1 1,0 0 0,-23 26-1,-26 22 1347,27-29-901,1 0 0,-30 45 0,54-70-531,0 0-1,1 1 1,0 0 0,0 0 0,1 0 0,1 0 0,-1 1 0,2-1 0,-1 1 0,2 0-1,-1-1 1,1 1 0,1 0 0,1 14 0,1-16-16,0-1 0,0 0 1,0 0-1,1 0 0,1-1 0,-1 1 0,1-1 0,1 1 1,-1-1-1,1-1 0,0 1 0,1-1 0,0 0 1,0 0-1,0 0 0,0-1 0,1 0 0,13 7 1,9 4-6,2-1 0,0-1 0,43 12 0,-31-11 58,-53-16 216,0 1 0,1 1 0,-1 0 0,0 0 0,0 0 0,1 2 0,-1-1 0,1 1 0,0 0 0,0 1 1,-10 5-1,9-3-274,1-1 0,0 1 0,1 1 0,-1-1 0,1 1 0,1 1 1,-1 0-1,1 0 0,1 0 0,-1 1 0,1 0 0,-6 13 0,6-7 15,0-1 0,1 1 1,0 1-1,1-1 0,1 1 0,1-1 0,-1 26 0,4 4 124,2 0 1,1-1 0,3 1-1,24 81 1,-17-82-30,-8-28-62,-1 1 1,-1-1 0,4 27-1,-8-41-55,0 0-1,-1 0 1,1 0-1,-1-1 1,1 1-1,-1 0 1,1-1-1,-1 1 1,0 0-1,0-1 1,0 1-1,0-1 0,0 1 1,0-1-1,-1 1 1,1-1-1,0 0 1,-1 0-1,1 1 1,-1-1-1,1 0 1,-1-1-1,1 1 0,-1 0 1,0 0-1,0-1 1,1 1-1,-1-1 1,0 1-1,0-1 1,1 0-1,-1 1 1,-3-1-1,-11 2-23,0-1 0,-29-1 0,31 0-45,-32-2-454,-3-7-4683,44 8 4473,1 0 0,-1-1-1,1 1 1,-1-1 0,1 0-1,0-1 1,-1 1 0,1-1 0,0 0-1,1 0 1,-1 0 0,0 0-1,1 0 1,0-1 0,0 0-1,0 0 1,-4-6 0,2-7-221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0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297 100 36,'0'-4'477,"0"0"0,0 0 1,0 0-1,0 0 0,-1 1 0,1-1 0,-1 0 0,0 0 1,0 0-1,-1 1 0,1-1 0,-1 0 0,0 1 0,0 0 1,0-1-1,0 1 0,-1 0 0,1 0 0,-1 0 1,0 0-1,0 1 0,0-1 0,0 1 0,0-1 0,0 1 1,-6-2-1,4 2 95,1 1 0,-1-1 0,0 1 1,0 0-1,0 1 0,1-1 0,-1 1 1,-9 0-1,6 1-539,0 0 1,1 1-1,-1 0 1,1 0-1,-14 6 1,11-3 9,1 1 0,0 0 1,0 1-1,0 0 0,1 0 0,0 1 0,1 0 1,-1 0-1,2 1 0,-1 0 0,1 0 0,1 1 1,-1-1-1,2 1 0,-1 1 0,-3 14 0,6-20-48,0 0-1,0 0 1,1 0-1,0 1 1,0-1-1,1 0 1,0 1-1,-1-1 1,2 1 0,-1-1-1,1 0 1,0 1-1,0-1 1,0 0-1,1 0 1,-1 1-1,1-1 1,1-1-1,-1 1 1,1 0-1,-1 0 1,1-1-1,1 0 1,-1 1-1,1-1 1,-1-1-1,1 1 1,0 0-1,1-1 1,-1 0-1,1 0 1,-1 0-1,1 0 1,0-1-1,5 2 1,-5-2-2,-1 0 0,1 0 1,0-1-1,0 1 0,0-1 0,0 0 1,0-1-1,0 1 0,0-1 0,0 0 1,1 0-1,-1-1 0,0 1 1,0-1-1,0 0 0,0-1 0,0 1 1,-1-1-1,1 0 0,0 0 0,-1 0 1,1-1-1,-1 0 0,0 1 0,0-2 1,0 1-1,0 0 0,0-1 1,4-6-1,-2 1 5,0 0 0,-1 0 0,0 0 0,-1 0 0,0-1 0,-1 1 0,1-1 1,-2 0-1,0 0 0,0-1 0,-1 1 0,0 0 0,-1-18 0,-4-37-1260,3 48-3444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0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99 4,'-8'-30'1673,"8"-12"5592,1 15-1669,-1 97-3618,1 118 11,1-125-2608,3 0-1,20 91 1,-25-154 601,13 45-3021,-12-43 2510,0 0 0,0-1 0,0 1 0,0 0 0,0 0 0,0-1 0,1 1 0,-1 0-1,1-1 1,-1 1 0,3 1 0,-3-3 387,-1 0 0,1 0 0,-1 0 0,1 0 0,-1 0 0,1 0 0,-1-1 0,1 1 0,-1 0 0,1 0 0,-1 0 0,1 0 0,-1-1 0,1 1 0,-1 0 0,1-1 0,-1 1 0,1 0 0,-1-1 0,1 1 0,-1 0 0,0-1 0,1 1 0,-1-1 0,0 1 0,1-1 0,-1 1 0,0-1 0,0 1 0,0-1 0,1 1 0,-1-1 0,0 1 0,0-1 0,0 1 0,0-1 0,0 1 0,0-1 0,0 0 0,0 1 0,0-1 0,0 1 0,0-2 0,0-13-619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68,'0'-6'194,"0"1"0,1 0 0,0 0 0,0 0 0,0 0-1,0 0 1,1 1 0,-1-1 0,1 0 0,1 1 0,-1-1 0,0 1 0,1 0 0,0-1 0,0 1 0,1 1 0,-1-1-1,1 0 1,6-5 0,-7 7-83,0 1 0,0-1 0,0 1 0,1-1 0,-1 1 0,0 0 0,0 0 0,1 1 0,-1-1-1,0 1 1,1-1 0,-1 1 0,1 0 0,-1 0 0,0 1 0,1-1 0,-1 1 0,1-1 0,-1 1 0,0 0 0,0 0-1,0 1 1,1-1 0,-1 1 0,0-1 0,-1 1 0,1 0 0,0 0 0,0 0 0,3 5 0,-3-5 54,0 1 0,0 0 0,0-1 0,0 2 0,-1-1 1,1 0-1,-1 0 0,1 1 0,-1-1 0,-1 1 0,1 0 1,0-1-1,-1 1 0,0 0 0,0 0 0,0 0 0,0 0 1,-1 0-1,1 0 0,-1 0 0,0 1 0,0-1 0,-1 0 1,1 0-1,-1 0 0,0 0 0,0 0 0,0 0 0,0-1 1,-1 1-1,0 0 0,0 0 0,0-1 0,0 1 0,-5 5 0,-3 3 91,0-1 0,-1 0-1,0-1 1,0 0 0,-1-1-1,-1 0 1,1-1 0,-22 10-1,21-13-2094,29-17-9047,-4 7 10184,8 0-641,1 0 618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1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10 149 60,'-5'-75'3134,"2"38"1858,2 1 3913,10 134-7328,-10-36-1702,5 119-95,-1-152-809,1-1 0,10 33 1,-13-56 423,1 0 0,-1-1-1,1 1 1,0-1 0,1 1 0,-1-1 0,1 0 0,0 0 0,0 0 0,4 4 0,-5-6 325,-1-1 0,1 0-1,-1 0 1,1 1 0,0-1 0,-1 0 0,1 0 0,0-1 0,0 1 0,0 0 0,0-1 0,0 1-1,0-1 1,0 1 0,0-1 0,0 0 0,0 0 0,0 0 0,0 0 0,0 0 0,0 0 0,0-1-1,-1 1 1,1-1 0,0 1 0,3-2 0,8-6-490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1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77 8,'-15'-5'277,"12"5"26,-1-1 1,1 1-1,-1-1 0,1 0 1,-1-1-1,1 1 1,-1 0-1,1-1 0,0 0 1,0 0-1,0 0 1,-5-4-1,9 5-216,-1 1 0,0-1 0,1 0 0,-1 1 0,0-1 0,1 0 1,-1 1-1,1-1 0,-1 1 0,1-1 0,-1 1 0,1-1 0,-1 1 0,1-1 0,-1 1 0,1-1 0,0 1 0,-1 0 0,1-1 0,0 1 0,0 0 0,-1 0 1,1-1-1,0 1 0,-1 0 0,3 0 0,27-8 470,-25 7-333,21-6 184,64-13 322,-83 19-701,0 0 0,0 1 0,0-1 0,0 1 0,0 1 0,0-1 0,0 1 0,0 1 0,0-1 0,8 4 0,-12-3-11,0 0 0,0 1 0,0-1-1,-1 1 1,1-1 0,-1 1 0,0 0 0,0 0-1,0 0 1,0 0 0,0 0 0,-1 0 0,1 1 0,-1-1-1,0 1 1,0-1 0,0 1 0,0-1 0,-1 1-1,0-1 1,1 6 0,0 11-72,-1 1 0,-3 26-1,3-44 18,-1 7-690,0 0-1,1 0 0,0 0 1,3 18-1,-2-26 520,-1 1 0,1 0 1,0-1-1,0 1 0,0-1 0,0 1 1,1-1-1,-1 0 0,0 1 0,1-1 1,0 0-1,-1 0 0,1 0 0,0 0 1,0 0-1,0-1 0,1 1 0,-1 0 0,0-1 1,0 0-1,1 1 0,4 0 0,15 4-321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2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91 44,'-2'-12'419,"-4"-20"1746,10 16 2720,1 16-2283,0 13-1396,-2 13 276,-4-24-1320,1 0 0,-1 0 0,0 1 0,0-1 0,0 0 0,-1 0-1,1 0 1,0 0 0,-1 0 0,0 0 0,1-1 0,-1 1 0,0-1 0,0 1 0,0-1 0,0 1-1,0-1 1,0 0 0,0 0 0,0 0 0,0 0 0,-1 0 0,1-1 0,-4 2 0,5-2-141,-1 0 1,1-1 0,0 1-1,-1 0 1,1 0-1,0-1 1,-1 1 0,1 0-1,0-1 1,-1 1-1,1-1 1,0 0 0,0 0-1,0 1 1,-1-1 0,1 0-1,0 0 1,0 0-1,0 0 1,1 0 0,-1 0-1,0 0 1,0 0 0,0 0-1,1-1 1,-1 1-1,1 0 1,-1-1 0,1 1-1,-1 0 1,1-1-1,0 1 1,0 0 0,-1-1-1,1 1 1,0 0 0,0-1-1,1 1 1,-1 0-1,0-1 1,0 1 0,1-2-1,9-41-1804,4 20-4626,-5 53-1632,-4-3 7009,3 6 541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3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0 169 172,'1'-22'2096,"7"3"5531,-8 18-7381,1 1 0,0 0 0,-1-1 0,1 1 0,0 0 0,-1 0 0,1-1 0,0 1 0,-1 0 0,1 0 0,0 0 0,-1 0 0,1 0-1,0 0 1,0 0 0,-1 0 0,1 0 0,0 0 0,0 0 0,-1 1 0,1-1 0,0 0 0,-1 0 0,2 1 0,17 10-831,-13-6 619,-1 0 0,-1 0 0,1 1 0,-1-1 0,1 1 0,-2 0 0,1 0 0,-1 0 0,0 1 0,0-1 0,0 1 0,-1 0 0,0 0 0,-1 0 0,1 0 0,-1 0 0,-1 0 0,1 13 0,22-81-22,-22 58-13,38-97 57,-35 92-51,0 0 1,1 0-1,0 0 0,0 0 0,0 1 0,1 0 1,0 0-1,1 1 0,11-10 0,-18 16-4,1-1-1,0 1 1,0-1 0,0 1-1,-1 0 1,1-1-1,0 1 1,0 0 0,0 0-1,0-1 1,0 1-1,0 0 1,0 0 0,-1 0-1,1 0 1,0 0-1,0 0 1,0 0 0,0 1-1,0-1 1,0 0-1,0 0 1,-1 1 0,1-1-1,0 1 1,0-1-1,1 1 1,19 25 77,3 36 192,-21-49-195,2-1-17,-2 0-1,0 1 0,0-1 1,-1 1-1,0 0 0,-1 0 1,-1 0-1,-1 13 0,3-93 69,3 50-147,0 1-1,1 0 0,0 1 0,17-29 1,-20 38 15,1 1 1,-1-1-1,1 1 0,1-1 1,-1 1-1,1 1 1,0-1-1,0 0 1,0 1-1,0 0 1,1 0-1,0 1 1,0 0-1,0 0 0,8-3 1,-11 5 5,0 1 1,1 0 0,-1-1-1,0 1 1,1 0-1,-1 1 1,0-1-1,1 1 1,-1-1-1,0 1 1,0 0-1,1 0 1,-1 0-1,0 1 1,0-1-1,0 1 1,-1 0 0,1 0-1,0 0 1,-1 0-1,1 0 1,-1 0-1,1 1 1,-1-1-1,0 1 1,0 0-1,0 0 1,-1-1-1,1 1 1,-1 0 0,3 5-1,-1 1-269,1 0 0,-1 0-1,0 0 1,2 14 0,-3 30-4388,-5-33 1722,2-16 2416,0 0 1,0 0-1,0 0 1,1 1-1,0-1 0,-1 0 1,2 0-1,-1 1 1,0-1-1,1 0 1,0 0-1,0 0 1,0 0-1,2 5 0,4-1 118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3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319 398 68,'0'-2'332,"0"-1"0,0 0-1,0 0 1,-1 1 0,1-1 0,-1 0 0,1 1 0,-1-1-1,0 0 1,0 1 0,0-1 0,-1 1 0,1-1 0,0 1-1,-1 0 1,0 0 0,1-1 0,-1 1 0,0 0 0,0 1-1,0-1 1,-4-3 0,1 3 225,0 0 1,1 0-1,-1 0 0,0 1 1,0 0-1,-1-1 1,1 2-1,0-1 0,0 1 1,0 0-1,-8 0 0,0 1 573,-1 1 0,0 0 0,-23 7 0,-23 17-50,51-20-1004,1 0 0,0 1 1,0 0-1,0 0 0,-11 15 0,16-19-75,1-1-1,0 1 1,0 0-1,0 0 1,0 0-1,0 0 0,1 0 1,-1 1-1,1-1 1,0 0-1,0 1 1,0-1-1,1 1 0,-1-1 1,1 1-1,0-1 1,0 1-1,0-1 1,0 1-1,2 5 1,-2-8-4,1 1 0,-1-1 0,1 0 1,-1 1-1,1-1 0,0 0 0,0 0 1,0 0-1,0 1 0,0-1 0,0 0 1,0 0-1,0-1 0,0 1 0,0 0 1,1 0-1,-1 0 0,0-1 0,0 1 1,1-1-1,-1 1 0,3 0 0,0-1-3,-1 0 0,1 1-1,-1-2 1,1 1-1,-1 0 1,1-1-1,-1 1 1,0-1-1,5-2 1,5-2-40,-1 0 0,0-1 0,21-14 0,-16 8 0,-13 8 25,1 1 0,-1 0 0,1-1 0,0 2 0,0-1 0,1 1 0,7-3 0,-12 4 17,1 1 1,0 0-1,0 0 0,0 0 1,-1 1-1,1-1 0,0 0 1,0 1-1,-1-1 0,1 1 1,0-1-1,-1 1 0,1 0 1,-1 0-1,1 0 0,-1 0 1,1 0-1,-1 0 0,1 0 1,-1 0-1,0 0 0,0 1 1,1-1-1,-1 0 0,0 1 1,0-1-1,-1 1 0,3 3 0,0 1-38,1 0 0,0 0 0,0 0-1,1 0 1,0-1 0,0 1-1,0-1 1,0-1 0,1 1-1,0-1 1,12 7 0,-12-9-25,0 0 1,0 0-1,0 0 1,0-1 0,1 0-1,-1-1 1,0 1-1,1-1 1,-1 0-1,0-1 1,1 1 0,-1-1-1,0-1 1,7-1-1,1-2 41,0 0-1,0 0 0,-1-2 1,0 1-1,0-2 1,-1 0-1,0 0 0,0-1 1,-1 0-1,0-1 1,0-1-1,-2 0 0,1 0 1,-1-1-1,-1 0 0,0 0 1,0-1-1,-2 0 1,9-20-1,-10 19 66,0-1 1,-1 1-1,0-1 1,-1 0-1,-1 0 1,0 0-1,-1 0 0,-1-1 1,0 1-1,-1 0 1,0 0-1,-2 0 0,0 0 1,0 0-1,-1 0 1,-1 1-1,-1 0 1,-14-27-1,20 40-33,-1-1-1,1 1 0,-1 0 1,0-1-1,0 1 1,1 0-1,-1 0 1,0-1-1,0 1 1,-1 0-1,1 0 1,0 0-1,0 0 1,0 0-1,-1 1 1,1-1-1,0 0 1,-1 0-1,1 1 1,-1-1-1,1 1 1,0-1-1,-1 1 0,1 0 1,-1 0-1,-2-1 1,1 2-3,1 0 0,0 0 0,0 0 0,0 1 0,1-1 0,-1 0 0,0 1 0,0-1 0,1 1 0,-1-1 0,1 1 0,-1 0 0,1 0 0,0 0 0,-2 3 0,-5 10 0,1 1-1,1-1 1,-8 29 0,5-10 21,1 1 1,2 1 0,1-1 0,2 1-1,1 0 1,4 43 0,-1-65-164,1 0-1,0-1 1,1 1 0,1 0-1,0-1 1,1 0 0,0 0-1,1-1 1,0 1 0,1-1-1,1 0 1,0-1 0,0 0-1,1 0 1,1-1 0,0 0-1,0 0 1,21 14-1,-12-12-2346,1 0 0,41 17-1,-51-25 1626,1 0-1,-1-1 0,1 0 1,0-1-1,0 0 1,0-1-1,0 0 1,13-1-1,-1-4-56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16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230 214 8,'-38'1'673,"15"0"1001,-1-1 1,0-1-1,0-1 1,-41-9-1,85 13-1406,0-1-1,0-1 1,0-1-1,0-1 0,29-7 1,248-54-383,53-8-554,-350 71 667,58-7-131,-35 5 24,-23 2 105,-1 1 0,1-1-1,0 0 1,0 0 0,0 0 0,0 0 0,0 0 0,0 0 0,0 0 0,0 0 0,0 1 0,0-1 0,0 0-1,0 0 1,1 0 0,-1 0 0,0 0 0,0 0 0,0 0 0,0 0 0,0 0 0,0 0 0,0 1 0,0-1-1,0 0 1,0 0 0,0 0 0,0 0 0,0 0 0,0 0 0,0 0 0,1 0 0,-1 0 0,0 0 0,0 0-1,0 0 1,0 0 0,0 0 0,-9 3-7,-1 0 1,1-1-1,-1 0 0,0-1 0,1 0 1,-14-1-1,-32 5 37,-127 22 553,131-23-559,0 2 1,0 2 0,1 3-1,0 2 1,-56 22 0,85-26-18,13-6-34,0 1 0,0 0 0,0 0-1,0 0 1,-9 8 0,-15-2-67,7-5 106,-7 9 1,20-9-9,14-7-27,5-4 41,-1 0 0,0-1 0,0 0 0,-1-1 0,1 1 0,-2-1-1,8-14 1,-8 13-9,5-9 18,-1 0 0,8-27 0,-10 25-17,1 1 0,13-24 1,-19 40 18,-4 6 3,-8 11 28,-32 41 2,21-29-61,1 1 1,1 0-1,-26 52 0,44-77 5,1 0-1,-1 0 1,1 0-1,0 0 1,0 0-1,0 0 1,0 0-1,0 1 1,0-1-1,1 0 0,-1 0 1,1 1-1,0-1 1,-1 0-1,1 3 1,2-4 7,0 0 0,-1 0 0,1 0-1,0 0 1,0 0 0,-1-1 0,1 1 0,0-1 0,0 1 0,0-1 0,0 0 0,0 0 0,0 0 0,-1 0 0,1 0-1,0 0 1,3-1 0,41 4 34,65 10-1,-5 1-4,-47-8 85,-56-6 112,-11-10-8257,-20-5 5623,10 6 1971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4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1035 156 4,'-17'-18'819,"-2"2"1,0 0-1,0 2 0,-1 0 1,-1 1-1,0 1 0,-42-17 0,49 23-414,0 2 0,-1 0 0,1 1 0,-1 0 0,0 1 0,0 1 0,0 0 0,0 1 0,0 1 0,0 0-1,1 1 1,-1 1 0,-28 8 0,-2 5-207,2 3-1,0 1 1,2 2-1,0 2 1,1 2-1,-56 48 1,70-52-175,2 1 0,1 1 1,0 1-1,2 1 0,1 1 1,2 1-1,0 1 1,2 0-1,1 1 0,-11 32 1,20-46-22,2 1 0,0-1 0,1 1 0,0 0 1,1 0-1,1 0 0,1 0 0,1 0 0,0 0 0,1 0 1,1 0-1,0 0 0,1 0 0,1-1 0,9 21 1,-4-17-22,1 0 0,0 0 0,2-1 0,0-1 0,1 0 0,1-1 1,0-1-1,2 0 0,0-1 0,0-1 0,22 14 0,-5-8-151,0-1 1,2-2-1,-1-1 0,2-2 0,0-2 0,1-1 0,0-2 1,0-1-1,1-2 0,0-2 0,39-1 0,-43-3 52,0-1 0,0-2-1,0-1 1,-1-2 0,0-1-1,0-2 1,-1-2 0,0 0-1,-1-2 1,0-2 0,-1-1-1,46-31 1,-59 33 157,-1 0 1,0-2 0,-1 0-1,-1-1 1,0 0-1,-2-1 1,0-1-1,0 0 1,-2 0-1,-1-1 1,0-1-1,-1 0 1,-2 0-1,0-1 1,-1 0-1,3-26 1,-5 20 101,-2 1-1,-1-1 1,-2 0-1,0 0 1,-2 1-1,-1-1 1,-1 1 0,-1 0-1,-2 0 1,0 1-1,-2 0 1,-24-45-1,24 52-41,-1 0-1,-1 1 0,-1 1 1,0 0-1,-1 0 0,-1 2 0,-24-21 1,30 29-312,-1 1 0,1 0 0,-1 0 0,0 1 0,0 1 0,-18-6 0,18 7-381,0 1-1,0 0 0,-1 1 1,1 0-1,0 1 0,0 0 0,0 1 1,-12 1-1,2 2-238,0 1-1,1 1 1,0 0 0,0 2-1,0 0 1,-26 16 0,-9 10 192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5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30 120,'0'-1'71,"0"0"0,0 0 0,1 0 1,-1 0-1,0 0 0,0 0 0,0 0 0,0 1 0,0-1 0,-1 0 0,1 0 1,0 0-1,0 0 0,-1 0 0,1 0 0,0 0 0,-1 0 0,1 1 0,-1-1 1,1 0-1,-1 0 0,1 1 0,-1-1 0,0 0 0,1 1 0,-1-1 0,0 0 1,1 1-1,-1-1 0,0 1 0,0-1 0,0 1 0,1 0 0,-1-1 0,0 1 1,0 0-1,0-1 0,0 1 0,0 0 0,0 0 0,0 0 0,0 0 0,0 0 1,-1 0-1,-53-2 2868,45 3-2260,-11-1 147,0 2 0,0 0 1,0 2-1,-32 9 0,43-11-711,0 2-1,0-1 0,1 1 1,-1 1-1,1 0 1,0 0-1,1 1 0,-1 0 1,1 0-1,0 1 1,-8 9-1,14-13-107,0 0 0,0 1 0,0-1 0,1 1 0,-1 0-1,1-1 1,0 1 0,0 0 0,0 0 0,1 0 0,-1 0 0,1 0 0,0 0 0,0 0-1,0-1 1,1 1 0,-1 0 0,1 0 0,0 0 0,0 0 0,0-1 0,1 1 0,-1 0-1,1-1 1,0 1 0,0-1 0,3 5 0,9 11-14,0-1 0,0 0 1,26 24-1,-23-25-10,63 56-49,-52-50 108,45 51 0,-72-74-4,-1 1-1,1-1 0,-1 0 0,0 1 0,1-1 0,-1 1 0,0-1 0,1 1 0,-1-1 1,0 1-1,0-1 0,1 1 0,-1 0 0,0-1 0,0 1 0,0-1 0,0 1 0,0-1 1,0 1-1,0 0 0,0-1 0,0 1 0,0-1 0,0 1 0,0-1 0,0 1 0,0 0 0,-1-1 1,1 1-1,0-1 0,0 1 0,-1-1 0,1 1 0,0-1 0,-1 1 0,1-1 0,0 0 1,-2 1-1,-27 13 979,-50-3-94,71-10-892,-15 1-39,0-2 1,1 0-1,-27-3 0,31 0-1267,0 0-1,0-2 1,0 0 0,0-1-1,1-1 1,0 0 0,0-1-1,1-1 1,0-1-1,1 0 1,-28-24 0,18 12 657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0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65 119 32,'-19'-72'3833,"3"25"4912,18 60-8017,-1 0 0,0 0 0,-1 1-1,0-1 1,-1 0 0,-3 14-1,0 15-84,-7 113 204,3-87-1024,4 1 0,2 0 0,4 0 0,10 73-1,-11-139-108,-1 0-1,1 0 0,-1 0 0,1 0 0,0 0 0,1 0 1,-1 0-1,0 0 0,1 0 0,0 0 0,-1-1 0,1 1 1,0-1-1,3 4 0,-4-6 114,-1 0 0,1 1 0,-1-1 0,1 0 0,0 0 0,-1 1 0,1-1 0,-1 0 0,1 0 0,0 0 0,-1 0 0,1 0 0,0 0 0,-1 0 0,1 0 0,0 0-1,-1 0 1,1 0 0,-1 0 0,1 0 0,0-1 0,-1 1 0,1 0 0,-1 0 0,1-1 0,0 0 0,1 0-217,0-1-1,0 0 0,0 0 0,-1 0 0,1 0 1,-1 0-1,1 0 0,-1 0 0,0 0 1,2-4-1,1-5-363,0-1 0,0 0 1,-2-1-1,1 1 0,1-25 0,-2-6 309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132 187 128,'-4'-7'307,"0"1"0,0-1 1,0 1-1,0 0 0,-1 1 0,0-1 0,-1 1 1,-6-6-1,-51-28 6611,46 30-4632,17 9-2242,0 0 0,0 0 0,0 0 0,0 0 0,-1 0-1,1 0 1,0 0 0,0 0 0,0 0 0,0-1 0,-1 1 0,1 0 0,0 0-1,0 0 1,0 0 0,0 0 0,0 0 0,-1 0 0,1 0 0,0-1 0,0 1 0,0 0-1,0 0 1,0 0 0,0 0 0,0 0 0,0-1 0,0 1 0,0 0 0,0 0-1,-1 0 1,1 0 0,0-1 0,0 1 0,0 0 0,0 0 0,0 0 0,0 0 0,0-1-1,1 1 1,-1 0 0,0 0 0,0 0 0,0 0 0,0-1 0,0 1 0,0 0 0,0 0-1,0 0 1,0 0 0,0-1 0,0 1 0,1 0 0,13-5 843,30-1-917,-32 4 275,120-24-95,-46 7-1763,-1 7-3866,-83 11 5224,0 1-1,0-1 0,-1 1 0,1 0 0,0 0 0,0 0 0,0 0 0,-1 0 1,1 0-1,0 1 0,0-1 0,-1 0 0,1 1 0,0 0 0,0-1 0,-1 1 1,1 0-1,-1 0 0,1 0 0,-1 0 0,1 0 0,-1 0 0,1 0 1,-1 0-1,0 1 0,0-1 0,0 0 0,0 1 0,0-1 0,2 4 0,0 6-315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0 116,'-33'18'1801,"-1"-2"3892,35-12-2367,11 0-2244,15 2-485,-1-5-881,1-1 0,-1 0 0,49-9 0,25-11-10468,-92 19 10097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2 190 84,'-1'-7'520,"1"0"0,-1 0 1,1 0-1,0 0 0,1 0 0,0 0 0,0 0 1,0 0-1,1 0 0,0 0 0,0 1 0,5-11 0,-1 5 639,1-1 1,0 1-1,1 0 0,0 1 0,13-14 0,-20 25-1099,-1-1 0,0 1 0,1 0 0,-1-1 1,0 1-1,1 0 0,-1-1 0,0 1 0,1 0 0,-1 0 1,1-1-1,-1 1 0,1 0 0,-1 0 0,1 0 1,-1 0-1,1 0 0,-1 0 0,0-1 0,1 1 0,-1 0 1,1 0-1,-1 1 0,1-1 0,-1 0 0,1 0 1,-1 0-1,1 0 0,-1 0 0,1 0 0,-1 1 0,1-1 1,14 16 852,5 30-263,-18-41-463,15 36 80,-3 1-1,-1 0 1,-2 1 0,10 85-1,-20-127-242,-1 0-1,0 1 1,0-1-1,0 0 0,0 1 1,0-1-1,0 0 1,0 1-1,0-1 0,-1 1 1,1-1-1,-1 0 0,1 0 1,-1 1-1,1-1 1,-1 0-1,0 0 0,1 0 1,-3 2-1,3-3-6,-1 0-1,0 0 0,0-1 0,1 1 1,-1 0-1,0-1 0,0 1 1,1-1-1,-1 1 0,1-1 1,-1 1-1,0-1 0,1 0 0,-1 1 1,1-1-1,-1 1 0,1-1 1,0 0-1,-1 0 0,1 1 1,0-1-1,-1 0 0,1 0 0,0 1 1,0-1-1,0 0 0,-1 0 1,1 0-1,0 1 0,0-1 1,0 0-1,1 0 0,-1-1 0,-3-19-58,2-1-1,0 0 0,1 0 1,1 1-1,1-1 0,2 1 0,7-32 1,-5 30-1977,1 1 1,1 0-1,19-37 0,-25 56 1558,-1 1-1,1-1 1,-1 1-1,1 0 1,0-1-1,0 1 1,0 0-1,0 0 1,0 0-1,0 0 1,1 1-1,-1-1 1,5-2-1,-5 4 314,-1 0 0,1-1-1,-1 1 1,1 0 0,-1 0 0,0 0 0,1 0-1,-1 0 1,1 0 0,-1 0 0,1 1-1,-1-1 1,1 0 0,-1 1 0,0-1 0,1 1-1,-1 0 1,0-1 0,0 1 0,1 0 0,-1 0-1,0 0 1,0 0 0,0 0 0,0 0 0,0 0-1,0 0 1,0 0 0,1 2 0,14 22-389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88,'7'-61'3056,"-4"37"7141,12 77-9237,-8-30-963,-1 0 0,4 32 0,-9-45-1536,0-1 0,-1 1 0,-1-1 1,0 1-1,-2 12 0,5-33-3220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8 153 148,'-2'-9'425,"0"0"1,1 0-1,0 0 0,0 0 0,1-1 1,1-8-1,-1 16-280,0 0-1,1 0 1,-1 0 0,0 0 0,1 0 0,0 1-1,-1-1 1,1 0 0,0 1 0,0-1 0,0 0-1,0 1 1,0-1 0,0 1 0,1-1 0,-1 1-1,0 0 1,1 0 0,-1 0 0,1-1 0,0 1-1,-1 0 1,1 1 0,0-1 0,-1 0 0,1 0-1,0 1 1,0-1 0,0 1 0,-1 0 0,1-1-1,0 1 1,0 0 0,3 0 0,-11 6 4711,5-6-4873,0 0 0,0 0 0,1 1 0,-1-1 0,0 0 0,1 0 0,-1 0 0,0 0 0,0 1 0,1-1 0,-1 0 0,0-1 0,0 1 0,1 0 0,-1 0 0,0 0 0,1 0 1,-1-1-1,0 1 0,0 0 0,1 0 0,-1-1 0,0 1 0,1-1 0,-1 1 0,1 0 0,-1-1 0,1 1 0,-1-1 0,1 0 0,-1 1 0,1-1 0,-1 1 0,1-1 0,0 0 0,-1 1 0,1-1 0,0 0 0,-1 1 0,1-2 0,-2-21-4183,3 13 854,4 22-1453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3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10 237 172,'-1'-1'305,"0"1"1,1-1-1,-1 0 1,0 1-1,1-1 0,-1 0 1,0 0-1,1 0 1,-1 1-1,1-1 1,-1 0-1,1 0 0,0 0 1,-1 0-1,1 0 1,0 0-1,0 0 0,-1 0 1,1 0-1,0 0 1,0 0-1,0 0 0,0 0 1,0 0-1,1 0 1,-1 0-1,0 1 0,0-1 1,1 0-1,-1 0 1,0 0-1,1 0 1,-1 0-1,1 0 0,-1 0 1,1 1-1,-1-1 1,1 0-1,0 0 0,0 1 1,-1-1-1,1 0 1,0 1-1,0-1 0,-1 1 1,1-1-1,0 1 1,0-1-1,0 1 0,0 0 1,0-1-1,0 1 1,1 0-1,-1 0-219,0 0 0,0 0 1,0 0-1,1 0 0,-1 0 0,0 1 0,0-1 0,0 0 0,0 0 1,0 1-1,0-1 0,0 1 0,0-1 0,0 1 0,0 0 0,-1-1 0,1 1 1,0 0-1,0-1 0,0 1 0,-1 0 0,1 0 0,0 0 0,-1 0 1,1 1-1,4 7 80,-1 0 0,0 1 1,0-1-1,-1 1 0,0-1 0,-1 1 1,0 0-1,-1 0 0,0 0 0,-1 10 1,1-11-145,-1 0 0,-1-1 0,0 1 0,0-1 0,0 1 1,-1-1-1,0 0 0,-1 0 0,0 1 0,0-2 0,-9 16 1,12-23-23,0 0 0,0 0 0,0 0 0,0 0 0,0 1 0,0-1 0,0 0 0,0 0 0,0 0 0,0 0 0,-1 0 0,1 0 0,0 0 0,0 0 0,0 0 0,0 1 0,0-1 0,0 0 0,0 0 0,0 0 0,0 0 0,0 0-1,0 0 1,-1 0 0,1 0 0,0 0 0,0 0 0,0 0 0,0 0 0,0 0 0,0 0 0,0 0 0,-1 0 0,1 0 0,0 0 0,0 0 0,0 0 0,0 0 0,0 0 0,0 0 0,0 0 0,0 0 0,-1 0 0,1 0 0,0 0 0,0 0 0,0 0 0,0 0 0,0 0 0,0 0 0,0-1 0,0 1 0,0 0 0,0 0 0,0 0 0,-1 0 0,1 0 0,0 0 0,0 0 0,0 0 0,0 0 0,0-1 0,0 1 0,0 0 0,0 0 0,0 0 0,-1-13-16,3-14-25,3-1-28,3 0 0,0 1 0,1 0-1,2 0 1,1 1 0,1 1 0,0 0 0,3 1-1,0 0 1,35-40 0,-49 63 53,-1-1 0,1 0 0,0 1 0,-1-1 0,1 1 0,0 0 0,0-1 0,0 1 0,0 0 0,0 0 0,0 0 0,0 0 0,0 1 0,1-1 0,-1 0 0,0 1-1,0 0 1,1 0 0,-1-1 0,0 1 0,1 0 0,-1 1 0,0-1 0,4 1 0,-3 1 3,-1-1-1,0 1 1,0-1-1,1 1 1,-1 0 0,0 0-1,0 0 1,-1 0-1,1 0 1,0 1-1,-1-1 1,1 1-1,-1-1 1,0 1-1,0-1 1,0 1-1,0 0 1,0-1-1,0 1 1,-1 3-1,4 12-8,-1-1-5,1-1 0,1 1 0,0-1 0,11 23 0,-13-34-5,0-1 0,0 1 0,0-1 0,0 1-1,1-1 1,-1 0 0,1-1 0,0 1 0,1-1-1,-1 1 1,0-1 0,1 0 0,0-1 0,0 1-1,0-1 1,0 0 0,0 0 0,9 1 0,5 0-185,0-1 0,0-1 0,0 0 1,1-2-1,-1 0 0,0-1 0,0-1 1,0-1-1,0-1 0,18-7 0,-1-1-183,-1-1-1,0-2 0,-1-2 0,36-24 0,-57 33 335,0-1 0,0 0 0,-1-1 0,18-21 0,-28 29 98,0 1 0,0-1 0,0 1 1,-1-1-1,1 0 0,-1 1 0,0-1 1,0 0-1,0 0 0,0 0 0,0 0 1,0 0-1,-1 0 0,0-4 0,0 5 27,0 0 0,-1 0 0,0 0-1,1 0 1,-1 0 0,0 0 0,0 0-1,0 1 1,0-1 0,-1 0 0,1 0-1,0 1 1,-1-1 0,1 1-1,-1-1 1,1 1 0,-1 0 0,0-1-1,1 1 1,-1 0 0,0 0 0,0 0-1,-3 0 1,-4-3 178,-1 1 1,1 1-1,-1 0 0,1 0 0,-1 1 0,0 0 1,0 0-1,0 1 0,1 1 0,-1 0 1,-13 2-1,7 0-7,0 1 0,0 0-1,1 1 1,0 1 0,0 0 0,-15 9 0,26-13-205,0 0 1,1 0-1,0 1 1,-1-1-1,1 0 0,0 1 1,0 0-1,0 0 1,1 0-1,-1 0 1,1 0-1,-1 1 0,1-1 1,0 1-1,0-1 1,1 1-1,-3 6 1,4-7-20,0 1 1,0-1 0,0 1 0,0-1 0,0 1 0,1 0 0,-1-1 0,1 0 0,0 1 0,0-1 0,1 1-1,-1-1 1,1 0 0,-1 0 0,5 6 0,7 7-26,1 0 0,0-1 0,1-1 1,1-1-1,24 17 0,-27-20 29,15 10-17,-1 2 0,-1 1 1,34 38-1,-52-51 10,-1 0 0,0 0 0,0 1-1,-1-1 1,-1 2 0,1-1-1,-2 1 1,0-1 0,0 1 0,-1 0-1,0 0 1,-1 1 0,0 13 0,-2-4 6,-1 0 0,0 0 0,-2 0 0,-1 0 0,0-1 0,-15 41 0,14-48 48,0-1 0,-1 0-1,-1 0 1,0 0 0,-1-1-1,-1 0 1,1 0-1,-2-1 1,0 0 0,0 0-1,-16 11 1,24-20-21,0 0-1,0-1 1,0 1-1,-1-1 1,1 1-1,0-1 1,-1 0-1,1 0 1,-1 0 0,1 0-1,-1-1 1,0 1-1,1-1 1,-1 0-1,0 1 1,1-1-1,-1 0 1,0 0 0,1-1-1,-5 0 1,5 0-4,-1 0 1,1-1-1,0 1 1,0-1 0,0 1-1,0-1 1,0 0-1,0 0 1,0 0-1,1 0 1,-1 0 0,1 0-1,-1 0 1,1-1-1,0 1 1,0-1-1,-1-2 1,-2-8 23,0 0 1,1 0-1,1 0 0,0-1 0,1 1 1,1-25-1,4-15-953,2 1-1,13-52 1,9 0-4379,5 5-3461,-26 81 6938,0 1-1,19-33 1,-1 17 765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4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9 334 48,'-8'-17'8307,"21"12"501,4 3-9403,0-2 892,1-1 0,-1 0 0,0-1 0,0-1 0,-1 0 0,0-2 0,-1 1 0,26-21-1,-33 23-295,0 0 0,-1-1 0,0 0 0,0-1 0,0 0 0,-1 0 0,-1 0 0,1-1 0,-1 0 0,-1 0 0,1 0 0,-2 0 0,1-1 0,-1 0 0,-1 1-1,3-21 1,-4 28 11,-1 0 0,1-1-1,-1 1 1,0 0 0,0-1-1,0 1 1,0 0 0,0-1-1,0 1 1,-1 0 0,1 0-1,-1-1 1,0 1 0,1 0-1,-1 0 1,0 0 0,0 0 0,-1 0-1,1 0 1,0 0 0,-1 0-1,1 0 1,-1 1 0,1-1-1,-1 0 1,0 1 0,0 0-1,0-1 1,0 1 0,0 0-1,0 0 1,0 0 0,0 0-1,0 0 1,0 0 0,-1 1-1,1-1 1,-4 1 0,-1 0 28,1 0-1,-1 0 1,1 1 0,0 0 0,-1 1 0,1-1 0,0 1 0,0 0 0,0 1 0,0-1 0,0 1 0,0 1 0,-5 3 0,3-1-20,0 0 1,1 1-1,0-1 1,0 2 0,0-1-1,1 1 1,0 0 0,0 0-1,1 1 1,0-1 0,1 1-1,0 0 1,0 1 0,1-1-1,0 1 1,1-1 0,0 1-1,0 0 1,0 19 0,2-20-36,1-1 0,0 1 0,0 0 0,1 0 0,0-1 1,0 1-1,1-1 0,0 0 0,1 0 0,-1 0 0,2 0 1,-1-1-1,1 1 0,0-1 0,1 0 0,-1-1 0,1 1 1,1-1-1,-1 0 0,1-1 0,0 0 0,14 8 1,-6-5-351,0-2 1,0 1 0,1-2-1,0 0 1,0-1 0,1-1 0,26 3-1,-30-5-708,1-1 1,0 0-1,-1-1 0,15-3 0,-20 2-93,-1 0 0,1 0 1,-1 0-1,0-1 0,0 0 0,0-1 0,12-7 1,-6-2-512,-5 0 784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65 204,'-143'7'3022,"1"5"4485,129-7-4997,32-1-1837,36 1-593,506-24-169,-240 1 20,434 24 142,-754-6-55,56-3-649,-57 3 530,1 0-1,-1 0 0,1 0 0,-1-1 1,1 1-1,-1 0 0,1 0 0,-1 0 1,1-1-1,-1 1 0,1 0 1,-1-1-1,1 1 0,-1 0 0,0-1 1,1 1-1,-1 0 0,1-1 0,-1 1 1,0-1-1,0 1 0,1-1 1,-1 1-1,0-1 0,0 1 0,1-1 1,-1 1-1,0-1 0,0 1 1,0-1-1,0-1-341,-1 0 1,0 1-1,0-1 1,1 0-1,-1 1 1,0-1-1,0 1 1,-1 0 0,1-1-1,0 1 1,0 0-1,-1 0 1,1-1-1,-3 0 1,3 1 233,-1 0 0,1 0 1,0 0-1,0 0 0,0 0 1,0 0-1,0-1 1,0 1-1,1 0 0,-1 0 1,0-1-1,1 1 0,-2-3 1,1-7-339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13 12,'-130'18'3842,"49"-11"5587,186-10-9696,177-27 0,-300 25-12238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4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55 48,'-19'-4'754,"-15"-6"2453,33 10-2978,0 0-1,0-1 1,0 1-1,0-1 0,1 1 1,-1-1-1,0 1 0,0-1 1,0 1-1,0-1 0,1 0 1,-1 1-1,0-1 1,1 0-1,-1 0 0,1 0 1,-1 1-1,0-1 0,1 0 1,0 0-1,-1 0 0,1 0 1,0 0-1,-1 0 1,1-1-1,3-8 408,-2 3 844,-14 3-462,-4 4-649,-1 0 0,1 2 1,-1 0-1,1 1 0,0 0 1,-27 11-1,33-11-321,0 1 1,0 1-1,0 0 0,1 0 0,0 1 0,0 0 0,1 1 1,0 0-1,0 1 0,1 0 0,-9 9 0,15-14-41,0 1-1,0-1 1,0 1-1,0 0 1,1 0-1,-1-1 1,1 1-1,0 0 1,0 0-1,1 0 1,-1 0-1,1 1 1,0-1-1,0 0 1,0 0-1,0 0 1,1 0-1,0 0 1,0 0-1,0 0 1,0 0-1,1 0 1,-1-1-1,1 1 1,0 0-1,0-1 1,0 1-1,1-1 1,4 6-1,8 8 16,0-1 0,1 0 0,1-1 0,20 14 0,-30-24-9,71 52 196,-43-34 320,-2 2-1,-1 1 1,-1 1-1,31 35 1,-60-60-430,0 0 0,0 1 0,-1-1 1,1 1-1,0-1 0,-1 1 0,0-1 0,1 1 0,-1 0 1,0 0-1,0 0 0,-1 0 0,1 0 0,-1 0 1,1 0-1,-1 0 0,0 0 0,0 0 0,0 0 0,-1 0 1,0 4-1,-1-3-9,1 0 0,-1-1-1,-1 1 1,1 0 0,0-1 0,-1 1 0,0-1 0,0 0 0,0 0 0,0 0-1,0 0 1,0-1 0,-6 4 0,-10 5 84,-1-1 0,0-1 0,0-1 0,-35 9 0,23-7-23,-1-2 1,0-1 0,-1-2 0,-52 1 0,75-6-473,1 0 1,0-1-1,0-1 0,0 0 0,0 0 0,0-1 0,0 0 1,-14-7-1,19 7-422,0 0 0,0 0 0,0-1 0,1 1 0,-1-1 0,1 0 0,0 0 0,0-1 0,0 1 0,1-1 0,-1 0 0,1 0 0,0 0 0,1-1 0,-5-10 0,7 15 435,-1-1 0,0 0 0,0 0 0,1 0-1,-1 0 1,1 0 0,0 1 0,0-1 0,0 0 0,-1 0-1,2 0 1,-1 0 0,0 0 0,0 0 0,1 0 0,-1 0-1,1 1 1,-1-1 0,1 0 0,0 0 0,0 0 0,-1 1-1,1-1 1,1 0 0,-1 1 0,0-1 0,0 1 0,3-3-1,9-1-394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118 204 24,'-33'-1'674,"-12"-1"1841,40 1-1752,1 1 0,0-1 0,0 0-1,-1 0 1,1-1 0,0 1 0,-6-4 0,10 1 2141,10 1-1896,10 0-687,6 6-194,30 3 83,89-2 0,-129-4-205,0-2 0,-1 0 1,1 0-1,-1-1 0,1-1 1,-1-1-1,0 0 0,-1-1 0,1-1 1,21-12-1,-35 18 33,1 0 1,0 0-1,0 0 1,-1 0-1,1 0 1,-1-1-1,1 1 0,-1 0 1,1-1-1,-1 1 1,0-1-1,0 0 1,0 1-1,0-1 1,0 0-1,0 1 0,0-1 1,0 0-1,-1 0 1,1 0-1,-1 0 1,1 0-1,-1 0 0,0 0 1,0 0-1,0 0 1,0 0-1,0 0 1,0 0-1,0 0 1,-1 0-1,1 0 0,-1 1 1,0-1-1,1 0 1,-1 0-1,0 0 1,0 0-1,0 1 0,0-1 1,0 1-1,-1-1 1,1 1-1,0-1 1,-1 1-1,1-1 1,-1 1-1,-1-1 0,-5-5 242,-1 1-1,1 0 0,-1 1 0,0 0 0,-1 0 1,1 1-1,-20-6 0,22 8-239,0 0-1,0 1 1,0 0-1,0 0 1,0 1-1,0-1 1,0 2-1,0-1 1,0 1 0,0 0-1,0 0 1,-7 3-1,11-2-37,0-1 1,-1 1-1,1 0 0,0 0 0,0 0 0,1 0 1,-1 1-1,0-1 0,1 1 0,-1 0 0,1-1 1,0 1-1,0 0 0,0 1 0,0-1 0,1 0 1,-1 0-1,1 1 0,0-1 0,0 1 0,0-1 1,0 1-1,1-1 0,-1 1 0,1 4 0,1 267-10,4-109-6,-6-49-29,2 119-1806,0-231 1508,4 40-2250,-5-43 2202,0 0 1,0 0-1,1-1 1,-1 1-1,1 0 1,-1-1-1,1 1 1,0-1-1,0 1 1,0-1 0,0 1-1,0-1 1,0 1-1,0-1 1,0 0-1,0 1 1,1-1-1,-1 0 1,0 0-1,3 1 1,-3-2 242,0 0 0,0 0 0,0 0 1,0 0-1,0-1 0,0 1 0,0 0 0,0 0 1,0-1-1,0 1 0,-1-1 0,1 1 0,0-1 0,0 1 1,0-1-1,-1 1 0,1-1 0,0 0 0,0 0 1,-1 1-1,1-1 0,-1 0 0,1 0 0,-1 0 0,1 1 1,-1-1-1,1 0 0,-1 0 0,0 0 0,1 0 1,-1 0-1,0 0 0,0 0 0,0 0 0,0 0 1,0-1-1,5-17-289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44 179 220,'-6'-6'-19,"-27"-27"4224,33 32-4058,-1 1 0,1-1 0,-1 0 0,1 1 0,0-1 0,-1 0 0,1 1 1,-1-1-1,1 0 0,0 0 0,0 1 0,0-1 0,-1 0 0,1 0 0,0 0 1,0 1-1,0-1 0,0 0 0,0 0 0,0 0 0,0 1 0,1-1 0,-1 0 1,0 0-1,0 1 0,1-1 0,-1 0 0,0 0 0,1 1 0,-1-1 1,0 0-1,1 1 0,-1-1 0,1 1 0,0-1 0,-1 0 0,1 1 0,-1-1 1,1 1-1,0 0 0,-1-1 0,1 1 0,0-1 0,-1 1 0,1 0 0,0 0 1,1-1-1,86-29 1657,3 7-4448,43-14-5782,-106 27 7111,-2 1 576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55 220,'1'-29'1895,"-1"27"-1494,-1 1 1,1 0 0,0 0-1,-1-1 1,1 1 0,-1 0-1,0 0 1,1-1 0,-1 1-1,0 0 1,1 0 0,-1 0 0,0 0-1,0 0 1,0 0 0,0 0-1,0 0 1,0 1 0,-1-1-1,-1-1 1,2 2-4,-1-1 1,1 1-1,-1-1 1,1 1-1,-1 0 0,1 0 1,-1 0-1,1 0 1,-1 0-1,1 0 0,-1 1 1,1-1-1,-1 0 1,1 1-1,-1-1 0,1 1 1,0-1-1,-3 2 1,-17 17-93,15-11-246,1 0-1,0 0 1,0 0 0,1 1 0,0-1 0,0 1 0,1 0 0,0 0 0,0 1 0,1-1 0,1 0-1,0 1 1,0-1 0,1 13 0,0-17-144,1 1-1,0-1 0,0 0 1,0 0-1,1 0 1,0 0-1,0 0 0,0 0 1,0 0-1,1-1 1,0 1-1,0-1 0,0 0 1,1 0-1,-1 0 1,1 0-1,0-1 0,0 1 1,0-1-1,0 0 1,1 0-1,0 0 1,-1-1-1,1 0 0,0 0 1,0 0-1,5 1 1,11 2-2100,-1-2 0,1 0 0,0-1 0,0-1 0,0-1 0,25-4 0,-13 3 949,-11-1 810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49 116 32,'-12'-25'560,"-7"-11"2116,1 15 2759,22 28-4603,-2-1 1,1 1-1,-1 0 1,0 0-1,1 9 1,-1 61 237,-2-43-966,-1-34-96,1 0 0,0 0 0,0 1 0,0-1 0,0 0 0,0 0 0,0 0 0,0 1 1,0-1-1,0 0 0,0 0 0,0 1 0,0-1 0,0 0 0,0 0 0,0 0 0,0 1 0,0-1 0,0 0 0,0 0 0,0 1 0,0-1 0,0 0 0,0 0 0,0 0 0,0 1 0,0-1 1,1 0-1,-1 0 0,0 0 0,0 1 0,0-1 0,0 0 0,1 0 0,-1 0 0,0 0 0,0 0 0,0 1 0,1-1 0,-1 0 0,0 0 0,0 0 0,0 0 0,1 0 0,-1 0 0,0 0 1,0 0-1,1 0 0,-1 0 0,0 0 0,0 0 0,0 0 0,1 0 0,-1 0 0,0 0 0,0 0 0,1 0 0,-1 0 0,15-16 751,10-22 422,-13 16-738,-2 2-219,1 0 0,15-19-1,-23 35-219,0 0-1,0 1 1,0-1-1,1 1 1,-1-1-1,1 1 1,0 0-1,0 0 1,0 1-1,1-1 1,-1 1-1,0 0 1,1 0-1,-1 0 1,8-1-1,-11 3-5,1 0 0,0 0 0,0 0 1,0 0-1,0 0 0,0 0 0,0 0 0,-1 1 0,1-1 0,0 1 0,0 0 1,-1-1-1,1 1 0,0 0 0,-1 0 0,1 0 0,0 0 0,-1 0 0,0 0 1,3 3-1,-1-1 19,0 1 0,0 0 0,0 1 0,0-1 0,-1 0 0,0 1 0,3 7 0,0 3 82,-1-1 0,-1 1 0,0 0 1,1 19-1,1 0 232,-1 5-3729,6-61-11611,-6 11 14171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54 64,'0'-10'511,"0"-19"1621,-5 14 5065,12 25-1413,5 15-4116,0-1-994,-1-6-188,42 80 732,-49-88-1118,1 0 0,-2 1-1,1 0 1,-1 0-1,-1 0 1,0 0 0,1 17-1,-4-24-54,1 0 0,0 1 1,-1-1-1,0 0 0,0 0 0,0 0 0,0 0 0,-1 0 0,0 0 0,0-1 0,0 1 1,0 0-1,0-1 0,-1 0 0,1 1 0,-1-1 0,0 0 0,-5 4 0,-5 3-420,-1-1 0,1-1 1,-25 12-1,-16 10-9309,53-30 9342,0 1-1,1-1 1,-1 1-1,0-1 1,0 1-1,1-1 1,-1 1 0,0 0-1,1 0 1,-1-1-1,1 1 1,-1 0 0,1 0-1,-1-1 1,1 1-1,-1 0 1,1 0-1,0 0 1,0 0 0,-1 0-1,1 0 1,0 0-1,0-1 1,0 1 0,0 2-1,2 3-699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32 208,'-54'-11'3813,"41"9"-1194,0 1 1,0 0-1,-1 1 0,-16 1 1,30-1-2579,0 0 1,0-1 0,0 1 0,-1 0 0,1 0-1,0 0 1,0 0 0,0 0 0,0 0 0,0 0 0,-1 0-1,1 0 1,0 0 0,0 0 0,0 0 0,0 0-1,-1 0 1,1 0 0,0 0 0,0 0 0,0 0-1,0 0 1,-1 0 0,1 0 0,0 0 0,0 0 0,0 0-1,0 0 1,0 0 0,-1 0 0,1 0 0,0 0-1,0 1 1,0-1 0,0 0 0,0 0 0,0 0 0,-1 0-1,1 0 1,0 0 0,0 1 0,0-1 0,0 0-1,0 0 1,0 0 0,0 0 0,0 1 0,0-1 0,0 0-1,0 0 1,0 0 0,0 0 0,0 0 0,0 1-1,0-1 1,0 0 0,0 0 0,0 0 0,0 0-1,0 1 1,0-1 0,14 6 626,20 2-663,2-8-396,0-2-1,0-1 0,48-11 0,-34 5-3968,0 2-4218,-48 7 8319,-10 8-5304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0 140,'-10'3'256,"-36"12"1835,44-14-1790,0-1 0,0 1 0,0 0-1,1-1 1,-1 1 0,0 0 0,1 0 0,-1 0-1,1 0 1,-1 1 0,1-1 0,0 0-1,-1 1 1,1-1 0,0 1 0,0-1 0,0 1-1,-2 2 1,4-3-99,-1 0-1,0 0 1,0 0 0,1 0 0,-1 0-1,0 0 1,1 0 0,-1 0-1,1 0 1,-1 0 0,1-1 0,-1 1-1,1 0 1,0 0 0,-1 0-1,1-1 1,0 1 0,0 0 0,0-1-1,-1 1 1,1-1 0,0 1-1,0-1 1,0 1 0,0-1-1,0 0 1,0 1 0,0-1 0,0 0-1,0 0 1,0 0 0,0 0-1,1 0 1,37 4 2426,-7-6-1421,54-9 0,-28 2-4381,0 5-7824,-41 7 6135,-10 0 3936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283 147 92,'7'-39'2556,"-7"33"-1518,0-1 1,0 1-1,-1 0 0,0-1 0,0 1 0,0 0 0,-4-10 1,3 13-574,1 0 0,0 0 1,-1 0-1,1 0 1,-1 1-1,0-1 0,0 1 1,0-1-1,0 1 1,-1-1-1,1 1 0,-1 0 1,1 0-1,-1 1 1,-4-3-1,4 2-383,0 1 0,0 0 0,0 1 1,0-1-1,0 0 0,0 1 0,0 0 0,0-1 0,-1 1 0,1 1 1,-4-1-1,-4 3 2,0 0 0,0 0 1,0 1-1,0 0 0,1 1 0,0 0 1,0 1-1,0 0 0,1 1 0,-13 9 1,15-10-85,1 0 0,-1 0 0,1 1 1,0 0-1,0 0 0,1 0 0,0 0 1,0 1-1,1 0 0,0 0 0,1 0 0,-1 1 1,-3 14-1,7-21-32,-1 1 0,1-1 0,-1 1-1,1-1 1,0 1 0,0-1 0,0 1 0,1-1 0,-1 0 0,0 1 0,1-1 0,0 1-1,-1-1 1,1 0 0,0 1 0,0-1 0,0 0 0,1 0 0,1 4 0,-1-5-13,0 0 0,0 1 1,0-1-1,0 0 0,-1 0 1,1 0-1,1-1 0,-1 1 1,0 0-1,0-1 0,0 1 1,0-1-1,0 0 0,1 0 1,-1 0-1,0 0 0,4 0 1,3-2-42,1 1 1,-1-2-1,1 1 1,-1-2 0,0 1-1,0-1 1,0 0-1,9-7 1,18-15 77,-29 19 32,1 1 1,1 0 0,-1 0-1,1 1 1,0 0-1,17-7 1,-23 12-8,-1 0-1,1-1 1,-1 2-1,1-1 1,-1 0 0,0 0-1,1 1 1,-1-1-1,0 1 1,1 0 0,-1 0-1,0 0 1,0 0-1,0 0 1,0 0 0,0 1-1,0-1 1,0 1-1,0-1 1,0 1 0,-1 0-1,1 0 1,-1 0-1,1-1 1,-1 2 0,0-1-1,1 0 1,0 3-1,3 6 103,0-1-1,0 0 0,-1 1 0,5 19 0,-5-6-51,0 1-1,-1-1 0,-2 1 1,0-1-1,-2 1 1,0-1-1,-2 1 0,-1-1 1,-12 44-1,12-57-63,0 0 1,-1-1-1,0 1 1,0-1-1,-1-1 0,-1 1 1,1-1-1,-2 0 0,1 0 1,-11 9-1,11-13 23,0 0 0,-1 0 1,1 0-1,-1-1 0,0 0 1,0 0-1,-1-1 0,1 0 0,0-1 1,-1 0-1,0 0 0,0-1 0,0 0 1,-14 0-1,20-1-7,-1 0 1,1 0-1,-1 0 0,0-1 1,1 1-1,-1-1 0,1 0 1,-1 0-1,1 0 0,-1-1 1,1 1-1,0-1 0,0 1 1,0-1-1,0 0 0,0 0 1,0-1-1,0 1 0,0-1 1,-2-2-1,2 0 2,1 1 1,-1-1-1,1 0 1,0 0-1,1 0 1,-1 1-1,1-2 1,0 1-1,0 0 1,0 0-1,1 0 1,0-8 0,1-6-462,1 0 1,1 1-1,1-1 1,0 1-1,1 0 0,13-29 1,-5 19-4159,1 1 0,34-51 0,-5 27 1038,-19 28 2933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69 176,'5'-10'772,"9"-19"1162,-14 28-1535,0 1 0,1-1 1,-1 0-1,1 0 0,-1 0 0,0 0 0,0 0 0,0 0 1,1 0-1,-1 0 0,0 0 0,0 0 0,0 0 1,0 0-1,-1 0 0,1 0 0,0 0 0,0 0 1,-1 0-1,1 0 0,0 1 0,-1-1 0,0-1 0,0 1-57,1 0-1,-1 1 0,0-1 0,0 1 0,0-1 0,0 1 0,0-1 0,0 1 0,0-1 0,0 1 0,0 0 0,0 0 0,0-1 0,0 1 0,0 0 0,0 0 0,0 0 0,0 0 0,0 0 0,0 0 0,0 1 0,0-1 0,-2 1 0,-23 17 1809,20-12-2103,0 1 1,1 0-1,0 1 1,-8 14-1,9-13-23,1 0 0,-1 0-1,2 0 1,-1 1 0,1-1-1,0 1 1,1-1 0,0 1 0,1 0-1,0-1 1,1 1 0,0 0 0,0-1-1,1 1 1,0-1 0,0 1 0,1-1-1,1 0 1,5 11 0,-4-11-366,0 0 0,1-1 0,0 0 0,0 1 0,1-2 0,1 1 1,12 10-1,-10-11-846,0 0 1,1 0 0,-1-1-1,2-1 1,-1 0 0,20 7-1,-15-8-1431,1 0 0,30 3 0,-31-7 1655,0 1-1,0-2 1,16-2 0,4-3 304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41 139 84,'-7'-11'410,"-19"-31"2770,25 41-2798,0-1 0,0 1 0,0 0 0,1-1 0,-1 1 0,0-1-1,1 1 1,-1-1 0,1 0 0,0 1 0,0-1 0,-1 1 0,1-1-1,0 0 1,0 1 0,0-1 0,1 1 0,-1-1 0,0 0 0,1 1-1,-1-1 1,1-1 0,0 2-288,0 1-1,0 0 1,-1-1 0,1 1-1,0 0 1,0-1-1,-1 1 1,1 0-1,0 0 1,0 0 0,0-1-1,-1 1 1,1 0-1,0 0 1,0 0 0,0 0-1,0 1 1,-1-1-1,1 0 1,0 0 0,0 0-1,0 1 1,-1-1-1,1 0 1,0 1-1,0-1 1,-1 1 0,1-1-1,0 1 1,-1-1-1,1 1 1,-1-1 0,1 1-1,0 0 1,-1-1-1,0 1 1,1 0 0,23 28 533,-24-28-536,7 10 76,0 1 0,-1 0 1,-1 1-1,0-1 0,-1 1 1,-1 0-1,1 0 0,0 18 1,4 9 260,-6-47-234,-1-1 0,1 0 1,1 1-1,-1-1 0,1 1 0,5-10 1,2-4-75,1-10-39,-8 19-80,1 0 1,0 0-1,1 1 0,0-1 1,1 1-1,0 0 0,1 0 0,0 1 1,1 0-1,12-13 0,-18 22-5,-1 1-1,0-1 1,1 0-1,-1 1 1,1-1-1,-1 1 1,1-1-1,0 1 1,-1-1-1,1 1 1,-1 0 0,1 0-1,0 0 1,-1 0-1,1 0 1,-1 0-1,1 1 1,0-1-1,-1 1 1,1-1-1,-1 1 1,1-1-1,-1 1 1,1 0-1,-1-1 1,0 1 0,1 0-1,-1 0 1,0 0-1,0 0 1,0 0-1,1 1 1,-1-1-1,0 0 1,-1 1-1,2 0 1,6 8-3,-1 0 0,-1 1 0,9 16 0,-13-22 4,11 21-728,15 47 0,-19-39-3885,-1 1-5112,2-18 6170,-3-11 2937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81 204,'-20'-30'1733,"4"5"2548,1-1 5454,34 57-5341,16 13-2675,11 17-1180,-29-34-330,-5-11-53,-2 1 0,0 0 0,9 23 0,-17-35-159,0 1 0,0-1 1,-1 1-1,0 0 0,0-1 0,0 1 0,-1 0 1,0-1-1,0 1 0,0 0 0,-1 0 1,0-1-1,0 1 0,0 0 0,-4 8 0,-28 44-2767,-4 6-7413,35-60 9493,0 0 1,1 0-1,0 1 1,0-1-1,0 0 1,0 0 0,0 0-1,1 1 1,0-1-1,0 0 1,0 1-1,0-1 1,2 7-1,4 4-21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32 124,'-71'6'5084,"0"-4"8850,246-5-10817,3-9-5666,-177 12 2425,28-5-2933,-16-5-3044,-13 9 5895,0 1 0,0 0 1,0 0-1,0-1 1,0 1-1,0 0 1,0 0-1,0-1 0,-1 1 1,1 0-1,0 0 1,0-1-1,0 1 1,-22-5-6504,12 8 6036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74 228,'-32'-32'4038,"21"11"1187,13 1 4056,0 22-9104,-1-1-1,1 1 1,0 0 0,-1 0-1,1 0 1,-1 0-1,0 1 1,0-1-1,0 0 1,0 1-1,0-1 1,1 3-1,4 21-219,-1 1-1,-1 0 1,0 47-1,4 26-5140,-6-87 3257,1 1 0,0-1 0,1 0 0,0-1 1,7 16-1,-8-23 1522,-1 0 1,1-1-1,0 1 1,0-1 0,0 0-1,1 1 1,-1-2-1,8 7 1,12 4-88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90 134 36,'-6'-31'639,"-6"-22"3631,-7 4 8067,-2 97-9723,11-2-2556,1 0 0,3 1 0,2 0-1,2 0 1,1 1 0,3-1-1,12 67 1,-13-103-54,-1-5 3,1 0-1,0 0 1,0 0 0,0 0 0,1 0-1,0 0 1,0 0 0,0 0-1,1-1 1,-1 1 0,8 9 0,-9-15-4,-1 0 1,1 1 0,-1-1 0,1 0 0,0 0 0,-1 0 0,1 1 0,0-1 0,-1 0 0,1 0-1,0 0 1,-1 0 0,1 0 0,0 0 0,-1 0 0,1-1 0,-1 1 0,1 0 0,0 0 0,-1 0 0,1-1-1,0 1 1,-1 0 0,1-1 0,-1 1 0,1 0 0,-1-1 0,1 1 0,-1-1 0,1 1 0,-1-1 0,1 1-1,-1-1 1,0 1 0,1-1 0,-1 1 0,0-1 0,1 0 0,-1 1 0,0-1 0,0 1 0,0-1-1,0 0 1,1 1 0,-1-2 0,11-33 60,-10 33-61,8-32-65,27-65-1,-34 92 5,1 0 1,1 0-1,0 0 0,0 0 1,0 1-1,0 0 1,1 0-1,0 0 0,1 0 1,-1 1-1,1 0 0,0 0 1,0 0-1,1 1 0,12-7 1,-16 10 36,0 0 0,0 1-1,0-1 1,0 0 0,0 1 0,1 0 0,-1 0 0,0 0 0,0 0 0,0 0 0,0 1 0,1-1-1,-1 1 1,0 0 0,0 0 0,0 0 0,0 0 0,3 3 0,0-1 7,-1 1 1,0 0 0,0 0-1,0 1 1,-1-1 0,1 1-1,-1 0 1,6 9-1,0 4 5,-1 0-1,0 0 1,-1 1 0,10 34-1,-14-35 1599,2 2-3472,5 0-5744,-10-19 7232,0-1 0,-1 1 0,1-1 0,0 1 0,0-1 0,0 1-1,0-1 1,0 0 0,0 0 0,0 1 0,0-1 0,0 0 0,0 0 0,0 0 0,0 0 0,0 0-1,1 0 1,-1 0 0,1-1 0,22-7-1978,-6-1 1620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57 204,'0'-2'331,"-1"-1"0,0 0 0,0 0 0,1 1 0,-2-1 0,1 0 0,0 1 1,0-1-1,-1 1 0,1-1 0,-1 1 0,0 0 0,0 0 0,0 0 0,0 0 0,0 0 0,0 0 0,-1 0 0,1 1 0,0-1 0,-1 1 0,1 0 1,-1-1-1,0 1 0,1 0 0,-1 1 0,0-1 0,0 0 0,0 1 0,1 0 0,-1 0 0,0-1 0,0 2 0,0-1 0,0 0 0,0 0 1,1 1-1,-1 0 0,0 0 0,0-1 0,1 1 0,-1 1 0,1-1 0,-6 3 0,-1 1 530,-1 1 0,1 0 0,0 0 0,-14 14 1,-21 30-484,37-39-263,-1 1 0,1 0 0,1 0-1,1 1 1,-1-1 0,2 1 0,0 1 0,0-1 0,2 1 0,-1-1 0,0 26 0,3-33-176,1 0 0,-1 0 0,1 0 1,0 0-1,1 0 0,-1 0 0,1 0 1,0 0-1,1 0 0,-1-1 0,1 1 1,0-1-1,1 0 0,-1 0 1,1 0-1,0 0 0,1-1 0,-1 1 1,1-1-1,-1 0 0,1-1 0,0 1 1,1-1-1,-1 0 0,0 0 0,1-1 1,0 1-1,8 1 0,-1 0-840,-1-1 0,1 0 0,19 1 0,-17-3-572,0-1-1,1 0 1,-1-1 0,0-1 0,0-1 0,0 0 0,0-1 0,-1 0 0,15-7-1,-8 2 623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65 180,'-4'-4'651,"-13"-18"4831,17 22-5335,0 0-1,0 0 1,-1 0 0,1 0-1,0 0 1,0-1 0,-1 1-1,1 0 1,0 0 0,0 0-1,0-1 1,-1 1 0,1 0-1,0 0 1,0-1 0,0 1-1,0 0 1,0-1 0,-1 1-1,1 0 1,0 0 0,0-1-1,0 1 1,0 0 0,0-1-1,0 1 1,0 0 0,0-1-1,0 1 1,0 0-1,0 0 1,0-1 0,0 1-1,0 0 1,1-1 0,-1 1-1,0 0 1,0 0 0,0-1-1,0 1 1,0 0 0,1 0-1,-1-1 1,0 1 0,0 0-1,0 0 1,1 0 0,-1-1-1,0 1 1,0 0 0,1 0-1,-1 0 1,0 0 0,0-1-1,1 1 1,-1 0 0,1 0-1,11 46 2215,-5-10-1961,-2 0 1,1 52-1,-3-88 197,5-12-326,5-16-64,3-14-60,-10 23-136,1 1-1,1 0 1,0 0 0,2 0-1,0 2 1,15-21 0,-24 36-12,-1 0 1,1 1 0,0-1-1,0 1 1,-1 0-1,1-1 1,0 1 0,0-1-1,0 1 1,-1 0-1,1 0 1,0 0 0,0-1-1,0 1 1,0 0-1,0 0 1,-1 0-1,1 0 1,0 0 0,0 1-1,0-1 1,0 0-1,0 0 1,-1 0 0,1 1-1,0-1 1,0 0-1,0 1 1,-1-1 0,1 1-1,0-1 1,-1 1-1,1-1 1,0 1 0,-1 0-1,1-1 1,-1 1-1,1 0 1,-1-1 0,1 1-1,-1 0 1,1 0-1,-1-1 1,1 3 0,24 43 20,-20-35-22,27 60-25,9 20-489,-4-40-6194,-37-50 6413,1-1 0,-1 1-1,1-1 1,-1 0 0,1 1-1,-1-1 1,1 1 0,-1-1-1,1 0 1,0 1 0,-1-1-1,1 0 1,0 0 0,-1 0 0,1 1-1,0-1 1,-1 0 0,1 0-1,0 0 1,-1 0 0,1 0-1,0 0 1,-1 0 0,1 0 0,-1-1-1,1 1 1,0 0 0,-1 0-1,2-1 1,9-10-2218,-4 0 1692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44 240,'-9'-12'1029,"-5"-4"1952,8 1 4586,13 19-2660,26 21-2884,3 8-1465,-1 2 0,-2 0 0,55 78 0,-82-103-462,1 0 1,-1 0-1,-1 1 1,0-1-1,0 1 1,-1 1-1,-1-1 0,0 1 1,0-1-1,-1 1 1,-1 0-1,0 0 1,0 0-1,-2 17 1,-1-17-264,0 0 0,-1 0-1,0 0 1,-1-1 0,-9 20 0,6-16-1176,-1-1 0,-1 0 1,0-1-1,-14 16 0,-26 25-12363,46-51 12827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984 2 56,'-3'-1'2383,"3"1"-2310,0 0-1,0 0 0,0 0 0,0 0 1,-20 8 1129,-25 17-153,-50 52 323,3 4 0,4 3-1,-90 114 1,-212 242-1090,374-426-844,15-14 266,-1 0 0,1 1 0,0-1 0,0 0 0,0 0 0,0 0 0,-1 0 0,1-1 0,0 1 0,0 0 0,0 0 0,0-1 0,0 1 0,-1-1 0,1 1 0,0-1 0,0 1 0,0-1 0,0 1 0,0-1 0,1 0 0,-1 0 0,0 1 0,0-1 0,0 0 0,1 0 0,-2-2 0,-13-10-889,4 4 571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64 144,'7'-12'13397,"-12"23"-12453,-31 102 888,21-64-1448,-32 76 1,25-82-179,9-17 57,-19 47 0,74-152 558,3-31-596,45-173 1,-90 282-219,0 1 1,0-1-1,0 0 1,0 0-1,0 1 1,0-1-1,0 0 0,0 0 1,0 1-1,1-1 1,-1 0-1,0 0 1,1 1-1,-1-1 1,0 0-1,1 1 1,-1-1-1,1 1 1,-1-1-1,1 0 1,0 1-1,-1-1 1,1 1-1,-1-1 0,1 1 1,0 0-1,-1-1 1,1 1-1,0 0 1,0-1-1,0 1 1,1 1 4,-1 0 1,0 0-1,0 0 1,0 0 0,0 0-1,0 0 1,0 0-1,0 1 1,-1-1-1,1 0 1,0 1 0,-1-1-1,1 1 1,0 1-1,18 64 211,-19-63-213,10 36 31,1 0 1,2-1-1,2 0 0,28 53 1,-31-72-848,0-1 0,28 34 1,-32-46 152,1 4-8926,-9-10 9412,0-1 1,0 0 0,0 1 0,0-1 0,-1 0-1,1 1 1,0-1 0,0 0 0,-1 1 0,1-1-1,0 0 1,-1 0 0,1 1 0,0-1 0,-1 0-1,1 0 1,0 0 0,-1 1 0,1-1 0,0 0-1,-1 0 1,1 0 0,0 0 0,-1 0 0,1 0-1,-1 0 1,1 0 0,0 0 0,-1 0 0,1 0-1,-1 0 1,1 0 0,0 0 0,-1 0 0,1 0-1,0 0 1,-1-1 0,-11 0-634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8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91 112,'-9'-2'169,"-27"-8"2731,6-4 4900,31 13-7616,0 1 1,0-1-1,-1 0 0,1 0 1,0 0-1,0 1 0,0-1 1,0 1-1,0-1 1,0 1-1,0-1 0,0 1 1,0-1-1,0 1 0,0 0 1,0-1-1,0 1 0,1 0 1,-1 0-1,0 0 0,2 0 1,32-6-290,33-3-7082,84-22-1,-119 23 6663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666 218 32,'3'-4'386,"-1"0"0,0 0-1,0-1 1,0 1 0,-1-1 0,1 0-1,-1 1 1,0-1 0,-1 0 0,1 0-1,-1 0 1,0 0 0,0 0 0,0 1 0,-1-1-1,1 0 1,-1 0 0,-1 0 0,1 1-1,0-1 1,-1 0 0,0 1 0,0 0-1,-1-1 1,1 1 0,-1 0 0,0 0 0,0 0-1,0 1 1,-4-4 0,0-1-47,-1 1 1,1 0 0,-1 1-1,0 0 1,0 0-1,-1 1 1,0 0-1,1 0 1,-2 1 0,1 0-1,-1 1 1,1 0-1,-18-3 1,9 6-250,0 0 0,1 1 1,-1 1-1,0 1 0,1 0 1,0 1-1,-1 1 0,2 1 0,-1 0 1,1 1-1,0 1 0,-22 14 0,5-1 101,1 2 0,1 1-1,1 2 1,-42 45 0,65-63-192,0 0 0,0 1 0,1 0 0,1 0 0,-1 0 0,1 0 0,1 1 0,0 0 0,0 0 0,1 0-1,0 0 1,1 1 0,0-1 0,0 14 0,2-11 15,1 1 0,0-1-1,0 0 1,2 0-1,0 1 1,0-1-1,1-1 1,1 1-1,0-1 1,8 16-1,-2-9 17,1-1 0,0-1-1,1 0 1,1 0-1,0-1 1,2-1-1,0-1 1,0 0-1,1-1 1,1-1-1,0 0 1,0-1-1,1-2 1,21 9-1,-15-10-33,-1-2-1,1-1 0,0 0 0,0-2 0,1-1 1,-1-1-1,1-1 0,-1-1 0,1-1 0,-1-2 1,0 0-1,0-2 0,-1 0 0,1-2 0,28-13 1,-38 14 1,0 0 0,-1-1 0,0 0 0,0-2 0,-1 1 0,0-1 0,-1-1 1,0-1-1,-1 1 0,0-2 0,0 1 0,-2-2 0,0 1 0,0-1 1,-1-1-1,-1 1 0,0-1 0,-1 0 0,-1-1 0,-1 0 0,0 0 0,0 0 1,-2 0-1,1-26 0,-3 27 80,0 1 0,-1-1 1,-1 0-1,-1 0 0,0 1 1,-1 0-1,0-1 0,-12-23 1,10 26-383,-1 0 1,0 0 0,-1 0 0,-1 1-1,0 0 1,0 1 0,-1 0-1,-17-14 1,14 15-464,0 0 0,-1 1 0,0 1 0,0 0 0,-1 0 0,1 2 0,-1 0-1,-1 0 1,1 2 0,-1 0 0,1 1 0,-1 0 0,0 1 0,0 1 0,0 0 0,1 1 0,-23 5 0,-31 14-1332,6 10 968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0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186 158 4,'-6'-10'603,"-1"0"1,0 0-1,-16-17 1,4 10 2391,0 0 1,-1 1-1,0 2 1,-40-23-1,60 37-2966,0 1-1,0-1 1,0 0 0,0 0 0,0 0-1,0 0 1,1 0 0,-1 0 0,0 1-1,0-1 1,0 0 0,0 0 0,0 0-1,0 0 1,0 1 0,0-1 0,0 0-1,0 0 1,0 0 0,0 0 0,0 1-1,0-1 1,0 0 0,0 0 0,0 0-1,0 0 1,0 1 0,0-1 0,0 0-1,0 0 1,-1 0 0,1 0 0,0 0-1,0 1 1,0-1 0,0 0 0,0 0-1,0 0 1,0 0 0,-1 0-1,1 0 1,0 0 0,0 0 0,0 1-1,0-1 1,0 0 0,-1 0 0,1 0-1,0 0 1,0 0 0,0 0 0,0 0-1,-1 0 1,1 0 0,0 0 0,0 0-1,0 0 1,0 0 0,-1 0 0,1 0-1,0 0 1,0 0 0,0 0 0,0 0-1,0 0 1,-1-1 0,1 1 0,11 27 632,29 50-836,-25-51 440,233 473 300,-238-479-563,160 295-58,-129-250 6,3-3-1,87 97 1,-121-149-69,1 3-180,1-1-1,1 0 0,0 0 1,23 15-1,-68-47-17399,23 13 16762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4 122 268,'-2'-34'2676,"1"24"-803,0 1 0,1 0 0,0-1 0,1 1 0,0-1 1,0 1-1,4-12 0,2 68-250,-11 21-1590,-2 32-1499,5-33-4547,1-66 5546,0 1-1,0-1 0,0 1 0,0-1 0,0 1 0,1-1 0,-1 1 1,1-1-1,-1 1 0,1-1 0,-1 1 0,1-1 0,0 0 0,1 3 0,-1-4 344,-1 1 0,1-1 0,0 0 0,-1 1 0,1-1 0,-1 0 0,1 1 0,-1-1 1,1 0-1,0 0 0,-1 0 0,1 1 0,0-1 0,-1 0 0,1 0 0,-1 0 0,1 0 0,0 0 0,-1 0 0,1 0 0,0 0 0,-1-1 0,1 1 0,0 0 0,-1 0 0,1 0 0,-1-1 0,1 1 0,0 0 0,-1-1 0,1 1 0,-1 0 0,1-1 0,-1 1 0,1-1 0,7-9-401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36 118 88,'-4'-4'301,"0"1"0,1 0 1,-1-1-1,1 0 0,0 0 0,0 0 1,0 0-1,1-1 0,-3-4 0,5 8-193,-1-1-1,1 1 0,0 0 0,0-1 0,0 1 1,0-1-1,0 1 0,0-1 0,0 1 1,1 0-1,-1-1 0,0 1 0,1 0 0,-1-1 1,1 1-1,-1 0 0,1-1 0,0 1 0,0 0 1,-1 0-1,1 0 0,0 0 0,0 0 0,0 0 1,0 0-1,0 0 0,1 0 0,-1 0 1,0 1-1,0-1 0,1 0 0,-1 1 0,0-1 1,0 1-1,3-1 0,14-6 255,-1 1 1,1 1-1,0 0 1,0 2-1,20-2 1,-29 3-127,0 2-1,1-1 1,-1 1-1,0 1 1,1-1-1,-1 2 1,0-1-1,0 1 1,0 1 0,0-1-1,15 9 1,-22-11-150,-1 1-1,1 0 1,-1 0 0,1 0 0,-1 1 0,0-1-1,0 0 1,0 0 0,0 1 0,0-1 0,0 1-1,0-1 1,0 1 0,0-1 0,-1 1 0,1-1-1,0 1 1,-1 0 0,0-1 0,1 1 0,-1 0-1,0-1 1,0 1 0,0 0 0,0 0 0,0-1-1,0 1 1,-1 0 0,1-1 0,0 1 0,-1 0-1,1-1 1,-1 1 0,0-1 0,0 1 0,-1 2-1,-5 7 426,1-1 0,-2 0 0,1-1 0,-13 12 0,2-2 707,18-18-1198,0-1-1,-1 0 0,1 1 1,0-1-1,0 1 1,-1-1-1,1 1 1,0-1-1,0 1 1,0-1-1,-1 1 1,1-1-1,0 1 0,0-1 1,0 1-1,0-1 1,0 1-1,0-1 1,0 1-1,0 0 1,0-1-1,0 1 1,1-1-1,-1 1 0,0-1 1,0 1-1,0-1 1,1 1-1,-1-1 1,0 0-1,1 2 1,18 11 188,30 4-187,-44-16 24,-2 0-36,91 31 198,-85-29-127,-1 1 0,0 0-1,0 1 1,0 0 0,0 0-1,-1 0 1,0 1 0,10 11-1,-16-16-33,1 1-1,-1-1 0,0 1 0,0-1 1,0 1-1,-1 0 0,1-1 1,0 1-1,0 0 0,-1 0 0,1 0 1,-1-1-1,0 1 0,0 0 1,1 0-1,-1 0 0,0 0 0,-1 0 1,1 0-1,0-1 0,0 1 1,-2 3-1,0-1 20,1 0 1,-2 0-1,1 0 1,0 0-1,-1 0 0,0-1 1,0 1-1,0-1 1,-4 4-1,-8 6 66,-1-2 1,0 0-1,-23 12 0,24-15-154,0 0 0,0-1 0,-1-1 0,0-1 0,-1 0 0,1-1 0,-22 3 0,34-7-255,-1 1-1,0-1 0,1-1 0,-1 1 0,0-1 0,1 1 0,-1-1 0,1 0 0,-1-1 0,1 1 0,0-1 0,-1 0 0,-4-4 0,5 4-388,1-1 0,0 0 0,0 0 0,1 0-1,-1 0 1,1-1 0,-1 1 0,1-1 0,0 1 0,0-1 0,1 0-1,-1 0 1,1 0 0,0 0 0,0 0 0,0 0 0,0-6 0,-7-32-5489,4 31 5549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532 192 4,'3'-6'234,"-1"0"0,-1-1 0,1 1 0,-1-1 0,0 1 0,-1-1 0,1 0 0,-1 1 0,0-1 0,-1 0 0,0 1 0,0-1 0,0 1 0,-1-1 0,0 1 0,0 0 0,-1 0 0,0 0 0,0 0 0,0 0 0,0 0 0,-7-7 0,6 9-45,1 1-1,-1-1 1,0 1 0,0 0-1,-1 0 1,1 0 0,-1 1 0,1 0-1,-1-1 1,0 2 0,0-1 0,1 0-1,-1 1 1,-1 0 0,1 0-1,0 1 1,0-1 0,0 1 0,0 0-1,0 0 1,-1 1 0,1 0 0,0 0-1,0 0 1,0 0 0,0 1 0,1 0-1,-1 0 1,-7 4 0,-7 5-77,0 1-1,0 1 1,1 0 0,1 2 0,0 0 0,-22 26 0,5-1 468,-48 76 0,69-94-468,0 1 1,2 0-1,0 0 1,1 1-1,2 0 1,1 1-1,0 0 1,2 0-1,-4 42 1,9-54-84,-1 0-1,2 0 1,0 0 0,0 0 0,1 0 0,1 0 0,0 0 0,1 0 0,0-1 0,1 1 0,1-1 0,-1-1 0,2 1 0,0-1 0,0 0 0,1 0 0,0-1 0,1 0-1,0-1 1,14 12 0,6 0 83,0-1 0,1-2 0,1 0 0,0-3-1,2 0 1,0-2 0,0-1 0,1-2 0,0-2 0,41 6-1,-52-11-51,-1 0-1,1-2 0,-1-1 0,1 0 0,-1-2 1,1 0-1,-1-2 0,0 0 0,0-2 0,0 0 0,-1-2 1,0 0-1,0-1 0,-1-1 0,0-1 0,35-26 1,-45 28 23,0 0 1,0-1-1,0 0 0,-1-1 1,-1 0-1,0 0 1,0-1-1,-1 0 1,-1 0-1,0-1 1,-1 0-1,0 0 1,-1 0-1,5-24 1,-7 19 42,-1 1 1,0 0-1,-1 0 1,-1 0-1,-1 0 1,0-1-1,-1 2 1,-1-1-1,-1 0 1,-13-30-1,8 25-304,0 2 1,-2 0-1,0 0 1,-2 1-1,0 0 1,0 2-1,-2-1 1,-18-15-1,19 21-593,0 0-1,0 1 1,-1 0-1,-1 1 1,0 1-1,0 0 1,-1 2-1,0 0 1,-34-8-1,29 10-120,0 3-1,-1 0 0,0 1 1,1 1-1,-1 1 0,1 1 1,-1 1-1,1 1 0,-30 10 0,-29 15-214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6:00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84 112,'-15'-41'2915,"-5"3"7223,20 38-10006,0-1 1,-1 1 0,1 0 0,0 0 0,0-1 0,0 1 0,0 0 0,-1 0 0,1-1-1,0 1 1,0 0 0,0 0 0,-1 0 0,1-1 0,0 1 0,0 0 0,-1 0-1,1 0 1,0 0 0,0 0 0,-1-1 0,1 1 0,0 0 0,-1 0 0,1 0 0,0 0-1,0 0 1,-1 0 0,1 0 0,0 0 0,-1 0 0,1 0 0,0 0 0,-1 0 0,1 0-1,0 1 1,0-1 0,-1 0 0,1 0 0,0 0 0,0 0 0,-1 0 0,1 1-1,0-1 1,0 0 0,-1 0 0,1 0 0,0 1 0,0-1 0,-9 22 1234,0 30-1946,8-51 743,-11 63-92,8-53-76,1 0 0,0 1 0,1-1 0,0 1 0,1 0 0,0-1 0,1 1 0,0 0 0,1 0 0,0-1 0,4 16 0,-3-25-29,-1 0 1,1 0 0,-1 0 0,1 0 0,0 0 0,0 0 0,0 0-1,0-1 1,0 1 0,0-1 0,0 1 0,1-1 0,-1 0 0,0 0-1,1 0 1,-1 0 0,1 0 0,-1-1 0,1 1 0,0-1-1,-1 0 1,1 0 0,-1 1 0,1-2 0,0 1 0,-1 0 0,1 0-1,-1-1 1,1 0 0,-1 1 0,4-2 0,5-1-81,0 0-1,0-1 1,0 0 0,0-1 0,16-9-1,-24 12 114,0 0 0,0 0 0,-1-1-1,1 1 1,-1 0 0,0-1-1,1 1 1,-1-1 0,0 0 0,0 0-1,-1 0 1,1 0 0,-1 0 0,1 0-1,-1 0 1,0-1 0,0 1-1,-1 0 1,1-1 0,-1 1 0,1-1-1,-1 1 1,0-1 0,0 1-1,-1 0 1,1-1 0,-1 1 0,1-1-1,-1 1 1,0 0 0,-1 0 0,1-1-1,0 1 1,-1 0 0,0 0-1,0 0 1,1 1 0,-2-1 0,1 0-1,-3-2 1,14 59 333,3 25 204,-11-3-4117,-22 76-7701,11-87 8089,3-12 1889,2-3 756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6:03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56 40,'-5'0'403,"0"0"0,1-1 0,-1 1 0,0-1 0,1-1-1,-1 1 1,-6-3 0,10 3-347,0 1 0,1 0 0,-1-1 0,0 1 0,1-1 1,-1 1-1,0 0 0,1-1 0,-1 0 0,1 1 0,-1-1 0,1 1 0,-1-1 0,1 0 0,-1 1 0,1-1 0,0 0 0,-1 1 0,1-1 0,0 0 0,-1 0 0,1 1 0,0-1 0,0 0 0,0 0 1,0 1-1,0-1 0,0 0 0,0 0 0,0 0 0,0 1 0,0-1 0,0 0 0,0 0 0,1 0 0,-1 1 0,0-1 0,1 0 0,-1 1 0,0-1 0,1 0 0,-1 1 0,1-1 0,-1 0 0,1 1 1,-1-1-1,1 1 0,-1-1 0,1 1 0,0-1 0,-1 1 0,1-1 0,1 0 0,1 0-41,-1-1-1,0 1 1,1 0 0,-1-1-1,1 1 1,-1 0-1,1 1 1,0-1 0,-1 0-1,1 1 1,0-1 0,0 1-1,-1 0 1,1 0 0,0 0-1,0 0 1,-1 1 0,1-1-1,0 1 1,0 0 0,-1-1-1,1 1 1,-1 0 0,1 1-1,-1-1 1,5 3 0,-4-2 54,1 0 1,-1 0-1,0 0 1,0 1 0,1-1-1,-1 1 1,-1 0-1,1 0 1,0 0 0,-1 0-1,0 0 1,1 1 0,-1-1-1,-1 1 1,1-1-1,0 1 1,1 6 0,-3-5 32,0 0 0,0 0 1,0 0-1,-1-1 0,1 1 1,-1 0-1,0 0 0,-1-1 0,1 1 1,-1-1-1,0 1 0,-3 4 1,-39 54 806,35-51-719,0 1-1,0 0 1,-7 14-1,16-26-182,0 0 1,-1-1-1,1 1 0,0 0 0,-1-1 0,1 1 0,0 0 1,0-1-1,0 1 0,0 0 0,0-1 0,0 1 0,0 0 0,0 0 1,0-1-1,0 1 0,0 0 0,0-1 0,0 1 0,1 0 0,-1-1 1,0 1-1,0 0 0,1-1 0,-1 1 0,0-1 0,1 1 0,-1 0 1,1-1-1,0 1 0,23 7 160,29-11 62,155-55-2237,-207 58 1779,0-1 0,0 1 0,0 0 1,0 0-1,0-1 0,0 1 0,0 0 1,0 0-1,0 0 0,0 0 0,0 1 1,0-1-1,0 0 0,0 0 0,0 0 1,0 1-1,0-1 0,0 1 1,0-1-1,0 1 0,1 0 0,-2 0 96,0-1-1,1 1 1,-1 0 0,0 0-1,0 0 1,0-1-1,0 1 1,-1 0 0,1 0-1,0-1 1,0 1 0,0 0-1,0-1 1,-1 1-1,1 0 1,0 0 0,-1-1-1,1 1 1,-1 0-1,1-1 1,-1 1 0,1-1-1,-1 1 1,1-1-1,-1 1 1,1-1 0,-1 1-1,0 0 1,-11 9-416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1498 32 72,'0'-1'84,"0"0"-1,-1-1 1,1 1 0,0-1-1,-1 1 1,1-1-1,-1 1 1,1 0 0,-1-1-1,1 1 1,-1 0 0,0 0-1,0 0 1,0-1 0,0 1-1,0 0 1,0 0-1,0 0 1,0 0 0,0 1-1,0-1 1,-1 0 0,1 0-1,0 1 1,0-1 0,-1 0-1,1 1 1,-1 0-1,1-1 1,0 1 0,-1 0-1,1 0 1,-3-1 0,-1 3 118,1-1 1,-1 0-1,0 1 1,1 0 0,-1 0-1,1 1 1,0-1-1,-8 6 1,-205 159 4001,72-52-2262,-668 470 2442,774-559-4292,5-5-36,2 2 0,0 1 0,1 2 0,-29 32 0,58-57-71,1 0 1,0 0 0,0 1 0,0-1-1,0 0 1,1 1 0,-1-1 0,0 1-1,0-1 1,1 1 0,-1-1-1,1 1 1,-1-1 0,1 1 0,0-1-1,0 1 1,0 3 0,0-5-139,0 1 1,0 0 0,0-1-1,1 1 1,-1 0 0,0-1-1,1 1 1,-1 0 0,1-1-1,-1 1 1,1-1-1,-1 1 1,1-1 0,-1 1-1,1-1 1,-1 1 0,1-1-1,0 0 1,-1 1 0,1-1-1,-1 0 1,1 1 0,0-1-1,0 0 1,-1 0-1,2 0 1,-1 1-121,1-1 1,-1 0-1,1 0 0,0 0 1,-1 0-1,1-1 0,-1 1 1,1 0-1,-1-1 0,0 1 1,1-1-1,-1 1 0,1-1 1,-1 0-1,0 0 0,1 1 1,-1-1-1,0 0 0,0 0 1,0 0-1,0 0 0,0-1 1,0 1-1,0 0 0,0 0 1,0 0-1,0-1 0,-1 1 1,1-1-1,0 1 0,-1 0 1,1-1-1,-1 1 0,0-3 1,1-17-839,-3-2 551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398 128 104,'23'-39'742,"-19"33"-252,1 0 0,-1 0 0,-1-1 0,1 1 0,-1-1 1,0 0-1,0 0 0,-1 0 0,2-13 0,-4 20-371,-1-1 0,1 0-1,-1 0 1,0 1 0,1-1-1,-1 0 1,0 1-1,1-1 1,-1 1 0,0-1-1,0 1 1,0-1 0,1 1-1,-1 0 1,0-1 0,0 1-1,0 0 1,0 0 0,0-1-1,0 1 1,0 0 0,0 0-1,1 0 1,-1 0 0,0 0-1,0 0 1,0 1 0,0-1-1,0 0 1,0 0 0,0 1-1,-1 0 1,-36 7 1095,1 3-600,1 2 0,-38 19 0,59-25-540,0 1-1,0 1 1,1 1 0,0 0 0,0 1-1,1 0 1,-12 15 0,23-24-73,0 0 1,0 0 0,1 0 0,-1 0 0,1 0 0,0 0 0,0 1-1,-1-1 1,2 0 0,-1 1 0,0-1 0,0 1 0,1-1 0,-1 1-1,1 0 1,0-1 0,0 1 0,0-1 0,0 1 0,1 3 0,0-2-3,0-1 0,1 1 0,-1-1 0,1 0 0,0 0 0,0 0 0,0 0 1,1 0-1,-1 0 0,1-1 0,-1 1 0,7 4 0,7 3-28,1 1 0,1-2-1,-1 0 1,26 8 0,-31-13-2,44 15-101,-41-14 118,1-1 1,-1 2 0,0 0 0,-1 1-1,1 0 1,-1 1 0,15 12 0,-28-19 32,0 0 0,-1-1 0,1 1 0,0 0 0,-1-1 0,1 1 0,-1 0 0,1 0 0,-1 0 0,1-1 0,-1 1 0,0 0 0,1 0 0,-1 0 0,0 0 0,0 0 0,0 0 0,0 0 0,0 0 0,0 0 0,0-1 0,0 1 0,0 0 0,0 0 0,0 0 0,0 0 0,-1 0 0,1 0 0,0 0 0,-1 0 0,1-1 0,-1 1 0,1 0 0,-1 0 0,1 0 0,-1-1 0,1 1 0,-1 0 0,0-1 0,1 1 0,-1-1 1,0 1-1,-1 0 0,-39 24 692,41-24-698,-32 14 40,1-2-1,-2 0 1,0-2 0,0-2 0,-1-1-1,0-1 1,0-2 0,-37 1 0,68-6-388,0 0 0,0 0 0,0 0 0,0 0 0,0 0 0,0 0 0,0-1 0,0 0 0,0 1 0,1-1 0,-1 0 0,0 0 0,0-1 0,1 1 0,-1-1 0,0 1 0,1-1 0,0 0 0,-5-3 0,6 2-13,0 0-1,0 1 1,1-1-1,-1 0 1,1 0-1,-1 1 1,1-1-1,0 0 1,0 0-1,0 1 1,0-1 0,1 0-1,-1 0 1,1 1-1,-1-1 1,1 0-1,0 1 1,0-1-1,0 1 1,4-6-1,6-15-426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84 176,'-6'-1'8229,"12"0"-3304,32-5-1842,55-3-3241,-47 6 746,150-13-3045,-147 10-4047,94-26 0,-112 22 5422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243 150 172,'0'-5'197,"-2"-35"2926,2 38-2470,0-1 0,-1 1 0,1-1 0,-1 1 0,0-1 0,1 1 0,-1 0 1,0-1-1,0 1 0,0 0 0,-1 0 0,-2-4 0,3 6-545,0 0 1,0 0-1,1 0 1,-1 0 0,0 0-1,0 0 1,0 0-1,0 0 1,0 0-1,1 0 1,-1 1 0,0-1-1,0 0 1,1 1-1,-1-1 1,0 1-1,0-1 1,1 1 0,-1-1-1,0 1 1,1-1-1,-1 1 1,1 0-1,-1-1 1,1 1 0,-1 0-1,1-1 1,-1 1-1,1 0 1,0 0-1,-1-1 1,1 1 0,0 0-1,-1 1 1,-15 31 118,-70 155 39,-9 24-121,94-209-144,-1 1 0,1 0 0,0-1 0,0 1 0,1 0 0,-1 0 0,1 0 0,0-1-1,0 6 1,0-9-1,0 0 0,0 1 0,0-1 0,0 0 0,0 0-1,0 1 1,1-1 0,-1 0 0,0 0 0,0 1 0,0-1-1,0 0 1,1 0 0,-1 0 0,0 1 0,0-1 0,0 0 0,1 0-1,-1 0 1,0 0 0,0 1 0,1-1 0,-1 0 0,0 0-1,0 0 1,1 0 0,-1 0 0,0 0 0,1 0 0,-1 0-1,0 0 1,0 0 0,1 0 0,-1 0 0,0 0 0,0 0 0,1 0-1,-1 0 1,1 0 0,20-16-15,-5-1 6,-1 0-1,-1-2 1,0 0 0,-2 0-1,0-1 1,16-38 0,41-136 144,-63 175-120,39-135 230,-45 153-240,0 0-1,0 1 0,0-1 1,0 1-1,0-1 1,0 0-1,0 1 0,1-1 1,-1 1-1,0-1 1,0 1-1,1-1 0,-1 1 1,0-1-1,1 1 1,-1-1-1,0 1 0,1 0 1,-1-1-1,1 1 1,-1-1-1,1 1 0,-1 0 1,1 0-1,-1-1 1,1 1-1,-1 0 0,1 0 1,-1-1-1,1 1 0,-1 0 1,1 0-1,0 0 1,-1 0-1,1 0 0,-1 0 1,1 0-1,0 0 1,17 21 166,6 40 170,-23-59-313,29 97 327,29 161 1,-39-104-9890,-22-142 6225,-5-17-1765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140 152 116,'-35'-11'432,"0"1"476,10 2 752,1-1 500,10 1 129,7-1-85,12 3-240,11-2-484,10-3-592,11 1-564,3-1-940,6 3-1736,-4-3-832,-2 3 63,-5 0 597,-5-1 864,0 3 872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57 132,'-2'-1'255,"1"1"-1,0 0 1,0 0 0,-1 0-1,1-1 1,0 1 0,0-1-1,0 1 1,0-1 0,-1 1-1,1-1 1,0 0 0,0 1-1,0-1 1,0 0 0,0 0-1,1 0 1,-1 0 0,0 0-1,0 0 1,0 0 0,1 0-1,-1 0 1,1 0 0,-1 0-1,1 0 1,-1-1 0,1 1-1,-1-2 1,2 2 12,-1 0 1,0-1-1,1 1 0,0-1 1,-1 1-1,1 0 1,0-1-1,0 1 0,0 0 1,-1 0-1,1 0 1,1 0-1,-1 0 1,0 0-1,0 0 0,0 0 1,0 0-1,1 0 1,1 0-1,-1-1-51,0 1 1,0 0-1,1 0 0,-1 1 0,0-1 1,1 0-1,-1 1 0,0-1 1,1 1-1,-1 0 0,0 0 0,1 0 1,2 0-1,-4 0-197,0 1 0,0-1 0,0 0 1,0 1-1,0-1 0,0 1 0,0-1 0,0 1 0,0-1 1,-1 1-1,1-1 0,0 1 0,0 0 0,-1 0 0,1-1 0,0 1 1,-1 0-1,1 0 0,-1 0 0,1 0 0,-1-1 0,1 1 1,-1 0-1,0 0 0,1 0 0,-1 0 0,0 0 0,0 0 1,0 0-1,0 0 0,0 0 0,0 2 0,0-2-56,0-1 0,1 1 0,-1 0 0,0-1 0,0 1 0,0-1 0,0 1-1,0 0 1,0-1 0,-1 1 0,1-1 0,0 1 0,0-1 0,0 1 0,0 0 0,-1-1 0,1 1 0,0-1-1,-1 1 1,1-1 0,0 1 0,-1-1 0,1 1 0,-1-1 0,1 0 0,-1 1 0,1-1 0,-1 0-1,1 1 1,-1-1 0,1 0 0,-1 1 0,1-1 0,-1 0 0,1 0 0,-1 0 0,0 0 0,1 1 0,-1-1-1,1 0 1,-1 0 0,0 0 0,1 0 0,-1 0 0,1 0 0,-1-1 0,0 1 0,0 0 0,0 0-243,1-1 1,-1 1-1,1 0 1,-1-1 0,1 1-1,-1 0 1,1-1-1,-1 1 1,1-1 0,-1 1-1,1 0 1,-1-1-1,1 1 1,0-1 0,-1 0-1,1 1 1,0-1-1,-1 1 1,1-1 0,0 1-1,0-1 1,0 0-1,-1 1 1,1-1 0,0 0-1,0 1 1,0-1-1,0 0 1,0 1 0,0-1-1,0 1 1,0-1-1,1 0 1,-1 1 0,0-1-1,0 0 1,0 1-1,1-1 1,-1 1 0,0-1-1,1 1 1,-1-1-1,1 0 1,5 4-2170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64 118 80,'-1'15'-1018,"2"5"8135,-1-20-6935,0 1 1,1-1 0,-1 0 0,1 0 0,-1 0-1,1 0 1,-1 1 0,1-1 0,-1 0 0,1 0 0,-1 0-1,1 0 1,-1 0 0,1 0 0,-1 0 0,1 0-1,-1-1 1,1 1 0,-1 0 0,1 0 0,-1 0 0,1 0-1,-1-1 1,0 1 0,1 0 0,-1 0 0,1-1-1,-1 1 1,0 0 0,1-1 0,-1 1 0,0 0-1,1-1 1,-1 1 0,0-1 0,1 1 0,-1-1 0,0 1-1,0-1 1,1 1-125,-1 0 0,0-1-1,0 1 1,0 0 0,0 0-1,0 0 1,0 0 0,0 0-1,0 0 1,0 0 0,0 0 0,0-1-1,0 1 1,0 0 0,0 0-1,0 0 1,0 0 0,0 0-1,0 0 1,0-1 0,0 1-1,0 0 1,0 0 0,0 0-1,0 0 1,0 0 0,0 0 0,0-1-1,0 1 1,0 0 0,0 0-1,0 0 1,0 0 0,0 0-1,0 0 1,0 0 0,-1 0-1,1 0 1,0-1 0,0 1 0,0 0-1,0 0 1,0 0 0,0 0-1,0 0 1,0 0 0,-1 0-1,1 0 1,0 0 0,0 0-1,0 0 1,0 0 0,0 0-1,0 0 1,-1 0 0,1 0 0,0 0-1,0 0 1,0 0 0,0 0-1,0 0 1,0 0 0,-1 0-1,1 0 1,0 0 0,-18-1 1111,-18 3-905,35-1-285,0-1 0,0 0 0,0 0 1,0 1-1,0-1 0,0 0 0,-1 0 1,1 0-1,0 0 0,0 0 0,0 0 1,0-1-1,0 1 0,0 0 0,-1-1 1,1 1-1,0 0 0,0-1 0,-1 0 1,2-1-183,1 0 1,-1 1 0,0-1-1,1 0 1,0 1 0,-1-1-1,1 0 1,0 1 0,0-1-1,0 1 1,0-1 0,0 1-1,2-2 1,13-19-3058,-11 17 2310,-1-1 1,0 1-1,0-1 1,0 1 0,-1-1-1,0 0 1,0 0-1,0 0 1,-1-1 0,0 1-1,2-10 1,-4 1 270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110 246 28,'-2'-1'158,"0"1"0,0 0 1,0-1-1,0 0 0,0 0 0,0 0 0,0 1 0,1-2 1,-1 1-1,0 0 0,1 0 0,-1 0 0,0-1 1,1 1-1,0-1 0,-1 1 0,1-1 0,0 0 0,0 1 1,0-1-1,0 0 0,0 0 0,0 0 0,0-3 1,1 2 64,0-1 0,1 0 0,0 0 1,-1 1-1,1-1 0,1 1 1,-1-1-1,1 1 0,-1-1 0,1 1 1,0 0-1,4-6 0,26-27 555,-27 32-553,-1-1-1,1 1 0,-1-1 0,0 1 0,0-1 0,0-1 0,-1 1 0,0 0 0,0-1 0,0 1 0,-1-1 0,0 0 0,3-12 0,-5 17-137,0-1-1,0 0 1,-1 0-1,1 0 1,-1 0-1,0 1 0,1-1 1,-1 0-1,0 1 1,0-1-1,0 0 1,0 1-1,0-1 1,-1 1-1,1 0 0,0-1 1,-1 1-1,1 0 1,0 0-1,-1 0 1,0 0-1,1 0 0,-1 0 1,0 0-1,1 1 1,-1-1-1,0 0 1,0 1-1,1 0 1,-1-1-1,0 1 0,0 0 1,0 0-1,0 0 1,0 0-1,0 0 1,1 0-1,-1 1 1,-2 0-1,-1-1-72,1 1 0,0-1 0,-1 1 0,1 0-1,0 0 1,0 0 0,0 1 0,0 0 0,0-1 0,0 2 0,0-1 0,1 0-1,-1 1 1,1-1 0,0 1 0,-6 6 0,7-5-18,0 2 0,1-1 0,-1 0 0,1 0 0,0 0 0,0 1 1,1-1-1,-1 1 0,1-1 0,1 0 0,-1 1 0,1-1 0,0 0 0,0 1 0,0-1 0,1 0 0,-1 0 0,5 8 0,6 13-7,0-1-1,21 29 0,-27-45 4,44 65-100,-33-53 188,-2 1 0,0 0 1,-2 1-1,0 1 0,13 38 0,-25-61-6,0 1 1,-1 0-1,0 0 0,1 0 0,-1-1 0,0 1 0,0 0 0,0 0 0,0 0 0,0 0 0,-1-1 0,1 1 1,0 0-1,-1 0 0,1 0 0,-1-1 0,0 1 0,0 0 0,0-1 0,1 1 0,-2-1 0,1 1 0,-1 1 1,-1 0 36,0-1 0,0 0 0,0 1 0,-1-1 0,1 0 0,0-1 0,-1 1 0,0 0 0,1-1 0,-7 2 0,0-1 9,-1 0 0,1-1-1,0 0 1,0-1 0,0 0 0,-1 0 0,-18-4 0,-9-11-21,-1-13-3775,36 26 3122,1 0 0,-1 0-1,1-1 1,-1 1 0,1 0-1,0-1 1,0 0 0,0 1 0,1-1-1,-1 0 1,1 0 0,-1 0-1,1 0 1,0-1 0,0 1-1,0 0 1,1 0 0,-1-1-1,1 1 1,-1 0 0,1 0-1,0-1 1,1 1 0,0-6-1,7-5-474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78 106 108,'-7'1'558,"0"-1"0,-1 0-1,1 0 1,0 0 0,-1-1 0,1 0-1,0-1 1,-12-3 0,31 0 2800,21-5-2557,197-21 417,94-16-1277,-295 43-2341,-51 8-4824,11 0 6542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1 101 252,'3'-38'2141,"-1"30"-199,-2 0 0,1 0 1,-1 0-1,0-1 0,-2-12 0,1 58 1371,0 27-3436,4 280-2908,-2-332 1957,0 1-1,1 0 0,0-1 0,5 16 1,-6-25 802,-1-1-1,1 0 1,0 1 0,0-1 0,0 0 0,0 1 0,1-1 0,-1 0-1,1 0 1,-1 0 0,1 0 0,-1 0 0,1-1 0,0 1 0,0 0-1,0-1 1,0 1 0,0-1 0,1 0 0,-1 0 0,0 0-1,1 0 1,-1 0 0,0 0 0,1-1 0,-1 1 0,1-1 0,2 1-1,12-3-446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38 123 124,'-4'-4'-26,"-1"-1"404,1 1 1,0-1 0,0 0-1,0 0 1,1 0 0,-4-7 0,6 10-274,1 1 1,0 0 0,-1 0-1,1 0 1,0-1 0,0 1-1,0 0 1,0-1 0,0 1-1,0 0 1,0 0 0,0-1-1,0 1 1,1 0 0,-1 0-1,0 0 1,1-1 0,-1 1-1,1 0 1,0 0 0,-1 0 0,1 0-1,0 0 1,0 0 0,0 0-1,-1 0 1,1 0 0,0 0-1,0 1 1,0-1 0,0 0-1,0 0 1,1 1 0,-1-1-1,0 1 1,2-1 0,13-6 340,0 0 0,0 2 0,0 0 1,1 1-1,24-3 0,-29 5-249,-1 1 0,0 1-1,0 0 1,0 0 0,0 1 0,0 0-1,0 1 1,0 0 0,15 6 0,-24-8-109,0 1 1,0 0-1,-1 0 0,1 0 1,0 0-1,0 0 1,-1 0-1,1 0 1,-1 1-1,1-1 1,-1 1-1,1-1 0,-1 1 1,0 0-1,0-1 1,0 1-1,0 0 1,0 0-1,0 0 1,0-1-1,-1 1 0,1 0 1,-1 0-1,1 0 1,-1 0-1,0 0 1,0 1-1,0-1 1,0 0-1,0 0 0,0 0 1,0 0-1,-1 0 1,1 0-1,-1 0 1,1 0-1,-1 0 1,0-1-1,0 1 0,0 0 1,0 0-1,-2 2 1,-6 10 460,1-1 0,-2-1-1,0 1 1,-15 13 0,19-20-365,-6 5 167,-19 21 191,29-30-524,1-1-1,0 0 0,0 1 1,0-1-1,-1 1 0,2-1 1,-1 1-1,0 0 0,0-1 0,0 1 1,1 0-1,-1 0 0,1-1 1,0 1-1,-1 0 0,1 0 0,0 2 1,2-1-15,1 0 1,-1-1-1,1 1 1,0-1-1,0 0 1,0 0-1,0 0 1,0 0-1,0-1 0,0 1 1,1-1-1,-1 0 1,0 0-1,1 0 1,5 1-1,-1 0 11,27 9 30,91 33 383,-113-39-274,0 2 0,0 0 0,-1 0 0,0 1 0,-1 1 0,1 0 0,10 11 0,-20-18-104,-1-1 0,1 1 0,-1-1 0,0 1-1,0-1 1,0 1 0,1 0 0,-1-1 0,-1 1 0,1 0 0,0 0 0,0 0 0,-1 0 0,1 0-1,-1 0 1,0 0 0,1 0 0,-1 0 0,0 0 0,0 0 0,0 0 0,-1 0 0,0 3-1,0-1 10,-1-1-1,1 0 0,-1 0 0,0 0 0,0 0 0,0-1 0,-1 1 0,1 0 0,-1-1 0,1 0 0,-1 1 0,-5 2 0,-10 5 80,0 0 0,-1-1 0,-33 10 0,45-16-131,-29 9-207,-64 14-1,28-20-2093,61-6 886,1 0 1,0-1 0,-1-1-1,-15-4 1,25 6 1073,-1 0 0,1-1 1,0 1-1,0-1 1,-1 1-1,1-1 1,0 0-1,0 1 1,0-1-1,0 0 0,0 0 1,0 0-1,0 0 1,0 0-1,0 0 1,0 0-1,0 0 0,0 0 1,1 0-1,-1 0 1,0-1-1,1 1 1,0 0-1,-1-1 0,1 1 1,-1 0-1,1-1 1,0-1-1,7-26-2715,6 6 2206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1 107 136,'0'-7'913,"1"0"0,0-1 0,0 1-1,1 0 1,0 0 0,4-10 0,-6 16-754,1-1 1,-1 1-1,1 0 0,-1 0 1,1 0-1,-1-1 1,1 1-1,-1 0 0,1 0 1,0 0-1,0 0 0,0 0 1,-1 0-1,1 0 1,0 0-1,0 0 0,0 1 1,0-1-1,1 0 0,-1 1 1,0-1-1,0 0 1,0 1-1,0 0 0,1-1 1,-1 1-1,0 0 1,1-1-1,-1 1 0,0 0 1,0 0-1,1 0 0,-1 0 1,0 0-1,1 0 1,-1 1-1,0-1 0,0 0 1,1 1-1,-1-1 0,0 1 1,0-1-1,0 1 1,2 1-1,-2-2-72,-1 1 1,1-1-1,0 1 0,-1 0 1,1-1-1,-1 1 0,0 0 1,1 0-1,-1-1 0,0 1 1,1 0-1,-1 0 1,0-1-1,0 1 0,1 0 1,-1 0-1,0 0 0,0-1 1,0 1-1,0 0 0,0 0 1,0 0-1,0 0 0,-1-1 1,1 1-1,0 0 1,0 0-1,-1 0 0,1-1 1,0 1-1,-1 0 0,1 0 1,-1-1-1,1 1 0,-1 0 1,1-1-1,-1 1 0,1-1 1,-1 1-1,0-1 0,1 1 1,-1-1-1,0 1 1,1-1-1,-1 1 0,0-1 1,0 0-1,1 0 0,-2 1 1,1-2-66,1 1 1,0-1-1,0 1 1,-1-1-1,1 1 1,0-1 0,0 1-1,0-1 1,0 0-1,0 1 1,0-1-1,0 1 1,0-1 0,0 0-1,0 1 1,0-1-1,0 1 1,0-1-1,0 0 1,0 1 0,1-1-1,-1 1 1,0-1-1,0 1 1,1-1-1,-1 1 1,0-1 0,1 0-1,9-18-1132,-5 11 439,6-5-5068,-10 13 5563,-1-1-1,0 1 0,0 0 0,1-1 0,-1 1 0,1 0 0,-1 0 0,0-1 1,1 1-1,-1 0 0,1 0 0,-1 0 0,0 0 0,1 0 0,-1-1 0,1 1 1,-1 0-1,1 0 0,-1 0 0,1 0 0,-1 0 0,0 0 0,1 0 0,-1 1 1,1-1-1,-1 0 0,1 0 0,-1 0 0,0 0 0,1 1 0,-1-1 0,1 0 1,-1 0-1,0 1 0,1-1 0,-1 0 0,0 0 0,1 1 0,-1-1 0,0 0 1,0 1-1,1-1 0,-1 1 0,0-1 0,0 0 0,0 1 0,1-1 0,-1 1 1,0-1-1,0 0 0,0 1 0,0-1 0,0 1 0,0-1 0,0 1 0,3 11-846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24 114 80,'-1'0'59,"1"0"0,0 1 1,-1-1-1,1 0 0,0 1 0,-1-1 0,1 1 0,0-1 1,-1 1-1,1-1 0,0 0 0,0 1 0,0-1 0,-1 1 1,1-1-1,0 1 0,0-1 0,0 1 0,0-1 0,0 1 1,0-1-1,0 1 0,0-1 0,0 1 0,0-1 0,0 1 1,0-1-1,1 1 0,-1-1 0,0 1 0,0-1 0,0 1 1,1-1-1,-1 1 0,0-1 0,1 1 0,-1-1 0,0 0 1,1 1-1,-1-1 0,23 1 4320,-23-2-4161,1 1 1,0 0-1,0-1 0,0 1 1,0 0-1,-1-1 0,1 1 1,0 0-1,0 0 1,0 0-1,0 0 0,0 0 1,0 0-1,0 0 0,-1 0 1,1 0-1,0 1 0,0-1 1,0 0-1,0 0 1,0 1-1,-1-1 0,1 1 1,0-1-1,0 1 0,0-1 1,-1 1-1,1-1 0,0 1 1,-1 0-1,1-1 1,-1 1-1,1 0 0,-1-1 1,1 2-1,-1-1-120,0 0 0,0-1 1,-1 1-1,1 0 0,-1 0 0,1-1 1,0 1-1,-1 0 0,1-1 0,-1 1 0,0 0 1,1-1-1,-1 1 0,1-1 0,-1 1 1,0-1-1,1 1 0,-1-1 0,0 0 0,0 1 1,1-1-1,-1 0 0,0 1 0,0-1 1,0 0-1,0 0 0,1 0 0,-1 0 1,0 0-1,0 0 0,0 0 0,0 0 0,1 0 1,-1 0-1,-1-1 0,-28-6 568,28 6-774,1 0 0,-1 0 1,1 0-1,0 0 0,-1-1 1,1 1-1,0 0 1,0-1-1,0 1 0,0-1 1,0 1-1,0-1 0,0 0 1,1 1-1,-1-1 0,1 0 1,-1 1-1,1-1 0,0 0 1,-1 0-1,1 1 0,0-1 1,0-2-1,1 1-478,0 0-1,0 0 1,0 0 0,0 0-1,1 0 1,-1 0-1,1 0 1,-1 0 0,1 1-1,0-1 1,5-4 0,40-32-7195,-20 23 6713,-1 1 605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27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64 56,'-7'-64'6321,"-5"77"-2181,-16 17-3187,19-15-923,0 0 0,1 1-1,1 0 1,1 1 0,0-1-1,1 1 1,1 0-1,0 0 1,1 1 0,0 31-1,3-47-46,0 0 0,0 0 0,1 1 0,-1-1-1,0 0 1,1 0 0,0 0 0,0-1-1,-1 1 1,1 0 0,0 0 0,1 0 0,-1-1-1,0 1 1,0 0 0,1-1 0,-1 1 0,1-1-1,-1 1 1,1-1 0,0 0 0,3 2-1,-1-1-51,0-1 0,0 0 0,0 0-1,0 0 1,0 0 0,0-1-1,1 1 1,-1-1 0,0 0-1,8-1 1,0-1-176,0-1 1,0 0-1,0 0 1,-1-1-1,1 0 1,21-12-1,-28 12 201,0 0 0,-1 0 0,0 0 0,1-1 0,-1 1 0,-1-1 0,1 0 0,-1 0 0,0 0 0,5-12-1,-7 15 94,1-1 0,-1 1 0,0-1-1,-1 1 1,1-1 0,0 1-1,-1-1 1,1 0 0,-1 0-1,0 1 1,0-1 0,0 0-1,0 1 1,0-1 0,-1 0 0,1 1-1,-1-1 1,0 0 0,0 1-1,0-1 1,0 1 0,0 0-1,0-1 1,-1 1 0,1 0 0,-4-4-1,5 6-29,0-1 0,0 1 0,0 0 0,0 0 0,-1 0 0,1 0 0,0 0 0,0 0 0,0 0 0,0 0 0,0-1 0,0 1 0,0 0 0,-1 0 0,1 0 0,0 0 0,0 0 0,0 0 0,0 0 0,0 0 0,-1 0 0,1 0 0,0 0 0,0 0 0,0 0 0,0 0 0,0 0 0,-1 0 0,1 0 0,0 0 0,0 0 0,0 0 0,0 0 0,0 0 0,-1 0 0,1 0 0,0 0 0,0 1 0,0-1 0,0 0 0,0 0 0,0 0 0,0 0 0,-1 0 0,1 0 0,0 0 0,0 0 0,0 1 0,0-1 0,0 0 0,0 0 0,0 0 0,-2 13 242,4 11-237,13 114-527,-13-107-1491,-2 1 0,-1-1 0,-1 0 0,-10 49 0,7-54 1491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0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57 80,'-50'-1'3874,"-38"1"5988,30 12-6125,33-6-2837,25-5-640,21-2-165,158-14 74,0-1-240,-175 13-1337,-17-3-3266,10 4 3496,-1 1-1,0-1 1,1 0-1,0 0 0,-1 0 1,1 0-1,0 0 0,0-1 1,-4-4-1,4-1 397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0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24,'2'-5'9933,"3"26"-6410,4 31-1986,-9-51-1489,28 257 154,-32-112-14694,4-131 13809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9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38 72,'9'-13'686,"-1"2"1287,-4-3 3414,-14 15-477,-9 7-3633,-9 7-804,0 2 1,1 1-1,0 1 1,2 1-1,0 1 0,-33 38 1,49-45-446,23-19 1,22-19 5,-18 7-51,-1 0 1,-1-1 0,21-32 0,4-3-13,-41 53 29,1-1 0,-1 1-1,0 0 1,0-1 0,0 1 0,1 0-1,-1-1 1,0 1 0,0-1 0,1 1-1,-1 0 1,0 0 0,1-1 0,-1 1-1,0 0 1,1 0 0,-1-1 0,0 1-1,1 0 1,-1 0 0,1 0-1,-1 0 1,0-1 0,1 1 0,-1 0-1,1 0 1,-1 0 0,1 0 0,-1 0-1,0 0 1,1 0 0,-1 0 0,1 0-1,-1 1 1,1-1 0,-1 0-1,0 0 1,1 0 0,-1 0 0,1 1-1,-1-1 1,0 0 0,1 1 0,7 23 48,-4 37 55,-4-60-103,-1 85 57,4 111 70,-2-192-124,-1 1 0,1-1-1,-1 0 1,0 0 0,-1 1-1,1-1 1,-1 0 0,0 0-1,0 1 1,-3 4 0,3-8-3,-1 0 0,1 0 0,-1 0 1,0 0-1,1-1 0,-1 1 0,0-1 1,0 0-1,0 1 0,0-1 0,-1 0 1,1 0-1,0 0 0,0-1 0,-1 1 1,1 0-1,0-1 0,-1 0 0,1 1 0,-1-1 1,1 0-1,-1 0 0,1 0 0,-3-1 1,-109 1 387,161-25-32,-35 21-356,1 1 1,0 0-1,0 1 0,-1 0 0,1 1 0,0 1 0,13 1 0,-21-2 8,-1 2 0,1-1-1,-1 0 1,0 1 0,0 0-1,1 0 1,-1 0-1,0 0 1,0 1 0,0 0-1,0 0 1,0 0 0,0 0-1,-1 0 1,1 1 0,-1 0-1,1 0 1,-1 0 0,0 0-1,0 0 1,-1 1-1,1-1 1,-1 1 0,3 4-1,-4-7 12,-1-1-1,1 1 1,-1 0-1,1 0 1,-1-1-1,0 1 0,1 0 1,-1 0-1,0-1 1,1 1-1,-1 0 1,0 0-1,0 0 1,0 0-1,0-1 0,0 1 1,0 0-1,0 0 1,0 0-1,0 0 1,-1-1-1,1 1 1,0 0-1,0 0 0,-1 0 1,1-1-1,0 1 1,-1 0-1,1 0 1,-1-1-1,1 1 1,-1 0-1,1-1 0,-1 1 1,0-1-1,1 1 1,-1-1-1,0 1 1,0 0-1,-1-1 22,1 0 0,0 0 0,-1-1 0,1 1 0,-1 0 0,1-1-1,0 1 1,-1-1 0,1 1 0,0-1 0,-1 1 0,1-1 0,0 0 0,0 0 0,0 0 0,-1 0 0,1 0-1,0 0 1,0 0 0,1 0 0,-1 0 0,0 0 0,-1-2 0,-2-3-328,-17-27 1277,16 15-2176,9 2-3290,9 13-5629,-4 6 6156,-4 1 2681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0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44 116,'-61'0'4311,"34"-2"6099,293-38-9885,-258 39-547,-28 9-11166,3 6 7824,12-7 2728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0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0 176,'-11'4'516,"7"-3"-118,1 0 1,0 0 0,-1 0 0,1 0-1,0 0 1,0 1 0,0-1 0,0 1-1,0 0 1,0 0 0,0 0-1,1 0 1,-4 4 0,9-4-67,1 0 0,-1 0 0,1-1 0,-1 0 0,1 1 0,0-1 0,-1-1 0,1 1 0,5 0 0,9 0-225,0-1 0,0-1 0,0-1 0,0 0 0,-1-1 0,1-1 0,19-7 0,-29 9-437,41-2-7360,-33 5 5924,-4-1 1170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1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79 80,'4'-40'3707,"1"1"6339,-20 72-7101,4-12-2769,1 4 58,6-19-187,1 1 1,0 0-1,0 0 1,0 0-1,1 0 1,0 0-1,1 0 1,0 0-1,0 1 1,0 13-1,4-21-2,-1 1-1,1 0 0,0-1 1,0 0-1,-1 0 1,1 1-1,0-2 0,0 1 1,0 0-1,-1 0 1,1-1-1,0 0 0,5-1 1,4-1 26,-2 3-33,1 1 1,-1-1-1,0 2 1,1-1-1,-1 2 1,0-1-1,0 1 1,0 1-1,0 0 1,-1 0-1,1 1 1,-1 0-1,0 0 0,-1 1 1,1 0-1,8 10 1,-11-12 71,-1 1 1,0 0 0,0 0-1,0 1 1,0-1-1,-1 1 1,0 0 0,0 0-1,-1 1 1,0-1 0,0 1-1,0-1 1,-1 1-1,0 0 1,0 0 0,0 0-1,-1 1 1,-1-1-1,1 0 1,-1 0 0,0 0-1,-1 1 1,1-1-1,-3 8 1,1-9-46,0-1 0,-1 0 0,1 0 0,-1 0 0,-1 0 0,1 0-1,0-1 1,-1 0 0,0 1 0,0-1 0,0 0 0,-1-1 0,1 1 0,-11 5 0,7-5 91,0 0 0,0 0 0,-1-1 0,0 0 0,0 0 0,0-1 0,0 0 0,0 0 0,-11-1 0,14 0-417,-1-1-1,1 0 1,0-1 0,0 0-1,0 0 1,0 0-1,0 0 1,0-1-1,0 0 1,1 0 0,-1-1-1,1 0 1,-9-5-1,11 6-298,0-1 0,0 1 0,1-1 0,-1 0-1,1 0 1,-1 0 0,1 0 0,0-1 0,-3-5-1,4 4-448,-1 1 0,1-1-1,-1 0 1,1 0-1,1 0 1,-1 0 0,1 1-1,0-10 1,10-36-3888,-3 24 3960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1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45 36,'-25'-19'1066,"-1"-6"8754,42 25-8104,17 3-620,86 4 726,-69-6-4974,-48-1 2935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6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211 113 88,'-9'-2'538,"-1"-1"-1,1 2 1,-1-1 0,1 1-1,-1 1 1,1 0-1,-1 0 1,-13 2 0,10 0 546,-1-2 0,1 1 0,-20-3 0,32 2-1044,0 0 0,0 0-1,1 0 1,-1 0 0,0 0 0,1 0 0,-1 0 0,0 0 0,0 0 0,1 0-1,-1-1 1,0 1 0,1 0 0,-1 0 0,0-1 0,1 1 0,-1 0 0,1-1-1,-1 1 1,0-1 0,1 1 0,-1-1 0,1 1 0,-1-1 0,1 1 0,-1-1-1,1 1 1,0-1 0,-1 1 0,1-1 0,0 0 0,-1 1 0,1-1 0,0 0-1,0-1 1,0 1-18,1-1 0,0 1 0,0-1 0,0 0-1,0 1 1,0 0 0,1-1 0,-1 1 0,0 0-1,1-1 1,-1 1 0,1 0 0,1-1 0,55-29-142,34-2 200,-84 31-37,0 0 0,0 0 0,0 1-1,1 0 1,-1 1 0,0-1 0,0 2-1,0-1 1,1 1 0,7 2-1,-14-2-15,0-1 0,0 1-1,0 0 1,0 0 0,0-1-1,0 1 1,0 1-1,0-1 1,0 0 0,-1 0-1,1 1 1,0-1 0,-1 1-1,1-1 1,-1 1-1,0 0 1,1 0 0,-1-1-1,0 1 1,0 0 0,0 0-1,0 0 1,0 4-1,0-2 35,-1 0-1,0 1 0,1-1 0,-2 1 0,1-1 0,-1 1 0,1-1 0,-1 0 0,0 1 0,-4 7 0,-3 6 82,0-1 0,-1 0 0,-1 0 0,-15 17 0,5-6-44,-2 0 1,-1-2 0,-2-1-1,0 0 1,-1-2-1,-2-1 1,-33 21 0,60-43-81,1 1 0,-1 0 0,0-1 1,1 1-1,-1-1 0,0 0 0,0 1 0,1-1 1,-1 1-1,0-1 0,0 0 0,0 0 1,1 1-1,-1-1 0,0 0 0,0 0 1,0 0-1,0 0 0,0 0 0,1 0 0,-1 0 1,0 0-1,0 0 0,0 0 0,0-1 1,1 1-1,-1 0 0,-1-1 0,1-1-4,1 1 0,0 0-1,-1 0 1,1 0 0,0-1-1,0 1 1,0 0 0,0 0-1,0-1 1,0 1-1,1 0 1,-1 0 0,0 0-1,1-1 1,-1 1 0,1-2-1,26-49 81,-25 48-101,1 0 0,0 0 0,0 1 0,0-1 0,1 1 0,-1-1 0,1 1 0,0 0 0,0 0 0,0 1 0,0-1 0,1 1 0,-1 0 0,1 0 0,-1 0 0,1 1 0,0-1 0,-1 1 0,10-1-1,2 2 108,-1 1 0,0 0 0,0 1 0,0 1 0,15 4 0,-18-3-476,0-1 1,0-1-1,1 0 1,-1-1-1,1 0 1,-1 0-1,1-2 0,15-1 1,-8-1-2919,-16 3 2470,0-1 0,-1 1 0,1-1 0,0 0 0,-1 0-1,1 0 1,-1 0 0,1 0 0,4-3 0,-8 3 261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7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51 56,'-17'-14'2275,"9"6"4316,25 7-3543,80 4-2288,186-17-1,-253 5-1161,-30 4-1541,-18 2-1685,-42 9-3457,46-5 6674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7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31 156,'-9'-17'789,"11"3"9768,1 37-9468,-9 64 447,-6 0-3699,4-37-3299,-1 75 0,9-101 4602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91 36,'-2'-3'387,"0"0"-1,0 0 1,0 0-1,1 0 1,0 0-1,-1 0 1,1-1-1,0 1 1,1 0-1,-1-1 1,0 1-1,1-1 1,0 1 0,0-1-1,0 1 1,0 0-1,1-1 1,1-5-1,-1-13 2510,-4 23-2452,-1 1 0,1 0 0,0 0-1,-1 1 1,1-1 0,1 1-1,-1-1 1,-5 7 0,3-3-393,0 1 0,0-1 0,0 1 0,0 1 0,1-1 0,1 0 0,-1 1 0,1 0-1,-3 12 1,6-17-49,-1-1-1,1 1 0,-1-1 0,1 1 0,0 0 1,0-1-1,0 1 0,0 0 0,1-1 1,-1 1-1,1-1 0,0 1 0,-1-1 0,1 1 1,0-1-1,1 1 0,-1-1 0,0 0 0,1 0 1,-1 1-1,1-1 0,-1 0 0,1 0 1,0-1-1,0 1 0,0 0 0,0-1 0,0 1 1,1-1-1,-1 1 0,0-1 0,1 0 0,3 1 1,10 3 6,-1-1 1,1-1-1,32 3 1,-37-6 1,0 1 0,-1 0 0,1 1 1,0 0-1,-1 1 0,1 0 0,-1 0 1,0 1-1,0 0 0,0 1 0,12 8 0,-21-12-5,0 0-1,0 0 0,0 0 0,0 0 0,0 0 0,0 0 0,0 0 1,0 0-1,0 0 0,0 0 0,-1 0 0,1 0 0,-1 1 1,1-1-1,-1 0 0,1 1 0,-1-1 0,0 0 0,1 1 1,-1-1-1,0 0 0,0 1 0,0-1 0,0 0 0,0 1 1,0-1-1,-1 3 0,0-1 13,-1-1 1,1 1-1,-1 0 0,0 0 1,0-1-1,0 1 0,0-1 1,0 1-1,-1-1 0,1 0 1,-4 3-1,-6 3 45,0 0 1,-1-1-1,0-1 0,-16 7 0,15-7-243,-47 14 518,59-19-524,0-1-1,0 1 1,-1-1 0,1 1 0,0-1 0,0 0 0,0 0-1,0 0 1,0 0 0,0 0 0,0 0 0,0-1-1,0 1 1,0-1 0,0 1 0,0-1 0,0 0-1,0 0 1,0 0 0,0 0 0,0 0 0,1 0 0,-4-2-1,5 1-213,-1 0-1,0 1 1,0-1-1,1 0 0,-1 0 1,1 1-1,0-1 1,-1 0-1,1 0 1,0 1-1,0-1 0,0 0 1,0 0-1,0 0 1,0 0-1,1 1 1,-1-1-1,1 0 0,1-3 1,16-32-2341,-5 16 2279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0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82 120,'-1'-1'108,"1"0"1,-1 0-1,1 0 1,0 0-1,-1 0 0,1 1 1,0-1-1,-1 0 1,1 0-1,0 0 0,0 0 1,0 0-1,0 0 0,0 0 1,0 0-1,0 0 1,0 0-1,1 0 0,-1 0 1,0 0-1,0 0 1,1 0-1,-1 0 0,1 0 1,0-2-1,1 1 71,0 1 1,0-1-1,0 0 0,0 0 0,0 1 0,0-1 1,1 1-1,-1 0 0,0-1 0,3 0 1,64-15 2104,-64 16-2097,-4 1-181,120-17 1725,-107 16-2565,0 0 0,1 2 0,21 2 1,-36-3 685,1 0 0,0 1 0,0-1 0,0 0 0,0 0 0,0 1 0,-1-1 0,1 0 0,0 1 0,0-1 0,-1 1 0,1-1 0,0 1 0,-1-1 0,1 1 0,0 0 0,-1-1 0,1 1 0,-1 0 1,1-1-1,-1 1 0,1 0 0,-1 0 0,1 0 0,-1-1 0,0 1 0,0 0 0,1 0 0,-1 0 0,0 0 0,0 0 0,2 10-636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2 152,'-68'11'2896,"32"-5"1703,24-4 3831,151-12-7418,-69 3-2192,-1 4-3598,-69 3 4685,0 0 0,0 0 1,0 0-1,1 0 0,-1 0 0,0 0 1,0 0-1,0 0 0,0 0 0,1 0 0,-1 0 1,0 0-1,0 0 0,0 0 0,0 0 1,1 0-1,-1 0 0,0 0 0,0 0 0,0 0 1,0 1-1,0-1 0,1 0 0,-1 0 0,0 0 1,0 0-1,0 0 0,0 0 0,0 1 1,0-1-1,0 0 0,0 0 0,0 0 0,1 0 1,-1 1-1,0-1 0,0 0 0,0 0 1,0 0-1,0 0 0,0 1 0,0-1 0,0 0 1,0 0-1,0 0 0,0 0 0,0 1 0,0-1 1,-1 0-1,1 0 0,0 0 0,0 0 1,0 0-1,0 1 0,0-1 0,0 0 0,0 0 1,0 0-1,0 0 0,-1 1 0,-12 14-2385,-19 12 654,-11-1 1173,17-10 1580,1 0 0,-29 25-1,53-41-879,1 0-1,-1 0 1,1 0 0,0 1-1,-1-1 1,1 0-1,-1 1 1,1-1-1,-1 0 1,1 1-1,0-1 1,-1 1 0,1-1-1,0 0 1,0 1-1,-1-1 1,1 1-1,0-1 1,0 1-1,-1-1 1,1 1 0,0-1-1,0 1 1,0-1-1,0 1 1,0-1-1,0 1 1,0-1 0,0 1-1,0 0 1,0-1-1,0 1 1,0-1-1,0 1 1,1-1-1,-1 1 1,0-1 0,0 1-1,0-1 1,1 0-1,0 2 1,25 6 1233,34-8-32,12-11-1661,35-7-6353,-93 14 6175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54 108,'-104'-15'3982,"38"5"3211,117 3-4499,-5 0-2829,-4 1 18,-22 3 52,0 0 1,0 2-1,0 0 0,0 1 0,0 1 1,23 4-1,-41-4 98,1 0-1,0 0 1,0 1 0,0-1-1,-1 1 1,1 0 0,-1-1 0,1 1-1,-1 0 1,0 1 0,0-1-1,0 0 1,0 1 0,0-1 0,-1 1-1,1-1 1,0 1 0,-1 0-1,0 0 1,0-1 0,0 1 0,0 0-1,0 0 1,-1 0 0,1 0-1,-1 0 1,0 7 0,1 9 288,-2 0 0,0 0 0,-5 26 0,3-24-88,-8 49 198,-6 60 509,16-117-1314,1 1-1,0-1 0,1 0 1,0 0-1,1 1 0,1-1 0,5 16 1,6-7-5710,-14-22 5976,0 0 0,0 1 0,0-1 0,1 0 0,-1 0 0,0 1-1,1-1 1,-1 0 0,0 0 0,0 1 0,1-1 0,-1 0 0,0 0 0,1 0 0,-1 0 0,1 0-1,-1 1 1,0-1 0,1 0 0,-1 0 0,0 0 0,1 0 0,-1 0 0,1 0 0,-1 0 0,0 0-1,1 0 1,-1 0 0,0-1 0,1 1 0,-1 0 0,0 0 0,1 0 0,-1 0 0,0 0 0,1-1-1,-1 1 1,0 0 0,1 0 0,-1-1 0,0 1 0,0 0 0,1 0 0,-1-1 0,0 1 0,0 0 0,0-1-1,1 1 1,-1 0 0,0-1 0,0 1 0,0 0 0,0-1 0,0 1 0,0 0 0,0-1 0,0 1-1,1-1 1,-1 1 0,-1 0 0,1-1 0,0 1 0,0 0 0,0-1 0,1-11-693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67 204,'-12'-1'233,"-28"-2"1502,5-7 3428,35 10-5087,0-1 0,0 1 1,0 0-1,-1 0 0,1-1 1,0 1-1,0 0 0,0-1 1,0 1-1,0 0 0,0 0 1,0-1-1,0 1 0,0 0 1,0-1-1,1 1 0,-1 0 1,0 0-1,0-1 0,0 1 1,0 0-1,0 0 0,0-1 1,1 1-1,-1 0 0,0 0 1,0-1-1,0 1 0,1 0 1,-1 0-1,0 0 0,0 0 1,0-1-1,1 1 0,-1 0 1,0 0-1,0 0 0,1 0 1,-1 0-1,0 0 0,1 0 1,-1 0-1,0 0 0,0-1 1,1 1-1,-1 0 0,0 0 1,1 1-1,-1-1 1,0 0-1,0 0 0,1 0 1,19-6 578,54-5 281,93-2-1,-81 8-3389,-2-4-5733,-125 14 5419,10-1 2290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11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62 88,'-5'-18'831,"-2"-9"2399,6 10 4728,-16 38-6328,10-4-1571,0 1 0,2-1 1,0 1-1,1 0 0,1 1 1,-1 22-1,4 118 410,2-96-135,8 847 3659,-11-896-3422,0-30-2125,0 2-1865,0 0 0,0 1 0,-5-16 0,6 29 3320,-1-1 0,1 1-1,-1 0 1,1-1 0,-1 1 0,1 0-1,-1 0 1,0-1 0,1 1 0,-1 0-1,1 0 1,-1 0 0,1 0 0,-1 0-1,0 0 1,1 0 0,-1 0 0,1 0-1,-1 0 1,0 0 0,1 0 0,-1 0-1,1 0 1,-1 1 0,0-1-1,1 0 1,-1 0 0,1 1 0,-1-1-1,1 0 1,-1 1 0,1-1 0,0 1-1,-1-1 1,1 0 0,-1 1 0,-13 13-478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12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298 128 128,'8'-37'965,"-7"31"-261,0 0 0,-1 0 0,0-1 0,0 1-1,0 0 1,-1 0 0,-1-7 0,1 11-404,1 0 0,-1 0 1,0 0-1,1 0 0,-1 1 0,0-1 1,0 0-1,0 1 0,0-1 1,-1 1-1,1-1 0,0 1 0,-1-1 1,1 1-1,-1 0 0,1 0 1,-4-2-1,2 2-114,0 0 0,1 0 0,-1 0 0,0 1 0,0-1 0,0 1 0,0 0 0,0 0 0,0 0 0,0 0 0,0 1 0,0-1 0,0 1 0,0 0 0,-3 1 0,-9 4-56,2 0 1,-1 1-1,1 0 1,0 1-1,0 1 1,1 0-1,1 1 1,-1 0-1,1 0 1,1 1-1,0 1 1,1 0-1,0 0 1,1 1-1,0 0 1,-7 17-1,9-19-128,1 1 0,0 0 0,1 0-1,0 0 1,1 0 0,0 1-1,1 0 1,0-1 0,1 1 0,1 0-1,0-1 1,1 1 0,0 0-1,1 0 1,0-1 0,1 1-1,0-1 1,1 0 0,9 19 0,-9-25 2,1 1 0,-1-1 1,2 0-1,-1 0 0,0-1 0,1 0 1,0 0-1,0 0 0,1-1 1,-1 1-1,1-1 0,0-1 1,0 0-1,0 0 0,1 0 1,11 2-1,-13-3-3,-1-1 1,0 0-1,0-1 1,1 1-1,-1-1 1,1 0-1,-1 0 1,0-1-1,1 1 1,-1-1-1,0-1 1,1 1-1,-1-1 1,0 1-1,0-2 1,0 1-1,-1 0 1,1-1-1,0 0 1,-1 0-1,0 0 1,0-1-1,0 0 1,6-6-1,-9 8 0,0 1-1,0 0 1,0 0-1,0 0 1,0-1 0,0 1-1,-1-1 1,1 1-1,-1 0 1,1-1-1,-1 1 1,1-1-1,-1 1 1,0-1-1,0 1 1,0-1 0,0 1-1,0-1 1,0 0-1,0 1 1,0-1-1,-1 1 1,0-3-1,0 1-1,-1 1 0,0-1-1,1 1 1,-1 0 0,0 0-1,0 0 1,0 0-1,0 0 1,0 1 0,0-1-1,-1 0 1,-2-1 0,-7-2-15,0 0 0,0 0 0,0 1 1,-19-4-1,10 5-3,16 3 4,-1-1 1,0 1 0,1-1 0,-1-1-1,1 1 1,0-1 0,-1 0 0,-7-3 0,13 4 7,0 0 1,0 1 0,0-1 0,0 0 0,0 1 0,1-1 0,-1 0-1,0 1 1,0-1 0,0 0 0,1 1 0,-1-1 0,0 0 0,0 1 0,1-1-1,-1 1 1,1-1 0,-1 1 0,1-1 0,-1 1 0,1-1 0,-1 1-1,1-1 1,-1 1 0,1 0 0,-1-1 0,1 1 0,-1 0 0,1 0 0,0-1-1,-1 1 1,1 0 0,1 0 0,22-12-71,-12 6 46,0 1 1,0 1 0,1 0 0,-1 1 0,24-3 0,-33 6 30,1 0 0,-1 0 0,0 0 0,1 1 0,-1-1 0,1 1 0,-1 0 0,0 0 1,0 0-1,1 0 0,-1 1 0,0-1 0,0 1 0,0 0 0,0-1 0,-1 2 0,1-1 0,0 0 0,-1 0 0,0 1 0,1-1 0,-1 1 0,0 0 0,0 0 0,0 0 0,1 4 0,2 5 37,0 1 0,-1 0 0,0 1 0,-1-1 0,3 26 0,9 39 67,19 54 43,-19-65-78,-10-57-582,5-6-7600,-4-13 353,-6-3 7873,-4-2-974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1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866 108 172,'0'-4'337,"0"-1"1,0 1-1,-1-1 0,1 1 0,-1 0 1,0-1-1,0 1 0,0 0 0,-1 0 1,1 0-1,-1 0 0,0 0 0,0 0 1,-1 0-1,1 0 0,-1 1 0,1-1 1,-6-3-1,4 3 1,-1 1 0,0 0 1,1 1-1,-1-1 0,0 1 1,0 0-1,0 1 0,-1-1 0,1 1 1,0 0-1,-1 0 0,-10 0 0,-6 1-56,0 2-1,0 0 1,1 2-1,-1 0 0,1 2 1,-24 8-1,-17 8-128,-107 54-1,139-59-11,2 0-1,0 3 0,1 0 1,1 1-1,-35 38 1,42-39 207,0 2 0,2 0 1,0 1-1,1 1 1,-22 46-1,33-58-317,1 0 0,0 0-1,0 1 1,1-1 0,1 1-1,0-1 1,1 1 0,0 0-1,1 0 1,1 0 0,0 0-1,0-1 1,1 1 0,1 0-1,5 14 1,-2-9 29,1-1-1,1 1 1,1-2 0,0 1-1,1-1 1,1-1 0,0 0-1,1 0 1,1-1-1,0-1 1,1 0 0,18 13-1,-13-13 5,2 0 0,0-1 1,0-1-1,1-1 0,0-1 0,1-1 0,0-1 0,46 7 0,-41-9-55,0-3 0,-1 0 0,1-2 0,0 0 0,0-2 0,0-2 1,-1 0-1,1-2 0,-1-1 0,-1-1 0,1-1 0,-1-1 0,-1-1 0,0-2 0,0-1 0,-2 0 0,25-20 0,-33 20-8,0 0 1,-1-1-1,-1 0 0,0-1 1,-2-1-1,1 0 0,-2 0 0,0-1 1,-2-1-1,0 1 0,0-1 1,-2-1-1,0 1 0,-2-1 1,3-22-1,-5 24 12,-1 1 0,0-1-1,-2 0 1,0 0 0,-1 1 0,-1-1 0,0 1 0,-1-1-1,-1 1 1,-1 0 0,0 1 0,-1-1 0,-1 2 0,-1-1-1,0 1 1,-1 0 0,-17-20 0,4 11 271,0 1 0,-47-35 0,46 41-1387,-1 1 0,0 1 0,-40-16-1,47 23 93,0 1 0,-1 1-1,0 1 1,0 1-1,0 0 1,0 1 0,-1 1-1,0 1 1,1 1-1,-1 1 1,1 1 0,-1 0-1,-37 10 1,3 8 352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2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58 629 8,'-32'-5'771,"7"1"6109,307-57-5593,64-10-132,395-1 1220,-425 49-1796,264-56-542,-476 62-28,540-105 146,-109 25 56,-245 49-233,-208 30 122,-49 10-263,-26 5-209,-11 3-282,-80 16-9670,60-10 8973,3 0 726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161 163 116,'5'-6'217,"1"0"-1,-1 0 1,2 1 0,-1-1-1,0 1 1,1 0 0,0 1-1,0 0 1,1 0 0,-1 0-1,9-2 1,20-12 210,-16 7-153,-14 8-11,1 0 0,-1 0 0,0-1 1,0 0-1,0 0 0,-1-1 0,1 1 0,-1-1 0,7-10 1,-11 15-214,-1 0 1,0-1 0,0 1 0,1-1 0,-1 1 0,0 0 0,0-1 0,0 1-1,1-1 1,-1 1 0,0-1 0,0 1 0,0 0 0,0-1 0,0 1 0,0-1-1,0 1 1,0-1 0,0 1 0,0-1 0,0 1 0,0-1 0,0 1 0,-1 0-1,1-1 1,0 1 0,0-1 0,0 1 0,-1-1 0,1 1 0,0 0 0,0-1-1,-1 1 1,1 0 0,0-1 0,-1 1 0,-20-7 873,-24 6-265,25 4-579,0 0 1,0 2 0,1 0-1,-1 1 1,-25 12 0,36-14-87,0 0 0,1 1 0,-1-1 0,1 2 1,1-1-1,-1 1 0,1 0 0,0 1 0,0 0 1,0 0-1,1 0 0,1 1 0,-9 12 0,13-15 2,-1-1 1,1 1-1,0 0 0,0-1 0,0 1 1,1 0-1,0-1 0,-1 1 0,2 0 1,-1 0-1,1 0 0,-1-1 0,1 1 0,1 0 1,-1-1-1,1 1 0,-1-1 0,1 1 1,0-1-1,1 0 0,3 6 0,9 10 6,0 0 0,1-1 0,21 18 0,7 11 11,-42-45-38,4 3 92,-1 1 1,0 0-1,0 0 0,0 1 1,-1-1-1,5 13 0,-9-18 3,1 0-1,-1 0 1,0 0-1,0 0 1,0 0-1,0 0 1,0 0-1,0 0 1,0-1-1,-1 1 1,1 0-1,-1 0 1,1 0-1,-1 0 1,0 0-1,1-1 1,-1 1-1,0 0 1,0-1-1,-1 1 1,1-1-1,0 1 1,0-1-1,-1 1 1,1-1-1,-1 0 1,1 0-1,-1 0 1,0 0-1,1 0 1,-1 0-1,0 0 1,0 0-1,-2 0 1,-4 2 52,0-1 1,-1 0 0,1 0 0,0-1-1,-1 0 1,1 0 0,-1-1 0,1 0 0,-1 0-1,1-1 1,-1-1 0,1 1 0,-13-5-1,17 5-286,-1-1-1,1 0 0,0 0 1,-1 0-1,1 0 0,0-1 1,0 1-1,1-1 0,-1 0 1,0 0-1,-4-6 0,6 6-188,1 1-1,-1-1 0,1 0 1,-1 1-1,1-1 0,0 0 1,0 0-1,0 0 0,1 0 1,-1 0-1,1 0 1,-1 0-1,1 0 0,0 0 1,0 0-1,0 0 0,1 0 1,-1 0-1,2-4 0,0 2-48,0-1-1,0 1 0,0 0 0,1 0 1,0 0-1,0 1 0,0-1 0,1 1 1,-1-1-1,1 1 0,5-3 0,13-13-106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56,'-19'2'884,"-18"3"2490,23 2 2711,18-5-5701,1 0-1,-1 0 1,1-1-1,0 0 1,-1 0-1,10 1 1,72 4 14,159-11 0,-230 3-1078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100 117 136,'8'-48'2950,"-2"13"2636,-17 72-763,-14 41-4957,16-51 499,-16 45-290,-19 69 129,113-353-137,-45 146-42,-20 54-24,-1 4-3,-1 0 0,1 0-1,0 0 1,0 1 0,1-1 0,0 1 0,0 0 0,1 0-1,0 1 1,0-1 0,8-6 0,-12 12 0,1 0 1,-1 1-1,0-1 1,1 1-1,-1 0 1,0-1-1,1 1 0,-1 0 1,1 0-1,-1 0 1,0 0-1,1 0 1,-1 0-1,1 0 1,-1 1-1,0-1 0,1 0 1,-1 1-1,0-1 1,1 1-1,-1-1 1,0 1-1,0 0 1,1 0-1,-1-1 0,0 1 1,0 0-1,0 0 1,0 0-1,0 0 1,0 0-1,0 1 1,0 1-1,29 43-4,-28-42 6,13 25 43,-2 1-1,-2 1 1,0 0 0,8 48-1,-6-10-496,2 73-1,-16-127-1994,-4-14-2049,-12-19-1930,12 12 7207,-8-10-1412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93 12,'-3'-1'258,"0"0"0,0-1 0,0 1 0,0-1-1,0 1 1,0-1 0,0 0 0,1 0 0,-1 0 0,-3-4 0,6 6-156,-1 0 1,1-1 0,0 1 0,0-1-1,0 1 1,0 0 0,0-1 0,0 1-1,-1-1 1,1 1 0,0 0 0,0-1-1,0 1 1,0-1 0,1 1 0,-1-1-1,0 1 1,0 0 0,0-1-1,0 1 1,0-1 0,0 1 0,1 0-1,-1-1 1,0 1 0,0 0 0,0-1-1,1 1 1,0-1 0,21-12 1385,-2 6-1077,0 1 0,36-6 1,94-1-5659,-82 9 2254,-40 0 2588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8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63 96,'-29'-3'1921,"29"3"-1644,-1 0 0,0 1 0,0-1 0,1 0 0,-1 0 0,0 0 0,0-1 0,0 1 0,1 0 0,-1 0 0,0 0 0,0 0 0,1-1 0,-1 1 0,0 0 0,1-1 0,-1 1 0,0 0 0,1-1 0,-1 1 0,0-1 0,1 1 0,-1-1 0,1 0 0,-1 1 0,1-1 0,-1 1 0,1-1 0,-1-1 0,4 1-48,0-1 0,-1 1 0,1 0 0,0 0 1,0 0-1,0 0 0,1 0 0,-1 1 0,0 0 0,0-1 0,0 1 1,4 1-1,4-2 2,88-6 139,-74 7-477,0-1 0,0-1 0,-1-1 0,1-1 0,-1-1 0,34-13 0,-93 24-12264,16 0 11684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30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77 4,'2'-3'206,"0"1"1,-1 0-1,1-1 0,-1 1 0,1-1 1,-1 1-1,0-1 0,0 1 0,0-1 1,0 0-1,-1 0 0,1 1 0,-1-1 1,1 0-1,-1 0 0,0 0 0,-1-5 1,0 6-8,0 1 0,0-1 0,-1 0 1,1 1-1,-1-1 0,1 1 0,-1-1 1,0 1-1,0 0 0,1 0 0,-1 0 1,0 0-1,0 0 0,0 0 0,0 0 1,0 1-1,0-1 0,0 1 1,0-1-1,-1 1 0,1 0 0,0 0 1,0 0-1,-4 0 0,-7 0 85,1 1 0,-1 0 0,1 0 0,0 1 1,-1 1-1,1 0 0,0 1 0,0 0 0,1 1 0,-1 0 0,1 1 0,0 0 0,0 1 0,1 0 0,0 0 1,0 1-1,1 1 0,0 0 0,0 0 0,-7 11 0,11-13-276,0 0 1,0 0-1,1 1 0,-1-1 0,2 1 1,-1 0-1,1 1 0,0-1 1,1 0-1,0 1 0,0-1 1,1 1-1,0 0 0,1 0 0,0-1 1,0 1-1,0 0 0,2 0 1,-1-1-1,1 1 0,0-1 0,0 1 1,1-1-1,1 0 0,-1 0 1,1 0-1,0 0 0,1-1 0,7 10 1,-6-10 14,1 1 1,0-1-1,1 0 1,-1-1-1,1 0 1,0 0-1,1-1 1,0 0-1,-1 0 1,1-1-1,18 6 1,-21-8-15,-1 0 0,1-1 0,0 0 1,-1 0-1,1-1 0,0 1 0,-1-1 0,1 0 0,0-1 1,0 1-1,-1-1 0,1 0 0,0-1 0,-1 1 1,1-1-1,-1 0 0,0-1 0,0 1 0,0-1 0,0 0 1,9-7-1,-12 8-10,0 1 0,-1-1 1,1 1-1,-1-1 0,1 1 1,-1-1-1,0 0 0,1 0 1,-1 0-1,0 1 0,0-1 1,0 0-1,0-1 0,-1 1 1,1 0-1,0 0 0,-1 0 1,0 0-1,1-1 0,-1 1 1,0 0-1,0 0 0,0 0 1,-1-4-1,-1 3-2,1-1 0,-1 0 0,0 1 0,0-1-1,0 1 1,0 0 0,-1 0 0,1 0 0,-1 0 0,0 0 0,0 1 0,-5-5 0,-7-3-41,0 1-1,0 1 1,0 0-1,-1 1 1,-19-6-1,23 9-15,7 2 41,1-1 0,-1 2 0,0-1-1,0 1 1,0-1 0,0 1-1,0 0 1,0 1 0,0 0 0,-5-1-1,13 4 23,0-1-1,1 0 0,-1 0 1,1 0-1,0-1 0,-1 1 1,1-1-1,0 0 0,5 1 1,13 1 92,0-2 1,0-1 0,39-3 0,12-2 19,-73 6-113,1-1 1,0 0-1,0 1 1,-1-1-1,1 0 1,0 1-1,0-1 0,-1 1 1,1-1-1,-1 1 1,1-1-1,0 1 1,-1 0-1,1-1 1,-1 1-1,1 0 1,-1-1-1,0 1 1,1 0-1,-1-1 1,0 1-1,1 0 0,-1 0 1,0 0-1,0-1 1,0 1-1,1 0 1,-1 0-1,0 0 1,0-1-1,0 1 1,-1 0-1,1 0 1,0 0-1,0 1 1,-6 40 73,4-28-32,-3 33 61,3 1 0,1 0 0,3-1 0,8 53 0,3-71 141,-4-18-872,-9-11 577,0 0 0,0 0 0,0 0 0,0 0 0,0 1 0,0-1 0,0 0 0,1 0 0,-1 0 0,0 0 0,0 0 0,0 0 0,0 0 0,0 0 0,0 0-1,1 0 1,-1 0 0,0 0 0,0 0 0,0 0 0,0 0 0,0 0 0,0-1 0,0 1 0,1 0 0,-1 0 0,0 0 0,0 0 0,0 0 0,0 0 0,0 0 0,0 0 0,0 0 0,0 0 0,0 0 0,1-1 0,-1 1 0,0 0 0,0 0 0,0 0 0,0 0 0,0 0 0,0 0 0,0 0 0,0-1-1,0 1 1,0 0 0,0 0 0,0 0 0,0 0 0,0 0 0,0 0 0,0 0 0,0-1 0,0 1 0,0 0 0,0 0 0,0 0 0,0 0 0,0 0 0,0 0 0,0-1 0,0 1 0,0 0 0,-1 0 0,1 0 0,-10-29-9356,0 10 6860,8 6 2107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1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47 68,'-2'-1'253,"-1"-1"1,1 0-1,0 0 1,0 0-1,0 0 1,1 0-1,-1 0 1,0 0-1,1 0 1,-1-1-1,1 1 1,0-1-1,0 1 0,0-1 1,0 1-1,0-1 1,1 0-1,-1-3 3342,-20 35-1198,8-8-2376,2 1 1,0-1 0,-12 40 0,-3 5 145,25-63-165,-1 0-1,1 1 0,0-1 0,0 0 0,0 1 1,1-1-1,-1 0 0,1 1 0,0-1 1,0 1-1,0-1 0,0 1 0,1-1 0,-1 0 1,1 1-1,0-1 0,1 4 0,-1-5 2,1 0 1,-1 0-1,0 0 0,1 0 0,-1 0 0,1 0 0,-1-1 1,1 1-1,0 0 0,0-1 0,0 0 0,0 1 0,0-1 0,0 0 1,0 0-1,0 0 0,0 0 0,0-1 0,1 1 0,-1 0 1,0-1-1,1 0 0,-1 0 0,0 1 0,4-2 0,6 1 100,19 0-185,0 1 0,53 9 1,-77-9 191,0 0 1,0 1 0,0 0 0,0 0 0,0 1 0,-1 0-1,1 0 1,-1 0 0,0 1 0,0 0 0,0 0 0,0 0-1,-1 1 1,0 0 0,0 0 0,0 1 0,7 10 0,-11-15-31,-1 0 1,0 0 0,0 0-1,1-1 1,-1 1-1,0 0 1,0 0 0,0 0-1,0 0 1,0 0 0,0-1-1,0 1 1,-1 0 0,1 0-1,0 0 1,0 0 0,-1-1-1,1 1 1,0 0 0,-1 0-1,1-1 1,-1 1 0,1 0-1,-1-1 1,1 1 0,-1 0-1,0-1 1,1 1 0,-1-1-1,0 1 1,1-1 0,-1 1-1,0-1 1,0 1 0,1-1-1,-1 0 1,0 1 0,0-1-1,0 0 1,0 0 0,1 0-1,-2 0 1,-39 9 1162,41-9-1232,-187 12 539,147-11-4331,1-1-3751,42-12 1908,-2 8 5049,1-8 26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2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0 128,'-32'10'3369,"11"-3"6472,199-12-6145,2 0-3840,-213 13-15305,10-2 14300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2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40 196,'-43'-18'3870,"38"17"-2689,0-1 0,-1 1-1,1-1 1,0-1 0,0 1 0,0-1 0,-6-4 0,57 6-371,43 5-682,-54-1 16,-1-2 0,62-6 0,-95 5-93,0-1 0,0 1 0,0 0 0,-1 0 0,1 0 1,0 0-1,0 0 0,0 0 0,0 1 0,0-1 0,-1 0 1,1 0-1,0 1 0,0-1 0,0 0 0,0 1 0,-1-1 1,1 0-1,0 1 0,-1 0 0,1-1 0,0 1 0,-1-1 0,1 1 1,-1 0-1,2 0 0,4 27 953,-14 35 95,6-57-1024,-16 63 136,-4-1 0,-2 0 1,-4-2-1,-46 83 0,73-148-230,-1 1 0,1 0 0,0-1-1,0 1 1,1 0 0,-1 0-1,0 0 1,1 0 0,-1 0-1,1 0 1,-1 0 0,1 0-1,0 3 1,16-14-5393,30-40-5786,-34 35 9585,-5 1 768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86 4,'-16'-9'-450,"1"3"3724,4 0 5376,38 2-5778,107-3-2463,198-38 0,-307 37-2486,-65 31-10297,21-13 11721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54 141 24,'-1'-20'1706,"2"1"1,0-1-1,2 0 0,6-29 0,-7 36 1602,-7 20-1641,-8 20-1303,3 1-339,0 1 1,2 0-1,1 0 1,1 0-1,2 1 0,1 0 1,0 32-1,4-60-29,-1 1-1,0-1 1,0 0-1,1 1 1,0-1 0,-1 0-1,1 0 1,0 1-1,0-1 1,0 0-1,0 0 1,1 0-1,-1 0 1,0 0-1,1 0 1,-1-1-1,1 1 1,0 0-1,0-1 1,0 0 0,-1 1-1,5 1 1,-1-1-11,0 0 0,-1-1 0,1 0 0,0 0 0,0 0 0,0 0 0,0-1 0,0 0 0,0 0 0,7-1 0,3-1 39,0 0 1,0-2 0,0 0-1,0 0 1,-1-2 0,18-8 0,-29 13-8,-1 0 1,0 0-1,1 0 1,-1 0-1,0-1 1,0 1-1,0-1 1,0 1-1,0-1 1,0 0-1,0 0 1,-1 0-1,1 0 1,-1 0-1,1 0 1,-1-1-1,0 1 1,0 0-1,2-4 1,-4 3 7,1-1-1,0 1 1,-1 0 0,0 0 0,0 0 0,0 0-1,0 0 1,0 0 0,-1 0 0,1 0 0,-1 0-1,0 0 1,0 1 0,-4-5 0,6 6-10,0 1 1,0 0 0,0 0-1,0 0 1,0 0 0,0-1 0,0 1-1,0 0 1,0 0 0,0 0-1,0 0 1,-1 0 0,1 0 0,0-1-1,0 1 1,0 0 0,0 0-1,0 0 1,-1 0 0,1 0-1,0 0 1,0 0 0,0 0 0,0 0-1,0 0 1,-1 0 0,1 0-1,0 0 1,0-1 0,0 1 0,0 0-1,-1 1 1,1-1 0,0 0-1,0 0 1,0 0 0,0 0-1,-1 0 1,1 0 0,0 0 0,0 0-1,0 0 1,0 0 0,0 0-1,-1 0 1,1 0 0,0 0 0,0 1-1,0-1 1,-4 12 209,1 20-253,3-30 75,0 89-907,19 150-1,-9-152-3817,-3 0-3978,-6-73 8017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6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145 275 68,'-24'-11'395,"-48"-27"4472,68 35-4430,0 1-1,0-1 1,0 0 0,1-1-1,-1 1 1,1 0 0,0-1 0,0 0-1,0 0 1,0 0 0,1 0-1,-1 0 1,-1-6 0,3 6-399,1 1 0,-1-1 0,1 1 1,1-1-1,-1 1 0,0-1 0,1 1 0,-1-1 1,1 1-1,0 0 0,0-1 0,1 1 0,-1 0 1,0 0-1,1 0 0,0 0 0,0 0 0,0 0 1,0 0-1,0 1 0,1-1 0,-1 1 1,5-3-1,5-6-75,2 0 1,-1 1 0,20-11-1,-22 15 6,0 1 0,0 0 0,1 0 0,-1 1 0,1 0 0,0 1 0,0 0 0,15 0 0,-24 2 27,-1 1 0,1 0 0,-1 0 0,1 0 0,0 0 0,-1 0 0,1 1 0,-1-1 0,1 1 0,-1 0 0,1-1 0,-1 1 0,0 0 0,1 1 0,-1-1 0,0 0 0,0 1 0,0-1 0,0 1 0,0 0 0,0-1 0,0 1 0,0 0 0,-1 0 0,1 0 0,-1 0-1,1 1 1,-1-1 0,0 0 0,0 1 0,0-1 0,0 0 0,-1 1 0,1-1 0,-1 1 0,1-1 0,-1 1 0,0 0 0,0-1 0,0 1 0,0-1 0,0 1 0,-1-1 0,0 4 0,-3 18 133,-1-1 0,-1-1 0,-1 1 0,-1-1 0,-1-1 0,-1 1 0,-14 21 0,9-14 188,1 1-1,-19 55 1,33-83-329,-1 0 1,1 1 0,-1-1 0,1 0 0,0 1 0,0-1 0,0 1-1,0-1 1,0 0 0,1 1 0,-1-1 0,1 0 0,0 1 0,0-1-1,-1 0 1,1 0 0,1 0 0,-1 1 0,0-1 0,0 0 0,1-1 0,-1 1-1,1 0 1,0 0 0,-1-1 0,1 1 0,0-1 0,0 1 0,0-1-1,0 0 1,0 0 0,0 0 0,1 0 0,-1 0 0,0 0 0,1 0-1,-1-1 1,0 1 0,1-1 0,-1 0 0,0 0 0,1 0 0,-1 0-1,1 0 1,-1 0 0,0-1 0,1 1 0,-1-1 0,0 0 0,0 1-1,1-1 1,-1 0 0,0 0 0,3-3 0,-4 3 23,0 0 0,-1 0-1,1 0 1,0-1 0,-1 1 0,1 0 0,-1-1 0,1 1 0,-1-1-1,0 1 1,0 0 0,0-1 0,0 1 0,1-1 0,-2 1-1,1-1 1,0 1 0,0-1 0,0 1 0,-1 0 0,1-1 0,-1 1-1,1 0 1,-1-1 0,0 1 0,1 0 0,-1-1 0,0 1-1,0 0 1,0 0 0,0 0 0,-1-1 0,-33-40 786,-17-6 163,-22-23 278,36 19-7680,48 54-1598,10 4 6577,-4 0 927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8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41 80,'-3'-1'261,"0"-1"1,0 1-1,0-1 0,0 0 1,1 0-1,-1 0 1,1 0-1,-1-1 0,-2-3 1,5 6-201,0-1 0,0 1 0,-1 0 0,1 0 0,0-1 0,0 1 0,0 0 0,0-1 0,0 1 0,0 0 0,0 0 0,0-1 0,0 1 0,0 0 0,0-1 0,0 1 0,0 0 0,0-1 0,0 1 0,0 0 0,1-1 0,-1 1 0,0 0 0,0 0 0,0-1 0,0 1 0,0 0 0,1 0 0,-1-1 0,0 1 0,0 0 0,1 0 0,-1-1 0,21-5 497,6 5-421,0 1 0,0 0 0,34 7 0,42 1-56,-78-13-215,-23 3-656,-16 4-811,-22 13-1288,24-10 2452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66 156,'-4'-14'603,"-4"-21"1864,11 19 2030,18 48-925,17 85-3075,-9-21-11142,-22-81 9738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38 172,'1'-2'256,"0"1"-1,-1 0 1,0-1-1,1 1 1,-1-1-1,0 1 1,0 0-1,0-1 1,0 1-1,0-1 1,0 1-1,0-1 1,0 1-1,0 0 1,-1-1-1,1 1 1,-1-1-1,1 1 1,-1 0-1,1 0 1,-1-1-1,0 1 1,0-1-1,-1 1 13,1 1 0,0-1 0,0 1 0,0 0-1,-1-1 1,1 1 0,0 0 0,0 0-1,0 0 1,-1 0 0,1 0 0,0 0 0,0 0-1,-1 1 1,1-1 0,0 0 0,0 1 0,0-1-1,-1 1 1,0 0 0,-8 4 663,0 1 1,0 0-1,0 0 1,-10 10 0,6-3-528,1 0 1,0 0 0,2 1-1,-1 1 1,2 0 0,0 0-1,-14 30 1,21-39-354,1 1 0,0-1 0,0 0 0,0 1 0,1-1 0,0 1 0,0 0 0,1-1 0,-1 1-1,3 12 1,-2-15-29,1 0 0,1 0 0,-1 0 0,1 0 0,-1 0 0,1-1 0,0 1 0,0-1 0,1 1 0,-1-1 0,1 0 0,0 0 0,-1 0 0,1 0 0,1 0 0,-1-1 0,0 1 0,1-1 0,3 2 0,-3-1-15,1-1 0,-1 0 0,1 0 1,-1 0-1,1-1 0,0 1 0,-1-1 1,1 0-1,0-1 0,0 1 0,0-1 1,0 0-1,0 0 0,0 0 0,-1-1 1,1 0-1,5-1 0,-3-1-3,0 1 1,-1-1-1,1-1 1,-1 1-1,0-1 1,0 0-1,0-1 0,-1 1 1,0-1-1,8-9 1,-2 0 4,0 0 0,-1-1 0,-1 0-1,-1 0 1,0-1 0,-1 0 0,0-1 0,6-27 0,-11 33-177,0 0-1,0-1 1,-2 0 0,1 1-1,-3-17 1,2 25-136,0 1 0,0 0 1,-1-1-1,0 1 0,1 0 0,-1 0 1,0-1-1,0 1 0,0 0 0,0 0 1,0 0-1,-1 0 0,1 0 0,-3-2 1,2 3-95,1 0 1,-1 0-1,1 1 1,-1-1-1,1 1 1,-1-1-1,1 1 1,-1 0-1,1-1 0,-1 1 1,1 0-1,-1 0 1,0 0-1,1 0 1,-1 0-1,1 0 1,-1 1-1,0-1 1,1 1-1,-1-1 1,1 1-1,-1-1 1,1 1-1,-2 1 1,-34 24-4230,20-7 3788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0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72 16,'-3'-3'31,"-2"-2"1787,-1 0-1,1 1 0,-1-1 1,0 1-1,0 1 1,-11-6-1,29 5 1483,30 2-2692,49 0-760,-51 0 302,1-1 0,78-18 0,-130 22 110,6-2-1092,0 1 0,0 0 0,1 1 0,-1-1 0,0 1 0,1 0 0,-1 0 0,0 0 0,1 1 0,-1-1 0,1 1 0,0 0 0,0 1 0,-5 2 0,-18 20-3054,17-15 3137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92 108,'5'-30'1885,"-4"22"71,0 1-1,1-1 1,0 0-1,0 0 1,6-14 0,-4 24 1111,1 11-2285,0 13-631,0 21 50,-2 61 0,-3-59-2672,2-2-3432,-3-44 5460,1 0-1,0 0 1,1 0 0,-1-1 0,0 1-1,1 0 1,-1 0 0,1-1 0,0 1-1,0 0 1,0-1 0,1 1 0,-1-1-1,0 1 1,1-1 0,0 0 0,-1 0-1,1 0 1,0 1 0,3 1 0,6-3 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1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42 24,'-74'-2'4993,"2"0"8582,214-8-11279,-94 3-3426,49-14 0,-122 40-16161,5-7 16254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1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26 48,'-13'9'395,"9"-7"84,1 0 1,0 0 0,0 0-1,0 0 1,0 1-1,0-1 1,0 1 0,1 0-1,-1 0 1,-2 4 0,6-7-320,-1 1-1,0-1 1,0 1 0,1-1 0,-1 0 0,0 1 0,1-1 0,-1 1 0,0-1 0,1 0 0,-1 1 0,1-1 0,-1 0 0,1 1 0,-1-1 0,1 0 0,-1 1 0,1-1 0,-1 0 0,1 0 0,-1 0 0,1 0 0,-1 0 0,1 0 0,0 1 0,-1-1 0,1 0 0,-1 0 0,1-1 0,-1 1 0,1 0 0,0 0 0,-1 0 0,1 0 0,-1 0 0,1-1 0,-1 1 0,1 0 0,27-4 1675,55-19 522,-7 2-5444,2 6-7912,-59 12 9660,1-2 682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2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250 247 296,'-10'-7'1605,"1"0"-1,-1 1 1,-18-8 0,-24-16 5151,49 28-6505,0 0-1,0 0 1,0-1-1,1 1 0,-1-1 1,1 1-1,0-1 1,0 0-1,0 0 1,0 0-1,0 0 0,-2-7 1,4 7-222,-1 0-1,1 0 1,0 0 0,0 0-1,1 0 1,-1 0 0,1 0 0,-1 1-1,1-1 1,0 0 0,0 0-1,0 0 1,1 0 0,-1 1 0,1-1-1,-1 1 1,1-1 0,0 1-1,0 0 1,0-1 0,0 1 0,0 0-1,0 0 1,1 0 0,-1 1-1,1-1 1,3-1 0,9-6-103,0 0 0,0 2-1,22-9 1,-30 13 41,59-18-300,-62 20 313,-1 0 0,1 0 0,0 1 0,0-1 0,0 1 0,0 0 1,0 0-1,0 0 0,0 1 0,-1-1 0,1 1 0,0 0 0,0 0 0,5 3 1,-8-3 17,0 0 1,0 0 0,0 0 0,0 0-1,0 1 1,0-1 0,0 0 0,-1 1-1,1-1 1,-1 1 0,1-1 0,-1 1 0,1-1-1,-1 1 1,0-1 0,0 1 0,1-1-1,-1 1 1,0-1 0,-1 1 0,1 0-1,0-1 1,0 1 0,-1-1 0,1 1-1,-1-1 1,1 1 0,-1-1 0,0 0 0,0 3-1,-28 50 85,23-43-23,-39 66 269,16-30-94,3 1-1,-36 91 1,59-131-205,1 0-1,0 0 1,0 0-1,1 1 1,0-1-1,0 0 1,1 1-1,2 16 1,-2-23-27,0 1 0,1-1 0,0 0-1,0 1 1,0-1 0,0 0 0,0 1 0,0-1 0,0 0 0,1 0 0,-1 0 0,1 0-1,-1 0 1,1 0 0,0 0 0,0-1 0,0 1 0,0-1 0,0 1 0,0-1-1,0 0 1,1 0 0,-1 0 0,0 0 0,1 0 0,-1 0 0,1-1 0,-1 1 0,0-1-1,1 0 1,0 1 0,-1-1 0,4-1 0,0 1-19,0 0 1,0-1-1,0 1 1,0-1-1,-1-1 0,1 1 1,0-1-1,-1 0 1,1-1-1,-1 1 0,0-1 1,0 0-1,0 0 1,0 0-1,0-1 0,5-5 1,-8 6 48,0 1 1,0-1 0,0 0-1,0 0 1,0 0-1,-1 0 1,1 0-1,-1 0 1,0 0 0,0-1-1,0 1 1,0 0-1,-1-1 1,1 1-1,-1 0 1,0-1 0,0 1-1,0-1 1,0 1-1,-1 0 1,0-1-1,1 1 1,-1-1 0,0 1-1,-1 0 1,1 0-1,0 0 1,-1 0-1,-2-4 1,-6-8 244,-2-1-1,1 2 1,-2-1-1,0 2 0,0 0 1,-1 0-1,-22-14 1,-42-22-1334,1 14-5440,40 23-513,19 10 1282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3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52 16,'-2'-3'569,"1"0"0,-1 0 1,0-1-1,0 1 0,-1 0 0,1 1 1,-1-1-1,1 0 0,-1 1 0,0-1 1,0 1-1,0 0 0,0 0 0,0 0 1,-1 0-1,1 1 0,-1-1 0,-6-1 1,10 3-250,28 19 214,-26-1-232,-1-9 318,2-8 311,-2-2-891,-1-1 59,2 6-142,-3-1-8,-2-8 123,3 4-106,0 0 1,0-1-1,0 1 0,0-1 1,0 1-1,0 0 0,1-1 1,-1 1-1,1 0 1,-1-1-1,1 1 0,0 0 1,-1 0-1,1 0 0,0-1 1,0 1-1,-1 0 0,1 0 1,0 0-1,0 0 0,0 0 1,3-1-1,25-18-6103,-28 20 5977,0-1 0,0 1 0,-1 0 0,1 0 0,0 0 0,0 0 0,0 0 0,-1 0 0,1 0 0,0 1 0,0-1 1,0 0-1,-1 0 0,1 1 0,0-1 0,0 0 0,-1 1 0,1-1 0,0 1 0,-1-1 0,1 1 0,-1-1 0,1 1 0,0-1 1,-1 1-1,1 0 0,-1-1 0,0 1 0,1 0 0,-1-1 0,1 1 0,-1 0 0,0 0 0,0-1 0,1 2 0,3 12-591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3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8,'0'0'217,"11"-14"5667,10-12-3336,-20 27-2484,-1-1 1,0 1-1,1-1 1,-1 1-1,0 0 1,1-1-1,-1 1 1,0 0-1,0-1 1,0 1 0,0 0-1,1-1 1,-1 1-1,0 0 1,0 0-1,0-1 1,0 1-1,-1 0 1,1-1-1,0 1 1,0 0-1,0-1 1,-1 1-1,1 0 1,0-1-1,0 1 1,-1 0-1,1-1 1,-1 1-1,1-1 1,0 1-1,-1-1 1,1 1 0,-1-1-1,1 1 1,-1-1-1,0 1 1,1-1-1,-2 1 1,0 1 134,1 0 1,-1 0 0,0-1 0,0 1 0,0 0-1,0-1 1,-1 1 0,1-1 0,0 0-1,-4 2 1,31-16 44,-2 16-200,-32-4 482,9 0-650,0 0 0,0 1 0,0-1 0,0 0 0,0 0 1,0 0-1,0 1 0,0-1 0,0 0 0,0 0 0,1 0 0,-1 1 1,0-1-1,0 0 0,1 0 0,-1 1 0,1-1 0,-1 0 1,0 1-1,1-1 0,-1 1 0,1-1 0,0 0 0,-1 1 0,1-1 1,-1 1-1,2-1 0,0-1-705,-1 0 0,0 1 0,1-1-1,0 1 1,-1-1 0,1 1 0,0 0 0,0 0 0,0 0 0,0 0 0,3-1-1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264 311 196,'-73'-28'3110,"49"20"-55,0-1-1,-36-19 1,58 27-2953,1 0 1,-1 0 0,1 0-1,-1 0 1,1 0-1,0 0 1,-1 0 0,1 0-1,0-1 1,0 1-1,0 0 1,0-1 0,0 1-1,0-1 1,0 1-1,1-1 1,-1 0 0,0 1-1,1-1 1,-1 0-1,1 1 1,0-1 0,0 0-1,-1-1 1,2 0-52,-1 0 1,1-1-1,0 1 0,0 0 1,0 1-1,0-1 0,1 0 1,-1 0-1,1 0 0,0 1 1,0-1-1,2-2 0,8-8-81,0 2-1,1 0 1,24-18-1,-35 28 70,26-19-62,52-26-1,-70 41 24,-1 0-1,2 1 1,-1 1 0,0-1 0,1 2 0,0-1 0,-1 2-1,1-1 1,16 1 0,-25 1-1,0 0 0,0 0-1,-1 1 1,1-1 0,0 0 0,0 1-1,0-1 1,-1 1 0,1 0 0,0 0-1,-1 0 1,1-1 0,-1 1 0,1 1 0,-1-1-1,0 0 1,1 0 0,-1 0 0,0 1-1,0-1 1,0 1 0,2 1 0,-2 1-1,1 0 0,-1-1 0,0 1 1,0 0-1,0 0 0,0 0 0,-1-1 1,0 1-1,1 0 0,-2 4 1,0 8 8,-1 1 1,-1-1-1,-10 29 1,0-9 36,-2-1 0,-30 51 0,27-56 21,2 2-1,1 0 0,-14 46 1,28-74-60,1 0-1,-1-1 1,1 1 0,0 0 0,0-1 0,0 1 0,1 0 0,-1-1-1,1 1 1,0-1 0,0 1 0,0-1 0,1 1 0,-1-1-1,1 0 1,0 1 0,0-1 0,0 0 0,0 0 0,0 0 0,1-1-1,-1 1 1,6 4 0,-2-2 6,0-1 0,0 1 0,0-1-1,1 0 1,0 0 0,0-1 0,0 0 0,0 0-1,0 0 1,12 2 0,-18-5 0,-1 0 1,1 1-1,0-1 0,0 0 1,0 0-1,-1 0 0,1 0 0,0 1 1,0-1-1,0 0 0,0 0 1,-1-1-1,1 1 0,0 0 1,0 0-1,0 0 0,-1 0 0,1-1 1,0 1-1,0 0 0,-1-1 1,1 1-1,0-1 0,0 1 0,-1-1 1,1 1-1,-1-1 0,1 1 1,0-1-1,-1 1 0,1-2 1,-1 0 25,1 1 1,-1-1-1,-1 1 1,1-1 0,0 0-1,0 1 1,-1-1 0,1 1-1,0-1 1,-1 1 0,0-1-1,1 1 1,-1-1 0,-1-1-1,-35-45 928,-85-69 22,53 67-3250,-5 11-4962,71 37 6837,0 1 0,0 0 0,0-1 1,0 1-1,0 1 0,0-1 0,-1 0 1,1 1-1,0-1 0,-1 1 0,1 0 1,0 0-1,-1 1 0,1-1 1,0 1-1,-1-1 0,1 1 0,0 0 1,0 0-1,0 0 0,-5 3 0,-5 12-517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0.2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61 107 60,'11'-64'3002,"-11"59"-1928,0 0 1,0 1-1,0-1 1,0 1-1,-1-1 0,0 1 1,-2-6-1,-11 58 2760,-2 26-3166,-7 90-1,9-5-2860,16-103-3696,-2-55 5630,1 0-1,-1 1 0,0-1 1,0 0-1,1 0 0,-1 0 1,1 0-1,-1 0 0,1 0 1,-1 0-1,1 0 0,-1 0 0,1-1 1,0 1-1,0 0 0,0 0 1,-1 0-1,3 0 0,-2-1 127,0 0 0,0 1 0,0-1 0,0 0 0,0-1 0,0 1 0,0 0 0,0 0-1,0 0 1,0-1 0,0 1 0,0 0 0,0-1 0,0 1 0,0-1 0,0 1 0,0-1-1,0 0 1,-1 1 0,1-1 0,0 0 0,0 1 0,-1-1 0,2-1 0,14-16-334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0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111 105 216,'-44'-17'1603,"-23"-10"6956,67 27-8491,1 0 0,-1 0 1,0 1-1,0-1 0,0 0 1,0 0-1,0 0 0,0 0 0,0 0 1,0 0-1,1 0 0,-1 0 1,0 0-1,0 0 0,0 0 1,0 0-1,0 0 0,0 0 1,0-1-1,0 1 0,1 0 1,-1 0-1,0 0 0,0 0 0,0 0 1,0 0 272,0 0-272,0 0-1,1 0 0,-1-1 1,0 1-1,0 0 0,0 0 1,0 0-1,0 0 0,0 0 1,0 0-1,0 0 0,0 0 0,0 0 1,0-1-1,0 1 0,0 0 1,0 0-1,0 0 0,0 0 1,0 0-1,0 0 0,0 0 1,0-1-1,0 1 0,0 0 1,0 0-1,0 0 0,0 0 0,0 0 1,0 0-1,-1 0 0,1 0 1,0 0-1,0-1 0,19-3 1310,27-2-1348,-41 6 294,135-18 568,-51 6-352,-31 4-3034,-8 4-2510,-1 0-3518,-30 4 7190,1 2 694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1.4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89 28,'-11'-45'1997,"-8"3"5956,19 42-7866,-1 0 0,1-1 0,-1 1 0,1 0-1,-1 0 1,0 0 0,1 0 0,-1 0 0,1 0-1,-1 0 1,1 0 0,-1 0 0,1 0 0,-1 0 0,1 0-1,-1 0 1,1 0 0,-1 0 0,0 1 0,1-1-1,0 0 1,-1 0 0,1 1 0,-1-1 0,1 0 0,-1 1-1,1-1 1,-1 0 0,1 1 0,0-1 0,-1 1-1,1-1 1,0 1 0,-1-1 0,1 1 0,0-1 0,0 1-1,-1 0 1,-15 21 518,8-10-266,-10 15 482,-20 40 0,34-58-761,0-1 0,1 1 0,0 0 0,1 1 0,-1-1 0,2 1 0,-1-1 0,1 1 0,1 11 0,-1-19-59,1-1 1,0 1 0,0 0 0,0 0-1,0-1 1,0 1 0,0 0 0,1-1-1,-1 1 1,1 0 0,-1-1 0,1 1 0,-1 0-1,1-1 1,0 1 0,0-1 0,0 1-1,0-1 1,0 0 0,0 1 0,0-1 0,0 0-1,1 0 1,-1 0 0,0 0 0,1 0-1,-1 0 1,1 0 0,-1 0 0,1 0-1,-1-1 1,1 1 0,0-1 0,-1 1 0,1-1-1,0 0 1,-1 1 0,1-1 0,0 0-1,0 0 1,-1 0 0,1-1 0,0 1 0,-1 0-1,1 0 1,3-2 0,1 0 12,0 0 0,0-1 1,0 0-1,-1 0 0,1 0 0,-1-1 0,1 1 1,-1-1-1,0-1 0,-1 1 0,8-8 1,-5 0 199,0 1 0,0-1 0,-1 0 0,0-1 0,-2 1 0,1-1 1,-1 0-1,-1 0 0,0-1 0,1-24 0,0 24 597,2 14-425,10 26-341,1 2-66,-3-16-7,2 0 1,0 0 0,0-1-1,1-1 1,0-1-1,0-1 1,1 0 0,1-1-1,23 6 1,-42-13 28,1 0 0,-1 1 0,1-1 0,-1 0 0,1 0 0,-1 1 0,1-1 1,0 0-1,-1 0 0,1 0 0,-1 0 0,1 0 0,-1 0 0,1 0 0,0 0 0,-1 0 0,1 0 0,-1 0 0,1 0 1,-1 0-1,1 0 0,0 0 0,-1 0 0,1-1 0,-1 1 0,1 0 0,-1-1 0,1 1 0,-1 0 0,1-1 1,0 1-1,-7-19 70,-32-32-14,27 38-139,8 8 565,-13-17-1639,-4-18-6150,19 39 7088,1 0 1,-1 0-1,1 0 0,-1 0 0,1 0 0,0 0 0,0-1 0,-1 1 0,1 0 1,0 0-1,0 0 0,0-1 0,0 1 0,1 0 0,-1 0 0,0 0 0,0 0 1,1-1-1,-1 1 0,0 0 0,1 0 0,0 0 0,-1 0 0,1 0 1,-1 0-1,1 0 0,0 0 0,0 0 0,0 0 0,-1 1 0,1-1 0,0 0 1,0 0-1,0 1 0,0-1 0,0 1 0,0-1 0,1 1 0,-1-1 1,0 1-1,0 0 0,0-1 0,0 1 0,1 0 0,-1 0 0,0 0 0,0 0 1,0 0-1,0 0 0,1 0 0,-1 0 0,0 0 0,1 1 0,19 1-221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1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124 121 92,'1'-1'354,"0"1"0,1-1 0,-1 0-1,0 0 1,1 1 0,-1-1 0,0 0 0,0 0 0,0 0 0,0 0 0,0-1-1,0 1 1,0 0 0,0 0 0,0-1 0,-1 1 0,1 0 0,0-1-1,-1 1 1,1-1 0,-1 1 0,0-1 0,1 1 0,-1-1 0,0 1 0,0-1-1,0 1 1,0-1 0,0 1 0,0-1 0,0 1 0,-1-1 0,1 1-1,-1-1 1,1 1 0,-1 0 0,1-1 0,-1 1 0,0-1 0,0 0 0,-1 0 78,1 1 0,-1-1 0,1 1 0,-1-1 0,1 1 0,-1 0 0,0-1 0,0 1 0,0 0 0,1 0 0,-1 1 0,0-1 0,0 0 0,0 1 1,-4-2-1,-23 6-429,24-2 46,0 0-1,1 0 0,-1 1 1,1-1-1,-1 1 1,1 1-1,0-1 0,0 0 1,0 1-1,0 0 0,1 0 1,-1 0-1,1 0 1,0 1-1,1-1 0,-1 1 1,1 0-1,0 0 0,0 0 1,0 0-1,-1 8 1,2-10-52,1 1 1,0 0 0,0-1 0,0 1 0,0-1 0,1 1 0,0-1 0,0 1 0,0-1 0,0 1 0,0-1 0,0 1-1,1-1 1,0 0 0,0 0 0,0 0 0,0 0 0,0 0 0,0-1 0,1 1 0,-1 0 0,1-1 0,0 0-1,0 0 1,0 0 0,0 0 0,0 0 0,0 0 0,1-1 0,-1 0 0,0 1 0,5 0 0,-3-1 3,1 0 0,0 1 1,0-2-1,0 1 0,0-1 0,0 0 1,0 0-1,0 0 0,-1-1 0,1 0 1,0 0-1,0-1 0,0 1 0,-1-1 1,1-1-1,-1 1 0,0-1 1,1 0-1,-1 0 0,-1 0 0,1-1 1,0 0-1,-1 1 0,0-2 0,1 1 1,-2 0-1,1-1 0,0 0 0,-1 0 1,0 0-1,0 0 0,-1-1 1,0 1-1,1-1 0,-2 1 0,1-1 1,-1 0-1,0 0 0,0 0 0,0 1 1,-1-1-1,0 0 0,0 0 0,0 0 1,-1 0-1,0 0 0,0 0 1,-1 0-1,-2-5 0,3 7-442,-1 1-1,1 0 1,-1-1 0,0 1-1,0 0 1,-1 0 0,1 0-1,-1 1 1,1-1 0,-1 1-1,0-1 1,0 1-1,0 0 1,0 0 0,0 0-1,0 0 1,-1 1 0,1-1-1,-1 1 1,1 0 0,-1 0-1,-3 0 1,0 0-457,1 0-1,-1 0 1,0 1 0,1 0 0,-1 0 0,0 1-1,1 0 1,-1 0 0,1 1 0,-1-1-1,-8 5 1,-9 8-484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2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61 101 256,'-6'-26'1060,"-13"-21"5758,4 19 304,15 28-7026,0 1 0,0-1 0,0 0 1,0 0-1,0 0 0,0 0 0,0 0 0,-1 1 97,1-1-97,0 0 0,0 0 0,0 0 0,0 0 0,0 0 1,0 0-1,-1 0 0,1 0 0,0 0 0,0 0 0,0 0 0,0 1 1,0-1-1,-1 0 0,1 0 0,0 0 0,0 0 0,0 0 1,0 0-1,-1 0 0,1 0 0,0-1 0,0 1 0,0 0 1,0 0-1,0 0 0,-1 0 0,1 0 0,0 0 0,0 0 1,0 0-1,0 0 0,0 0 0,0 0 0,-1-1 0,1 1 1,0 0-1,0 0 0,0 0 0,0 0 0,0 0 0,0-1 1,-7 174 297,0 39-1144,8-174-1194,12 63 0,-1-52-2377,-11-47 3859,0 1 0,0-1 0,0 0 0,0 1 0,0-1-1,0 0 1,1 0 0,-1 0 0,1 0 0,0 0 0,-1 0 0,1 0 0,0-1 0,0 1 0,0 0-1,5 2 1,-7-4 379,1 0 0,-1 0 0,1 0 0,-1 0-1,1 1 1,-1-1 0,1 0 0,0 0 0,-1 0 0,1 0-1,-1 0 1,1 0 0,-1-1 0,1 1 0,-1 0-1,1 0 1,-1 0 0,1 0 0,0-1 0,-1 1 0,1 0-1,-1 0 1,0-1 0,1 1 0,-1 0 0,1-1-1,-1 1 1,1-1 0,-1 1 0,0 0 0,1-1 0,-1 1-1,0-1 1,0 1 0,1-1 0,-1 1 0,0-2-1,4-13-555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3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0 102 100,'0'-5'132,"1"1"0,-1 0 1,1-1-1,0 1 0,0 0 0,0-1 0,1 1 1,-1 0-1,1 0 0,0 0 0,0 0 0,0 0 1,1 1-1,0-1 0,-1 1 0,1 0 0,1-1 1,-1 1-1,0 0 0,1 1 0,-1-1 0,1 1 1,0-1-1,0 1 0,0 0 0,0 1 0,0-1 1,0 1-1,0 0 0,1 0 0,-1 0 0,0 0 1,1 1-1,6-1 0,2 1 239,0 0 1,0 0-1,0 1 1,0 1-1,0 0 0,-1 1 1,15 4-1,-19-5-42,-1 1 1,0 0-1,0 0 0,-1 0 1,1 1-1,-1 0 1,1 1-1,-1-1 0,0 1 1,-1 0-1,1 0 0,-1 1 1,7 10-1,-10-14-165,-1 1 0,0 0 0,0 0 0,0 0 0,0 0 0,-1 0 0,1 0 0,-1 0-1,0 1 1,0-1 0,0 0 0,0 0 0,0 0 0,-1 0 0,1 0 0,-1 0 0,0 0 0,0 0 0,0 0 0,0 0 0,-1 0 0,1 0-1,-1-1 1,0 1 0,1-1 0,-1 1 0,-1-1 0,1 0 0,0 1 0,0-1 0,-4 2 0,-9 9 160,-1-1 0,0-1 0,-28 16 0,39-25-279,4-1-50,-7 4-211,-1 0-1,-1 0 1,1-1-1,-1 0 1,-16 4-1,21-10-4200,13-7 1489,16-9-1222,-7 10 2743,-1 0-1,1 1 1,19-5-1,-6 3 957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3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89 76,'27'-18'293,"-10"-5"3823,-17 22-3835,1 0 1,-1 0-1,0 0 1,0 0-1,1 0 1,-1 0-1,0 0 1,0 0-1,0 0 1,0 0 0,0 0-1,0-1 1,0 1-1,-1 0 1,1 0-1,0 0 1,-1 0-1,1 0 1,0 0-1,-2-1 1,1 0 121,-1 0-1,1 1 1,-1-1-1,0 0 1,0 1-1,0 0 1,0-1-1,0 1 1,0 0 0,0 0-1,0 0 1,0 0-1,-3 0 1,-3-1-87,0 1-1,1 0 1,-1 0 0,0 1 0,0 0-1,0 0 1,1 1 0,-1 0 0,0 1 0,1-1-1,-1 2 1,1-1 0,-1 1 0,1 0-1,0 0 1,0 1 0,-8 5 0,3-1-257,0 0 0,0 1 0,1 0 0,0 1 0,0 0 0,1 1 0,1 0 0,-12 17 0,16-19-57,0 0-1,1 1 1,0-1 0,1 1-1,0 0 1,1-1 0,0 1-1,-1 15 1,2-23-11,1 0 0,0 1-1,-1-1 1,1 0 0,0 0 0,0 0 0,1 1-1,-1-1 1,0 0 0,1 0 0,-1 0 0,1 0-1,0 0 1,0 0 0,0 0 0,0 0 0,0 0-1,0 0 1,0 0 0,1 0 0,-1-1-1,1 1 1,-1-1 0,1 1 0,0-1 0,-1 1-1,1-1 1,0 0 0,0 0 0,0 0 0,0 0-1,0 0 1,0 0 0,0-1 0,0 1 0,1-1-1,-1 1 1,0-1 0,0 0 0,0 0 0,1 0-1,-1 0 1,4-1 0,0 1-6,-1-1 0,0 0 0,1-1 0,-1 1-1,0-1 1,0 0 0,0 0 0,0-1 0,0 0 0,-1 1 0,1-2 0,-1 1 0,0 0-1,0-1 1,6-6 0,2-5 10,-1 0 0,0-1 0,10-20 0,-14 21 28,2 1 1,0 0-1,19-23 1,-27 37-24,-1-1 0,1 1 0,0-1 0,-1 1 0,1-1 0,0 1 0,-1 0 0,1 0 0,0-1 0,0 1 0,-1 0 0,1 0 0,0 0 0,0 0 0,-1 0 0,1 0 0,0 0 0,0 0 0,-1 0 0,1 0 0,0 0 0,0 0 0,-1 1 0,1-1 0,0 0 0,-1 0 1,1 1-1,0-1 0,-1 1 0,1-1 0,0 0 0,-1 1 0,1-1 0,-1 1 0,1 0 0,-1-1 0,1 1 0,-1-1 0,1 1 0,-1 0 0,0-1 0,1 2 0,20 34-72,-18-29 46,4 7 738,17 33-1689,-16-33-759,0-1 0,1 0 0,17 19-1,-24-29 1334,0 0 0,1 0-1,-1-1 1,1 1 0,0-1-1,0 1 1,0-1 0,0 0-1,0 0 1,1 0 0,-1-1-1,1 1 1,-1-1 0,1 0-1,-1 1 1,1-2 0,0 1-1,-1 0 1,1-1 0,0 0-1,0 0 1,0 0 0,-1 0-1,1 0 1,0-1 0,0 0-1,-1 0 1,1 0 0,-1 0-1,1 0 1,-1-1 0,1 0-1,3-2 1,16-13-187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3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54 151 168,'3'-21'396,"3"-45"1161,-5 61-856,-1 0 0,0 0 1,-1 1-1,1-1 0,-1 0 0,0 0 1,0 1-1,-1-1 0,1 1 1,-4-8-1,5 11-558,0 1 1,-1 0-1,1 0 0,0-1 1,0 1-1,0 0 0,0 0 1,-1-1-1,1 1 0,0 0 1,0 0-1,-1 0 1,1-1-1,0 1 0,0 0 1,-1 0-1,1 0 0,0 0 1,0 0-1,-1-1 0,1 1 1,0 0-1,-1 0 0,1 0 1,0 0-1,-1 0 1,1 0-1,0 0 0,0 0 1,-1 0-1,1 0 0,0 0 1,-1 0-1,1 0 0,0 0 1,-1 1-1,1-1 1,0 0-1,-1 0 0,-9 13 2222,-4 20-881,9-8-1334,0-1 0,2 1 0,1 0 0,1 33-1,2-29-2894,7 45 0,7-13-4769,-14-58 7130,0 0 0,0 0 0,1 0 0,-1 0-1,1 0 1,-1 0 0,1 0 0,0 0 0,0-1 0,0 1 0,0-1-1,1 1 1,-1-1 0,1 0 0,-1 0 0,6 3 0,7-2-181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4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1 216 192,'10'-85'1274,"-2"18"1448,3 4 4348,-9 81-644,2 51-4455,-5-19-1304,-1-26-534,2 0-1,1 0 1,0 0-1,9 41 1,-10-64-131,1 1 1,-1-1 0,1 1 0,-1-1 0,1 1 0,-1-1 0,1 1 0,0-1-1,0 0 1,0 1 0,0-1 0,0 0 0,0 0 0,0 0 0,0 1 0,0-1-1,0 0 1,1-1 0,-1 1 0,0 0 0,1 0 0,-1 0 0,2 0 0,33-2 21,-33 0-24,0 0-1,1 1 1,-1-1 0,0 1-1,0 0 1,0 0 0,1 0-1,-1 0 1,0 0-1,0 1 1,0-1 0,0 1-1,1 0 1,-1 0 0,0 0-1,5 4 1,-2 0 7,0 1 0,0 1 1,0-1-1,-1 1 0,0 0 0,0 0 1,-1 0-1,4 11 0,-3-9-781,0 1 0,1-1 1,13 16-1,-14-72-16652,-12 24 16854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4.6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50 120,'-54'-17'2176,"18"7"4233,47 9 436,24-4-4776,9-2-3022,-16 4-1136,-3-1-1732,0 2 1,30 1 0,-9 8 1414,-16 1 1756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5.1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93 107 96,'17'-15'685,"18"-18"994,-34 32-1333,0 0 0,0 0-1,0-1 1,0 1 0,0 0 0,-1 0 0,1-1 0,0 1 0,-1-1 0,1 1 0,0 0 0,-1-1 0,0 1-1,1-1 1,-1 1 0,0-1 0,0 1 0,0-1 0,0 1 0,0-1 0,0 1 0,0-1 0,-1-1 0,0 1 26,0 1 1,1 0 0,-1 0-1,0 0 1,0 0 0,0 0 0,0 0-1,0 0 1,-1 0 0,1 0-1,0 0 1,0 0 0,0 1 0,-1-1-1,-2 0 1,-29-6 1996,24 7-2139,0-1 1,0 2-1,-1-1 0,-13 3 0,22-3-218,-1 1 0,0-1-1,0 0 1,0 1 0,0-1 0,1 1 0,-1-1-1,0 1 1,0 0 0,1 0 0,-1 0-1,1 0 1,-1 0 0,1 0 0,-1 0 0,1 0-1,-1 1 1,1-1 0,0 0 0,0 1-1,0-1 1,0 1 0,0 0 0,0-1-1,0 1 1,1 0 0,-1-1 0,0 1 0,1 0-1,-1 0 1,1 3 0,1 0 3,0 0 1,0 0-1,1 0 0,0 0 1,0 0-1,0-1 1,0 1-1,1-1 0,0 1 1,5 6-1,13 14 85,43 41-1,-8-11 280,-56-54-353,1-1 0,0 1 0,-1 0 0,1-1 1,0 1-1,-1-1 0,1 1 0,-1 0 0,1 0 0,-1-1 0,1 1 0,-1 0 0,1 0 0,-1-1 0,0 1 0,0 0 0,1 0 0,-1 0 0,0 0 0,0 0 0,0 0 0,0-1 0,0 1 0,0 0 0,0 0 0,0 0 0,0 1 1,-1-2 3,0 1 1,0 0 0,0-1 0,0 1 0,0-1 0,0 1-1,0-1 1,0 1 0,0-1 0,0 0 0,0 0 0,0 1-1,0-1 1,0 0 0,0 0 0,0 0 0,0 0 0,-2 0-1,-3-1-183,0 1 1,-1-1-1,1 0 0,-1-1 0,1 1 0,-8-4 0,-16-22-7833,29 27 7703,1-1 1,-1 1-1,0-1 1,1 1-1,-1-1 1,1 1-1,-1-1 1,1 0-1,-1 1 1,1-1-1,-1 0 1,1 0-1,-1 1 1,1-1-1,0 0 1,0 0-1,-1 1 1,1-1-1,0 0 1,0 0-1,0 0 1,0 1-1,0-1 1,0 0-1,0 0 1,0 0-1,0 0 1,0 1-1,0-1 1,0 0-1,1 0 1,-1 0-1,0 1 1,1-1 0,-1 0-1,1 0 1,-1 1-1,0-1 1,1 0-1,0 1 1,-1-1-1,1 1 1,0-1-1,10-2-747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5.8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0 195 224,'27'-97'3797,"-15"49"1681,3 1 3949,-15 47-9393,0 0-1,0-1 1,0 1-1,0 0 0,0 0 1,0 0-1,0 0 1,0 0-1,0 0 0,0 0 1,1 0-1,-1 0 0,0-1 1,0 1-1,0 0 1,0 0-1,0 0 0,0 0 1,0 0-1,0 0 1,1 0-1,-1 0 0,0 0 1,0 0-1,0 0 1,0 0-1,0 0 0,0 0 1,1 0-1,-1 0 1,0 0-1,0 0 0,0 0 1,0 0-1,0 0 0,0 0 1,0 0-1,1 0 1,-1 0-1,0 0 0,0 0 1,0 0-1,0 1 1,0-1-1,0 0 0,0 0 1,0 0-1,1 0 1,-1 0-1,0 0 0,0 0 1,0 0-1,0 0 1,0 1-1,0-1 0,0 0 1,0 0-1,0 0 1,0 0-1,0 0 0,0 0 1,0 0-1,0 1 0,0-1 1,8 16 604,2 18-425,-6 23-48,-5 86 0,-1-28-1859,3-82-1168,7 48 0,-6-71 1592,0-1 0,1 0-1,-1 0 1,2-1 0,5 12 0,-8-18 1020,-1 0 1,2 0 0,-1 0-1,0 0 1,0 0-1,1 0 1,-1-1-1,1 1 1,-1 0 0,1-1-1,0 1 1,0-1-1,0 1 1,0-1-1,0 0 1,0 0-1,0 0 1,0 0 0,0 0-1,0-1 1,0 1-1,1 0 1,-1-1-1,0 0 1,1 1-1,3-1 1,8-5-235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6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65 163 16,'-11'-6'148,"7"5"53,-1-1 0,1-1-1,-1 1 1,1-1 0,0 1 0,0-1-1,0-1 1,0 1 0,0 0-1,1-1 1,-5-6 0,8 9-123,0 0 0,0 0-1,0 1 1,0-1 0,0 0 0,0 0 0,0 0-1,0 1 1,1-1 0,-1 0 0,0 0 0,1 1 0,-1-1-1,1 0 1,-1 0 0,0 1 0,1-1 0,0 0-1,-1 1 1,1-1 0,-1 1 0,1-1 0,0 1 0,-1-1-1,1 1 1,0-1 0,-1 1 0,1 0 0,0-1-1,1 1 1,28-12 579,-26 10-508,69-18 835,133-19 1,-199 38-918,-3 0 67,1 0 1,-1 0 0,1 1 0,-1 0-1,1 0 1,-1 0 0,1 0-1,-1 1 1,1-1 0,-1 1 0,1 0-1,-1 1 1,1-1 0,5 4-1,-8-3 35,0-1 0,0 1 0,-1 0 0,1 1 0,0-1 0,-1 0 0,0 0 0,1 1 0,-1-1 0,0 0 0,0 1 0,0-1 0,-1 1 0,1 0 0,-1-1 0,1 1 0,-1-1 0,0 1 0,0 0 0,0-1 0,0 1 0,-1 0 0,1-1 0,-1 1 0,-1 4 0,-2 13 739,0-1-456,0 1 1,2 0 0,0 0-1,1 0 1,2 25 0,-1-40-434,1-1 0,-1 0 0,1 0 1,0 0-1,1 0 0,-1 0 0,1 0 1,-1 0-1,1-1 0,0 1 0,1 0 1,-1-1-1,1 0 0,-1 1 1,1-1-1,0 0 0,0 0 0,0-1 1,1 1-1,-1-1 0,1 1 0,-1-1 1,1 0-1,0-1 0,0 1 0,0-1 1,0 1-1,0-1 0,0 0 1,0-1-1,7 2 0,-9-2 11,1 1 0,0-1 0,0 0 0,0 0-1,0 0 1,0 0 0,0 0 0,0-1 0,0 1 0,0-1 0,0 0 0,0 0-1,0 0 1,0 0 0,-1 0 0,1-1 0,0 1 0,-1-1 0,0 1 0,1-1-1,2-3 1,-3 2 24,0 0 0,0-1-1,0 1 1,0-1-1,-1 1 1,1-1 0,-1 0-1,0 0 1,0 1 0,0-1-1,-1 0 1,1 0 0,-1 0-1,0-5 1,-1-3-140,0-1-1,-1 1 1,-1-1 0,0 1-1,0 0 1,-1 0 0,0 0-1,-1 1 1,-8-14 0,4 11-1393,-1 1 1,0 1-1,-1-1 1,0 1-1,-22-16 1,27 22 681,-2 1 1,1 0 0,0 0-1,-1 1 1,0 0 0,0 0 0,0 1-1,-1 0 1,1 1 0,-1-1 0,-16-1-1,6 5 188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7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421 79 60,'0'-4'352,"-1"1"0,1-1 0,-1 1 1,0-1-1,0 1 0,-1 0 0,1-1 0,-1 1 0,1 0 0,-1 0 0,0 0 1,0 0-1,0 1 0,0-1 0,-1 0 0,1 1 0,-1-1 0,0 1 1,0 0-1,-3-2 0,1 2 297,0-1 1,-1 1 0,0 0 0,0 1-1,1 0 1,-1 0 0,0 0-1,0 0 1,0 1 0,-12 1-1,2 0 600,0 1-1,1 1 0,-23 7 0,-32 18-363,54-20-666,0 1 1,0 1-1,-26 21 1,37-26-202,-1 0 0,1 0 0,0 1 0,0-1-1,0 1 1,1 0 0,0 0 0,0 1 0,1-1 0,0 1 0,0 0 0,-3 10 0,6-16-19,-1 1 1,1-1-1,-1 1 1,1-1-1,0 1 1,0 0-1,0-1 1,0 1-1,0 0 1,0-1-1,0 1 0,1-1 1,-1 1-1,0 0 1,1-1-1,-1 1 1,1-1-1,0 1 1,0-1-1,-1 0 1,1 1-1,0-1 0,0 0 1,0 1-1,0-1 1,3 2-1,-1-2-2,0 1-1,0-1 1,0 0-1,0 0 1,0 0-1,0 0 1,0-1-1,0 1 1,0-1-1,1 0 1,-1 0 0,6-1-1,5-1-11,0 0 0,-1-1 0,1-1 0,0 0 0,13-7 0,-10 2 11,-1 0-1,-1-2 1,0 1 0,0-2-1,21-21 1,34-28 3,-69 61 0,0-1 0,-1 1 0,1 0 1,-1-1-1,1 1 0,0 0 1,-1-1-1,1 1 0,0 0 0,-1 0 1,1 0-1,0-1 0,0 1 1,-1 0-1,1 0 0,0 0 0,-1 0 1,1 0-1,0 1 0,0-1 1,-1 0-1,1 0 0,0 0 0,-1 0 1,1 1-1,0-1 0,-1 0 1,1 1-1,0-1 0,-1 1 0,1-1 1,-1 1-1,1-1 0,-1 1 1,1-1-1,-1 1 0,1-1 0,-1 1 1,0-1-1,1 1 0,-1 0 1,0-1-1,1 1 0,-1 0 0,0-1 1,0 1-1,0 0 0,1-1 1,-1 1-1,0 0 0,0 0 0,0 0 1,5 43 42,-5-42-38,0 318 737,-2-137-597,3-149-138,-2-1 0,-2 1 0,-1 0 0,-10 39 0,12-63 3,-1-1-1,-1 0 1,0 0 0,0 0 0,-1 0 0,0-1 0,0 1 0,-9 9 0,10-14-3,-1 1 1,0-1-1,0 0 1,0 0-1,0-1 0,0 1 1,-1-1-1,1 0 1,-1-1-1,0 1 1,0-1-1,0 0 1,0-1-1,-8 2 1,7-3-18,0 1 1,0-1 0,0 0-1,0-1 1,1 0 0,-1 0-1,0 0 1,0-1 0,1 0-1,-1 0 1,1 0-1,-1-1 1,1 0 0,0-1-1,0 1 1,0-1 0,1 0-1,-1-1 1,1 1 0,0-1-1,0 0 1,1 0 0,0-1-1,-1 1 1,2-1-1,-1 0 1,1 0 0,-3-7-1,-1-1-59,1 0 0,1-1-1,0 0 1,0 0-1,2 0 1,0 0-1,1-1 1,0 1 0,1-1-1,1 1 1,3-24-1,-1 24-94,2 0 0,0 0 1,0 0-1,1 1 0,11-21 0,-8 20-974,1 0 1,1 1 0,0 0-1,16-16 1,0 5-1654,1 1 0,1 1 0,0 1 0,40-21-1,-35 24 2172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7.5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177 127 152,'17'-31'1237,"-16"28"-557,0 0 1,0 0-1,0 0 0,-1 0 1,1 0-1,-1 0 1,0 0-1,0 0 1,0-1-1,0 1 1,0 0-1,-2-5 0,1 6-270,1 1 0,-1-1-1,0 0 1,0 1 0,0-1-1,0 1 1,0-1-1,0 1 1,0-1 0,0 1-1,0-1 1,-1 1 0,1 0-1,-1 0 1,1 0 0,-1 0-1,1 0 1,-1 0-1,0 0 1,-3 0 0,2 0-326,-1 0-1,1 0 1,-1 1 0,1 0 0,-1 0 0,0 0 0,1 0 0,-7 1 0,3 1-33,0 0 0,0 1 0,0 0 1,0 0-1,1 0 0,-1 1 0,1 0 1,0 0-1,0 0 0,0 1 0,1 0 0,0 0 1,0 1-1,0 0 0,0-1 0,1 1 1,0 1-1,0-1 0,1 1 0,0-1 0,0 1 1,1 0-1,-1 0 0,1 0 0,1 1 0,-1-1 1,2 0-1,-1 1 0,1-1 0,0 0 1,0 1-1,0-1 0,1 0 0,1 1 0,-1-1 1,1 0-1,0 0 0,6 12 0,-7-17-48,1 1-1,-1 0 0,1-1 0,0 1 0,0-1 1,0 0-1,0 0 0,0 0 0,1 0 0,-1 0 1,1 0-1,-1 0 0,1-1 0,0 1 1,-1-1-1,1 0 0,0 0 0,0 0 0,0 0 1,0 0-1,0-1 0,0 1 0,0-1 1,0 0-1,0 0 0,0 0 0,0 0 0,0-1 1,0 1-1,0-1 0,0 0 0,0 0 0,0 0 1,5-2-1,-4 1 0,1-1 0,0 0 0,-1 0 0,1 0 0,-1 0 0,0-1 0,0 0 0,0 0-1,-1 0 1,1 0 0,-1 0 0,0-1 0,0 1 0,-1-1 0,1 0 0,-1 0 0,0 0 0,3-10 0,-3-3-203,0 1 1,-1 0-1,0 0 1,-2-1-1,-2-22 0,-7-1-4288,-5 4-5513,19 44 4265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8.2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156 523 192,'1'-1'399,"1"0"-1,-1 0 1,0 0 0,0 0 0,1-1-1,-1 1 1,0 0 0,0-1 0,0 1-1,0 0 1,0-1 0,-1 1 0,1-1-1,0 0 1,-1 1 0,1-1 0,-1 1-1,0-1 1,1 0 0,-1 1 0,0-1-1,0 0 1,0 0 0,0 1 0,0-1-1,-1 0 1,1 1 0,0-1-1,-1 0 1,1 1 0,-1-1 0,0 1-1,1-1 1,-1 1 0,0-1 0,0 1-1,0-1 1,0 1 0,0 0 0,0 0-1,-1-1 1,-1 0 0,1 0 59,0 0 1,0 0-1,0 0 0,-1 1 1,1 0-1,-1-1 0,1 1 1,-1 0-1,1 0 0,-1 0 0,1 0 1,-5 0-1,5 1-437,-1-1 0,1 1 0,0 0 0,0 1 0,0-1 0,-1 0 0,1 0 0,0 1 0,0 0 0,0-1 0,0 1 0,0 0 0,0 0 0,0 0 0,0 0 0,0 0 0,-2 3-1,-4 3 24,0 1-1,1 1 1,0 0-1,0 0 1,1 0-1,0 0 1,1 1-1,-7 18 1,9-21-56,0 0 0,1 1 0,-1-1 1,2 0-1,-1 1 0,1-1 0,0 1 1,1-1-1,0 1 0,0-1 0,1 1 1,0-1-1,3 15 0,-4-20 6,1-1 0,-1 0 0,0 1 0,1-1 0,0 0 0,-1 0 0,1 1-1,0-1 1,-1 0 0,1 0 0,0 0 0,0 0 0,0 0 0,0 0 0,0 0 0,0 0 0,0 0-1,0-1 1,0 1 0,0 0 0,1-1 0,-1 1 0,0 0 0,1-1 0,-1 0 0,0 1 0,2-1-1,0 0-2,-1-1 0,1 1 0,-1-1 0,0 0 0,1 1-1,-1-1 1,0 0 0,0-1 0,0 1 0,0 0-1,0-1 1,0 1 0,4-4 0,2-3-13,1-1 1,-1-1-1,-1 1 0,12-22 1,-3-5 20,10-15-30,-23 55 16,0 1 0,-1-1-1,1 1 1,-1 0 0,0 0-1,-1 0 1,1 0 0,1 10-1,0-4-16,-2-6-27,0 0-1,1 0 0,-1-1 0,1 1 0,0-1 0,0 1 1,1-1-1,-1 0 0,1 0 0,0 0 0,0 0 0,1 0 1,-1-1-1,1 1 0,-1-1 0,1 0 0,0 0 0,0 0 1,1-1-1,-1 1 0,1-1 0,-1 0 0,1 0 0,-1-1 1,1 0-1,0 1 0,0-2 0,0 1 0,0 0 0,0-1 0,0 0 1,0 0-1,-1 0 0,1-1 0,8-2 0,4 0 26,0-1-1,0 0 1,0-1-1,-1-1 1,0-1-1,0 0 1,-1-1 0,0-1-1,0-1 1,-1 0-1,0 0 1,-1-1-1,0-1 1,-1-1-1,0 1 1,-1-2-1,-1 0 1,0 0-1,0 0 1,-2-2-1,0 1 1,0-1-1,-2 0 1,0 0 0,-1-1-1,0 0 1,-2 0-1,0 0 1,2-30-1,-5 27 62,0 0-1,-1 0 0,-1-1 1,-1 1-1,-1 1 0,0-1 1,-2 1-1,0-1 0,-1 1 1,-1 1-1,-16-28 0,23 44-19,-1-1 0,0 1 1,0-1-1,0 1 0,0 0 0,0-1 0,0 1 0,-1 0 0,1 1 0,-1-1 1,1 0-1,-1 1 0,0-1 0,0 1 0,0 0 0,-4-1 0,5 1-2,0 1-1,0 0 1,-1 1-1,1-1 1,0 0-1,0 0 1,0 1-1,0 0 1,0-1-1,0 1 1,0 0-1,0 0 0,0 0 1,0 0-1,0 0 1,1 0-1,-1 1 1,-2 1-1,-2 3 3,0 1-1,0 1 0,1-1 1,-1 1-1,2 0 0,-1 0 1,1 1-1,0-1 0,-3 13 1,-3 15-218,1 1 1,1 1 0,3-1 0,1 1-1,1 0 1,3 0 0,4 44 0,0-46-1703,1 0 0,2 0 1,2-1-1,17 46 1,-22-71 1232,0-1 1,0 1-1,1-1 1,0 0-1,0 0 1,1-1-1,0 0 1,1 0 0,0 0-1,0-1 1,1 0-1,14 11 1,10-1 136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32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35 204,'-13'-8'1271,"0"-5"5987,14 4-886,19 6-4225,-19 2-2090,-1 1 0,1 0 0,-1 0 0,1 0 0,0 0 0,-1-1 0,1 1 0,-1 0 0,1 0 0,0 0 0,-1 0 0,1 1 0,0-1 0,-1 0 0,1 0 0,-1 0 0,1 0 0,0 1 0,-1-1 0,1 0 0,-1 1 0,1-1 0,-1 0 0,1 1 0,-1-1 0,1 1 0,-1-1 0,1 0 0,-1 1 0,0-1 0,1 1 0,-1 0 0,0-1 0,1 1 0,-1-1 0,0 1 0,0-1 0,0 1 0,1 0-1,-1-1 1,0 1 0,0-1 0,0 1 0,0 0 0,0-1 0,0 1 0,0 0 0,0-1 0,0 1 0,0-1 0,-1 1 0,1 0 0,0-1 0,0 1 0,-1-1 0,1 1 0,0-1 0,-1 2 0,0 0 59,-1 1-1,0 0 1,0-1-1,0 1 1,0-1-1,0 0 0,0 0 1,-1 0-1,1 0 1,-5 3-1,3-3-18,1-1 0,-1 1 0,0-1 1,0 0-1,0 0 0,0 0 0,-1-1 0,-7 1 0,12-1-90,0 0 0,-1 0 0,1 0 0,0 0 0,-1 0-1,1 0 1,0 0 0,-1 0 0,1 0 0,0-1 0,-1 1-1,1 0 1,0 0 0,-1 0 0,1 0 0,0-1 0,-1 1 0,1 0-1,0 0 1,0 0 0,-1-1 0,1 1 0,0 0 0,0-1 0,-1 1-1,1 0 1,0 0 0,0-1 0,0 1 0,0 0 0,0-1-1,-1 1 1,1 0 0,0-1 0,0 0 0,14-20-61,15 0 622,3 10-5020,-31 11 4119,0-1 0,0 1 0,0 0-1,0 0 1,1 0 0,-1 0 0,0 1 0,0-1 0,0 0 0,0 0 0,0 1 0,0-1 0,0 0-1,1 1 1,-1-1 0,0 1 0,0 0 0,-1-1 0,1 1 0,0 0 0,1 0 0,-1 1-115,0 0 0,0 0 0,0-1 1,-1 1-1,1 0 0,0 0 1,-1 0-1,0 0 0,1 0 0,-1 0 1,0-1-1,0 1 0,0 0 1,0 0-1,0 0 0,-1 0 0,0 2 1,-10 48-2744,4-25 2718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32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33 76,'23'-13'3509,"-20"12"-2741,-1 1 0,0-1-1,1 1 1,-1 0 0,1-1 0,-1 1 0,1 0-1,-1 1 1,0-1 0,1 0 0,-1 1-1,5 1 1,-5-2-334,0 1 0,-1 0 0,1 0 1,-1 0-1,1 0 0,-1 0 0,1 0 0,-1 0 0,0 0 0,1 0 0,-1 1 1,0-1-1,0 1 0,0-1 0,0 1 0,0-1 0,1 3 0,0 25-820,-2-29 416,0 1 0,0 0 0,0 0 0,0-1 0,0 1 0,0 0 0,-1-1 0,1 1 0,0 0 0,-1-1 1,1 1-1,0 0 0,-1-1 0,1 1 0,0-1 0,-1 1 0,1 0 0,-1-1 0,1 1 0,-1-1 0,0 1 0,1-1 0,-1 0 0,1 1 0,-1-1 0,0 0 0,1 1 0,-1-1 0,0 0 1,1 0-1,-1 1 0,0-1 0,0 0 0,1 0 0,-1 0 0,0 0 0,1 0 0,-1 0 0,0 0 0,0 0 0,1-1 0,-2 1 0,0-1-18,1 1-1,-1-1 0,1 0 1,-1 0-1,1 1 0,-1-1 1,1 0-1,0 0 0,0 0 1,-1-1-1,1 1 1,0 0-1,0 0 0,0-1 1,0 1-1,0 0 0,1-1 1,-2-2-1,-2-31-455,1 5-3725,-18 55-7843,-9 29 7242,13-21 3835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37.9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50 142 56,'-10'-106'5917,"10"106"-5799,0-1-1,0 1 1,0 0-1,0-1 1,0 1-1,0 0 0,0 0 1,0-1-1,0 1 1,0 0-1,0-1 1,0 1-1,-1 0 1,1 0-1,0-1 1,0 1-1,0 0 1,0 0-1,-1 0 0,1-1 1,0 1-1,0 0 1,0 0-1,-1 0 1,1-1-1,0 1 1,0 0-1,-1 0 1,1 0-1,0 0 1,-1 0-1,1 0 0,0 0 1,0 0-1,-1 0 1,1 0-1,0 0 1,-1 0-1,1 0 1,0 0-1,0 0 1,-1 0-1,1 0 1,0 0-1,-1 0 0,1 0 1,0 0-1,0 0 1,-1 0-1,1 1 1,0-1-1,0 0 1,-1 0-1,1 0 1,0 0-1,0 1 1,0-1-1,-1 0 0,1 0 1,0 1-1,0-1 1,0 0-1,0 0 1,0 1-1,-1-1 1,1 0-1,0 0 1,0 1-1,-14 20 3169,9 12-3104,1 0-1,1 0 1,3 0 0,0 0 0,2 1 0,2-1 0,1-1 0,1 1 0,16 49 0,-18-69-128,3 6-340,-4-37-1757,-1-8-2304,8-51 0,-6 57 3451,-1-1-1,0 1 0,-2-1 0,-2-30 0,-1 29 1071,-2-1-1,0 1 1,-2 0-1,-1 1 1,0-1-1,-1 1 0,-22-38 1,69 90 6265,79 61-5263,-80-72-991,0-2 1,48 14-1,21 10 58,-87-35-170,-15-4 2021,-23-3-509,15 0-1553,-14 1 153,-1 1 0,1 1 1,0 1-1,0 0 0,1 1 0,-1 1 0,-22 11 0,-107 63-212,67-34 645,36-21-1639,36-21-2643,45-23-9946,-31 13 12777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1.0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232 160 160,'2'-6'223,"0"0"-1,1 0 1,-1 0-1,1 0 1,1 0-1,-1 1 1,1 0-1,0 0 1,0 0-1,0 0 1,1 0-1,-1 1 1,1 0-1,1 0 1,-1 0-1,7-3 1,-3 1 211,0-1 1,-1 1 0,0-2-1,11-11 1,-19 19-338,0 0 0,1-1 0,-1 1 0,0-1 0,1 1 1,-1 0-1,0-1 0,1 1 0,-1-1 0,0 1 0,0 0 0,0-1 0,1 1 0,-1-1 0,0 1 1,0-1-1,0 1 0,0-1 0,0 1 0,0-1 0,0 1 0,0-1 0,0 1 0,0-1 1,0 1-1,0-1 0,0 1 0,-1-1 0,1 1 0,0-1 0,0 1 0,0-1 0,-1 0 1,-17-6 1603,-28 6-538,45 1-1087,-21 1 72,0 2 0,1 0-1,0 2 1,0 0 0,0 1-1,0 1 1,1 1-1,0 1 1,-24 15 0,41-23-146,1 1 1,-1-1 0,1 1 0,-1-1-1,1 1 1,0 0 0,0 0 0,0 0-1,0 0 1,0 0 0,0 0-1,0 1 1,1-1 0,-1 1 0,1-1-1,0 1 1,0-1 0,0 1 0,0 0-1,0 0 1,0-1 0,1 1 0,0 0-1,-1 0 1,1 0 0,0 0 0,0 0-1,0-1 1,1 1 0,-1 0-1,2 5 1,2-1-5,0 0-1,0 0 1,0-1-1,1 1 1,0-1 0,0 0-1,0-1 1,1 1-1,0-1 1,11 7-1,61 39 12,-56-38 122,-1 0 0,0 2 1,-1 0-1,-1 1 0,21 22 0,-38-36-54,-1-1 0,1 1 0,-1-1 0,0 1 0,0-1-1,0 1 1,0 0 0,0-1 0,0 1 0,0 0 0,-1 0 0,1 0-1,-1 0 1,1 0 0,-1 0 0,0 0 0,0 0 0,0 0 0,0 0-1,0 0 1,0 0 0,0 0 0,0-1 0,-1 1 0,-1 4 0,0-3 4,0 0 0,0 0 0,0 0 0,-1-1 0,1 1 0,-1-1 0,0 1 0,0-1 0,0 0 0,0 0 1,0 0-1,-7 2 0,-10 5 59,-1-2 1,0-1 0,-34 6 0,53-12-138,-22 6-127,-51 8 422,72-13-447,1-1 0,-1 0-1,0 0 1,1 0-1,-1 0 1,0 0 0,1-1-1,-1 1 1,0-1-1,1 1 1,-1-1 0,1 0-1,-1 0 1,1 0-1,-1 0 1,1-1 0,0 1-1,0-1 1,0 1-1,0-1 1,0 0-1,-2-2 1,3 2-382,0-1 0,0 1-1,1-1 1,-1 0 0,1 1 0,0-1-1,0 0 1,0 1 0,0-1 0,0 0 0,0 1-1,1-1 1,-1 1 0,1-1 0,0 1-1,1-5 1,19-40-4501,-12 32 4215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3.6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52 24,'-87'-10'3109,"31"-3"5886,66 15-8515,0-1 1,0 0-1,0-1 0,1 0 1,15-2-1,11 0-332,99 1-726,197-26-1,-323 26-556,-15 17-10910,-2-12 11348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4.3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211 144 28,'0'-1'63,"15"-37"1205,-10 9 6854,-14 35-6161,-7 9-204,-17 32 346,-54 101 0,44-72-1885,37-66-210,-21 42 9,25-49-22,1 0 1,0 0-1,-1 0 1,1 0-1,1 1 1,-1-1-1,0 0 1,1 0-1,0 1 1,-1-1-1,1 0 1,1 0-1,0 7 1,-1-9 3,1-1-1,-1 0 1,0 1-1,1-1 1,-1 1 0,1-1-1,-1 0 1,1 1 0,-1-1-1,1 0 1,-1 1 0,1-1-1,-1 0 1,1 0-1,-1 0 1,1 1 0,0-1-1,-1 0 1,1 0 0,-1 0-1,1 0 1,-1 0 0,1 0-1,0 0 1,-1 0-1,1 0 1,-1-1 0,1 1-1,0 0 1,-1 0 0,1 0-1,-1-1 1,1 1-1,-1 0 1,1-1 0,-1 1-1,1 0 1,-1-1 0,0 1-1,1-1 1,-1 1 0,1 0-1,-1-1 1,1 0-1,23-21-12,-22 20 9,11-12-6,-1-1 1,-1 0-1,0-1 1,-1-1-1,-1 1 0,0-1 1,10-31-1,0-10 72,11-64-1,-13 48 265,-2 37 110,-2 30-54,-12 7-360,-1 1 0,1-1 1,0 1-1,0-1 0,0 1 0,0 0 1,0-1-1,-1 1 0,1 0 0,0-1 1,-1 1-1,1 0 0,0 0 0,-1 0 1,1 0-1,-1 0 0,1 0 0,-1 0 1,1 1-1,22 54 775,23 80 0,-29-80-751,40 90 1,-55-142-660,13 29 527,-12-22-2987,-26-25-13928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4.7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80 100,'-21'-4'360,"7"-2"348,2 3 464,8 3 1644,13 0-1379,3 0-153,6-2-244,8 0-256,0-2-216,4 0-364,-2 2-720,2-2-1376,0-1-468,1-1 123,-1-2 481,10-7 628,1 0 612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5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11 136,'-34'5'1073,"25"-5"419,-1 1 1,1 1-1,0 0 1,-15 5-1,24-6-1359,0-1-1,1 1 0,-1-1 0,0 1 0,1-1 1,-1 1-1,1-1 0,-1 1 0,0-1 0,1 0 0,-1 1 1,1-1-1,-1 1 0,1-1 0,0 0 0,-1 0 0,1 1 1,-1-1-1,1 0 0,-1 0 0,1 0 0,0 1 1,-1-1-1,1 0 0,0 0 0,-1 0 0,1 0 0,-1 0 1,2-1-1,27 8 321,41-5 300,1-3 1,75-11 0,-34 2-319,-105 9-572,80-4 446,-51 4-3050,-66-7-9777,19 2 11883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6.8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67 24,'35'-38'1899,"-19"12"2110,-22 24 753,-24 12-2239,6 3-1827,1 0 1,0 2-1,1 0 0,-25 24 0,26-21-603,2 1 1,0 1-1,1 1 0,2 1 0,0 0 0,1 1 0,-18 36 1,30-51-96,-1 0 1,2 0-1,-1 0 1,1 0 0,0 1-1,1-1 1,0 1-1,0-1 1,1 1 0,0-1-1,1 1 1,-1-1-1,4 13 1,-2-15-8,0 1 0,1 0 0,0-1-1,0 0 1,0 0 0,1 0 0,0 0 0,0-1-1,1 1 1,-1-1 0,1 0 0,0 0 0,0-1 0,1 1-1,0-1 1,-1 0 0,8 2 0,0 1-61,0-1 0,1-1 0,-1 0 0,1-1 1,0-1-1,28 4 0,-33-6 17,0 0 1,0-1-1,0 0 1,0-1 0,0 1-1,-1-2 1,1 1-1,0-1 1,0-1-1,-1 1 1,0-2 0,13-5-1,-20 8 52,0 1 0,0-1-1,1 0 1,-1 0 0,0 1 0,0-1-1,0 0 1,0 0 0,0-1 0,0 1-1,0 0 1,0 0 0,0 0-1,0-1 1,-1 1 0,1 0 0,-1 0-1,1-1 1,-1 1 0,1-1 0,-1 1-1,0-1 1,0 1 0,1 0 0,-1-1-1,0-2 1,-1 1 2,0 0 0,0 0 0,-1 1 0,1-1 1,0 0-1,-1 0 0,1 1 0,-1-1 0,0 1 0,0 0 0,0-1 0,-3-1 0,-6-6 14,0 1 0,-1 1-1,0 0 1,-17-8-1,-5 2 7,1 1 0,-2 1-1,-46-8 1,100 22-158,0 0-1,0-1 1,36-4 0,-35 1 120,0 1 0,1 0 0,-1 2 0,0 0 0,0 2 0,23 5 0,-39-7 36,0 1-1,0 1 1,0-1 0,0 1-1,0-1 1,-1 1-1,1 0 1,-1 0 0,0 1-1,0-1 1,0 1-1,0-1 1,0 1 0,-1 0-1,0 0 1,0 0-1,0 0 1,0 1 0,-1-1-1,2 6 1,3 14 175,-1 1 0,4 40 0,-3-18-64,-4-34-393,1 10 376,2 1 0,1 0 0,12 33 0,-15-52-481,0 1 0,0 0 0,0 0 0,1-1 0,-1 0 0,1 0-1,9 9 1,-11-12-204,1 0 0,0 0 0,0 0 0,0 0 0,0 0 0,0-1 0,0 1 0,1-1 0,-1 0 0,0 0 0,1 0 0,-1-1 0,1 1 0,-1-1-1,5 1 1,-6-1 370,-1 0-1,1 0 0,0 0 0,-1-1 0,1 1 0,0 0 0,-1-1 0,1 1 0,0-1 0,-1 0 1,1 1-1,-1-1 0,1 0 0,-1 0 0,0 0 0,1 0 0,-1 0 0,2-2 0,8-9-568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0.1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164 181 44,'-84'-13'2586,"67"9"-88,0 0-1,-28-13 0,53 19-2228,1-1 0,0 0 0,0-1 0,0 0 1,11-1-1,5 0-157,25 1-99,14 2 8,0-4-1,0-2 0,66-13 0,-129 17-19,-1 0 0,1 0 0,0 0 1,-1 0-1,1-1 0,0 1 0,-1 0 0,1 0 0,0-1 0,-1 1 0,1 0 1,-1 0-1,1-1 0,0 1 0,-1-1 0,1 1 0,-1-1 0,1 1 0,-1-1 1,1 1-1,-1-1 0,0 1 0,1-1 0,-1 1 0,0-1 0,1 0 0,-1 1 0,0-1 1,0 0-1,1 1 0,-1-1 0,0 0 0,0 1 0,0-1 0,0 0 0,0 1 1,0-1-1,0 0 0,0 1 0,0-1 0,0 0 0,-1 1 0,1-1 0,0 0 1,0 1-1,-1-1 0,1 0 0,0 1 0,-1-1 0,1 1 0,0-1 0,-1 1 1,1-1-1,-1 1 0,1-1 0,-1 1 0,1-1 0,-1 1 0,-1-1 0,-1-3 17,-1 1 0,0-1 0,0 1-1,0 0 1,0 0 0,0 0 0,-7-2-1,-154-61 2780,218 87-2599,0-2-1,1-3 1,68 12-1,-122-27-110,0-1-1,0 1 1,0-1-1,0 1 1,0-1-1,0 1 1,0-1-1,0 1 1,0 0-1,-1-1 1,1 1-1,0-1 1,0 1-1,0-1 1,-1 1-1,1-1 1,0 1-1,-1-1 0,1 1 1,0-1-1,-1 1 1,1-1-1,0 0 1,-1 1-1,1-1 1,-1 0-1,1 1 1,-1-1-1,1 0 1,-1 1-1,1-1 1,-2 0-1,-28 26 443,18-16-256,1 0-363,-49 47 750,55-51-971,-1 0 0,2 0 1,-1 0-1,1 0 1,0 1-1,0 0 1,0-1-1,-2 9 1,27-22-12092,12-21 9176,-22 17 2235,10-4 468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1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351 116 120,'2'-2'83,"17"-15"1316,-1 0 1,30-37-1,-47 53-1281,-1 1-1,0-1 1,1 0-1,-1 1 1,0-1-1,1 1 1,-1-1-1,0 0 1,0 1-1,1-1 1,-1 0-1,0 1 1,0-1-1,0 0 1,0 1-1,0-1 1,0 0-1,0 1 1,0-1 0,0 0-1,0 1 1,-1-1-1,1 1 1,0-1-1,0 0 1,-1 1-1,1-1 1,0 1-1,-1-1 1,1 0-1,0 1 1,-1-1-1,1 1 1,-1-1-1,1 1 1,-1 0-1,1-1 1,-1 1-1,1-1 1,-1 1-1,0 0 1,1-1 0,-1 1-1,1 0 1,-1 0-1,0 0 1,1-1-1,-1 1 1,0 0-1,1 0 1,-1 0-1,0 0 1,1 0-1,-1 0 1,0 0-1,1 0 1,-2 1-1,-40-2 2961,16 4-2448,0 1 0,-1 0-1,1 2 1,1 1 0,-1 1 0,2 2-1,-1 0 1,-45 27 0,61-31-596,0 0 0,1 1 0,0-1 0,1 2 0,-1-1 0,1 1 0,1 0 0,0 1 0,0-1 0,0 1 0,-4 10 0,7-11-28,0 0 0,1 0 0,0 1-1,1-1 1,-1 1 0,1-1 0,1 1 0,0-1 0,0 1 0,0-1 0,1 1 0,1-1 0,-1 1 0,2-1 0,2 10 0,-1-7-23,0 0 1,0 0-1,1 0 1,1 0-1,0-1 1,0 0-1,1 0 1,15 17-1,-17-23-27,0 0-1,0 0 1,0 0-1,0-1 1,1 0 0,0 0-1,-1 0 1,1 0-1,0-1 1,1 0 0,-1 0-1,0-1 1,0 0-1,1 0 1,-1 0 0,1-1-1,12-1 1,-2-1-221,1 0-1,-1-2 1,0 0 0,0-1 0,0-1 0,0 0 0,-1-2-1,0 0 1,-1 0 0,0-1 0,0-1 0,-1-1 0,18-16-1,-7-9 293,-18 15 349,-7 20-352,0 1 0,0 0 0,0-1 0,0 1 0,0-1 1,0 1-1,0-1 0,0 1 0,0-1 0,0 1 0,-1 0 0,1-1 0,0 1 0,0-1 0,-1 1 0,1 0 0,0-1 0,0 1 0,-1 0 0,1-1 0,0 1 0,-1 0 0,1 0 1,0-1-1,-1 1 0,1 0 0,-1 0 0,1-1 0,0 1 0,-1 0 0,1 0 0,-1 0 0,1 0 0,-1 0 0,0 0 0,0 0 15,-1 0-1,1 0 1,0 1-1,-1-1 1,1 1-1,-1-1 1,1 1-1,0-1 1,-1 1-1,1 0 1,0 0-1,0-1 1,0 1-1,-1 0 0,1 0 1,0 0-1,0 1 1,0-1-1,1 0 1,-1 0-1,0 0 1,0 1-1,1-1 1,-1 0-1,1 1 1,-1-1-1,1 0 1,-1 1-1,1 1 1,-2 2-11,1 0 1,-1 0-1,1 0 1,1 0-1,-1 0 0,1 0 1,0 7-1,1-9-35,-1 0 0,1 0 0,0-1 0,0 1-1,0 0 1,0-1 0,1 1 0,-1-1 0,1 1 0,-1-1-1,1 0 1,0 0 0,0 1 0,0-1 0,0 0-1,0-1 1,0 1 0,1 0 0,-1-1 0,1 1 0,-1-1-1,1 0 1,0 0 0,-1 0 0,1 0 0,0 0-1,0-1 1,-1 1 0,1-1 0,0 0 0,0 1 0,0-1-1,0-1 1,0 1 0,-1 0 0,1-1 0,0 1-1,0-1 1,0 0 0,-1 0 0,1 0 0,-1 0 0,1-1-1,-1 1 1,1-1 0,-1 1 0,1-1 0,-1 0-1,0 0 1,0 0 0,0 0 0,0 0 0,-1-1 0,1 1-1,-1 0 1,3-5 0,-3 4 8,0 0 1,-1 0-1,1-1 0,-1 1 1,0 0-1,0 0 0,0 0 1,0 0-1,0 0 0,-1 0 0,1 0 1,-1 0-1,0 0 0,0 0 1,0 0-1,0 0 0,-1 0 1,1 1-1,-1-1 0,0 0 1,0 1-1,1 0 0,-2-1 1,1 1-1,-5-4 0,-2-2 4,0 0 1,-1 0-1,1 1 0,-2 0 0,-13-6 0,14 8-283,0 1 0,0 1 1,0 0-1,0 0 0,-11-1 0,35 7-7909,13 1 3422,18 1 2089,-16-4 1971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1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238 2 216,'-19'-1'9276,"-12"5"-4305,13-1-3765,-1 2 1,1 0 0,0 1-1,-29 15 1,40-18-1118,2 1 0,-1-1 1,0 1-1,1 1 0,-1-1 0,1 1 0,-6 7 1,9-10-75,0 1 1,0-1 0,1 1 0,-1 0-1,1 0 1,0-1 0,0 1-1,0 0 1,0 0 0,0 0 0,1 0-1,-1 0 1,1 0 0,0 1-1,0-1 1,0 0 0,0 3 0,2-1-17,-1-1 1,1 0-1,0 1 1,0-1-1,1 0 1,-1 0-1,1 0 1,0-1-1,0 1 1,0-1-1,0 1 1,1-1-1,-1 0 1,1-1-1,0 1 1,0 0-1,7 3 1,10 5-22,1-1 0,22 7 0,-41-16 20,23 8-9,-17-7 13,0 1-1,0 0 1,-1 0 0,1 1-1,-1 0 1,15 11 0,-23-14 0,0-1 0,0 1 0,0 0-1,0 0 1,0-1 0,0 1 0,0 0 0,0-1 0,-1 1 0,1 0 0,0-1 0,0 1 0,-1 0 0,1-1 0,-1 1 0,1 0 0,0-1 0,-1 1 0,1-1 0,-1 1 0,1-1 0,-1 1 0,0-1 0,1 1 0,-1-1 0,1 0 0,-1 1 0,0-1-1,1 0 1,-1 1 0,0-1 0,1 0 0,-1 0 0,0 0 0,0 0 0,0 0 0,-31 13 52,-3-5-247,-48 10-98,30-16-4695,52-2 4756,1 0-1,0 0 1,-1 0-1,1 0 1,-1 0-1,1 0 1,-1 0-1,1 0 0,0 0 1,-1 0-1,1 0 1,-1-1-1,1 1 1,0 0-1,-1 0 0,1 0 1,-1-1-1,1 1 1,0 0-1,-1 0 1,1-1-1,0 1 1,-1 0-1,1 0 0,0-1 1,0 1-1,-1 0 1,1-1-1,0 1 1,0-1-1,0 1 1,-1 0-1,1-1 0,0 1 1,0-1-1,0 1 1,0 0-1,0-1 1,0 1-1,0-1 0,0 1 1,0 0-1,0-1 1,11-16-4790,1 7 4247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2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76 56,'-5'-40'3714,"-1"19"2127,-4 7 3318,12 18-8932,-1 1-1,0-1 0,-1 1 0,1-1 0,-1 1 0,0-1 1,-1 6-1,2 6-131,6 72-175,11 88 19,-12-143-1663,16 50 0,-15-67-785,3 8-2713,-8-13-2289,3-15 5823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2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97 68,'-21'-7'606,"15"6"334,1-1-1,-1 1 1,0-1 0,1-1 0,0 1 0,-8-6 0,24 4 3336,19 0-3330,1 2-1319,-1-1-1,51-12 0,-65 10-2175,-1 0-1,1 0 1,26-16-1,-28 15 1614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5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105 7 36,'-33'3'969,"-28"-2"7091,50-1-3722,26 0-1081,98-5-3315,-56 2-3118,-1 1-6414,-60 6 6628,-7-2 2308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6.1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15 108,'-5'7'220,"5"-3"104,0 0 88,5-2 92,2 0 48,2-4 12,7 0-24,3 0-68,4 0-104,5 0-120,5-2-128,0-1-300,1 1-600,1 2-240,-4 0 64,-3 0 196,-7-2 252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6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231 181 116,'-12'-5'1028,"-1"0"1,0 1-1,0 0 1,0 1-1,-27-3 0,28 5-44,0-1-1,0 0 1,0-1-1,1 0 1,-1 0-1,1-2 1,-16-7-1,27 12-943,-1-1 0,0 1 0,1-1 1,-1 1-1,0-1 0,1 1 0,-1-1 0,1 0 0,-1 1 0,1-1 1,-1 0-1,1 1 0,0-1 0,-1 0 0,1 1 0,0-1 0,0 0 0,-1 0 1,1 1-1,0-1 0,0 0 0,0 0 0,0 0 0,0 1 0,0-1 1,0 0-1,0 0 0,0 0 0,0 1 0,1-1 0,-1 0 0,0 0 1,0 1-1,1-1 0,-1 0 0,1 0 0,-1 1 0,0-1 0,1 0 1,-1 1-1,1-1 0,0 1 0,-1-1 0,1 1 0,-1-1 0,1 1 1,0-1-1,-1 1 0,2-1 0,36-23 117,-16 13-163,2 1 0,-1 0 0,1 2 0,1 1 0,0 1 0,0 1 0,0 1 0,0 1 0,0 1 0,46 3 0,-70 0 10,1-1-1,0 0 0,-1 0 1,1 0-1,-1 1 0,1-1 1,-1 1-1,1-1 0,-1 1 1,1 0-1,-1-1 0,1 1 1,-1 0-1,0 0 1,1 0-1,-1 0 0,0 0 1,0 0-1,0 0 0,0 1 1,0-1-1,0 0 0,0 1 1,0-1-1,0 3 1,0-2 20,-1 1 1,0 0 0,0 0 0,0-1-1,0 1 1,0 0 0,-1-1-1,1 1 1,-1 0 0,0-1 0,1 1-1,-1-1 1,-3 5 0,-4 8 224,0-1 0,-2 0 0,-18 22 0,26-33-185,-48 53 770,17-19-259,-38 54 0,63-79-509,1-1 0,0 1 0,1 0-1,0 1 1,1-1 0,0 1 0,1 1-1,1-1 1,-3 22 0,5-31-62,1-1 1,0 1-1,0 0 0,0 0 1,0-1-1,0 1 1,1 0-1,0 0 0,0-1 1,0 1-1,0-1 0,1 1 1,-1-1-1,1 1 1,0-1-1,0 0 0,0 0 1,0 0-1,0 0 1,1 0-1,0 0 0,-1-1 1,1 1-1,0-1 0,0 0 1,0 0-1,1 0 1,-1 0-1,0 0 0,1-1 1,-1 1-1,1-1 1,0 0-1,-1 0 0,1-1 1,0 1-1,-1-1 0,1 0 1,0 1-1,0-2 1,0 1-1,6-2 0,-4 2-7,0 0-1,-1-1 0,1 0 0,0-1 0,0 1 0,-1-1 0,1 0 1,-1-1-1,1 1 0,-1-1 0,0 0 0,0 0 0,0-1 0,-1 0 1,1 0-1,-1 0 0,0 0 0,0 0 0,0-1 0,-1 0 1,1 0-1,-1 0 0,0 0 0,-1 0 0,1 0 0,-1-1 0,2-9 1,-3 8-1,0 0 1,-1 0 0,0 0 0,0 0 0,-1 0-1,0 0 1,0 0 0,-1 1 0,1-1-1,-2 0 1,1 0 0,-1 1 0,-7-13 0,3 9 12,0-1 1,-1 1 0,-1 0 0,0 1-1,0 0 1,-1 0 0,-11-7-1,-3-1-1188,-1 1-1,-32-14 0,-43-14-9717,94 42 10180,0 0 1,1-1-1,0 0 0,-1 0 1,1-1-1,-5-4 0,-1-2-199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9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133 96 40,'0'-3'146,"-1"-44"3589,-5 17 3939,6 30-7482,0-1 0,0 0 0,0 0 0,-1 1-1,1-1 1,0 0 0,0 1 0,-1-1 0,1 0 0,0 0 0,-1 1-1,1-1 1,-1 1 0,1-1 0,-1 0 0,1 1 0,-1-1 0,1 1-1,-1-1 1,0 1 0,1 0 0,-1-1 0,0 1 0,1 0 0,-1-1-1,-1 1 1,-9 13 987,-2 32-1403,-5 227 384,18-230-259,0-41 82,0-1 0,0 1 0,0-1-1,0 1 1,1-1 0,-1 1 0,0-1-1,0 1 1,1-1 0,-1 1 0,0-1-1,1 0 1,-1 1 0,0-1-1,1 1 1,-1-1 0,0 0 0,1 0-1,-1 1 1,1-1 0,-1 0 0,1 1-1,-1-1 1,1 0 0,-1 0 0,1 0-1,1 0-50,-1 0-1,0 0 0,1-1 0,-1 1 0,0 0 0,0-1 1,1 0-1,-1 1 0,0-1 0,0 0 0,0 1 0,0-1 1,0 0-1,1 0 0,0-1 0,1-2-234,0 1 0,1 0 0,-2-1 0,1 1-1,0-1 1,-1 0 0,0 0 0,1 0 0,-2 0 0,1-1-1,0 1 1,-1 0 0,0-1 0,0 1 0,0-1 0,-1 1-1,1-1 1,-1 0 0,-1-5 0,-1-8-109,0 1 1,-2 0-1,-10-31 0,-3-15 461,-1-38 828,18 101-856,0-1 0,0 0 1,0 1-1,0-1 0,0 0 1,0 1-1,0-1 1,0 0-1,0 1 0,0-1 1,0 0-1,1 1 1,-1-1-1,0 1 0,0-1 1,1 0-1,-1 1 0,0-1 1,1 1-1,-1-1 1,1 1-1,-1-1 0,1 1 1,-1-1-1,1 1 0,-1 0 1,1-1-1,-1 1 1,1-1-1,0 1 0,-1 0 1,1 0-1,-1-1 1,1 1-1,0 0 0,-1 0 1,1 0-1,0 0 0,-1 0 1,1 0-1,0 0 1,-1 0-1,1 0 0,0 0 1,-1 0-1,1 0 1,0 1-1,-1-1 0,1 0 1,0 0-1,0 1 0,42 11 1179,-38-10-1093,13 5 72,-1 1 1,0 1-1,-1 0 1,0 1 0,-1 1-1,0 0 1,-1 1-1,0 1 1,16 18 0,-15-14-139,1-2 1,1 0-1,0-1 0,1 0 1,1-2-1,22 13 1,-40-25-43,-1 0 0,0 0 0,0 1 1,0-1-1,1 0 0,-1 0 0,0 1 0,1-1 1,-1 0-1,0 0 0,0 0 0,1 0 0,-1 1 0,0-1 1,1 0-1,-1 0 0,0 0 0,1 0 0,-1 0 1,0 0-1,1 0 0,-1 0 0,0 0 0,1 0 0,-1 0 1,0 0-1,1 0 0,-1 0 0,0 0 0,1 0 0,-1-1 1,0 1-1,1 0 0,-1 0 0,0 0 0,0 0 1,1-1-1,-1 1 0,0 0 0,0 0 0,1-1 0,-1 1 1,0 0-1,0 0 0,0-1 0,1 1 0,-1 0 1,0-1-1,0 1 0,0 0 0,0 0 0,0-1 0,1 0 1,-9-21 9,7 21-5,-1 0-1,1 0 1,-1 0-1,0-1 1,1 1 0,-1 1-1,0-1 1,1 0-1,-1 0 1,0 1-1,0-1 1,0 1-1,0-1 1,0 1-1,0 0 1,0 0 0,1 0-1,-1 0 1,0 0-1,0 0 1,0 0-1,0 1 1,0-1-1,0 1 1,-2 1-1,-50 15 127,-1 7-415,-126 50 1179,60-30-6365,110-42 2576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3.8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246 21 56,'-6'-3'263,"0"0"0,0 0 0,0 1 0,0 0 0,0 0 0,0 1 0,0-1 0,-1 1 0,1 1 0,0-1 0,-1 1-1,1 0 1,-1 0 0,1 1 0,0 0 0,-1 0 0,-9 4 0,8-3 211,-1 0 0,1 1 0,0 1 0,0-1-1,0 1 1,1 0 0,-1 1 0,1 0 0,0 0 0,1 1-1,-1 0 1,-8 10 0,13-14-359,0 1 1,0 0-1,0 0 0,1 1 1,-1-1-1,1 0 0,0 0 1,0 1-1,0-1 0,0 1 0,1-1 1,-1 1-1,1-1 0,0 1 1,0-1-1,0 1 0,0-1 1,2 5-1,-1-2-16,2 1 0,-1-1 1,1 1-1,0-1 0,0 0 0,0 0 0,1 0 1,8 9-1,4 3-13,1-2 1,0 1 0,2-2-1,25 17 1,-3-5 169,-16-11 539,0 1 0,40 36 0,-64-52-724,-1 0 0,1-1 1,0 1-1,-1 0 0,1 0 1,0-1-1,-1 1 0,1 0 0,-1 0 1,1 0-1,-1 0 0,0 0 0,1 0 1,-1-1-1,0 1 0,1 0 1,-1 0-1,0 0 0,0 0 0,0 0 1,0 0-1,0 0 0,0 0 1,0 0-1,-1 0 0,1 1 0,-1 0 5,0 0 0,0 0 0,0-1 0,-1 1 0,1-1-1,0 1 1,-1-1 0,1 0 0,-1 1 0,1-1 0,-1 0-1,-2 2 1,-9 3 86,1-1 0,-1 0-1,-15 4 1,19-6-46,-28 9 14,18-4-227,-2-1 0,1-1 1,-1-1-1,0-1 1,-22 1-1,43-4-50,-1-1-1,0 0 1,1 0 0,-1 0-1,0 0 1,1 0 0,-1 0 0,0 0-1,1 0 1,-1 0 0,0 0-1,0 0 1,1 0 0,-1-1 0,0 1-1,1 0 1,-1 0 0,1-1-1,-1 1 1,0 0 0,1-1-1,-1 1 1,1-1 0,-1 1 0,1-1-1,-1 1 1,1-1 0,-1 1-1,1-1 1,-1 1 0,1-1 0,0 1-1,-1-1 1,1 0 0,0 1-1,0-1 1,0 0 0,-1 1 0,1-1-1,0 0 1,0 0 0,0 1-1,0-1 1,0 0 0,14-33-9686,-4 14 6441,-9 11 2927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4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192 23 36,'-55'10'1579,"-1"-2"3273,-23 4 5880,79-12-10702,0 0-1,0 0 1,0 0-1,0 0 1,0 0 0,0 0-1,0 0 1,0 0 0,0 0-1,0 1 1,0-1 0,0 0-1,0 0 1,0 0 0,0 0-1,0 0 1,0 0 0,0 0-1,0 0 1,0 0 0,0 0-1,0 0 1,0 0-1,0 1 1,0-1 0,0 0-1,0 0 1,0 0 0,-1 0-1,1 0 1,0 0 0,0 0-1,0 0 1,0 0 0,0 0-1,0 0 1,0 0 0,0 0-1,0 0 1,0 0-1,0 0 1,0 0 0,0 0-1,0 0 1,-1 0 0,1 0-1,0 0 1,13 4 319,17 0-336,28-3-282,-1-2 0,108-16 0,-106 5-4722,-3-3-4641,-29 4 6604,-11 3 2526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5.7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51 40,'-12'-14'1381,"-3"-5"2563,15 19-3793,0-1 0,-1 1 1,1-1-1,0 1 0,0-1 1,0 1-1,-1-1 0,1 0 1,0 1-1,0-1 0,0 1 1,0-1-1,0 1 0,0-1 1,0 0-1,0 1 0,0-1 1,1 1-1,-1-1 0,0 1 0,0-1 1,0 0-1,1 1 0,-1-1 1,0 1-1,1-1 0,-1 1 1,0-1-1,1 1 0,-1 0 1,1-1-1,0 1-38,-1 0 0,1 0-1,-1 0 1,1 0 0,-1 1 0,1-1 0,-1 0 0,1 1-1,-1-1 1,1 0 0,-1 1 0,1-1 0,-1 0 0,0 1-1,1-1 1,-1 1 0,0-1 0,0 1 0,1-1 0,-1 1-1,0-1 1,0 1 0,1-1 0,-1 1 0,0-1 0,0 1-1,0-1 1,0 1 0,0 0 0,0-1 0,0 1 0,0-1-1,0 1 1,0-1 0,0 2 0,3 21 1009,3 30-907,15 54 0,-9-49-4744,-4 23-6066,-4-72 10026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6.3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42 100 236,'-9'-8'-106,"5"4"860,0 1 1,0-1 0,0 0 0,0 0-1,0 0 1,-3-7 0,7 10-640,-1 0 0,1 0 0,0 0 0,0 0-1,-1 1 1,1-1 0,0 0 0,0 0 0,0 0 0,0 0 0,0 0 0,1 0 0,-1 0 0,0 0 0,0 0 0,0 0 0,1 1 0,-1-1 0,1 0 0,-1 0 0,0 0 0,1 1-1,0-1 1,-1 0 0,1 0 0,-1 1 0,1-1 0,0 0 0,-1 1 0,1-1 0,0 1 0,0-1 0,0 1 0,-1-1 0,1 1 0,0 0 0,0-1 0,0 1 0,0 0 0,0 0-1,0-1 1,0 1 0,1 0 0,18-7 95,1 1 1,0 1-1,24-2 0,-35 6-150,0 0 1,-1 0 0,1 1-1,0 0 1,0 1 0,-1 1-1,1-1 1,-1 1-1,12 4 1,-19-5 41,-1-1-1,0 1 0,1-1 1,-1 1-1,1 0 1,-1 0-1,0 0 1,1 0-1,-1 0 0,0 0 1,0 0-1,0 0 1,0 0-1,0 1 1,0-1-1,0 0 1,0 1-1,0-1 0,-1 0 1,1 1-1,0-1 1,-1 1-1,0-1 1,1 1-1,-1 0 1,0-1-1,0 1 0,1-1 1,-1 1-1,0-1 1,-1 1-1,1 0 1,0-1-1,0 1 1,-1-1-1,1 1 0,-1-1 1,1 1-1,-1-1 1,0 1-1,0-1 1,1 0-1,-1 1 0,-2 1 1,-6 10 524,-1 0 0,0-1 0,-22 20 0,10-9-171,21-23-440,0 1 0,0 0-1,0 0 1,1 0 0,-1 0 0,0 0 0,1 1-1,-1-1 1,1 0 0,-1 0 0,1 0 0,0 0-1,-1 1 1,1-1 0,0 0 0,0 0-1,0 1 1,0-1 0,0 0 0,0 0 0,0 0-1,0 1 1,1-1 0,-1 2 0,2-1 1,-1 0 1,0 0 0,1 0 0,-1 0-1,1 0 1,0 0 0,-1-1-1,1 1 1,0 0 0,0-1-1,4 3 1,8 3 28,1 0 0,0 0 1,19 4-1,-17-5 20,-9-3-29,50 22 229,-54-24-188,-1 1 1,0 0-1,0-1 1,0 2 0,0-1-1,0 0 1,0 0-1,-1 1 1,1 0-1,-1-1 1,0 1 0,1 0-1,-1 0 1,1 4-1,-2-5-25,-1 0 0,0-1-1,0 1 1,0 0-1,0-1 1,-1 1 0,1 0-1,0-1 1,-1 1 0,1 0-1,-1-1 1,1 1 0,-1-1-1,0 1 1,0-1 0,0 1-1,0-1 1,0 0-1,0 1 1,0-1 0,0 0-1,0 0 1,0 0 0,-1 0-1,1 0 1,-1 0 0,-1 1-1,-47 25 586,43-24-574,-12 6-39,-1-1 1,0-2-1,0 1 1,-39 5-1,50-11-426,1-1-1,-1 1 0,1-1 1,-1-1-1,1 0 0,-15-3 1,19 3-217,1 0 1,-1 0 0,0-1 0,0 0-1,1 1 1,-1-1 0,1-1-1,0 1 1,-1 0 0,1-1 0,0 0-1,1 0 1,-1 0 0,-4-5-1,6 6 216,0 1 0,0-1-1,0 0 1,0 1 0,0-1-1,1 0 1,-1 0 0,1 1 0,-1-1-1,1 0 1,-1 0 0,1 0-1,0 0 1,0 0 0,0 1-1,0-1 1,0 0 0,1 0-1,-1 0 1,1 0 0,-1 0-1,1 1 1,-1-1 0,1 0-1,0 1 1,0-1 0,2-2-1,7-1-159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6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28 220,'-9'0'520,"-25"-1"3363,17-5 3156,25 7-2863,17-3-3194,-6 1-545,127-4 2032,-72 2-4392,1 1-9803,-59-2 6797,-7-1 3937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7.5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117 101 20,'3'-7'732,"0"-1"1,0 1-1,-1-1 1,0 0-1,2-11 0,-4 15 593,0 0 0,1 1-1,-1-1 1,-1 0-1,1 1 1,-1-1-1,1 0 1,-3-5-1,3 9-1252,0 0 0,0-1 0,0 1-1,0 0 1,0 0 0,0 0 0,0-1-1,-1 1 1,1 0 0,0 0 0,0 0-1,0-1 1,0 1 0,0 0 0,-1 0-1,1 0 1,0 0 0,0-1-1,0 1 1,-1 0 0,1 0 0,0 0-1,0 0 1,0 0 0,-1 0 0,1 0-1,0 0 1,0-1 0,-1 1 0,1 0-1,0 0 1,0 0 0,-1 0 0,1 0-1,0 0 1,0 0 0,-1 1-1,1-1 1,0 0 0,0 0 0,0 0-1,-1 0 1,1 0 0,-12 11 1035,-4 14-576,3 10-400,2 1 1,1 0-1,2 1 0,-5 59 1,0-5-87,6-55-39,1-7-176,1 0 0,-1 35 1,6-64 148,0 0 0,0 0 1,0 0-1,0 0 1,0 1-1,0-1 1,-1 0-1,1 0 1,0 0-1,0 0 0,0 0 1,0 1-1,0-1 1,0 0-1,0 0 1,0 0-1,0 0 1,0 0-1,0 1 0,0-1 1,0 0-1,0 0 1,0 0-1,0 0 1,0 1-1,0-1 0,0 0 1,0 0-1,0 0 1,0 0-1,0 1 1,0-1-1,0 0 1,1 0-1,-1 0 0,0 0 1,0 0-1,0 0 1,0 1-1,0-1 1,0 0-1,0 0 0,1 0 1,-1 0-1,0 0 1,0 0-1,0 0 1,0 0-1,0 0 1,1 0-1,-1 1 0,0-1 1,0 0-1,0 0 1,0 0-1,1 0 1,-1 0-1,0 0 0,0 0 1,0 0-1,0 0 1,1 0-1,-1-1 1,0 1-1,0 0 1,9-14-708,6-21-32,-4-5 438,-2 0-1,-2 0 0,4-68 0,-7 54 615,13-60 1,-17 114-272,0-1 1,0 1 0,0-1 0,0 1 0,1-1-1,-1 1 1,0 0 0,0-1 0,0 1 0,0-1-1,1 1 1,-1-1 0,0 1 0,0 0 0,1-1-1,-1 1 1,0-1 0,0 1 0,1 0 0,-1-1-1,0 1 1,1 0 0,-1 0 0,1-1 0,-1 1-1,0 0 1,1 0 0,-1-1 0,1 1 0,-1 0-1,1 0 1,-1 0 0,1 0 0,-1 0 0,1 0-1,-1 0 1,1 0 0,-1 0 0,0 0 0,1 0-1,-1 0 1,1 0 0,-1 0 0,1 0 0,-1 1-1,1-1 1,-1 0 0,1 0 0,-1 0 0,0 1-1,1-1 1,-1 0 0,0 0 0,1 1 0,-1-1-1,0 1 1,1-1 0,-1 0 0,0 1 0,1-1-1,-1 0 1,0 1 0,0-1 0,0 1 0,1 0-1,23 33 541,-21-29-480,26 41 156,-3 2 0,35 85 0,-28-32-5223,-31-76-1140,-2-25 5950,0 1-1,1-1 0,-1 1 0,0-1 0,0 1 0,0-1 0,0 1 0,0-1 0,0 0 1,0 1-1,0-1 0,0 1 0,0-1 0,0 1 0,0-1 0,0 1 0,0-1 0,-1 0 1,1 1-1,0-1 0,0 1 0,0-1 0,-1 0 0,1 1 0,0-1 0,0 0 0,-1 1 1,1-1-1,0 0 0,-1 1 0,1-1 0,0 0 0,-1 0 0,1 1 0,-1-1 1,1 0-1,0 0 0,-1 0 0,1 1 0,-1-1 0,1 0 0,-1 0 0,1 0 0,-1 0 1,1 0-1,0 0 0,-1 0 0,1 0 0,-2 0 0,-2-4-438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7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30 151 32,'-25'-13'863,"25"13"-731,-1 0-1,1-1 1,0 1-1,-1 0 1,1 0-1,0-1 1,0 1-1,-1 0 0,1-1 1,0 1-1,0 0 1,0-1-1,0 1 1,-1 0-1,1-1 1,0 1-1,0-1 1,0 1-1,0 0 1,0-1-1,0 1 0,0 0 1,0-1-1,0 1 1,0-1-1,0 1 1,0 0-1,0-1 1,0 1-1,0-1 1,0 1-1,1-1 1,2-2 632,0 1 1,0-1 0,1 1 0,-1 0 0,1 0 0,-1 0-1,1 0 1,0 0 0,6-1 0,56-19 2909,40-4-8633,-13 3-2820,-9 2 4464,-40 10 2828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8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9 32,'-89'22'5078,"16"-5"9211,162-12-11163,-53-7-3498,161-10 1106,-131 6-3515,-2-1-3748,-60 6 5703,-3 2 419,1-1 1,-1 0-1,0 0 1,1 0-1,-1 0 1,1 0 0,-1-1-1,0 1 1,0 0-1,1-1 1,-1 1-1,0-1 1,1 1-1,-1-1 1,0 0-1,0 1 1,0-1-1,0 0 1,0 0-1,0 0 1,0 0-1,0 0 1,0 0 0,0 0-1,0 0 1,0 0-1,-1 0 1,1 0-1,0-3 1,0 0-131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9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61 8,'10'-19'-434,"-3"-4"7321,-7 22-6565,0 1 1,0-1-1,0 0 0,0 1 1,-1-1-1,1 0 0,0 1 1,0-1-1,0 1 0,-1-1 1,1 0-1,0 1 1,-1-1-1,1 1 0,0-1 1,-1 1-1,1-1 0,-1 1 1,1-1-1,-1 1 0,1-1 1,-2 1-1,-23-6 3492,7 7-3492,0 1 0,0 1 0,1 0 1,-1 1-1,1 1 0,0 1 0,0 0 0,1 1 0,0 1 0,0 0 0,1 1 1,-25 19-1,27-18-246,1 0 0,0 1 0,1 0 0,0 1 0,1 0 0,0 0 0,1 1 0,1 1 0,0-1 0,0 1 0,2 1 0,-1-1 0,2 1 0,-6 25 0,10-35-75,0 0-1,0 0 0,0 0 0,1 1 0,0-1 0,0 0 1,1 0-1,-1 1 0,1-1 0,0 0 0,1 0 1,-1 0-1,1 0 0,0 0 0,0 0 0,0-1 0,1 1 1,6 8-1,-4-8-34,0-1 0,0 1 1,0-1-1,1 0 0,0 0 1,0-1-1,0 0 1,0 0-1,0 0 0,1-1 1,-1 1-1,13 1 0,2-1-107,1 0-1,-1-2 1,0-1-1,0 0 1,1-1-1,-1-2 1,0 0-1,28-8 1,-39 8 96,-1-1 1,1 1-1,-1-2 1,0 1-1,-1-1 1,13-9-1,-19 13 41,-1 0-1,0 0 1,1-1-1,-1 1 1,0 0-1,0-1 0,0 1 1,0-1-1,0 1 1,0-1-1,0 1 1,-1-1-1,1 1 1,0-1-1,-1 0 0,1 0 1,-1-3-1,0 3 3,0 1-1,-1-1 1,0 0-1,1 0 1,-1 1-1,0-1 1,0 0-1,0 1 1,0-1-1,0 1 1,0-1-1,0 1 1,0-1-1,-1 1 1,1 0-1,0 0 1,-1 0-1,1 0 1,-1 0-1,0 0 1,-2-1-1,-6-4 4,-1 1 0,0 1 0,0-1-1,0 2 1,0 0 0,-1 0 0,-18-2 0,-86 1 129,99 4-159,57-2-1027,50-11 0,-51 7 1231,0 1 0,71 0 0,-108 5-123,0 0 0,0 0-1,0 1 1,0-1-1,0 1 1,0-1-1,0 1 1,-1 0 0,1 0-1,0 0 1,0 0-1,-1 0 1,1 0-1,0 0 1,-1 0 0,0 1-1,1-1 1,-1 0-1,0 1 1,1 0-1,-1-1 1,0 1 0,0 0-1,0-1 1,0 1-1,-1 0 1,1 0-1,0 3 1,2 4 193,-2 2 0,0-1 1,0 0-1,-1 16 0,1 6 81,4 4 43,2 0-1,14 43 0,1 3-2736,-10 0-7751,-12-78 9115,1 1 1,-1-1-1,0 0 1,-1 0 0,1 1-1,-1-1 1,0 0-1,0 0 1,-3 8-1,0-2 107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0.5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44 88,'-51'6'2245,"-77"13"12834,223-19-13485,-24-5-1993,94-20 1,-66 5-3776,-103 9-4575,-18 3 4040,16 8 4236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0.9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15 8,'-50'-9'2634,"18"3"4723,42 11-4278,184 55-1434,-147-47-828,-45-13-707,0 1 1,0-1-1,-1 1 0,1-1 1,0 1-1,0 0 0,-1-1 0,1 1 1,-1 0-1,1 0 0,-1 0 1,1 0-1,-1 0 0,0 1 1,1-1-1,-1 0 0,0 1 0,2 2 1,-3-3-27,0 0 1,1 0-1,-1 1 1,0-1-1,0 0 1,-1 0-1,1 0 1,0 0-1,0 0 1,0 1-1,-1-1 1,1 0-1,-1 0 1,1 0-1,-1 0 1,1 0-1,-1 0 1,1 0-1,-1 0 1,0 0-1,-1 1 1,-7 6 292,0 0 0,0 0 0,-1-1 0,-15 8 0,14-8-480,-54 27-1702,25-15-3101,4 4-4484,31-16 4943,11-4 3778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1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420 124 88,'1'-3'314,"0"0"1,0 0-1,0 0 1,0 0-1,0 0 1,1 0-1,0 0 1,-1 0-1,1 1 1,0-1-1,1 0 1,2-2-1,-2 2 224,-1 0-1,1 1 1,-1-1-1,0 0 1,0-1 0,0 1-1,0 0 1,-1-1-1,2-4 1,-3 6-375,0 1 1,0-1-1,0 1 1,-1 0 0,1-1-1,0 1 1,-1-1-1,0 1 1,1 0-1,-1-1 1,0 1-1,1 0 1,-1 0-1,0 0 1,0 0-1,0-1 1,0 1-1,0 1 1,0-1-1,-1 0 1,1 0 0,0 0-1,0 0 1,-1 1-1,1-1 1,0 1-1,-1-1 1,1 1-1,0-1 1,-4 1-1,-6-4 241,-1 1-1,-1 0 1,1 1-1,0 0 1,-1 1-1,1 1 1,0 0-1,-1 1 1,1 0-1,-14 3 1,7-1-156,0 2 1,0 0 0,0 1 0,1 1 0,-30 16 0,36-15-218,1 0 0,1 0 1,-1 1-1,2 0 0,-1 1 1,1 0-1,1 1 0,0 0 1,0 0-1,1 0 1,0 1-1,1 0 0,1 1 1,-8 24-1,11-30-27,0 0 1,0 0-1,0 0 1,1 0-1,0 0 0,1 0 1,0 0-1,0 0 0,0 1 1,1-1-1,0 0 1,0 0-1,1 0 0,0 0 1,0 0-1,1-1 1,0 1-1,0-1 0,0 1 1,1-1-1,0 0 0,0 0 1,1-1-1,-1 1 1,1-1-1,0 0 0,1 0 1,-1-1-1,11 7 1,-5-6-146,-1-1 0,1 0 1,0 0-1,0-1 0,0-1 1,1 0-1,-1 0 0,0-1 1,1-1-1,-1 0 0,1 0 1,20-4-1,-9 0-1211,-1 0 0,22-8-1,32-20-7729,-15-5 3394,-41 24 5209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2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253 5 124,'-6'-1'1209,"0"0"0,0 0-1,0 0 1,0 1 0,0-1 0,0 1-1,0 1 1,0-1 0,0 1 0,-12 3-1,9-1-406,0 1 0,0-1-1,0 2 1,0-1-1,0 1 1,-10 9 0,9-7-599,2 0 1,-1 1-1,1 0 1,0 0 0,1 1-1,0 0 1,0 0 0,1 1-1,0 0 1,1 0-1,0 0 1,-5 14 0,9-20-187,0 0-1,0-1 1,0 1 0,1 0 0,-1 0 0,1-1 0,0 1 0,0 0 0,0 0-1,0 0 1,1 0 0,0-1 0,0 1 0,0 0 0,0-1 0,0 1 0,3 4-1,-2-5-23,0 0-1,0-1 0,1 1 1,-1-1-1,1 1 0,0-1 1,-1 0-1,1 0 1,0-1-1,0 1 0,0 0 1,0-1-1,1 0 0,-1 0 1,6 2-1,2-2-78,0 1 0,-1-2-1,1 1 1,0-2 0,0 1 0,-1-1 0,1-1 0,-1 0-1,1 0 1,-1-1 0,11-5 0,-12 4 34,-1 0 0,1-1 0,-1 1 0,0-2 0,0 1 0,-1-1 0,1-1 0,-1 1 0,-1-1 0,1 0 0,-1-1 0,6-8 0,-10 12-66,0-1-1,0 1 1,0 0 0,0-1 0,0 1 0,-1-1 0,0 1 0,0-1 0,0 0 0,-1 1 0,1-1 0,-1 0 0,0 0 0,-1 1-1,1-1 1,-1 0 0,0 1 0,0-1 0,0 0 0,-1 1 0,1-1 0,-1 1 0,0 0 0,-1 0 0,1-1 0,-5-5 0,4 7-998,1 1 1,-1-1 0,0 0-1,0 1 1,0 0 0,0 0-1,0 0 1,0 0-1,0 0 1,-1 1 0,1-1-1,-1 1 1,-4-2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2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68,'3'8'17631,"-3"-7"-17561,-1-1-1,0 1 1,0 0 0,0-1-1,1 1 1,-1 0-1,1 0 1,-1 0 0,0 0-1,1 0 1,-1 0-1,1 0 1,0 0 0,-1 0-1,1 0 1,0 0-1,0 0 1,-1 0 0,1 0-1,0 0 1,0 0-1,0 0 1,0 0 0,0 0-1,1 0 1,-1 0-1,0 0 1,0 0 0,1 0-1,-1 0 1,1 0-1,-1 0 1,1 0 0,0 1-1,3 3-61,0-1 0,0 1-1,1 0 1,-1-1 0,1 0 0,0 0 0,0-1-1,1 0 1,-1 1 0,1-2 0,5 4-1,7-1-14,-1 0-1,26 4 0,-28-6 76,0 0 0,0 1 0,-1 0 0,24 10 0,-37-8 580,-12 2-249,-23 6-75,25-10-271,-1 0-248,-34 14-567,42-18 360,1 1-1,-1-1 1,0 1-1,0-1 1,0 0-1,0 0 1,0 0-1,1 0 1,-1 0-1,0-1 0,0 1 1,-3-1-1,5 0 119,-1 1 0,1 0-1,0 0 1,-1-1-1,1 1 1,-1 0-1,1-1 1,0 1-1,-1 0 1,1-1-1,0 1 1,-1 0 0,1-1-1,0 1 1,0-1-1,-1 1 1,1-1-1,0 1 1,0-1-1,0 1 1,0-1-1,0 1 1,-1-1 0,1 1-1,0-1 1,0 0-1,5-16-4024,14-12 1025,-6 14 2794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3.0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95 224,'-2'-56'6568,"-1"17"7206,13 132-11404,-1-32-2263,2 74 54,13 104-2792,-23-233 2108,7 38-3709,-7-42 3435,-1 1 0,1-1 0,0 0 0,0 0 0,0 1 0,0-1 1,0 0-1,0 0 0,1 0 0,-1 0 0,1 0 0,-1-1 0,1 1 0,3 3 0,-4-5 728,-1 0 0,0 0-1,0 0 1,1 0 0,-1 0-1,0 0 1,0 0 0,1 0-1,-1 0 1,0 0-1,0 0 1,1 0 0,-1 0-1,0 0 1,1 0 0,-1 0-1,0 0 1,0 0 0,1 0-1,-1-1 1,0 1 0,0 0-1,0 0 1,1 0 0,-1 0-1,0 0 1,0-1 0,0 1-1,1 0 1,-1 0-1,0 0 1,0-1 0,0 1-1,0 0 1,1 0 0,-1-1-1,0 1 1,0 0 0,0 0-1,0-1 1,0 1 0,0 0-1,0 0 1,0-1 0,1-1-130,5-8-318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3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52,'18'-3'15120,"16"-1"-11693,7-2-3728,26-10-8615,-80 13 1643,3 0 6324,-8 0-11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4.1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11 8,'4'0'408,"-1"0"1,1 0-1,-1 0 1,1 0-1,0-1 1,-1 1-1,1-1 1,-1 0-1,1 0 1,-1-1-1,7-2 1867,-14 4-1753,-1 1 0,1 0 0,0 0 0,0 0 1,0 1-1,0 0 0,0 0 0,0 0 0,1 0 0,-6 4 0,-7 3 297,12-8-905,-47 25 594,27-8-2702,10 1-4638,20-21 2630,1-3 3750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6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82 132,'-26'-6'3084,"18"4"-1173,0 0 0,1 0 0,-1 0 0,1-1 0,0 0 1,0 0-1,0-1 0,-10-6 0,41 3-814,41 2-1195,-2-1-71,-22 1-2726,-8-3-2561,-1-2-3744,-25 7 6040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6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25 104,'-2'1'115,"1"0"1,0 0-1,0-1 1,-1 1-1,1 0 1,0 0-1,0 0 1,0 1-1,0-1 1,1 0-1,-1 0 1,0 0-1,0 1 0,1-1 1,-1 0-1,1 1 1,-1-1-1,1 1 1,-1-1-1,1 1 1,0-1-1,0 0 1,0 3-1,0-3 80,1-1 0,0 1 1,0 0-1,0 0 0,0 0 0,0 0 0,0-1 1,0 1-1,0-1 0,0 1 0,0 0 0,0-1 1,0 0-1,1 1 0,-1-1 0,0 0 0,0 0 1,0 1-1,1-1 0,1 0 0,13 0 1389,1 0 0,28-5 0,-44 5-1615,80-13 741,41-12-6586,-27 6 240,-71 14 4883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7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74 104,'-36'-3'933,"-18"0"3136,5-10 6030,54 14-9731,0 0 0,0-1 1,0 1-1,-1-1 0,1 0 1,0-1-1,5 0 0,9 0-141,39-1 222,-1-2-1,0-3 0,-1-3 1,76-21-1,-147 98 1085,-12 63-1357,14-71-881,-8 77 0,22-107-321,6 2-4470,-7-30 5255,1 0-1,-1 0 1,0 0 0,0 0 0,1 0-1,-1 0 1,1 0 0,-1 0-1,1 0 1,-1 0 0,1-1-1,-1 1 1,1 0 0,0 0-1,-1-1 1,1 1 0,0 0-1,0-1 1,-1 1 0,1-1-1,0 1 1,0-1 0,0 1 0,0-1-1,0 0 1,0 1 0,0-1-1,0 0 1,0 0 0,0 0-1,0 1 1,0-1 0,0 0-1,0 0 1,0-1 0,0 1-1,0 0 1,0 0 0,0 0-1,0-1 1,0 1 0,-1 0 0,1-1-1,0 1 1,0-1 0,0 1-1,0-1 1,0 0 0,-1 1-1,1-1 1,0 0 0,-1 1-1,1-1 1,1-1 0,7-10-656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7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64 104,'-39'-1'977,"-1"0"1713,-1 6 8847,41-5-11433,12 3 1527,20 3-890,29-5-877,80-9-1,-39-9-4973,-8-12-4177,-69 18 7378,-9 0 888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49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94 119 80,'-4'-2'-114,"0"1"609,0 0 1,0 0 0,0-1 1,1 0-1,-1 0 0,0 0 0,1 0 1,-5-4-1,8 6-373,0-1 1,-1 1 0,1 0-1,0-1 1,0 1 0,-1-1-1,1 1 1,0-1 0,0 1-1,0-1 1,0 1 0,0-1-1,-1 1 1,1-1 0,0 1-1,0-1 1,0 1 0,0-1-1,1 1 1,-1-1 0,0 1-1,0-1 1,0 1 0,0 0-1,0-1 1,1 0 0,19-18 1005,-6 11-1040,2-1-1,-1 2 0,1 0 0,0 1 1,1 1-1,-1 1 0,1 0 0,26-3 0,139-1-101,-176 8 23,-5 0-7,1 0 0,0 0 0,0 0 0,0 0 0,0 0 0,0 0 0,0 0 0,0 0 0,0 1 0,0-1 0,0 1 0,-1 0 0,1 0 0,0-1 0,0 1 1,-1 0-1,1 0 0,0 0 0,-1 1 0,1-1 0,-1 0 0,0 1 0,3 2 0,-4-2-1,1 0 0,-1 0-1,1 1 1,-1-1 0,0 0 0,0 0 0,0 1-1,0-1 1,0 0 0,0 0 0,-1 0 0,1 1 0,-1-1-1,0 0 1,1 0 0,-1 0 0,-1 2 0,-7 12 120,0-1 1,0 0 0,-23 26-1,-26 22 1347,27-29-901,1 0 0,-30 45 0,54-70-531,0 0-1,1 1 1,0 0 0,0 0 0,1 0 0,1 0 0,-1 1 0,2-1 0,-1 1 0,2 0-1,-1-1 1,1 1 0,1 0 0,1 14 0,1-16-16,0-1 0,0 0 1,0 0-1,1 0 0,1-1 0,-1 1 0,1-1 0,1 1 1,-1-1-1,1-1 0,0 1 0,1-1 0,0 0 1,0 0-1,0 0 0,0-1 0,1 0 0,13 7 1,9 4-6,2-1 0,0-1 0,43 12 0,-31-11 58,-53-16 216,0 1 0,1 1 0,-1 0 0,0 0 0,0 0 0,1 2 0,-1-1 0,1 1 0,0 0 0,0 1 1,-10 5-1,9-3-274,1-1 0,0 1 0,1 1 0,-1-1 0,1 1 0,1 1 1,-1 0-1,1 0 0,1 0 0,-1 1 0,1 0 0,-6 13 0,6-7 15,0-1 0,1 1 1,0 1-1,1-1 0,1 1 0,1-1 0,-1 26 0,4 4 124,2 0 1,1-1 0,3 1-1,24 81 1,-17-82-30,-8-28-62,-1 1 1,-1-1 0,4 27-1,-8-41-55,0 0-1,-1 0 1,1 0-1,-1-1 1,1 1-1,-1 0 1,1-1-1,-1 1 1,0 0-1,0-1 1,0 1-1,0-1 0,0 1 1,0-1-1,-1 1 1,1-1-1,0 0 1,-1 0-1,1 1 1,-1-1-1,1 0 1,-1-1-1,1 1 0,-1 0 1,0 0-1,0-1 1,1 1-1,-1-1 1,0 1-1,0-1 1,1 0-1,-1 1 1,-3-1-1,-11 2-23,0-1 0,-29-1 0,31 0-45,-32-2-454,-3-7-4683,44 8 4473,1 0 0,-1-1-1,1 1 1,-1-1 0,1 0-1,0-1 1,-1 1 0,1-1 0,0 0-1,1 0 1,-1 0 0,0 0-1,1 0 1,0-1 0,0 0-1,0 0 1,-4-6 0,2-7-221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0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297 100 36,'0'-4'477,"0"0"0,0 0 1,0 0-1,0 0 0,-1 1 0,1-1 0,-1 0 0,0 0 1,0 0-1,-1 1 0,1-1 0,-1 0 0,0 1 0,0 0 1,0-1-1,0 1 0,-1 0 0,1 0 0,-1 0 1,0 0-1,0 1 0,0-1 0,0 1 0,0-1 0,0 1 1,-6-2-1,4 2 95,1 1 0,-1-1 0,0 1 1,0 0-1,0 1 0,1-1 0,-1 1 1,-9 0-1,6 1-539,0 0 1,1 1-1,-1 0 1,1 0-1,-14 6 1,11-3 9,1 1 0,0 0 1,0 1-1,0 0 0,1 0 0,0 1 0,1 0 1,-1 0-1,2 1 0,-1 0 0,1 0 0,1 1 1,-1-1-1,2 1 0,-1 1 0,-3 14 0,6-20-48,0 0-1,0 0 1,1 0-1,0 1 1,0-1-1,1 0 1,0 1-1,-1-1 1,2 1 0,-1-1-1,1 0 1,0 1-1,0-1 1,0 0-1,1 0 1,-1 1-1,1-1 1,1-1-1,-1 1 1,1 0-1,-1 0 1,1-1-1,1 0 1,-1 1-1,1-1 1,-1-1-1,1 1 1,0 0-1,1-1 1,-1 0-1,1 0 1,-1 0-1,1 0 1,0-1-1,5 2 1,-5-2-2,-1 0 0,1 0 1,0-1-1,0 1 0,0-1 0,0 0 1,0-1-1,0 1 0,0-1 0,0 0 1,1 0-1,-1-1 0,0 1 1,0-1-1,0 0 0,0-1 0,0 1 1,-1-1-1,1 0 0,0 0 0,-1 0 1,1-1-1,-1 0 0,0 1 0,0-2 1,0 1-1,0 0 0,0-1 1,4-6-1,-2 1 5,0 0 0,-1 0 0,0 0 0,-1 0 0,0-1 0,-1 1 0,1-1 1,-2 0-1,0 0 0,0-1 0,-1 1 0,0 0 0,-1-18 0,-4-37-1260,3 48-3444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0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99 4,'-8'-30'1673,"8"-12"5592,1 15-1669,-1 97-3618,1 118 11,1-125-2608,3 0-1,20 91 1,-25-154 601,13 45-3021,-12-43 2510,0 0 0,0-1 0,0 1 0,0 0 0,0 0 0,0-1 0,1 1 0,-1 0-1,1-1 1,-1 1 0,3 1 0,-3-3 387,-1 0 0,1 0 0,-1 0 0,1 0 0,-1 0 0,1 0 0,-1-1 0,1 1 0,-1 0 0,1 0 0,-1 0 0,1 0 0,-1-1 0,1 1 0,-1 0 0,1-1 0,-1 1 0,1 0 0,-1-1 0,1 1 0,-1 0 0,0-1 0,1 1 0,-1-1 0,0 1 0,1-1 0,-1 1 0,0-1 0,0 1 0,0-1 0,1 1 0,-1-1 0,0 1 0,0-1 0,0 1 0,0-1 0,0 1 0,0-1 0,0 0 0,0 1 0,0-1 0,0 1 0,0-2 0,0-13-619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68,'0'-6'194,"0"1"0,1 0 0,0 0 0,0 0 0,0 0-1,0 0 1,1 1 0,-1-1 0,1 0 0,1 1 0,-1-1 0,0 1 0,1 0 0,0-1 0,0 1 0,1 1 0,-1-1-1,1 0 1,6-5 0,-7 7-83,0 1 0,0-1 0,0 1 0,1-1 0,-1 1 0,0 0 0,0 0 0,1 1 0,-1-1-1,0 1 1,1-1 0,-1 1 0,1 0 0,-1 0 0,0 1 0,1-1 0,-1 1 0,1-1 0,-1 1 0,0 0 0,0 0-1,0 1 1,1-1 0,-1 1 0,0-1 0,-1 1 0,1 0 0,0 0 0,0 0 0,3 5 0,-3-5 54,0 1 0,0 0 0,0-1 0,0 2 0,-1-1 1,1 0-1,-1 0 0,1 1 0,-1-1 0,-1 1 0,1 0 1,0-1-1,-1 1 0,0 0 0,0 0 0,0 0 0,0 0 1,-1 0-1,1 0 0,-1 0 0,0 1 0,0-1 0,-1 0 1,1 0-1,-1 0 0,0 0 0,0 0 0,0 0 0,0-1 1,-1 1-1,0 0 0,0 0 0,0-1 0,0 1 0,-5 5 0,-3 3 91,0-1 0,-1 0-1,0-1 1,0 0 0,-1-1-1,-1 0 1,1-1 0,-22 10-1,21-13-2094,29-17-9047,-4 7 10184,8 0-641,1 0 618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1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10 149 60,'-5'-75'3134,"2"38"1858,2 1 3913,10 134-7328,-10-36-1702,5 119-95,-1-152-809,1-1 0,10 33 1,-13-56 423,1 0 0,-1-1-1,1 1 1,0-1 0,1 1 0,-1-1 0,1 0 0,0 0 0,0 0 0,4 4 0,-5-6 325,-1-1 0,1 0-1,-1 0 1,1 1 0,0-1 0,-1 0 0,1 0 0,0-1 0,0 1 0,0 0 0,0-1 0,0 1-1,0-1 1,0 1 0,0-1 0,0 0 0,0 0 0,0 0 0,0 0 0,0 0 0,0 0 0,0-1-1,-1 1 1,1-1 0,0 1 0,3-2 0,8-6-490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1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77 8,'-15'-5'277,"12"5"26,-1-1 1,1 1-1,-1-1 0,1 0 1,-1-1-1,1 1 1,-1 0-1,1-1 0,0 0 1,0 0-1,0 0 1,-5-4-1,9 5-216,-1 1 0,0-1 0,1 0 0,-1 1 0,0-1 0,1 0 1,-1 1-1,1-1 0,-1 1 0,1-1 0,-1 1 0,1-1 0,-1 1 0,1-1 0,-1 1 0,1-1 0,0 1 0,-1 0 0,1-1 0,0 1 0,0 0 0,-1 0 1,1-1-1,0 1 0,-1 0 0,3 0 0,27-8 470,-25 7-333,21-6 184,64-13 322,-83 19-701,0 0 0,0 1 0,0-1 0,0 1 0,0 1 0,0-1 0,0 1 0,0 1 0,0-1 0,8 4 0,-12-3-11,0 0 0,0 1 0,0-1-1,-1 1 1,1-1 0,-1 1 0,0 0 0,0 0-1,0 0 1,0 0 0,0 0 0,-1 0 0,1 1 0,-1-1-1,0 1 1,0-1 0,0 1 0,0-1 0,-1 1-1,0-1 1,1 6 0,0 11-72,-1 1 0,-3 26-1,3-44 18,-1 7-690,0 0-1,1 0 0,0 0 1,3 18-1,-2-26 520,-1 1 0,1 0 1,0-1-1,0 1 0,0-1 0,0 1 1,1-1-1,-1 0 0,0 1 0,1-1 1,0 0-1,-1 0 0,1 0 0,0 0 1,0 0-1,0-1 0,1 1 0,-1 0 0,0-1 1,0 0-1,1 1 0,4 0 0,15 4-321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2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91 44,'-2'-12'419,"-4"-20"1746,10 16 2720,1 16-2283,0 13-1396,-2 13 276,-4-24-1320,1 0 0,-1 0 0,0 1 0,0-1 0,0 0 0,-1 0-1,1 0 1,0 0 0,-1 0 0,0 0 0,1-1 0,-1 1 0,0-1 0,0 1 0,0-1 0,0 1-1,0-1 1,0 0 0,0 0 0,0 0 0,0 0 0,-1 0 0,1-1 0,-4 2 0,5-2-141,-1 0 1,1-1 0,0 1-1,-1 0 1,1 0-1,0-1 1,-1 1 0,1 0-1,0-1 1,-1 1-1,1-1 1,0 0 0,0 0-1,0 1 1,-1-1 0,1 0-1,0 0 1,0 0-1,0 0 1,1 0 0,-1 0-1,0 0 1,0 0 0,0 0-1,1-1 1,-1 1-1,1 0 1,-1-1 0,1 1-1,-1 0 1,1-1-1,0 1 1,0 0 0,-1-1-1,1 1 1,0 0 0,0-1-1,1 1 1,-1 0-1,0-1 1,0 1 0,1-2-1,9-41-1804,4 20-4626,-5 53-1632,-4-3 7009,3 6 541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3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0 169 172,'1'-22'2096,"7"3"5531,-8 18-7381,1 1 0,0 0 0,-1-1 0,1 1 0,0 0 0,-1 0 0,1-1 0,0 1 0,-1 0 0,1 0 0,0 0 0,-1 0 0,1 0-1,0 0 1,0 0 0,-1 0 0,1 0 0,0 0 0,0 0 0,-1 1 0,1-1 0,0 0 0,-1 0 0,2 1 0,17 10-831,-13-6 619,-1 0 0,-1 0 0,1 1 0,-1-1 0,1 1 0,-2 0 0,1 0 0,-1 0 0,0 1 0,0-1 0,0 1 0,-1 0 0,0 0 0,-1 0 0,1 0 0,-1 0 0,-1 0 0,1 13 0,22-81-22,-22 58-13,38-97 57,-35 92-51,0 0 1,1 0-1,0 0 0,0 0 0,0 1 0,1 0 1,0 0-1,1 1 0,11-10 0,-18 16-4,1-1-1,0 1 1,0-1 0,0 1-1,-1 0 1,1-1-1,0 1 1,0 0 0,0 0-1,0-1 1,0 1-1,0 0 1,0 0 0,-1 0-1,1 0 1,0 0-1,0 0 1,0 0 0,0 1-1,0-1 1,0 0-1,0 0 1,-1 1 0,1-1-1,0 1 1,0-1-1,1 1 1,19 25 77,3 36 192,-21-49-195,2-1-17,-2 0-1,0 1 0,0-1 1,-1 1-1,0 0 0,-1 0 1,-1 0-1,-1 13 0,3-93 69,3 50-147,0 1-1,1 0 0,0 1 0,17-29 1,-20 38 15,1 1 1,-1-1-1,1 1 0,1-1 1,-1 1-1,1 1 1,0-1-1,0 0 1,0 1-1,0 0 1,1 0-1,0 1 1,0 0-1,0 0 0,8-3 1,-11 5 5,0 1 1,1 0 0,-1-1-1,0 1 1,1 0-1,-1 1 1,0-1-1,1 1 1,-1-1-1,0 1 1,0 0-1,1 0 1,-1 0-1,0 1 1,0-1-1,0 1 1,-1 0 0,1 0-1,0 0 1,-1 0-1,1 0 1,-1 0-1,1 1 1,-1-1-1,0 1 1,0 0-1,0 0 1,-1-1-1,1 1 1,-1 0 0,3 5-1,-1 1-269,1 0 0,-1 0-1,0 0 1,2 14 0,-3 30-4388,-5-33 1722,2-16 2416,0 0 1,0 0-1,0 0 1,1 1-1,0-1 0,-1 0 1,2 0-1,-1 1 1,0-1-1,1 0 1,0 0-1,0 0 1,0 0-1,2 5 0,4-1 118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3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319 398 68,'0'-2'332,"0"-1"0,0 0-1,0 0 1,-1 1 0,1-1 0,-1 0 0,1 1 0,-1-1-1,0 0 1,0 1 0,0-1 0,-1 1 0,1-1 0,0 1-1,-1 0 1,0 0 0,1-1 0,-1 1 0,0 0 0,0 1-1,0-1 1,-4-3 0,1 3 225,0 0 1,1 0-1,-1 0 0,0 1 1,0 0-1,-1-1 1,1 2-1,0-1 0,0 1 1,0 0-1,-8 0 0,0 1 573,-1 1 0,0 0 0,-23 7 0,-23 17-50,51-20-1004,1 0 0,0 1 1,0 0-1,0 0 0,-11 15 0,16-19-75,1-1-1,0 1 1,0 0-1,0 0 1,0 0-1,0 0 0,1 0 1,-1 1-1,1-1 1,0 0-1,0 1 1,0-1-1,1 1 0,-1-1 1,1 1-1,0-1 1,0 1-1,0-1 1,0 1-1,2 5 1,-2-8-4,1 1 0,-1-1 0,1 0 1,-1 1-1,1-1 0,0 0 0,0 0 1,0 0-1,0 1 0,0-1 0,0 0 1,0 0-1,0-1 0,0 1 0,0 0 1,1 0-1,-1 0 0,0-1 0,0 1 1,1-1-1,-1 1 0,3 0 0,0-1-3,-1 0 0,1 1-1,-1-2 1,1 1-1,-1 0 1,1-1-1,-1 1 1,0-1-1,5-2 1,5-2-40,-1 0 0,0-1 0,21-14 0,-16 8 0,-13 8 25,1 1 0,-1 0 0,1-1 0,0 2 0,0-1 0,1 1 0,7-3 0,-12 4 17,1 1 1,0 0-1,0 0 0,0 0 1,-1 1-1,1-1 0,0 0 1,0 1-1,-1-1 0,1 1 1,0-1-1,-1 1 0,1 0 1,-1 0-1,1 0 0,-1 0 1,1 0-1,-1 0 0,1 0 1,-1 0-1,0 0 0,0 1 1,1-1-1,-1 0 0,0 1 1,0-1-1,-1 1 0,3 3 0,0 1-38,1 0 0,0 0 0,0 0-1,1 0 1,0-1 0,0 1-1,0-1 1,0-1 0,1 1-1,0-1 1,12 7 0,-12-9-25,0 0 1,0 0-1,0 0 1,0-1 0,1 0-1,-1-1 1,0 1-1,1-1 1,-1 0-1,0-1 1,1 1 0,-1-1-1,0-1 1,7-1-1,1-2 41,0 0-1,0 0 0,-1-2 1,0 1-1,0-2 1,-1 0-1,0 0 0,0-1 1,-1 0-1,0-1 1,0-1-1,-2 0 0,1 0 1,-1-1-1,-1 0 0,0 0 1,0-1-1,-2 0 1,9-20-1,-10 19 66,0-1 1,-1 1-1,0-1 1,-1 0-1,-1 0 1,0 0-1,-1 0 0,-1-1 1,0 1-1,-1 0 1,0 0-1,-2 0 0,0 0 1,0 0-1,-1 0 1,-1 1-1,-1 0 1,-14-27-1,20 40-33,-1-1-1,1 1 0,-1 0 1,0-1-1,0 1 1,1 0-1,-1 0 1,0-1-1,0 1 1,-1 0-1,1 0 1,0 0-1,0 0 1,0 0-1,-1 1 1,1-1-1,0 0 1,-1 0-1,1 1 1,-1-1-1,1 1 1,0-1-1,-1 1 0,1 0 1,-1 0-1,-2-1 1,1 2-3,1 0 0,0 0 0,0 0 0,0 1 0,1-1 0,-1 0 0,0 1 0,0-1 0,1 1 0,-1-1 0,1 1 0,-1 0 0,1 0 0,0 0 0,-2 3 0,-5 10 0,1 1-1,1-1 1,-8 29 0,5-10 21,1 1 1,2 1 0,1-1 0,2 1-1,1 0 1,4 43 0,-1-65-164,1 0-1,0-1 1,1 1 0,1 0-1,0-1 1,1 0 0,0 0-1,1-1 1,0 1 0,1-1-1,1 0 1,0-1 0,0 0-1,1 0 1,1-1 0,0 0-1,0 0 1,21 14-1,-12-12-2346,1 0 0,41 17-1,-51-25 1626,1 0-1,-1-1 0,1 0 1,0-1-1,0 0 1,0-1-1,0 0 1,13-1-1,-1-4-56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0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23 20,'-8'-11'97,"-2"0"2221,9 25 614,1-4-2391,-1 16 1426,0-23-1651,0 1 0,1 0 0,-1 0 0,1 0 0,0 0 0,0 0 1,1-1-1,-1 1 0,1 0 0,0 0 0,0 0 0,0-1 0,0 1 0,0 0 1,1-1-1,0 1 0,0-1 0,0 0 0,0 0 0,4 5 0,162 159 4454,-131-123-4439,-2 1 1,-1 1-1,-3 2 1,30 61-1,63 151 593,126 241 57,-216-430-1001,-26-50 114,1-1 0,1 0 0,16 22 0,-30-46-1075,0 0-1,0 0 0,-1 1 1,1-1-1,-1 1 1,0 0-1,0 1 0,0-1 1,0 1-1,0 0 0,-1 0 1,-5-1-1,-44-5-7299,20 10 6589,14 5 1229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82 124,'-5'-23'2525,"-4"-14"3131,9 36-5302,0-1 1,-1 1 0,1 0 0,-1 0 0,1-1 0,-1 1 0,0 0 0,1 0 0,-1 0 0,0 0-1,0 0 1,0 0 0,0 0 0,0 0 0,0 0 0,0 1 0,0-1 0,0 0 0,0 0 0,-2 0-1,1 1-258,1 0-1,-1 1 0,1-1 0,-1 1 0,1-1 0,-1 1 0,1-1 0,-1 1 0,1 0 0,0-1 0,-1 1 1,1 0-1,0 0 0,0 0 0,0 0 0,0 0 0,0 1 0,0-1 0,0 0 0,0 0 0,-1 3 1,-21 33-31,20-32 39,-43 87 137,3 2-1,-55 181 1,96-258-202,13-30-20,12-28-25,-4-12-118,-1 0 0,-4-1 0,13-85 0,3-8-85,-30 146 209,0 0-1,0 0 1,0 0-1,0 0 0,0 1 1,1-1-1,-1 0 1,1 0-1,-1 0 0,0 0 1,1 0-1,-1 0 1,1 1-1,0-1 0,-1 0 1,1 0-1,0 1 1,-1-1-1,1 0 0,1 0 1,-1 1-2,-1 0 1,1 0 0,0 0-1,-1 0 1,1 0 0,-1 1-1,1-1 1,0 0-1,-1 0 1,1 1 0,-1-1-1,1 0 1,-1 1 0,1-1-1,-1 0 1,1 1 0,-1-1-1,1 1 1,-1-1-1,1 1 1,-1-1 0,0 1-1,1 0 1,21 42-63,-19-36 59,98 188 409,-23-47-1034,-31-47-3399,-46-99 2528,-1-2 1351,0 0 0,0 0 0,0 0 0,0 1 0,0-1 0,0 0 0,0 0 0,0 1 0,0-1 0,0 0 0,0 0 0,0 0 0,0 1 0,0-1-1,0 0 1,0 0 0,0 0 0,0 1 0,0-1 0,0 0 0,0 0 0,0 0 0,-1 1 0,-1 0-2101,1-1 2101,-14-3-3347,-17-13 1477,8 2 1405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24 131 20,'-12'-3'240,"5"1"240,3-2 364,8 0 260,8-4 40,2 1-72,9-3-75,5-1-169,2 1-260,5-1-236,3 1-296,-1-1-464,-2 3-696,-3 0-529,1 1 17,-5 3 292,-5-2 444,3 0 432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2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823 182 8,'1'-6'198,"0"0"0,-1 1 1,0-1-1,0 0 0,0 0 0,-1 0 0,0 0 1,0 0-1,0 0 0,-1 1 0,0-1 0,0 1 1,0-1-1,-1 1 0,0 0 0,-6-10 0,3 9 94,1 1 0,-1-1-1,0 1 1,0 0 0,-1 1-1,0 0 1,1 0-1,-1 0 1,-1 1 0,1 0-1,-10-3 1,-8 0 368,-1 1 1,1 1-1,-1 1 1,0 1-1,0 2 1,-42 4-1,38-1-420,1 1 0,0 2 0,0 1-1,0 1 1,1 2 0,0 0-1,1 2 1,-36 22 0,49-26-132,0 1 0,1 1 1,0 0-1,1 1 0,0 1 0,0 0 1,1 0-1,1 1 0,0 0 0,1 1 1,1 0-1,0 1 0,1-1 0,0 2 1,1-1-1,-6 25 0,6-13 37,1 1-1,2-1 1,1 0-1,0 1 1,3 0 0,0-1-1,1 1 1,10 38-1,-9-51-125,2 1 1,0-2-1,1 1 0,0-1 0,1 0 1,0 0-1,2 0 0,-1-1 0,2-1 1,-1 0-1,2 0 0,0 0 0,0-2 1,1 1-1,0-2 0,17 11 0,-5-7-42,0-1-1,1-1 1,0-2 0,0 0-1,1-2 1,0-1 0,1-1-1,-1-1 1,1-1-1,0-1 1,0-2 0,53-6-1,-57 4-44,0-2-1,1-1 0,-1 0 1,-1-2-1,1 0 0,-1-2 1,0-1-1,-1 0 0,-1-2 1,1 0-1,-2-1 0,0-1 0,0-1 1,31-33-1,-41 38 79,-1-1-1,0 0 0,-1-1 1,0 1-1,-1-1 0,0-1 1,-1 1-1,0-1 1,-1 0-1,-1 0 0,0 0 1,2-27-1,-4 23-171,-2 0 0,0 0 0,-1 0 0,0 0 1,-2 1-1,0-1 0,-1 1 0,0 0 0,-12-22 0,4 12-729,-2 0 0,-1 1 0,-1 1 0,-1 1 0,-1 0 0,-1 1 0,-1 2 0,-1 0 0,-1 1 1,-1 1-1,-41-24 0,43 30 275,-1 1 0,-1 1 1,0 1-1,-40-10 0,-11 7 115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8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69 20,'-6'-16'460,"6"14"86,0 0 1,-1 1-1,1-1 0,-1 0 1,0 0-1,1 1 0,-1-1 1,0 0-1,0 1 1,0-1-1,0 1 0,0-1 1,-3-1-1,3 3-370,-1 0 0,1 0-1,-1 1 1,1-1 0,-1 1-1,1-1 1,0 1 0,-1 0 0,1-1-1,0 1 1,0 0 0,-1 0-1,1 0 1,0 0 0,0 0-1,0 0 1,0 0 0,0 0 0,0 0-1,1 1 1,-1-1 0,-1 3-1,-78 105 1031,70-94-1145,0 1 0,2 0 1,0 1-1,1 0 0,-7 24 0,27-59 492,8-23-440,54-180-214,-79 237 134,0 1 0,1-1-1,1 0 1,0 1 0,1 17 0,7 95 47,17-7-54,-1-14 6,-22-107-31,0 0 1,0 0-1,1 0 1,-1 0 0,0 0-1,0 0 1,0 0-1,0 0 1,0 0-1,0 0 1,-1 0 0,1 0-1,0 0 1,0 0-1,-1 0 1,1 0-1,0 0 1,-1 0 0,1 0-1,-1 0 1,0 0-1,1-1 1,-1 1-1,1 0 1,-1 0 0,0-1-1,0 1 1,1 0-1,-1-1 1,0 1 0,-2 0-1,-31 1 90,16-3-66,-34 1 13,161-11 2,-89 8-126,1-1 1,0 2 0,0 1 0,0 1 0,0 0 0,0 2 0,25 5 0,-46-8 24,0 1-1,0 0 1,0 0 0,0 0 0,0 0-1,0 0 1,0 0 0,0 0 0,0 0-1,0-1 1,0 1 0,0 0 0,0 0-1,0 0 1,0 0 0,0 0-1,0 0 1,1 0 0,-1 0 0,0 0-1,0 0 1,0 0 0,0 0 0,0-1-1,0 1 1,0 0 0,0 0 0,0 0-1,1 0 1,-1 0 0,0 0-1,0 0 1,0 0 0,0 0 0,0 0-1,0 0 1,0 0 0,1 0 0,-1 0-1,0 0 1,0 0 0,0 0 0,0 0-1,0 1 1,0-1 0,0 0 0,0 0-1,0 0 1,1 0 0,-1 0-1,0 0 1,-12-9-3675,-22-7-1382,14 12 3737,3 3 676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5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89 40,'-50'-14'1114,"33"10"84,1 0 0,0-2 0,-1 0 0,-16-9 0,33 15-1164,0 0 1,0 0-1,0 0 0,-1-1 0,1 1 1,0 0-1,0 0 0,0 0 1,0 0-1,0 0 0,-1 0 0,1-1 1,0 1-1,0 0 0,0 0 1,0 0-1,0 0 0,0-1 0,0 1 1,0 0-1,0 0 0,0 0 1,0 0-1,-1-1 0,1 1 1,0 0-1,0 0 0,0 0 0,0-1 1,0 1-1,0 0 0,1 0 1,-1 0-1,0-1 0,0 1 0,0 0 1,0 0-1,0 0 0,0 0 1,0-1-1,0 1 0,0 0 0,0 0 1,1 0-1,-1 0 0,0 0 1,0-1-1,0 1 0,0 0 0,0 0 1,1 0-1,14-9 454,20-2-370,-16 7-66,0 1 1,-1 1 0,38 0-1,-46 2-40,0 1-1,0 0 0,0 0 1,0 1-1,0 1 0,-1-1 1,1 2-1,-1-1 1,10 6-1,-17-8 2,0 0 0,0 0 0,-1 0 1,1 0-1,0 1 0,0-1 0,-1 0 0,1 1 1,-1-1-1,0 1 0,1 0 0,-1 0 0,0-1 0,0 1 1,0 0-1,0 0 0,0 0 0,0 0 0,-1 0 1,1 0-1,-1 0 0,1 0 0,-1 0 0,0 0 0,0 1 1,0-1-1,0 0 0,0 0 0,-1 0 0,1 0 1,0 0-1,-1 0 0,0 0 0,1 0 0,-1 0 0,0 0 1,0 0-1,0 0 0,0 0 0,0-1 0,-1 1 1,-1 2-1,-5 6 112,0 0-1,-1-1 1,-1 0 0,1 0 0,-18 11-1,-138 78 1985,197-109-1696,0 2 0,43-7 0,-57 12-347,1 1 0,-1 1 1,23 0-1,-37 2-3,1 0 1,-1 0-1,0 0 1,0 1-1,1 0 1,-1 0-1,0 0 1,0 0-1,0 1 1,0-1-1,0 1 1,0 0-1,-1 0 1,1 1-1,0-1 1,-1 1-1,0 0 1,0 0-1,0 0 1,4 4-1,-6-5-12,-1 0-1,1 1 1,0-1 0,0 0-1,-1 1 1,1-1-1,-1 1 1,0-1 0,0 1-1,0-1 1,0 1-1,0-1 1,0 1 0,-1-1-1,1 0 1,-1 1 0,0-1-1,0 1 1,0-1-1,0 0 1,0 0 0,0 0-1,0 1 1,-1-1-1,1 0 1,-1-1 0,0 1-1,1 0 1,-1 0-1,-2 1 1,-5 6 62,-1-1-1,1 0 1,-2-1-1,-16 10 1,7-6-103,0-2 1,0 0-1,0-2 0,-1 0 1,-42 8-1,52-14-363,0 0 0,1 0 0,-1-1 0,0 0 0,1-1 0,-14-3 0,18 3-283,-1-1 1,1 0 0,0-1-1,0 1 1,0-1 0,0 0-1,0-1 1,1 1 0,-1-1-1,1 0 1,-5-5 0,9 8 359,0 0 0,0 0 0,0 0 1,0-1-1,0 1 0,0 0 0,0-1 0,0 1 0,0-1 1,0 1-1,1-1 0,-1 1 0,1-1 0,-1 0 1,1 1-1,0-1 0,-1 1 0,1-1 0,0 0 1,0 1-1,0-1 0,0 0 0,0 1 0,1-1 0,-1 0 1,1 1-1,0-3 0,5-5-178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5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38 56,'-73'-1'4060,"2"0"5650,155 3-7102,-45 1-2687,1-2 0,-1-2-1,0-2 1,1-1 0,43-11 0,-65 6-2175,-26 3-2792,-29 2-1574,0 8 4880,16-1 1445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6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39 72,'-15'-39'7727,"23"60"-5852,2 11-149,16 49-811,-6 1-3765,-16-64 1741,-2 1 0,0 0 0,-2-1-1,0 1 1,-1 0 0,0 0 0,-6 21-1,0-8 559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8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249 161 4,'5'-11'67,"1"-6"1893,-7 17-1894,0-1 0,0 0 0,1 1 0,-1-1 0,0 0 1,0 1-1,1-1 0,-1 1 0,0 0 0,0-1 0,0 1 0,0 0 0,0-1 0,0 1 0,0 0 0,0 0 0,0 0 1,0 0-1,0 0 0,0 0 0,0 0 0,0 0 0,-1 0 0,-6 1 50,1 0 1,0 1-1,0 0 1,0 0-1,0 0 0,0 1 1,1 0-1,-1 0 0,1 1 1,-1-1-1,1 1 1,1 1-1,-11 9 0,-8 8-33,-34 43 0,55-61-68,-13 16 68,21-24 295,27-37 173,-17 14 59,-1-1 0,-1 0 0,-1-1 0,-2 0 0,-1-1 0,7-39 0,-20 116-320,3 1 1,2 0-1,2-1 0,12 60 1,2 45-237,-16-150-51,-1 0-1,0 0 1,0 0-1,0-1 0,0 1 1,0 0-1,0 0 1,-1 0-1,1 0 1,-1-1-1,1 1 1,-1 0-1,0-1 1,1 1-1,-1 0 1,0-1-1,0 1 1,0-1-1,0 1 0,-1-1 1,1 0-1,0 1 1,-1-1-1,1 0 1,-1 0-1,1 0 1,-1 0-1,1 0 1,-1 0-1,1 0 1,-1-1-1,0 1 1,-2 0-1,-8 1-7,1 0 0,0-1 0,-1-1 0,-20-1-1,23 0 16,0 1 0,0 0 0,0 0 0,0 1 0,0 0 0,-10 3 0,13-1-16,9 0-2,22-3-4,35-5 57,5-10-177,-24 4-1647,1 4-3726,-41 7 5299,-1 0 59,1 0-1,0 0 1,-1 0 0,1 0 0,0 0 0,-1 0-1,1 0 1,0 0 0,-1 0 0,1 0 0,0 0 0,-1 0-1,1 0 1,0 1 0,-1-1 0,1 0 0,-1 0 0,1 1-1,0-1 1,-1 0 0,1 1 0,-1-1 0,1 1-1,2 5-799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9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42 160,'-65'5'3750,"0"-11"6845,77 4-7400,20-6-2611,-6 2-400,105-16-71,-75 19-6117,-75 17-3481,6-5 7862,-3 1 657,-2 1 503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9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23 132,'-9'5'296,"6"-4"72,0 0 1,0 1-1,0-1 1,0 1-1,0 0 0,0 0 1,1 0-1,-1 0 1,1 0-1,-5 5 0,28-8 4060,-4 0-3225,87-20 2960,11-2-4818,-38 17-9988,-80 10 7915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13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147 176 132,'-3'-72'2220,"4"53"-666,-2 0 0,0 0 0,-4-20-1,5 39-1511,0 0-1,0 0 0,0-1 0,0 1 0,0 0 0,0-1 1,-1 1-1,1 0 0,0 0 0,0-1 0,0 1 0,0 0 1,0 0-1,0-1 0,0 1 0,-1 0 0,1 0 0,0-1 0,0 1 1,0 0-1,0 0 0,-1-1 0,1 1 0,0 0 0,0 0 1,-1 0-1,1 0 0,0 0 0,0-1 0,-1 1 0,1 0 1,0 0-1,0 0 0,-1 0 0,1 0 0,0 0 0,-1 0 0,1 0 1,0 0-1,0 0 0,-1 0 0,1 0 0,0 0 0,-1 0 1,1 0-1,-13 12 598,-7 19-417,-8 26 48,-34 94 0,61-149-268,0 1 1,0-1-1,0 0 1,1 0 0,-1 0-1,1 0 1,0 1-1,0-1 1,-1 0 0,2 0-1,-1 0 1,0 1-1,0-1 1,1 0-1,-1 0 1,1 0 0,-1 1-1,1-1 1,0 0-1,0 0 1,0 0 0,0 0-1,3 2 1,-2-1-1,1-1 1,0 0 0,0 0-1,0 0 1,0-1 0,0 1-1,0-1 1,1 0-1,-1 0 1,0 0 0,1 0-1,-1 0 1,6 0 0,9-1-11,-1 0 1,1 0 0,-1-2 0,33-7-1,-44 8-3,-1 0 0,0-1 0,1 0 0,-1 0 0,0 0 0,-1-1 0,1 0 0,0 0 0,-1 0 0,1 0 0,-1-1 0,0 1 0,7-9 0,-10 10 100,0 0 1,1 0-1,-1 0 0,0 0 1,-1 0-1,1-1 1,0 1-1,-1 0 1,1 0-1,-1-1 1,0 1-1,1 0 1,-1 0-1,0-1 0,0 1 1,-1 0-1,1-1 1,0 1-1,-1 0 1,0 0-1,1 0 1,-1-1-1,0 1 1,0 0-1,0 0 1,0 0-1,-1 0 0,1 0 1,0 1-1,-1-1 1,0 0-1,1 1 1,-1-1-1,0 1 1,-2-2-1,4 3-66,0 0 0,-1 0-1,1 1 1,-1-1 0,1 0 0,-1 0-1,1 1 1,-1-1 0,1 0 0,0 0 0,-1 1-1,1-1 1,0 1 0,-1-1 0,1 0-1,0 1 1,0-1 0,-1 1 0,1-1-1,0 1 1,0-1 0,0 0 0,0 1 0,-1-1-1,1 1 1,0-1 0,0 1 0,0-1-1,0 1 1,0-1 0,0 1 0,0-1-1,0 1 1,0-1 0,1 1 0,-1 0 0,-1 24-5,3 9 730,1 3-2608,-3 56 0,-1-83 798,0 0 0,-1 1 0,0-1 0,0 0 0,-1 0 0,0 0-1,-1-1 1,0 1 0,-1-1 0,-6 11 0,-3 1 78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19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62 613 72,'-18'1'358,"15"0"-81,1 0-1,-1-1 1,0 0-1,1 0 1,-1 0 0,1 0-1,-1 0 1,1 0-1,-1-1 1,0 1 0,1-1-1,0 1 1,-1-1 0,1 0-1,-3-2 1,14 4 303,0 0 0,1-1 1,-1-1-1,13-1 0,-6 1-174,440-58 3948,-294 32-4134,201-7 0,360-45-131,-611 62-82,499-71-206,-370 62 392,-124 16-108,123-28 0,64-6-22,-118 22-31,-140 14 384,74-20-1,-104 23 29,1-1 1,-1 0-1,-1-2 0,1 0 0,-1 0 0,-1-1 0,23-19 0,-18 19 237,-13 6-1370,-16 0-1392,-92-5-6058,0 2 4140,-60-4 1295,50 1 2007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28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66 168 96,'-1'0'102,"1"-1"0,0 0-1,-1 0 1,1 0 0,0 0 0,0 0-1,-1 0 1,1 1 0,0-1 0,0 0-1,0 0 1,0 0 0,0 0 0,0 0-1,1 0 1,-1 0 0,0 0 0,0 0-1,1 0 1,-1 1 0,0-1 0,1 0-1,-1 0 1,1 0 0,-1 1 0,1-1-1,-1 0 1,1 0 0,0 1 0,-1-1-1,1 1 1,0-1 0,0 0 0,-1 1-1,1 0 1,1-2 0,30-20 739,-10 11-472,29-16 464,-48 26-653,-1 0 1,0-1-1,1 1 0,-1-1 0,0 0 0,0 0 1,0 0-1,0 0 0,-1 0 0,1 0 0,0-1 1,-1 1-1,0 0 0,1-1 0,0-3 0,-2 4-95,0 1 0,0-1 0,-1 1 0,1-1-1,0 1 1,-1-1 0,1 1 0,-1-1-1,0 1 1,1 0 0,-1-1 0,0 1 0,0 0-1,0 0 1,0-1 0,0 1 0,0 0-1,0 0 1,0 0 0,0 0 0,-1 0 0,1 1-1,0-1 1,0 0 0,-1 1 0,1-1 0,-1 0-1,1 1 1,-1 0 0,1-1 0,-1 1-1,-1 0 1,-50-8 733,41 8-674,0 0 1,-1 2-1,1-1 0,0 1 1,-15 5-1,25-6-140,1-1 1,-1 0 0,0 1-1,0-1 1,0 1-1,1 0 1,-1 0-1,0 0 1,1 0 0,-1 0-1,0 0 1,1 0-1,-1 0 1,1 1-1,0-1 1,-1 0 0,1 1-1,0-1 1,0 1-1,0 0 1,0-1-1,0 1 1,1 0 0,-1-1-1,0 1 1,1 0-1,-1 0 1,1 0-1,0 0 1,-1 0-1,1 0 1,0-1 0,0 1-1,0 0 1,1 0-1,-1 0 1,0 0-1,1 0 1,-1 0 0,1-1-1,-1 1 1,1 0-1,1 2 1,4 6-6,0 1 0,1-2 0,0 1 1,0-1-1,1 0 0,1 0 0,-1-1 1,15 11-1,12 6-6,41 20 0,-4 0 13,-71-45 8,-1 0-1,1 1 1,0-1 0,-1 0-1,1 1 1,0-1-1,-1 1 1,1-1 0,-1 1-1,1-1 1,-1 1-1,1-1 1,-1 1 0,1-1-1,-1 1 1,1 0-1,-1-1 1,0 1 0,1 0-1,-1-1 1,0 1-1,0 0 1,0 0 0,1-1-1,-1 1 1,0 0-1,0 0 1,0-1-1,0 2 1,-1-1 7,0 0-1,0 0 0,1 0 1,-1 0-1,0 0 1,0 0-1,0 0 1,0 0-1,0 0 0,-1-1 1,1 1-1,0-1 1,0 1-1,0 0 1,-2-1-1,-56 14 347,53-13-346,-16 3-12,-1 0-156,0 0-1,0-2 1,-36 1-1,58-3-11,1 0-1,-1 0 0,0 0 1,1 0-1,-1 0 1,1 0-1,-1 0 0,1 0 1,-1 0-1,0 0 1,1 0-1,-1 0 0,1 0 1,-1 0-1,1-1 1,-1 1-1,1 0 0,-1 0 1,1-1-1,-1 1 1,1 0-1,-1-1 0,1 1 1,-1 0-1,1-1 1,0 1-1,-1-1 0,1 1 1,0 0-1,-1-1 1,1 1-1,0-1 0,-1 1 1,1-1-1,0 1 0,0-1 1,0 0-1,0 1 1,-1-1-1,1 1 0,0-2 1,7-9-5122,0 3 4517,4-2-185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2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17 80,'-36'-3'1476,"28"2"-163,-1 0-1,1 0 1,-1 1-1,0 0 1,-9 2 0,17-2-1274,1 0 1,0 0 0,0 0 0,0 0 0,0 0 0,-1 0 0,1 0 0,0 0-1,0 0 1,0 0 0,0 0 0,0 0 0,-1 0 0,1 0 0,0 0 0,0 0 0,0 1-1,0-1 1,-1 0 0,1 0 0,0 0 0,0 0 0,0 0 0,0 0 0,0 0-1,0 0 1,0 1 0,-1-1 0,1 0 0,0 0 0,0 0 0,0 0 0,0 0-1,0 1 1,0-1 0,0 0 0,0 0 0,0 0 0,0 0 0,0 0 0,0 1 0,0-1-1,0 0 1,0 0 0,0 0 0,0 0 0,0 1 0,0-1 0,0 0 0,0 0-1,0 0 1,0 0 0,0 1 0,11 7 679,19 3-235,-9-10-368,0 0 0,0-2 0,1-1 0,-1 0 0,29-8 0,-12 3-3392,0 2-3918,-23-2 4635,-10 1 2116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2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86 132,'-5'-44'4270,"1"2"5498,27 86-6866,-7 2-2626,17 82 1,-11-34-3647,4-5-9747,-25-81 12239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31 140 48,'-5'-8'554,"0"0"1,1-1-1,0 0 1,1 0-1,0 0 1,-3-17-1,5 24-446,1-1 0,0 1 0,0 0 0,0 0 0,1 0 0,-1-1 0,0 1 0,1 0 0,-1 0 0,1 0 0,0 0 0,0 0 0,0 0 0,0 0 0,0 0 0,0 0 0,0 0 1,1 1-1,-1-1 0,1 0 0,-1 1 0,1-1 0,0 1 0,-1-1 0,1 1 0,0 0 0,0 0 0,0 0 0,0 0 0,0 0 0,0 0 0,0 1 0,0-1 0,4 0 0,3 0-48,0 0 0,1 0-1,-1 0 1,0 1 0,0 1 0,0 0 0,0 0 0,0 0-1,0 1 1,0 1 0,0 0 0,8 4 0,-14-7-16,0 1 1,0 1 0,0-1-1,-1 0 1,1 1 0,0-1 0,-1 1-1,1 0 1,-1 0 0,0 0-1,0 0 1,0 0 0,0 1 0,0-1-1,0 0 1,0 1 0,-1 0-1,1-1 1,-1 1 0,0 0 0,0 0-1,0-1 1,0 1 0,0 0 0,-1 0-1,1 0 1,-1 0 0,0 0-1,0 0 1,0 1 0,0-1 0,0 0-1,-1 0 1,0 0 0,1 0-1,-1-1 1,0 1 0,0 0 0,-3 4-1,-3 5 286,0-1 1,-1 1-1,-1-2 0,0 1 0,-1-1 1,0 0-1,-15 11 0,-27 28 1133,52-49-1445,-1 0 0,1 1 0,-1-1-1,1 1 1,-1-1 0,1 1 0,0-1 0,-1 1-1,1-1 1,-1 1 0,1 0 0,0-1 0,0 1-1,-1-1 1,1 1 0,0 0 0,0-1-1,0 1 1,0 0 0,0-1 0,0 1 0,0 0-1,0-1 1,0 1 0,0 0 0,0-1-1,0 1 1,0 0 0,0-1 0,1 1 0,-1 0-1,22 10 200,42-7-177,-54-4 14,-6 0-39,97 9 137,-93-8-14,0 1 0,0 0 0,-1 0 0,1 0 0,-1 1 0,1 1 0,-1-1 0,0 1 0,0 0 0,9 8 0,-15-11-61,0 0-1,1 0 1,-1 0-1,0 0 1,0 0 0,0 1-1,-1-1 1,1 0-1,0 0 1,0 1-1,-1-1 1,1 0 0,0 1-1,-1-1 1,0 1-1,1-1 1,-1 1-1,0-1 1,0 1 0,1-1-1,-1 1 1,0-1-1,-1 4 1,0-3 6,0 1 0,0-1 0,0 1 0,-1-1 0,1 0 0,-1 1 0,1-1 0,-1 0 0,0 0 0,0 0 0,0 0 0,-3 2 0,-7 5 106,-1 0 1,-1-2-1,-23 12 1,30-16-160,-17 8-91,-1-1 1,-33 9-1,52-17-389,-1 0 0,0 0 0,0-1 0,0 0 0,-1-1 0,1 0-1,0 0 1,0 0 0,0-1 0,0 0 0,0 0 0,0-1 0,-11-3 0,17 4 63,-1 0 1,1 0-1,-1 1 1,1-1-1,-1-1 1,1 1-1,-1 0 1,1 0-1,0 0 1,0-1-1,0 1 0,-1-1 1,1 1-1,1-1 1,-1 1-1,0-1 1,0 1-1,0-1 1,1 0-1,-1 1 1,1-1-1,0 0 0,-1 0 1,1 1-1,0-1 1,0 0-1,0-2 1,11-29-2301,2 13 2097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5 132,'-42'3'2015,"-18"4"7121,71-3-6127,27 7-2245,21-7-888,1-2-1,0-3 1,115-17 0,-162 16 20,-4-1-5851,-27-6-2061,8 7 7548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40,'4'-28'1556,"0"9"5359,4 40-3105,-2 9-3432,-2 0 1,-1 0-1,-1 0 0,-2 1 0,-4 31 1,2-23 42,1 1 0,7 50-1,-3-83-421,2-14-2,3-20-4,-7 26 7,11-58-14,7-66-1,-16 84-16,3 0-1,1 1 0,2 0 0,25-67 1,-34 106 31,0 0 0,0 1 0,1-1 1,-1 0-1,0 0 0,0 0 0,1 0 1,-1 1-1,0-1 0,1 0 0,-1 0 1,1 1-1,-1-1 0,1 0 0,-1 1 0,1-1 1,-1 0-1,1 1 0,0-1 0,-1 1 1,1-1-1,0 1 0,-1 0 0,1-1 0,0 1 1,0-1-1,0 1 0,-1 0 0,1 0 1,0 0-1,0-1 0,0 1 0,0 0 1,-1 0-1,1 0 0,0 0 0,0 0 0,0 0 1,0 1-1,-1-1 0,1 0 0,0 0 1,0 1-1,0-1 0,-1 0 0,1 1 1,0-1-1,0 1 0,-1-1 0,1 1 0,0-1 1,-1 1-1,1-1 0,-1 1 0,1 0 1,-1-1-1,1 1 0,-1 0 0,1-1 0,-1 1 1,1 0-1,-1 1 0,7 9 35,0 1 0,-2 0 0,6 15 0,-6-17 5,57 164 798,-44-114-1163,45 97-1,-62-156 611,3 7-655,-1 1-5971,-15-11-2002,1-5 7380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77 118 212,'-23'-4'508,"2"-2"468,4 2 496,6-3 172,6-1-15,5 2-113,12-3-312,6 3-428,8-5-332,9 3-232,2-2-448,3-3-972,-1 5-964,1-1-149,-3 5 297,-2 0 540,-4 4 644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2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73 172,'-8'-19'1997,"-6"-24"6398,14 43-8291,0 0 0,-1-1-1,1 1 1,1-1 0,-1 1 0,0-1 0,0 1 0,0 0 0,0-1-1,0 1 1,0-1 0,0 1 0,0-1 0,1 1 0,-1 0 0,0-1 0,0 1-1,1 0 1,-1-1 0,0 1 0,1 0 0,-1-1 0,0 1 0,1 0 0,-1 0-1,0-1 1,1 1 0,-1 0 0,0 0 0,1-1 0,24 6 300,-24-5-362,0 0 0,0 0 1,0 0-1,0 1 0,0-1 0,0 0 1,0 1-1,-1-1 0,1 1 0,0-1 1,0 1-1,0-1 0,-1 1 0,1 0 1,0-1-1,-1 1 0,1 0 0,-1 0 1,1-1-1,0 1 0,-1 0 0,0 0 1,1 0-1,-1 0 0,0 0 0,1-1 1,-1 1-1,0 2 0,0-2 12,-1 0 1,1 1-1,-1-1 0,1 1 0,-1-1 1,0 0-1,0 0 0,0 1 0,0-1 0,0 0 1,0 0-1,0 0 0,0 0 0,0 0 1,-2 1-1,-5 3 56,1-1 0,-1 1 0,1-2-1,-1 1 1,-9 2 0,14-6-103,0 1 0,-1-1 0,1 0 0,0 1 0,-1-2 0,1 1 0,-1 0 0,1-1 0,0 1 0,-6-3 0,8 3-38,1 0-1,-1 0 1,1-1-1,-1 1 0,1 0 1,-1 0-1,1-1 1,-1 1-1,1 0 1,-1-1-1,1 1 0,-1-1 1,1 1-1,0 0 1,-1-1-1,1 1 1,0-1-1,-1 1 0,1-1 1,0 1-1,0-1 1,-1 1-1,1-1 1,0 0-1,0 0 0,0 0-115,1 0-1,-1 0 1,0-1-1,1 1 1,-1 0-1,1 0 1,0 0-1,-1 0 1,1 0-1,0 0 1,-1 0-1,1 0 1,0 0-1,0 0 1,0 1-1,0-1 1,2-1-1,-2 1-170,0 0-1,0 1 1,1-1-1,-1 0 1,0 0-1,1 1 0,-1-1 1,1 1-1,-1 0 1,0-1-1,1 1 1,-1 0-1,1 0 1,-1 0-1,1 0 1,-1 0-1,1 0 0,-1 0 1,1 0-1,-1 1 1,1-1-1,-1 0 1,1 1-1,-1-1 1,0 1-1,1 0 1,-1 0-1,0-1 1,1 1-1,-1 0 0,0 0 1,0 0-1,0 0 1,0 0-1,0 0 1,0 1-1,0-1 1,1 2-1,3 11-543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75 148,'15'-4'3005,"27"-7"6292,-42 11-9211,1 0 1,-1 0-1,1 0 0,0 0 0,-1 0 0,1 0 0,-1 0 1,1 0-1,0 0 0,-1 1 0,1-1 0,-1 0 0,1 0 1,-1 1-1,1-1 0,-1 0 0,1 0 0,-1 1 0,1-1 1,-1 1-1,1-1 0,-1 0 0,1 1 0,-1-1 0,0 1 1,1-1-1,-1 1 0,0-1 0,1 1 0,-1-1 0,0 1 1,0-1-1,1 1 0,-1 0 0,0-1 0,0 1 0,0-1 1,0 1-1,0 0 0,0-1 0,0 1 0,0-1 0,0 1 0,0 0 1,0-1-1,0 1 0,-1-1 0,1 1 0,0-1 0,0 1 1,-1 0-1,1-1 0,0 1 0,-1-1 0,1 1 0,-1 0 1,1 0-41,0 0 1,-1 0 0,1 0 0,-1 0 0,1 0 0,-1 0 0,0 0 0,1 0 0,-1-1 0,0 1-1,0 0 1,1 0 0,-1 0 0,0-1 0,0 1 0,0 0 0,0-1 0,0 1 0,0-1 0,0 1-1,0-1 1,0 0 0,0 1 0,0-1 0,-1 0 0,1 0 0,0 1 0,0-1 0,0 0 0,0 0-1,0 0 1,0-1 0,-1 1 0,1 0 0,0 0 0,0-1 0,0 1 0,0 0 0,0-1 0,0 1-1,0-1 1,0 0 0,0 1 0,0-1 0,0 0 0,-1-1 0,-1 0-33,0 0 1,1 0-1,-1 0 1,0-1-1,1 1 0,-1-1 1,1 0-1,0 0 1,0 0-1,0 0 1,0 0-1,1 0 1,-1-1-1,0-2 0,0-25-255,6 13-3281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3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42 198 52,'-5'-57'3007,"3"50"-2450,0-1 1,1 1-1,0-1 1,1 1 0,-1-1-1,2 0 1,-1 1 0,1-1-1,0 1 1,0-1 0,1 1-1,0-1 1,0 1-1,5-9 1,-6 15-462,-1 0-1,1 1 1,-1-1 0,1 0-1,0 1 1,-1-1 0,0 0-1,1 0 1,-1 1 0,1-1-1,-1 0 1,0 0 0,0 0-1,1 0 1,-1 1 0,0-1-1,0 0 1,0 0 0,0 0-1,0 0 1,0 0 0,-1-1-1,1 3-33,-1 0-1,0 0 1,0 0-1,1 0 1,-1 0-1,0 0 1,1 0-1,-1 0 1,1 0-1,-1 0 1,1 0 0,0 0-1,-1 1 1,1-1-1,0 0 1,0 0-1,0 3 1,-19 87 539,-4 32-345,22-110-238,0 0 0,0 1 0,1-1 0,1 0 0,1 0 0,5 27 0,-5-36-13,0 0 0,0 0 1,1 0-1,-1 0 0,1 0 0,0-1 0,0 1 1,0-1-1,1 0 0,-1 0 0,1 0 0,-1 0 1,1 0-1,0-1 0,0 0 0,0 0 0,1 0 0,-1 0 1,0-1-1,1 1 0,-1-1 0,1 0 0,0 0 1,-1-1-1,1 0 0,8 0 0,-5 1-3,0-1-1,1-1 1,-1 1 0,1-1-1,-1-1 1,0 0-1,0 0 1,0 0 0,0-1-1,0 0 1,0-1-1,-1 1 1,1-2 0,9-6-1,-14 7 6,1 0 0,-1 0 0,0 0 0,-1-1 0,1 1 0,-1-1 0,1 1 0,-2-1 0,1 0-1,0 0 1,-1 0 0,0 0 0,0 0 0,0 0 0,-1 0 0,0 0 0,0 0 0,-1-6 0,0-4 470,-1 0 0,0 0 0,-1 1 0,-10-28 0,10 44 295,1 17-598,0 21-179,0 56-234,-2 0-4274,-2 144-9076,8-197 12734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21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38 184,'-91'9'4130,"53"-5"-320,31-3-1917,11-1-180,24-2-1691,0-1 0,1-1 1,-2-2-1,1 0 0,51-21 1,-79 27-20,0 0 1,0 0 0,0 0 0,0 0-1,0 0 1,0 0 0,-1 0 0,1 0-1,0 0 1,0 0 0,0 0-1,0 0 1,0 0 0,0 0 0,0 0-1,0 0 1,0 0 0,0 0 0,-1 0-1,1 0 1,0 0 0,0 0-1,0-1 1,0 1 0,0 0 0,0 0-1,0 0 1,0 0 0,0 0 0,0 0-1,0 0 1,0 0 0,0 0-1,0 0 1,0-1 0,0 1 0,0 0-1,0 0 1,0 0 0,0 0-1,0 0 1,0 0 0,0 0 0,0 0-1,0 0 1,0-1 0,0 1 0,0 0-1,0 0 1,0 0 0,-19 0 134,-25 3 72,19 2-95,-197 40 1125,222-45-1237,-1 0 1,1 0-1,0 0 1,-1 0-1,1 0 1,-1 0-1,1 0 1,0 0-1,-1 0 1,1 0-1,0 0 1,-1 0-1,1 0 1,0 0 0,-1 0-1,1 0 1,0 0-1,-1 1 1,1-1-1,0 0 1,-1 0-1,1 0 1,0 1-1,-1-1 1,1 0-1,0 0 1,0 0-1,-1 1 1,1-1 0,0 0-1,0 1 1,0-1-1,-1 0 1,1 1-1,0-1 1,0 0-1,0 1 1,0-1-1,0 0 1,0 1-1,0-1 1,0 0-1,0 1 1,-1-1-1,2 1 1,18 7 23,35-2-44,78-6 13,-307 11 595,253-7-555,-26-8-8,74-15 0,-148 16 152,19 2-184,-1 0-1,1 0 1,-1 0-1,1 0 1,-1 1 0,0 0-1,1 0 1,-1 0 0,0 0-1,1 1 1,-1-1 0,-6 3-1,66-1-165,13-6 122,-201-3-13956,113 7 13515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21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7 40,'-54'8'2712,"-73"1"1,240-3-2333,589-21-434,-691 14 49,-11-4 48,-19-2-231,1 6-828,-1 1 0,0 0 0,0 1 0,-20 4 0,5 1 563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23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35 126 28,'-30'-6'6379,"295"-76"-6264,-177 51-94,-70 25-2,-37 12 15,-37 12 12,-86 28-52,30-12-2,107-32 208,0-1 0,-1 0 1,1 0-1,-1 0 0,1-1 0,-9 1 0,13-1-73,48 0 290,-31 1-385,0 1 1,-1 1-1,1 1 1,0 0-1,-1 1 1,0 0-1,0 2 1,0-1-1,-1 2 1,16 11-1,-7-6 2,1 0 1,34 12-1,-48-22 13,23 4 871,-68-36 549,4 12-1352,-2 1 1,-55-18-1,82 30-1283,16 3-2949,16 2-1776,-23 1 5312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4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1035 156 4,'-17'-18'819,"-2"2"1,0 0-1,0 2 0,-1 0 1,-1 1-1,0 1 0,-42-17 0,49 23-414,0 2 0,-1 0 0,1 1 0,-1 0 0,0 1 0,0 1 0,0 0 0,0 1 0,0 1 0,0 0-1,1 1 1,-1 1 0,-28 8 0,-2 5-207,2 3-1,0 1 1,2 2-1,0 2 1,1 2-1,-56 48 1,70-52-175,2 1 0,1 1 1,0 1-1,2 1 0,1 1 1,2 1-1,0 1 1,2 0-1,1 1 0,-11 32 1,20-46-22,2 1 0,0-1 0,1 1 0,0 0 1,1 0-1,1 0 0,1 0 0,1 0 0,0 0 0,1 0 1,1 0-1,0 0 0,1 0 0,1-1 0,9 21 1,-4-17-22,1 0 0,0 0 0,2-1 0,0-1 0,1 0 0,1-1 1,0-1-1,2 0 0,0-1 0,0-1 0,22 14 0,-5-8-151,0-1 1,2-2-1,-1-1 0,2-2 0,0-2 0,1-1 0,0-2 1,0-1-1,1-2 0,0-2 0,39-1 0,-43-3 52,0-1 0,0-2-1,0-1 1,-1-2 0,0-1-1,0-2 1,-1-2 0,0 0-1,-1-2 1,0-2 0,-1-1-1,46-31 1,-59 33 157,-1 0 1,0-2 0,-1 0-1,-1-1 1,0 0-1,-2-1 1,0-1-1,0 0 1,-2 0-1,-1-1 1,0-1-1,-1 0 1,-2 0-1,0-1 1,-1 0-1,3-26 1,-5 20 101,-2 1-1,-1-1 1,-2 0-1,0 0 1,-2 1-1,-1-1 1,-1 1 0,-1 0-1,-2 0 1,0 1-1,-2 0 1,-24-45-1,24 52-41,-1 0-1,-1 1 0,-1 1 1,0 0-1,-1 0 0,-1 2 0,-24-21 1,30 29-312,-1 1 0,1 0 0,-1 0 0,0 1 0,0 1 0,-18-6 0,18 7-381,0 1-1,0 0 0,-1 1 1,1 0-1,0 1 0,0 0 0,0 1 1,-12 1-1,2 2-238,0 1-1,1 1 1,0 0 0,0 2-1,0 0 1,-26 16 0,-9 10 192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0:5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30 120,'0'-1'71,"0"0"0,0 0 0,1 0 1,-1 0-1,0 0 0,0 0 0,0 0 0,0 1 0,0-1 0,-1 0 0,1 0 1,0 0-1,0 0 0,-1 0 0,1 0 0,0 0 0,-1 0 0,1 1 0,-1-1 1,1 0-1,-1 0 0,1 1 0,-1-1 0,0 0 0,1 1 0,-1-1 0,0 0 1,1 1-1,-1-1 0,0 1 0,0-1 0,0 1 0,1 0 0,-1-1 0,0 1 1,0 0-1,0-1 0,0 1 0,0 0 0,0 0 0,0 0 0,0 0 0,0 0 1,-1 0-1,-53-2 2868,45 3-2260,-11-1 147,0 2 0,0 0 1,0 2-1,-32 9 0,43-11-711,0 2-1,0-1 0,1 1 1,-1 1-1,1 0 1,0 0-1,1 1 0,-1 0 1,1 0-1,0 1 1,-8 9-1,14-13-107,0 0 0,0 1 0,0-1 0,1 1 0,-1 0-1,1-1 1,0 1 0,0 0 0,0 0 0,1 0 0,-1 0 0,1 0 0,0 0 0,0 0-1,0-1 1,1 1 0,-1 0 0,1 0 0,0 0 0,0 0 0,0-1 0,1 1 0,-1 0-1,1-1 1,0 1 0,0-1 0,3 5 0,9 11-14,0-1 0,0 0 1,26 24-1,-23-25-10,63 56-49,-52-50 108,45 51 0,-72-74-4,-1 1-1,1-1 0,-1 0 0,0 1 0,1-1 0,-1 1 0,0-1 0,1 1 0,-1-1 1,0 1-1,0-1 0,1 1 0,-1 0 0,0-1 0,0 1 0,0-1 0,0 1 0,0-1 1,0 1-1,0 0 0,0-1 0,0 1 0,0-1 0,0 1 0,0-1 0,0 1 0,0 0 0,-1-1 1,1 1-1,0-1 0,0 1 0,-1-1 0,1 1 0,0-1 0,-1 1 0,1-1 0,0 0 1,-2 1-1,-27 13 979,-50-3-94,71-10-892,-15 1-39,0-2 1,1 0-1,-27-3 0,31 0-1267,0 0-1,0-2 1,0 0 0,0-1-1,1-1 1,0 0 0,0-1-1,1-1 1,0-1-1,1 0 1,-28-24 0,18 12 657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0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65 119 32,'-19'-72'3833,"3"25"4912,18 60-8017,-1 0 0,0 0 0,-1 1-1,0-1 1,-1 0 0,-3 14-1,0 15-84,-7 113 204,3-87-1024,4 1 0,2 0 0,4 0 0,10 73-1,-11-139-108,-1 0-1,1 0 0,-1 0 0,1 0 0,0 0 0,1 0 1,-1 0-1,0 0 0,1 0 0,0 0 0,-1-1 0,1 1 1,0-1-1,3 4 0,-4-6 114,-1 0 0,1 1 0,-1-1 0,1 0 0,0 0 0,-1 1 0,1-1 0,-1 0 0,1 0 0,0 0 0,-1 0 0,1 0 0,0 0 0,-1 0 0,1 0 0,0 0-1,-1 0 1,1 0 0,-1 0 0,1 0 0,0-1 0,-1 1 0,1 0 0,-1 0 0,1-1 0,0 0 0,1 0-217,0-1-1,0 0 0,0 0 0,-1 0 0,1 0 1,-1 0-1,1 0 0,-1 0 0,0 0 1,2-4-1,1-5-363,0-1 0,0 0 1,-2-1-1,1 1 0,1-25 0,-2-6 309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132 187 128,'-4'-7'307,"0"1"0,0-1 1,0 1-1,0 0 0,-1 1 0,0-1 0,-1 1 1,-6-6-1,-51-28 6611,46 30-4632,17 9-2242,0 0 0,0 0 0,0 0 0,0 0 0,-1 0-1,1 0 1,0 0 0,0 0 0,0 0 0,0-1 0,-1 1 0,1 0 0,0 0-1,0 0 1,0 0 0,0 0 0,0 0 0,-1 0 0,1 0 0,0-1 0,0 1 0,0 0-1,0 0 1,0 0 0,0 0 0,0 0 0,0-1 0,0 1 0,0 0 0,0 0-1,-1 0 1,1 0 0,0-1 0,0 1 0,0 0 0,0 0 0,0 0 0,0 0 0,0-1-1,1 1 1,-1 0 0,0 0 0,0 0 0,0 0 0,0-1 0,0 1 0,0 0 0,0 0-1,0 0 1,0 0 0,0-1 0,0 1 0,1 0 0,13-5 843,30-1-917,-32 4 275,120-24-95,-46 7-1763,-1 7-3866,-83 11 5224,0 1-1,0-1 0,-1 1 0,1 0 0,0 0 0,0 0 0,0 0 0,-1 0 1,1 0-1,0 1 0,0-1 0,-1 0 0,1 1 0,0 0 0,0-1 0,-1 1 1,1 0-1,-1 0 0,1 0 0,-1 0 0,1 0 0,-1 0 0,1 0 1,-1 0-1,0 1 0,0-1 0,0 0 0,0 1 0,0-1 0,2 4 0,0 6-315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1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0 116,'-33'18'1801,"-1"-2"3892,35-12-2367,11 0-2244,15 2-485,-1-5-881,1-1 0,-1 0 0,49-9 0,25-11-10468,-92 19 10097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2 190 84,'-1'-7'520,"1"0"0,-1 0 1,1 0-1,0 0 0,1 0 0,0 0 0,0 0 1,0 0-1,1 0 0,0 0 0,0 1 0,5-11 0,-1 5 639,1-1 1,0 1-1,1 0 0,0 1 0,13-14 0,-20 25-1099,-1-1 0,0 1 0,1 0 0,-1-1 1,0 1-1,1 0 0,-1-1 0,0 1 0,1 0 0,-1 0 1,1-1-1,-1 1 0,1 0 0,-1 0 0,1 0 1,-1 0-1,1 0 0,-1 0 0,0-1 0,1 1 0,-1 0 1,1 0-1,-1 1 0,1-1 0,-1 0 0,1 0 1,-1 0-1,1 0 0,-1 0 0,1 0 0,-1 1 0,1-1 1,14 16 852,5 30-263,-18-41-463,15 36 80,-3 1-1,-1 0 1,-2 1 0,10 85-1,-20-127-242,-1 0-1,0 1 1,0-1-1,0 0 0,0 1 1,0-1-1,0 0 1,0 1-1,0-1 0,-1 1 1,1-1-1,-1 0 0,1 0 1,-1 1-1,1-1 1,-1 0-1,0 0 0,1 0 1,-3 2-1,3-3-6,-1 0-1,0 0 0,0-1 0,1 1 1,-1 0-1,0-1 0,0 1 1,1-1-1,-1 1 0,1-1 1,-1 1-1,0-1 0,1 0 0,-1 1 1,1-1-1,-1 1 0,1-1 1,0 0-1,-1 0 0,1 1 1,0-1-1,-1 0 0,1 0 0,0 1 1,0-1-1,0 0 0,-1 0 1,1 0-1,0 1 0,0-1 1,0 0-1,1 0 0,-1-1 0,-3-19-58,2-1-1,0 0 0,1 0 1,1 1-1,1-1 0,2 1 0,7-32 1,-5 30-1977,1 1 1,1 0-1,19-37 0,-25 56 1558,-1 1-1,1-1 1,-1 1-1,1 0 1,0-1-1,0 1 1,0 0-1,0 0 1,0 0-1,0 0 1,1 1-1,-1-1 1,5-2-1,-5 4 314,-1 0 0,1-1-1,-1 1 1,1 0 0,-1 0 0,0 0 0,1 0-1,-1 0 1,1 0 0,-1 0 0,1 1-1,-1-1 1,1 0 0,-1 1 0,0-1 0,1 1-1,-1 0 1,0-1 0,0 1 0,1 0 0,-1 0-1,0 0 1,0 0 0,0 0 0,0 0 0,0 0-1,0 0 1,0 0 0,1 2 0,14 22-389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88,'7'-61'3056,"-4"37"7141,12 77-9237,-8-30-963,-1 0 0,4 32 0,-9-45-1536,0-1 0,-1 1 0,-1-1 1,0 1-1,-2 12 0,5-33-3220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2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8 153 148,'-2'-9'425,"0"0"1,1 0-1,0 0 0,0 0 0,1-1 1,1-8-1,-1 16-280,0 0-1,1 0 1,-1 0 0,0 0 0,1 0 0,0 1-1,-1-1 1,1 0 0,0 1 0,0-1 0,0 0-1,0 1 1,0-1 0,0 1 0,1-1 0,-1 1-1,0 0 1,1 0 0,-1 0 0,1-1 0,0 1-1,-1 0 1,1 1 0,0-1 0,-1 0 0,1 0-1,0 1 1,0-1 0,0 1 0,-1 0 0,1-1-1,0 1 1,0 0 0,3 0 0,-11 6 4711,5-6-4873,0 0 0,0 0 0,1 1 0,-1-1 0,0 0 0,1 0 0,-1 0 0,0 0 0,0 1 0,1-1 0,-1 0 0,0-1 0,0 1 0,1 0 0,-1 0 0,0 0 0,1 0 1,-1-1-1,0 1 0,0 0 0,1 0 0,-1-1 0,0 1 0,1-1 0,-1 1 0,1 0 0,-1-1 0,1 1 0,-1-1 0,1 0 0,-1 1 0,1-1 0,-1 1 0,1-1 0,0 0 0,-1 1 0,1-1 0,0 0 0,-1 1 0,1-2 0,-2-21-4183,3 13 854,4 22-1453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3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10 237 172,'-1'-1'305,"0"1"1,1-1-1,-1 0 1,0 1-1,1-1 0,-1 0 1,0 0-1,1 0 1,-1 1-1,1-1 1,-1 0-1,1 0 0,0 0 1,-1 0-1,1 0 1,0 0-1,0 0 0,-1 0 1,1 0-1,0 0 1,0 0-1,0 0 0,0 0 1,0 0-1,1 0 1,-1 0-1,0 1 0,0-1 1,1 0-1,-1 0 1,0 0-1,1 0 1,-1 0-1,1 0 0,-1 0 1,1 1-1,-1-1 1,1 0-1,0 0 0,0 1 1,-1-1-1,1 0 1,0 1-1,0-1 0,-1 1 1,1-1-1,0 1 1,0-1-1,0 1 0,0 0 1,0-1-1,0 1 1,1 0-1,-1 0-219,0 0 0,0 0 1,0 0-1,1 0 0,-1 0 0,0 1 0,0-1 0,0 0 0,0 0 1,0 1-1,0-1 0,0 1 0,0-1 0,0 1 0,0 0 0,-1-1 0,1 1 1,0 0-1,0-1 0,0 1 0,-1 0 0,1 0 0,0 0 0,-1 0 1,1 1-1,4 7 80,-1 0 0,0 1 1,0-1-1,-1 1 0,0-1 0,-1 1 1,0 0-1,-1 0 0,0 0 0,-1 10 1,1-11-145,-1 0 0,-1-1 0,0 1 0,0-1 0,0 1 1,-1-1-1,0 0 0,-1 0 0,0 1 0,0-2 0,-9 16 1,12-23-23,0 0 0,0 0 0,0 0 0,0 0 0,0 1 0,0-1 0,0 0 0,0 0 0,0 0 0,0 0 0,-1 0 0,1 0 0,0 0 0,0 0 0,0 0 0,0 1 0,0-1 0,0 0 0,0 0 0,0 0 0,0 0 0,0 0-1,0 0 1,-1 0 0,1 0 0,0 0 0,0 0 0,0 0 0,0 0 0,0 0 0,0 0 0,0 0 0,-1 0 0,1 0 0,0 0 0,0 0 0,0 0 0,0 0 0,0 0 0,0 0 0,0 0 0,0 0 0,-1 0 0,1 0 0,0 0 0,0 0 0,0 0 0,0 0 0,0 0 0,0 0 0,0-1 0,0 1 0,0 0 0,0 0 0,0 0 0,-1 0 0,1 0 0,0 0 0,0 0 0,0 0 0,0 0 0,0-1 0,0 1 0,0 0 0,0 0 0,0 0 0,-1-13-16,3-14-25,3-1-28,3 0 0,0 1 0,1 0-1,2 0 1,1 1 0,1 1 0,0 0 0,3 1-1,0 0 1,35-40 0,-49 63 53,-1-1 0,1 0 0,0 1 0,-1-1 0,1 1 0,0 0 0,0-1 0,0 1 0,0 0 0,0 0 0,0 0 0,0 0 0,0 1 0,1-1 0,-1 0 0,0 1-1,0 0 1,1 0 0,-1-1 0,0 1 0,1 0 0,-1 1 0,0-1 0,4 1 0,-3 1 3,-1-1-1,0 1 1,0-1-1,1 1 1,-1 0 0,0 0-1,0 0 1,-1 0-1,1 0 1,0 1-1,-1-1 1,1 1-1,-1-1 1,0 1-1,0-1 1,0 1-1,0 0 1,0-1-1,0 1 1,-1 3-1,4 12-8,-1-1-5,1-1 0,1 1 0,0-1 0,11 23 0,-13-34-5,0-1 0,0 1 0,0-1 0,0 1-1,1-1 1,-1 0 0,1-1 0,0 1 0,1-1-1,-1 1 1,0-1 0,1 0 0,0-1 0,0 1-1,0-1 1,0 0 0,0 0 0,9 1 0,5 0-185,0-1 0,0-1 0,0 0 1,1-2-1,-1 0 0,0-1 0,0-1 1,0-1-1,0-1 0,18-7 0,-1-1-183,-1-1-1,0-2 0,-1-2 0,36-24 0,-57 33 335,0-1 0,0 0 0,-1-1 0,18-21 0,-28 29 98,0 1 0,0-1 0,0 1 1,-1-1-1,1 0 0,-1 1 0,0-1 1,0 0-1,0 0 0,0 0 0,0 0 1,0 0-1,-1 0 0,0-4 0,0 5 27,0 0 0,-1 0 0,0 0-1,1 0 1,-1 0 0,0 0 0,0 0-1,0 1 1,0-1 0,-1 0 0,1 0-1,0 1 1,-1-1 0,1 1-1,-1-1 1,1 1 0,-1 0 0,0-1-1,1 1 1,-1 0 0,0 0 0,0 0-1,-3 0 1,-4-3 178,-1 1 1,1 1-1,-1 0 0,1 0 0,-1 1 0,0 0 1,0 0-1,0 1 0,1 1 0,-1 0 1,-13 2-1,7 0-7,0 1 0,0 0-1,1 1 1,0 1 0,0 0 0,-15 9 0,26-13-205,0 0 1,1 0-1,0 1 1,-1-1-1,1 0 0,0 1 1,0 0-1,0 0 1,1 0-1,-1 0 1,1 0-1,-1 1 0,1-1 1,0 1-1,0-1 1,1 1-1,-3 6 1,4-7-20,0 1 1,0-1 0,0 1 0,0-1 0,0 1 0,1 0 0,-1-1 0,1 0 0,0 1 0,0-1 0,1 1-1,-1-1 1,1 0 0,-1 0 0,5 6 0,7 7-26,1 0 0,0-1 0,1-1 1,1-1-1,24 17 0,-27-20 29,15 10-17,-1 2 0,-1 1 1,34 38-1,-52-51 10,-1 0 0,0 0 0,0 1-1,-1-1 1,-1 2 0,1-1-1,-2 1 1,0-1 0,0 1 0,-1 0-1,0 0 1,-1 1 0,0 13 0,-2-4 6,-1 0 0,0 0 0,-2 0 0,-1 0 0,0-1 0,-15 41 0,14-48 48,0-1 0,-1 0-1,-1 0 1,0 0 0,-1-1-1,-1 0 1,1 0-1,-2-1 1,0 0 0,0 0-1,-16 11 1,24-20-21,0 0-1,0-1 1,0 1-1,-1-1 1,1 1-1,0-1 1,-1 0-1,1 0 1,-1 0 0,1 0-1,-1-1 1,0 1-1,1-1 1,-1 0-1,0 1 1,1-1-1,-1 0 1,0 0 0,1-1-1,-5 0 1,5 0-4,-1 0 1,1-1-1,0 1 1,0-1 0,0 1-1,0-1 1,0 0-1,0 0 1,0 0-1,1 0 1,-1 0 0,1 0-1,-1 0 1,1-1-1,0 1 1,0-1-1,-1-2 1,-2-8 23,0 0 1,1 0-1,1 0 0,0-1 0,1 1 1,1-25-1,4-15-953,2 1-1,13-52 1,9 0-4379,5 5-3461,-26 81 6938,0 1-1,19-33 1,-1 17 765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4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9 334 48,'-8'-17'8307,"21"12"501,4 3-9403,0-2 892,1-1 0,-1 0 0,0-1 0,0-1 0,-1 0 0,0-2 0,-1 1 0,26-21-1,-33 23-295,0 0 0,-1-1 0,0 0 0,0-1 0,0 0 0,-1 0 0,-1 0 0,1-1 0,-1 0 0,-1 0 0,1 0 0,-2 0 0,1-1 0,-1 0 0,-1 1-1,3-21 1,-4 28 11,-1 0 0,1-1-1,-1 1 1,0 0 0,0-1-1,0 1 1,0 0 0,0-1-1,0 1 1,-1 0 0,1 0-1,-1-1 1,0 1 0,1 0-1,-1 0 1,0 0 0,0 0 0,-1 0-1,1 0 1,0 0 0,-1 0-1,1 0 1,-1 1 0,1-1-1,-1 0 1,0 1 0,0 0-1,0-1 1,0 1 0,0 0-1,0 0 1,0 0 0,0 0-1,0 0 1,0 0 0,-1 1-1,1-1 1,-4 1 0,-1 0 28,1 0-1,-1 0 1,1 1 0,0 0 0,-1 1 0,1-1 0,0 1 0,0 0 0,0 1 0,0-1 0,0 1 0,0 1 0,-5 3 0,3-1-20,0 0 1,1 1-1,0-1 1,0 2 0,0-1-1,1 1 1,0 0 0,0 0-1,1 1 1,0-1 0,1 1-1,0 0 1,0 1 0,1-1-1,0 1 1,1-1 0,0 1-1,0 0 1,0 19 0,2-20-36,1-1 0,0 1 0,0 0 0,1 0 0,0-1 1,0 1-1,1-1 0,0 0 0,1 0 0,-1 0 0,2 0 1,-1-1-1,1 1 0,0-1 0,1 0 0,-1-1 0,1 1 1,1-1-1,-1 0 0,1-1 0,0 0 0,14 8 1,-6-5-351,0-2 1,0 1 0,1-2-1,0 0 1,0-1 0,1-1 0,26 3-1,-30-5-708,1-1 1,0 0-1,-1-1 0,15-3 0,-20 2-93,-1 0 0,1 0 1,-1 0-1,0-1 0,0 0 0,0-1 0,12-7 1,-6-2-512,-5 0 784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65 204,'-143'7'3022,"1"5"4485,129-7-4997,32-1-1837,36 1-593,506-24-169,-240 1 20,434 24 142,-754-6-55,56-3-649,-57 3 530,1 0-1,-1 0 0,1 0 0,-1-1 1,1 1-1,-1 0 0,1 0 0,-1 0 1,1-1-1,-1 1 0,1 0 1,-1-1-1,1 1 0,-1 0 0,0-1 1,1 1-1,-1 0 0,1-1 0,-1 1 1,0-1-1,0 1 0,1-1 1,-1 1-1,0-1 0,0 1 0,1-1 1,-1 1-1,0-1 0,0 1 1,0-1-1,0-1-341,-1 0 1,0 1-1,0-1 1,1 0-1,-1 1 1,0-1-1,0 1 1,-1 0 0,1-1-1,0 1 1,0 0-1,-1 0 1,1-1-1,-3 0 1,3 1 233,-1 0 0,1 0 1,0 0-1,0 0 0,0 0 1,0 0-1,0-1 1,0 1-1,1 0 0,-1 0 1,0-1-1,1 1 0,-2-3 1,1-7-339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35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13 12,'-130'18'3842,"49"-11"5587,186-10-9696,177-27 0,-300 25-12238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4:4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55 48,'-19'-4'754,"-15"-6"2453,33 10-2978,0 0-1,0-1 1,0 1-1,0-1 0,1 1 1,-1-1-1,0 1 0,0-1 1,0 1-1,0-1 0,1 0 1,-1 1-1,0-1 1,1 0-1,-1 0 0,1 0 1,-1 1-1,0-1 0,1 0 1,0 0-1,-1 0 0,1 0 1,0 0-1,-1 0 1,1-1-1,3-8 408,-2 3 844,-14 3-462,-4 4-649,-1 0 0,1 2 1,-1 0-1,1 1 0,0 0 1,-27 11-1,33-11-321,0 1 1,0 1-1,0 0 0,1 0 0,0 1 0,0 0 0,1 1 1,0 0-1,0 1 0,1 0 0,-9 9 0,15-14-41,0 1-1,0-1 1,0 1-1,0 0 1,1 0-1,-1-1 1,1 1-1,0 0 1,0 0-1,1 0 1,-1 0-1,1 1 1,0-1-1,0 0 1,0 0-1,0 0 1,1 0-1,0 0 1,0 0-1,0 0 1,0 0-1,1 0 1,-1-1-1,1 1 1,0 0-1,0-1 1,0 1-1,1-1 1,4 6-1,8 8 16,0-1 0,1 0 0,1-1 0,20 14 0,-30-24-9,71 52 196,-43-34 320,-2 2-1,-1 1 1,-1 1-1,31 35 1,-60-60-430,0 0 0,0 1 0,-1-1 1,1 1-1,0-1 0,-1 1 0,0-1 0,1 1 0,-1 0 1,0 0-1,0 0 0,-1 0 0,1 0 0,-1 0 1,1 0-1,-1 0 0,0 0 0,0 0 0,0 0 0,-1 0 1,0 4-1,-1-3-9,1 0 0,-1-1-1,-1 1 1,1 0 0,0-1 0,-1 1 0,0-1 0,0 0 0,0 0 0,0 0-1,0 0 1,0-1 0,-6 4 0,-10 5 84,-1-1 0,0-1 0,0-1 0,-35 9 0,23-7-23,-1-2 1,0-1 0,-1-2 0,-52 1 0,75-6-473,1 0 1,0-1-1,0-1 0,0 0 0,0 0 0,0-1 0,0 0 1,-14-7-1,19 7-422,0 0 0,0 0 0,0-1 0,1 1 0,-1-1 0,1 0 0,0 0 0,0-1 0,0 1 0,1-1 0,-1 0 0,1 0 0,0 0 0,1-1 0,-5-10 0,7 15 435,-1-1 0,0 0 0,0 0 0,1 0-1,-1 0 1,1 0 0,0 1 0,0-1 0,0 0 0,-1 0-1,2 0 1,-1 0 0,0 0 0,0 0 0,1 0 0,-1 0-1,1 1 1,-1-1 0,1 0 0,0 0 0,0 0 0,-1 1-1,1-1 1,1 0 0,-1 1 0,0-1 0,0 1 0,3-3-1,9-1-394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118 204 24,'-33'-1'674,"-12"-1"1841,40 1-1752,1 1 0,0-1 0,0 0-1,-1 0 1,1-1 0,0 1 0,-6-4 0,10 1 2141,10 1-1896,10 0-687,6 6-194,30 3 83,89-2 0,-129-4-205,0-2 0,-1 0 1,1 0-1,-1-1 0,1-1 1,-1-1-1,0 0 0,-1-1 0,1-1 1,21-12-1,-35 18 33,1 0 1,0 0-1,0 0 1,-1 0-1,1 0 1,-1-1-1,1 1 0,-1 0 1,1-1-1,-1 1 1,0-1-1,0 0 1,0 1-1,0-1 1,0 0-1,0 1 0,0-1 1,0 0-1,-1 0 1,1 0-1,-1 0 1,1 0-1,-1 0 0,0 0 1,0 0-1,0 0 1,0 0-1,0 0 1,0 0-1,0 0 1,-1 0-1,1 0 0,-1 1 1,0-1-1,1 0 1,-1 0-1,0 0 1,0 0-1,0 1 0,0-1 1,0 1-1,-1-1 1,1 1-1,0-1 1,-1 1-1,1-1 1,-1 1-1,-1-1 0,-5-5 242,-1 1-1,1 0 0,-1 1 0,0 0 0,-1 0 1,1 1-1,-20-6 0,22 8-239,0 0-1,0 1 1,0 0-1,0 0 1,0 1-1,0-1 1,0 2-1,0-1 1,0 1 0,0 0-1,0 0 1,-7 3-1,11-2-37,0-1 1,-1 1-1,1 0 0,0 0 0,0 0 0,1 0 1,-1 1-1,0-1 0,1 1 0,-1 0 0,1-1 1,0 1-1,0 0 0,0 1 0,0-1 0,1 0 1,-1 0-1,1 1 0,0-1 0,0 1 0,0-1 1,0 1-1,1-1 0,-1 1 0,1 4 0,1 267-10,4-109-6,-6-49-29,2 119-1806,0-231 1508,4 40-2250,-5-43 2202,0 0 1,0 0-1,1-1 1,-1 1-1,1 0 1,-1-1-1,1 1 1,0-1-1,0 1 1,0-1 0,0 1-1,0-1 1,0 1-1,0-1 1,0 0-1,0 1 1,1-1-1,-1 0 1,0 0-1,3 1 1,-3-2 242,0 0 0,0 0 0,0 0 1,0 0-1,0-1 0,0 1 0,0 0 0,0 0 1,0-1-1,0 1 0,-1-1 0,1 1 0,0-1 0,0 1 1,0-1-1,-1 1 0,1-1 0,0 0 0,0 0 1,-1 1-1,1-1 0,-1 0 0,1 0 0,-1 0 0,1 1 1,-1-1-1,1 0 0,-1 0 0,0 0 0,1 0 1,-1 0-1,0 0 0,0 0 0,0 0 0,0 0 1,0-1-1,5-17-289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44 179 220,'-6'-6'-19,"-27"-27"4224,33 32-4058,-1 1 0,1-1 0,-1 0 0,1 1 0,0-1 0,-1 0 0,1 1 1,-1-1-1,1 0 0,0 0 0,0 1 0,0-1 0,-1 0 0,1 0 0,0 0 1,0 1-1,0-1 0,0 0 0,0 0 0,0 0 0,0 1 0,1-1 0,-1 0 1,0 0-1,0 1 0,1-1 0,-1 0 0,0 0 0,1 1 0,-1-1 1,0 0-1,1 1 0,-1-1 0,1 1 0,0-1 0,-1 0 0,1 1 0,-1-1 1,1 1-1,0 0 0,-1-1 0,1 1 0,0-1 0,-1 1 0,1 0 0,0 0 1,1-1-1,86-29 1657,3 7-4448,43-14-5782,-106 27 7111,-2 1 576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55 220,'1'-29'1895,"-1"27"-1494,-1 1 1,1 0 0,0 0-1,-1-1 1,1 1 0,-1 0-1,0 0 1,1-1 0,-1 1-1,0 0 1,1 0 0,-1 0 0,0 0-1,0 0 1,0 0 0,0 0-1,0 0 1,0 1 0,-1-1-1,-1-1 1,2 2-4,-1-1 1,1 1-1,-1-1 1,1 1-1,-1 0 0,1 0 1,-1 0-1,1 0 1,-1 0-1,1 0 0,-1 1 1,1-1-1,-1 0 1,1 1-1,-1-1 0,1 1 1,0-1-1,-3 2 1,-17 17-93,15-11-246,1 0-1,0 0 1,0 0 0,1 1 0,0-1 0,0 1 0,1 0 0,0 0 0,0 1 0,1-1 0,1 0-1,0 1 1,0-1 0,1 13 0,0-17-144,1 1-1,0-1 0,0 0 1,0 0-1,1 0 1,0 0-1,0 0 0,0 0 1,0 0-1,1-1 1,0 1-1,0-1 0,0 0 1,1 0-1,-1 0 1,1 0-1,0-1 0,0 1 1,0-1-1,0 0 1,1 0-1,0 0 1,-1-1-1,1 0 0,0 0 1,0 0-1,5 1 1,11 2-2100,-1-2 0,1 0 0,0-1 0,0-1 0,0-1 0,25-4 0,-13 3 949,-11-1 810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49 116 32,'-12'-25'560,"-7"-11"2116,1 15 2759,22 28-4603,-2-1 1,1 1-1,-1 0 1,0 0-1,1 9 1,-1 61 237,-2-43-966,-1-34-96,1 0 0,0 0 0,0 1 0,0-1 0,0 0 0,0 0 0,0 0 0,0 1 1,0-1-1,0 0 0,0 0 0,0 1 0,0-1 0,0 0 0,0 0 0,0 0 0,0 1 0,0-1 0,0 0 0,0 0 0,0 1 0,0-1 0,0 0 0,0 0 0,0 0 0,0 1 0,0-1 1,1 0-1,-1 0 0,0 0 0,0 1 0,0-1 0,0 0 0,1 0 0,-1 0 0,0 0 0,0 0 0,0 1 0,1-1 0,-1 0 0,0 0 0,0 0 0,0 0 0,1 0 0,-1 0 0,0 0 1,0 0-1,1 0 0,-1 0 0,0 0 0,0 0 0,0 0 0,1 0 0,-1 0 0,0 0 0,0 0 0,1 0 0,-1 0 0,15-16 751,10-22 422,-13 16-738,-2 2-219,1 0 0,15-19-1,-23 35-219,0 0-1,0 1 1,0-1-1,1 1 1,-1-1-1,1 1 1,0 0-1,0 0 1,0 1-1,1-1 1,-1 1-1,0 0 1,1 0-1,-1 0 1,8-1-1,-11 3-5,1 0 0,0 0 0,0 0 1,0 0-1,0 0 0,0 0 0,0 0 0,-1 1 0,1-1 0,0 1 0,0 0 1,-1-1-1,1 1 0,0 0 0,-1 0 0,1 0 0,0 0 0,-1 0 0,0 0 1,3 3-1,-1-1 19,0 1 0,0 0 0,0 1 0,0-1 0,-1 0 0,0 1 0,3 7 0,0 3 82,-1-1 0,-1 1 0,0 0 1,1 19-1,1 0 232,-1 5-3729,6-61-11611,-6 11 14171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54 64,'0'-10'511,"0"-19"1621,-5 14 5065,12 25-1413,5 15-4116,0-1-994,-1-6-188,42 80 732,-49-88-1118,1 0 0,-2 1-1,1 0 1,-1 0-1,-1 0 1,0 0 0,1 17-1,-4-24-54,1 0 0,0 1 1,-1-1-1,0 0 0,0 0 0,0 0 0,0 0 0,-1 0 0,0 0 0,0-1 0,0 1 1,0 0-1,0-1 0,-1 0 0,1 1 0,-1-1 0,0 0 0,-5 4 0,-5 3-420,-1-1 0,1-1 1,-25 12-1,-16 10-9309,53-30 9342,0 1-1,1-1 1,-1 1-1,0-1 1,0 1-1,1-1 1,-1 1 0,0 0-1,1 0 1,-1-1-1,1 1 1,-1 0 0,1 0-1,-1-1 1,1 1-1,-1 0 1,1 0-1,0 0 1,0 0 0,-1 0-1,1 0 1,0 0-1,0-1 1,0 1 0,0 2-1,2 3-699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32 208,'-54'-11'3813,"41"9"-1194,0 1 1,0 0-1,-1 1 0,-16 1 1,30-1-2579,0 0 1,0-1 0,0 1 0,-1 0 0,1 0-1,0 0 1,0 0 0,0 0 0,0 0 0,0 0 0,-1 0-1,1 0 1,0 0 0,0 0 0,0 0 0,0 0-1,-1 0 1,1 0 0,0 0 0,0 0 0,0 0-1,0 0 1,-1 0 0,1 0 0,0 0 0,0 0 0,0 0-1,0 0 1,0 0 0,-1 0 0,1 0 0,0 0-1,0 1 1,0-1 0,0 0 0,0 0 0,0 0 0,-1 0-1,1 0 1,0 0 0,0 1 0,0-1 0,0 0-1,0 0 1,0 0 0,0 0 0,0 1 0,0-1 0,0 0-1,0 0 1,0 0 0,0 0 0,0 0 0,0 1-1,0-1 1,0 0 0,0 0 0,0 0 0,0 0-1,0 1 1,0-1 0,14 6 626,20 2-663,2-8-396,0-2-1,0-1 0,48-11 0,-34 5-3968,0 2-4218,-48 7 8319,-10 8-5304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0 140,'-10'3'256,"-36"12"1835,44-14-1790,0-1 0,0 1 0,0 0-1,1-1 1,-1 1 0,0 0 0,1 0 0,-1 0-1,1 0 1,-1 1 0,1-1 0,0 0-1,-1 1 1,1-1 0,0 1 0,0-1 0,0 1-1,-2 2 1,4-3-99,-1 0-1,0 0 1,0 0 0,1 0 0,-1 0-1,0 0 1,1 0 0,-1 0-1,1 0 1,-1 0 0,1-1 0,-1 1-1,1 0 1,0 0 0,-1 0-1,1-1 1,0 1 0,0 0 0,0-1-1,-1 1 1,1-1 0,0 1-1,0-1 1,0 1 0,0-1-1,0 0 1,0 1 0,0-1 0,0 0-1,0 0 1,0 0 0,0 0-1,1 0 1,37 4 2426,-7-6-1421,54-9 0,-28 2-4381,0 5-7824,-41 7 6135,-10 0 3936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283 147 92,'7'-39'2556,"-7"33"-1518,0-1 1,0 1-1,-1 0 0,0-1 0,0 1 0,0 0 0,-4-10 1,3 13-574,1 0 0,0 0 1,-1 0-1,1 0 1,-1 1-1,0-1 0,0 1 1,0-1-1,0 1 1,-1-1-1,1 1 0,-1 0 1,1 0-1,-1 1 1,-4-3-1,4 2-383,0 1 0,0 0 0,0 1 1,0-1-1,0 0 0,0 1 0,0 0 0,0-1 0,-1 1 0,1 1 1,-4-1-1,-4 3 2,0 0 0,0 0 1,0 1-1,0 0 0,1 1 0,0 0 1,0 1-1,0 0 0,1 1 0,-13 9 1,15-10-85,1 0 0,-1 0 0,1 1 1,0 0-1,0 0 0,1 0 0,0 0 1,0 1-1,1 0 0,0 0 0,1 0 0,-1 1 1,-3 14-1,7-21-32,-1 1 0,1-1 0,-1 1-1,1-1 1,0 1 0,0-1 0,0 1 0,1-1 0,-1 0 0,0 1 0,1-1 0,0 1-1,-1-1 1,1 0 0,0 1 0,0-1 0,0 0 0,1 0 0,1 4 0,-1-5-13,0 0 0,0 1 1,0-1-1,0 0 0,-1 0 1,1 0-1,1-1 0,-1 1 1,0 0-1,0-1 0,0 1 1,0-1-1,0 0 0,1 0 1,-1 0-1,0 0 0,4 0 1,3-2-42,1 1 1,-1-2-1,1 1 1,-1-2 0,0 1-1,0-1 1,0 0-1,9-7 1,18-15 77,-29 19 32,1 1 1,1 0 0,-1 0-1,1 1 1,0 0-1,17-7 1,-23 12-8,-1 0-1,1-1 1,-1 2-1,1-1 1,-1 0 0,0 0-1,1 1 1,-1-1-1,0 1 1,1 0 0,-1 0-1,0 0 1,0 0-1,0 0 1,0 0 0,0 1-1,0-1 1,0 1-1,0-1 1,0 1 0,-1 0-1,1 0 1,-1 0-1,1-1 1,-1 2 0,0-1-1,1 0 1,0 3-1,3 6 103,0-1-1,0 0 0,-1 1 0,5 19 0,-5-6-51,0 1-1,-1-1 0,-2 1 1,0-1-1,-2 1 1,0-1-1,-2 1 0,-1-1 1,-12 44-1,12-57-63,0 0 1,-1-1-1,0 1 1,0-1-1,-1-1 0,-1 1 1,1-1-1,-2 0 0,1 0 1,-11 9-1,11-13 23,0 0 0,-1 0 1,1 0-1,-1-1 0,0 0 1,0 0-1,-1-1 0,1 0 0,0-1 1,-1 0-1,0 0 0,0-1 0,0 0 1,-14 0-1,20-1-7,-1 0 1,1 0-1,-1 0 0,0-1 1,1 1-1,-1-1 0,1 0 1,-1 0-1,1 0 0,-1-1 1,1 1-1,0-1 0,0 1 1,0-1-1,0 0 0,0 0 1,0-1-1,0 1 0,0-1 1,-2-2-1,2 0 2,1 1 1,-1-1-1,1 0 1,0 0-1,1 0 1,-1 1-1,1-2 1,0 1-1,0 0 1,0 0-1,1 0 1,0-8 0,1-6-462,1 0 1,1 1-1,1-1 1,0 1-1,1 0 0,13-29 1,-5 19-4159,1 1 0,34-51 0,-5 27 1038,-19 28 2933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69 176,'5'-10'772,"9"-19"1162,-14 28-1535,0 1 0,1-1 1,-1 0-1,1 0 0,-1 0 0,0 0 0,0 0 0,0 0 1,1 0-1,-1 0 0,0 0 0,0 0 0,0 0 1,0 0-1,-1 0 0,1 0 0,0 0 0,0 0 1,-1 0-1,1 0 0,0 1 0,-1-1 0,0-1 0,0 1-57,1 0-1,-1 1 0,0-1 0,0 1 0,0-1 0,0 1 0,0-1 0,0 1 0,0-1 0,0 1 0,0 0 0,0 0 0,0-1 0,0 1 0,0 0 0,0 0 0,0 0 0,0 0 0,0 0 0,0 0 0,0 1 0,0-1 0,-2 1 0,-23 17 1809,20-12-2103,0 1 1,1 0-1,0 1 1,-8 14-1,9-13-23,1 0 0,-1 0-1,2 0 1,-1 1 0,1-1-1,0 1 1,1-1 0,0 1 0,1 0-1,0-1 1,1 1 0,0 0 0,0-1-1,1 1 1,0-1 0,0 1 0,1-1-1,1 0 1,5 11 0,-4-11-366,0 0 0,1-1 0,0 0 0,0 1 0,1-2 0,1 1 1,12 10-1,-10-11-846,0 0 1,1 0 0,-1-1-1,2-1 1,-1 0 0,20 7-1,-15-8-1431,1 0 0,30 3 0,-31-7 1655,0 1-1,0-2 1,16-2 0,4-3 304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41 139 84,'-7'-11'410,"-19"-31"2770,25 41-2798,0-1 0,0 1 0,0 0 0,1-1 0,-1 1 0,0-1-1,1 1 1,-1-1 0,1 0 0,0 1 0,0-1 0,-1 1 0,1-1-1,0 0 1,0 1 0,0-1 0,1 1 0,-1-1 0,0 0 0,1 1-1,-1-1 1,1-1 0,0 2-288,0 1-1,0 0 1,-1-1 0,1 1-1,0 0 1,0-1-1,-1 1 1,1 0-1,0 0 1,0 0 0,0-1-1,-1 1 1,1 0-1,0 0 1,0 0 0,0 0-1,0 1 1,-1-1-1,1 0 1,0 0 0,0 0-1,0 1 1,-1-1-1,1 0 1,0 1-1,0-1 1,-1 1 0,1-1-1,0 1 1,-1-1-1,1 1 1,-1-1 0,1 1-1,0 0 1,-1-1-1,0 1 1,1 0 0,23 28 533,-24-28-536,7 10 76,0 1 0,-1 0 1,-1 1-1,0-1 0,-1 1 1,-1 0-1,1 0 0,0 18 1,4 9 260,-6-47-234,-1-1 0,1 0 1,1 1-1,-1-1 0,1 1 0,5-10 1,2-4-75,1-10-39,-8 19-80,1 0 1,0 0-1,1 1 0,0-1 1,1 1-1,0 0 0,1 0 0,0 1 1,1 0-1,12-13 0,-18 22-5,-1 1-1,0-1 1,1 0-1,-1 1 1,1-1-1,-1 1 1,1-1-1,0 1 1,-1-1-1,1 1 1,-1 0 0,1 0-1,0 0 1,-1 0-1,1 0 1,-1 0-1,1 1 1,0-1-1,-1 1 1,1-1-1,-1 1 1,1-1-1,-1 1 1,1 0-1,-1-1 1,0 1 0,1 0-1,-1 0 1,0 0-1,0 0 1,0 0-1,1 1 1,-1-1-1,0 0 1,-1 1-1,2 0 1,6 8-3,-1 0 0,-1 1 0,9 16 0,-13-22 4,11 21-728,15 47 0,-19-39-3885,-1 1-5112,2-18 6170,-3-11 2937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81 204,'-20'-30'1733,"4"5"2548,1-1 5454,34 57-5341,16 13-2675,11 17-1180,-29-34-330,-5-11-53,-2 1 0,0 0 0,9 23 0,-17-35-159,0 1 0,0-1 1,-1 1-1,0 0 0,0-1 0,0 1 0,-1 0 1,0-1-1,0 1 0,0 0 0,-1 0 1,0-1-1,0 1 0,0 0 0,-4 8 0,-28 44-2767,-4 6-7413,35-60 9493,0 0 1,1 0-1,0 1 1,0-1-1,0 0 1,0 0 0,0 0-1,1 1 1,0-1-1,0 0 1,0 1-1,0-1 1,2 7-1,4 4-21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32 124,'-71'6'5084,"0"-4"8850,246-5-10817,3-9-5666,-177 12 2425,28-5-2933,-16-5-3044,-13 9 5895,0 1 0,0 0 1,0 0-1,0-1 1,0 1-1,0 0 1,0 0-1,0-1 0,-1 1 1,1 0-1,0 0 1,0-1-1,0 1 1,-22-5-6504,12 8 6036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74 228,'-32'-32'4038,"21"11"1187,13 1 4056,0 22-9104,-1-1-1,1 1 1,0 0 0,-1 0-1,1 0 1,-1 0-1,0 1 1,0-1-1,0 0 1,0 1-1,0-1 1,1 3-1,4 21-219,-1 1-1,-1 0 1,0 47-1,4 26-5140,-6-87 3257,1 1 0,0-1 0,1 0 0,0-1 1,7 16-1,-8-23 1522,-1 0 1,1-1-1,0 1 1,0-1 0,0 0-1,1 1 1,-1-2-1,8 7 1,12 4-88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90 134 36,'-6'-31'639,"-6"-22"3631,-7 4 8067,-2 97-9723,11-2-2556,1 0 0,3 1 0,2 0-1,2 0 1,1 1 0,3-1-1,12 67 1,-13-103-54,-1-5 3,1 0-1,0 0 1,0 0 0,0 0 0,1 0-1,0 0 1,0 0 0,0 0-1,1-1 1,-1 1 0,8 9 0,-9-15-4,-1 0 1,1 1 0,-1-1 0,1 0 0,0 0 0,-1 0 0,1 1 0,0-1 0,-1 0 0,1 0-1,0 0 1,-1 0 0,1 0 0,0 0 0,-1 0 0,1-1 0,-1 1 0,1 0 0,0 0 0,-1 0 0,1-1-1,0 1 1,-1 0 0,1-1 0,-1 1 0,1 0 0,-1-1 0,1 1 0,-1-1 0,1 1 0,-1-1 0,1 1-1,-1-1 1,0 1 0,1-1 0,-1 1 0,0-1 0,1 0 0,-1 1 0,0-1 0,0 1 0,0-1-1,0 0 1,1 1 0,-1-2 0,11-33 60,-10 33-61,8-32-65,27-65-1,-34 92 5,1 0 1,1 0-1,0 0 0,0 0 1,0 1-1,0 0 1,1 0-1,0 0 0,1 0 1,-1 1-1,1 0 0,0 0 1,0 0-1,1 1 0,12-7 1,-16 10 36,0 0 0,0 1-1,0-1 1,0 0 0,0 1 0,1 0 0,-1 0 0,0 0 0,0 0 0,0 0 0,0 1 0,1-1-1,-1 1 1,0 0 0,0 0 0,0 0 0,0 0 0,3 3 0,0-1 7,-1 1 1,0 0 0,0 0-1,0 1 1,-1-1 0,1 1-1,-1 0 1,6 9-1,0 4 5,-1 0-1,0 0 1,-1 1 0,10 34-1,-14-35 1599,2 2-3472,5 0-5744,-10-19 7232,0-1 0,-1 1 0,1-1 0,0 1 0,0-1 0,0 1-1,0-1 1,0 0 0,0 0 0,0 1 0,0-1 0,0 0 0,0 0 0,0 0 0,0 0 0,0 0-1,1 0 1,-1 0 0,1-1 0,22-7-1978,-6-1 1620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57 204,'0'-2'331,"-1"-1"0,0 0 0,0 0 0,1 1 0,-2-1 0,1 0 0,0 1 1,0-1-1,-1 1 0,1-1 0,-1 1 0,0 0 0,0 0 0,0 0 0,0 0 0,0 0 0,0 0 0,-1 0 0,1 1 0,0-1 0,-1 1 0,1 0 1,-1-1-1,0 1 0,1 0 0,-1 1 0,0-1 0,0 0 0,0 1 0,1 0 0,-1 0 0,0-1 0,0 2 0,0-1 0,0 0 0,0 0 1,1 1-1,-1 0 0,0 0 0,0-1 0,1 1 0,-1 1 0,1-1 0,-6 3 0,-1 1 530,-1 1 0,1 0 0,0 0 0,-14 14 1,-21 30-484,37-39-263,-1 1 0,1 0 0,1 0-1,1 1 1,-1-1 0,2 1 0,0 1 0,0-1 0,2 1 0,-1-1 0,0 26 0,3-33-176,1 0 0,-1 0 0,1 0 1,0 0-1,1 0 0,-1 0 0,1 0 1,0 0-1,1 0 0,-1-1 0,1 1 1,0-1-1,1 0 0,-1 0 1,1 0-1,0 0 0,1-1 0,-1 1 1,1-1-1,-1 0 0,1-1 0,0 1 1,1-1-1,-1 0 0,0 0 0,1-1 1,0 1-1,8 1 0,-1 0-840,-1-1 0,1 0 0,19 1 0,-17-3-572,0-1-1,1 0 1,-1-1 0,0-1 0,0-1 0,0 0 0,0-1 0,-1 0 0,15-7-1,-8 2 623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65 180,'-4'-4'651,"-13"-18"4831,17 22-5335,0 0-1,0 0 1,-1 0 0,1 0-1,0 0 1,0-1 0,-1 1-1,1 0 1,0 0 0,0 0-1,0-1 1,-1 1 0,1 0-1,0 0 1,0-1 0,0 1-1,0 0 1,0-1 0,-1 1-1,1 0 1,0 0 0,0-1-1,0 1 1,0 0 0,0-1-1,0 1 1,0 0 0,0-1-1,0 1 1,0 0-1,0 0 1,0-1 0,0 1-1,0 0 1,1-1 0,-1 1-1,0 0 1,0 0 0,0-1-1,0 1 1,0 0 0,1 0-1,-1-1 1,0 1 0,0 0-1,0 0 1,1 0 0,-1-1-1,0 1 1,0 0 0,1 0-1,-1 0 1,0 0 0,0-1-1,1 1 1,-1 0 0,1 0-1,11 46 2215,-5-10-1961,-2 0 1,1 52-1,-3-88 197,5-12-326,5-16-64,3-14-60,-10 23-136,1 1-1,1 0 1,0 0 0,2 0-1,0 2 1,15-21 0,-24 36-12,-1 0 1,1 1 0,0-1-1,0 1 1,-1 0-1,1-1 1,0 1 0,0-1-1,0 1 1,-1 0-1,1 0 1,0 0 0,0-1-1,0 1 1,0 0-1,0 0 1,-1 0-1,1 0 1,0 0 0,0 1-1,0-1 1,0 0-1,0 0 1,-1 0 0,1 1-1,0-1 1,0 0-1,0 1 1,-1-1 0,1 1-1,0-1 1,-1 1-1,1-1 1,0 1 0,-1 0-1,1-1 1,-1 1-1,1 0 1,-1-1 0,1 1-1,-1 0 1,1 0-1,-1-1 1,1 3 0,24 43 20,-20-35-22,27 60-25,9 20-489,-4-40-6194,-37-50 6413,1-1 0,-1 1-1,1-1 1,-1 0 0,1 1-1,-1-1 1,1 1 0,-1-1-1,1 0 1,0 1 0,-1-1-1,1 0 1,0 0 0,-1 0 0,1 1-1,0-1 1,-1 0 0,1 0-1,0 0 1,-1 0 0,1 0-1,0 0 1,-1 0 0,1 0 0,-1-1-1,1 1 1,0 0 0,-1 0-1,2-1 1,9-10-2218,-4 0 1692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44 240,'-9'-12'1029,"-5"-4"1952,8 1 4586,13 19-2660,26 21-2884,3 8-1465,-1 2 0,-2 0 0,55 78 0,-82-103-462,1 0 1,-1 0-1,-1 1 1,0-1-1,0 1 1,-1 1-1,-1-1 0,0 1 1,0-1-1,-1 1 1,-1 0-1,0 0 1,0 0-1,-2 17 1,-1-17-264,0 0 0,-1 0-1,0 0 1,-1-1 0,-9 20 0,6-16-1176,-1-1 0,-1 0 1,0-1-1,-14 16 0,-26 25-12363,46-51 12827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984 2 56,'-3'-1'2383,"3"1"-2310,0 0-1,0 0 0,0 0 0,0 0 1,-20 8 1129,-25 17-153,-50 52 323,3 4 0,4 3-1,-90 114 1,-212 242-1090,374-426-844,15-14 266,-1 0 0,1 1 0,0-1 0,0 0 0,0 0 0,0 0 0,-1 0 0,1-1 0,0 1 0,0 0 0,0 0 0,0-1 0,0 1 0,-1-1 0,1 1 0,0-1 0,0 1 0,0-1 0,0 1 0,0-1 0,1 0 0,-1 0 0,0 1 0,0-1 0,0 0 0,1 0 0,-2-2 0,-13-10-889,4 4 571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64 144,'7'-12'13397,"-12"23"-12453,-31 102 888,21-64-1448,-32 76 1,25-82-179,9-17 57,-19 47 0,74-152 558,3-31-596,45-173 1,-90 282-219,0 1 1,0-1-1,0 0 1,0 0-1,0 1 1,0-1-1,0 0 0,0 0 1,0 1-1,1-1 1,-1 0-1,0 0 1,1 1-1,-1-1 1,0 0-1,1 1 1,-1-1-1,1 1 1,-1-1-1,1 0 1,0 1-1,-1-1 1,1 1-1,-1-1 0,1 1 1,0 0-1,-1-1 1,1 1-1,0 0 1,0-1-1,0 1 1,1 1 4,-1 0 1,0 0-1,0 0 1,0 0 0,0 0-1,0 0 1,0 0-1,0 1 1,-1-1-1,1 0 1,0 1 0,-1-1-1,1 1 1,0 1-1,18 64 211,-19-63-213,10 36 31,1 0 1,2-1-1,2 0 0,28 53 1,-31-72-848,0-1 0,28 34 1,-32-46 152,1 4-8926,-9-10 9412,0-1 1,0 0 0,0 1 0,0-1 0,-1 0-1,1 1 1,0-1 0,0 0 0,-1 1 0,1-1-1,0 0 1,-1 0 0,1 1 0,0-1 0,-1 0-1,1 0 1,0 0 0,-1 1 0,1-1 0,0 0-1,-1 0 1,1 0 0,0 0 0,-1 0 0,1 0-1,-1 0 1,1 0 0,0 0 0,-1 0 0,1 0-1,-1 0 1,1 0 0,0 0 0,-1 0 0,1 0-1,0 0 1,-1-1 0,-11 0-634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8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91 112,'-9'-2'169,"-27"-8"2731,6-4 4900,31 13-7616,0 1 1,0-1-1,-1 0 0,1 0 1,0 0-1,0 1 0,0-1 1,0 1-1,0-1 1,0 1-1,0-1 0,0 1 1,0-1-1,0 1 0,0 0 1,0-1-1,0 1 0,1 0 1,-1 0-1,0 0 0,2 0 1,32-6-290,33-3-7082,84-22-1,-119 23 6663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4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666 218 32,'3'-4'386,"-1"0"0,0 0-1,0-1 1,0 1 0,-1-1 0,1 0-1,-1 1 1,0-1 0,-1 0 0,1 0-1,-1 0 1,0 0 0,0 0 0,0 1 0,-1-1-1,1 0 1,-1 0 0,-1 0 0,1 1-1,0-1 1,-1 0 0,0 1 0,0 0-1,-1-1 1,1 1 0,-1 0 0,0 0 0,0 0-1,0 1 1,-4-4 0,0-1-47,-1 1 1,1 0 0,-1 1-1,0 0 1,0 0-1,-1 1 1,0 0-1,1 0 1,-2 1 0,1 0-1,-1 1 1,1 0-1,-18-3 1,9 6-250,0 0 0,1 1 1,-1 1-1,0 1 0,1 0 1,0 1-1,-1 1 0,2 1 0,-1 0 1,1 1-1,0 1 0,-22 14 0,5-1 101,1 2 0,1 1-1,1 2 1,-42 45 0,65-63-192,0 0 0,0 1 0,1 0 0,1 0 0,-1 0 0,1 0 0,1 1 0,0 0 0,0 0 0,1 0-1,0 0 1,1 1 0,0-1 0,0 14 0,2-11 15,1 1 0,0-1-1,0 0 1,2 0-1,0 1 1,0-1-1,1-1 1,1 1-1,0-1 1,8 16-1,-2-9 17,1-1 0,0-1-1,1 0 1,1 0-1,0-1 1,2-1-1,0-1 1,0 0-1,1-1 1,1-1-1,0 0 1,0-1-1,1-2 1,21 9-1,-15-10-33,-1-2-1,1-1 0,0 0 0,0-2 0,1-1 1,-1-1-1,1-1 0,-1-1 0,1-1 0,-1-2 1,0 0-1,0-2 0,-1 0 0,1-2 0,28-13 1,-38 14 1,0 0 0,-1-1 0,0 0 0,0-2 0,-1 1 0,0-1 0,-1-1 1,0-1-1,-1 1 0,0-2 0,0 1 0,-2-2 0,0 1 0,0-1 1,-1-1-1,-1 1 0,0-1 0,-1 0 0,-1-1 0,-1 0 0,0 0 0,0 0 1,-2 0-1,1-26 0,-3 27 80,0 1 0,-1-1 1,-1 0-1,-1 0 0,0 1 1,-1 0-1,0-1 0,-12-23 1,10 26-383,-1 0 1,0 0 0,-1 0 0,-1 1-1,0 0 1,0 1 0,-1 0-1,-17-14 1,14 15-464,0 0 0,-1 1 0,0 1 0,0 0 0,-1 0 0,1 2 0,-1 0-1,-1 0 1,1 2 0,-1 0 0,1 1 0,-1 0 0,0 1 0,0 1 0,0 0 0,1 1 0,-23 5 0,-31 14-1332,6 10 968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0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186 158 4,'-6'-10'603,"-1"0"1,0 0-1,-16-17 1,4 10 2391,0 0 1,-1 1-1,0 2 1,-40-23-1,60 37-2966,0 1-1,0-1 1,0 0 0,0 0 0,0 0-1,0 0 1,1 0 0,-1 0 0,0 1-1,0-1 1,0 0 0,0 0 0,0 0-1,0 0 1,0 1 0,0-1 0,0 0-1,0 0 1,0 0 0,0 0 0,0 1-1,0-1 1,0 0 0,0 0 0,0 0-1,0 0 1,0 1 0,0-1 0,0 0-1,0 0 1,-1 0 0,1 0 0,0 0-1,0 1 1,0-1 0,0 0 0,0 0-1,0 0 1,0 0 0,-1 0-1,1 0 1,0 0 0,0 0 0,0 1-1,0-1 1,0 0 0,-1 0 0,1 0-1,0 0 1,0 0 0,0 0 0,0 0-1,-1 0 1,1 0 0,0 0 0,0 0-1,0 0 1,0 0 0,-1 0 0,1 0-1,0 0 1,0 0 0,0 0 0,0 0-1,0 0 1,-1-1 0,1 1 0,11 27 632,29 50-836,-25-51 440,233 473 300,-238-479-563,160 295-58,-129-250 6,3-3-1,87 97 1,-121-149-69,1 3-180,1-1-1,1 0 0,0 0 1,23 15-1,-68-47-17399,23 13 16762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4 122 268,'-2'-34'2676,"1"24"-803,0 1 0,1 0 0,0-1 0,1 1 0,0-1 1,0 1-1,4-12 0,2 68-250,-11 21-1590,-2 32-1499,5-33-4547,1-66 5546,0 1-1,0-1 0,0 1 0,0-1 0,0 1 0,1-1 0,-1 1 1,1-1-1,-1 1 0,1-1 0,-1 1 0,1-1 0,0 0 0,1 3 0,-1-4 344,-1 1 0,1-1 0,0 0 0,-1 1 0,1-1 0,-1 0 0,1 1 0,-1-1 1,1 0-1,0 0 0,-1 0 0,1 1 0,0-1 0,-1 0 0,1 0 0,-1 0 0,1 0 0,0 0 0,-1 0 0,1 0 0,0 0 0,-1-1 0,1 1 0,0 0 0,-1 0 0,1 0 0,-1-1 0,1 1 0,0 0 0,-1-1 0,1 1 0,-1 0 0,1-1 0,-1 1 0,1-1 0,7-9-401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36 118 88,'-4'-4'301,"0"1"0,1 0 1,-1-1-1,1 0 0,0 0 0,0 0 1,0 0-1,1-1 0,-3-4 0,5 8-193,-1-1-1,1 1 0,0 0 0,0-1 0,0 1 1,0-1-1,0 1 0,0-1 0,0 1 1,1 0-1,-1-1 0,0 1 0,1 0 0,-1-1 1,1 1-1,-1 0 0,1-1 0,0 1 0,0 0 1,-1 0-1,1 0 0,0 0 0,0 0 0,0 0 1,0 0-1,0 0 0,1 0 0,-1 0 1,0 1-1,0-1 0,1 0 0,-1 1 0,0-1 1,0 1-1,3-1 0,14-6 255,-1 1 1,1 1-1,0 0 1,0 2-1,20-2 1,-29 3-127,0 2-1,1-1 1,-1 1-1,0 1 1,1-1-1,-1 2 1,0-1-1,0 1 1,0 1 0,0-1-1,15 9 1,-22-11-150,-1 1-1,1 0 1,-1 0 0,1 0 0,-1 1 0,0-1-1,0 0 1,0 0 0,0 1 0,0-1 0,0 1-1,0-1 1,0 1 0,0-1 0,-1 1 0,1-1-1,0 1 1,-1 0 0,0-1 0,1 1 0,-1 0-1,0-1 1,0 1 0,0 0 0,0 0 0,0-1-1,0 1 1,-1 0 0,1-1 0,0 1 0,-1 0-1,1-1 1,-1 1 0,0-1 0,0 1 0,-1 2-1,-5 7 426,1-1 0,-2 0 0,1-1 0,-13 12 0,2-2 707,18-18-1198,0-1-1,-1 0 0,1 1 1,0-1-1,0 1 1,-1-1-1,1 1 1,0-1-1,0 1 1,0-1-1,-1 1 1,1-1-1,0 1 0,0-1 1,0 1-1,0-1 1,0 1-1,0-1 1,0 1-1,0 0 1,0-1-1,0 1 1,1-1-1,-1 1 0,0-1 1,0 1-1,0-1 1,1 1-1,-1-1 1,0 0-1,1 2 1,18 11 188,30 4-187,-44-16 24,-2 0-36,91 31 198,-85-29-127,-1 1 0,0 0-1,0 1 1,0 0 0,0 0-1,-1 0 1,0 1 0,10 11-1,-16-16-33,1 1-1,-1-1 0,0 1 0,0-1 1,0 1-1,-1 0 0,1-1 1,0 1-1,0 0 0,-1 0 0,1 0 1,-1-1-1,0 1 0,0 0 1,1 0-1,-1 0 0,0 0 0,-1 0 1,1 0-1,0-1 0,0 1 1,-2 3-1,0-1 20,1 0 1,-2 0-1,1 0 1,0 0-1,-1 0 0,0-1 1,0 1-1,0-1 1,-4 4-1,-8 6 66,-1-2 1,0 0-1,-23 12 0,24-15-154,0 0 0,0-1 0,-1-1 0,0-1 0,-1 0 0,1-1 0,-22 3 0,34-7-255,-1 1-1,0-1 0,1-1 0,-1 1 0,0-1 0,1 1 0,-1-1 0,1 0 0,-1-1 0,1 1 0,0-1 0,-1 0 0,-4-4 0,5 4-388,1-1 0,0 0 0,0 0 0,1 0-1,-1 0 1,1-1 0,-1 1 0,1-1 0,0 1 0,0-1 0,1 0-1,-1 0 1,1 0 0,0 0 0,0 0 0,0 0 0,0-6 0,-7-32-5489,4 31 5549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5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532 192 4,'3'-6'234,"-1"0"0,-1-1 0,1 1 0,-1-1 0,0 1 0,-1-1 0,1 0 0,-1 1 0,0-1 0,-1 0 0,0 1 0,0-1 0,0 1 0,-1-1 0,0 1 0,0 0 0,-1 0 0,0 0 0,0 0 0,0 0 0,0 0 0,-7-7 0,6 9-45,1 1-1,-1-1 1,0 1 0,0 0-1,-1 0 1,1 0 0,-1 1 0,1 0-1,-1-1 1,0 2 0,0-1 0,1 0-1,-1 1 1,-1 0 0,1 0-1,0 1 1,0-1 0,0 1 0,0 0-1,0 0 1,-1 1 0,1 0 0,0 0-1,0 0 1,0 0 0,0 1 0,1 0-1,-1 0 1,-7 4 0,-7 5-77,0 1-1,0 1 1,1 0 0,1 2 0,0 0 0,-22 26 0,5-1 468,-48 76 0,69-94-468,0 1 1,2 0-1,0 0 1,1 1-1,2 0 1,1 1-1,0 0 1,2 0-1,-4 42 1,9-54-84,-1 0-1,2 0 1,0 0 0,0 0 0,1 0 0,1 0 0,0 0 0,1 0 0,0-1 0,1 1 0,1-1 0,-1-1 0,2 1 0,0-1 0,0 0 0,1 0 0,0-1 0,1 0-1,0-1 1,14 12 0,6 0 83,0-1 0,1-2 0,1 0 0,0-3-1,2 0 1,0-2 0,0-1 0,1-2 0,0-2 0,41 6-1,-52-11-51,-1 0-1,1-2 0,-1-1 0,1 0 0,-1-2 1,1 0-1,-1-2 0,0 0 0,0-2 0,0 0 0,-1-2 1,0 0-1,0-1 0,-1-1 0,0-1 0,35-26 1,-45 28 23,0 0 1,0-1-1,0 0 0,-1-1 1,-1 0-1,0 0 1,0-1-1,-1 0 1,-1 0-1,0-1 1,-1 0-1,0 0 1,-1 0-1,5-24 1,-7 19 42,-1 1 1,0 0-1,-1 0 1,-1 0-1,-1 0 1,0-1-1,-1 2 1,-1-1-1,-1 0 1,-13-30-1,8 25-304,0 2 1,-2 0-1,0 0 1,-2 1-1,0 0 1,0 2-1,-2-1 1,-18-15-1,19 21-593,0 0-1,0 1 1,-1 0-1,-1 1 1,0 1-1,0 0 1,-1 2-1,0 0 1,-34-8-1,29 10-120,0 3-1,-1 0 0,0 1 1,1 1-1,-1 1 0,1 1 1,-1 1-1,1 1 0,-30 10 0,-29 15-214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6:00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84 112,'-15'-41'2915,"-5"3"7223,20 38-10006,0-1 1,-1 1 0,1 0 0,0 0 0,0-1 0,0 1 0,0 0 0,-1 0 0,1-1-1,0 1 1,0 0 0,0 0 0,-1 0 0,1-1 0,0 1 0,0 0 0,-1 0-1,1 0 1,0 0 0,0 0 0,-1-1 0,1 1 0,0 0 0,-1 0 0,1 0 0,0 0-1,0 0 1,-1 0 0,1 0 0,0 0 0,-1 0 0,1 0 0,0 0 0,-1 0 0,1 0-1,0 1 1,0-1 0,-1 0 0,1 0 0,0 0 0,0 0 0,-1 0 0,1 1-1,0-1 1,0 0 0,-1 0 0,1 0 0,0 1 0,0-1 0,-9 22 1234,0 30-1946,8-51 743,-11 63-92,8-53-76,1 0 0,0 1 0,1-1 0,0 1 0,1 0 0,0-1 0,1 1 0,0 0 0,1 0 0,0-1 0,4 16 0,-3-25-29,-1 0 1,1 0 0,-1 0 0,1 0 0,0 0 0,0 0 0,0 0-1,0-1 1,0 1 0,0-1 0,0 1 0,1-1 0,-1 0 0,0 0-1,1 0 1,-1 0 0,1 0 0,-1-1 0,1 1 0,0-1-1,-1 0 1,1 0 0,-1 1 0,1-2 0,0 1 0,-1 0 0,1 0-1,-1-1 1,1 0 0,-1 1 0,4-2 0,5-1-81,0 0-1,0-1 1,0 0 0,0-1 0,16-9-1,-24 12 114,0 0 0,0 0 0,-1-1-1,1 1 1,-1 0 0,0-1-1,1 1 1,-1-1 0,0 0 0,0 0-1,-1 0 1,1 0 0,-1 0 0,1 0-1,-1 0 1,0-1 0,0 1-1,-1 0 1,1-1 0,-1 1 0,1-1-1,-1 1 1,0-1 0,0 1-1,-1 0 1,1-1 0,-1 1 0,1-1-1,-1 1 1,0 0 0,-1 0 0,1-1-1,0 1 1,-1 0 0,0 0-1,0 0 1,1 1 0,-2-1 0,1 0-1,-3-2 1,14 59 333,3 25 204,-11-3-4117,-22 76-7701,11-87 8089,3-12 1889,2-3 756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6:03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56 40,'-5'0'403,"0"0"0,1-1 0,-1 1 0,0-1 0,1-1-1,-1 1 1,-6-3 0,10 3-347,0 1 0,1 0 0,-1-1 0,0 1 0,1-1 1,-1 1-1,0 0 0,1-1 0,-1 0 0,1 1 0,-1-1 0,1 1 0,-1-1 0,1 0 0,-1 1 0,1-1 0,0 0 0,-1 1 0,1-1 0,0 0 0,-1 0 0,1 1 0,0-1 0,0 0 0,0 0 1,0 1-1,0-1 0,0 0 0,0 0 0,0 0 0,0 1 0,0-1 0,0 0 0,0 0 0,1 0 0,-1 1 0,0-1 0,1 0 0,-1 1 0,0-1 0,1 0 0,-1 1 0,1-1 0,-1 0 0,1 1 1,-1-1-1,1 1 0,-1-1 0,1 1 0,0-1 0,-1 1 0,1-1 0,1 0 0,1 0-41,-1-1-1,0 1 1,1 0 0,-1-1-1,1 1 1,-1 0-1,1 1 1,0-1 0,-1 0-1,1 1 1,0-1 0,0 1-1,-1 0 1,1 0 0,0 0-1,0 0 1,-1 1 0,1-1-1,0 1 1,0 0 0,-1-1-1,1 1 1,-1 0 0,1 1-1,-1-1 1,5 3 0,-4-2 54,1 0 1,-1 0-1,0 0 1,0 1 0,1-1-1,-1 1 1,-1 0-1,1 0 1,0 0 0,-1 0-1,0 0 1,1 1 0,-1-1-1,-1 1 1,1-1-1,0 1 1,1 6 0,-3-5 32,0 0 0,0 0 1,0 0-1,-1-1 0,1 1 1,-1 0-1,0 0 0,-1-1 0,1 1 1,-1-1-1,0 1 0,-3 4 1,-39 54 806,35-51-719,0 1-1,0 0 1,-7 14-1,16-26-182,0 0 1,-1-1-1,1 1 0,0 0 0,-1-1 0,1 1 0,0 0 1,0-1-1,0 1 0,0 0 0,0-1 0,0 1 0,0 0 0,0 0 1,0-1-1,0 1 0,0 0 0,0-1 0,0 1 0,1 0 0,-1-1 1,0 1-1,0 0 0,1-1 0,-1 1 0,0-1 0,1 1 0,-1 0 1,1-1-1,0 1 0,23 7 160,29-11 62,155-55-2237,-207 58 1779,0-1 0,0 1 0,0 0 1,0 0-1,0-1 0,0 1 0,0 0 1,0 0-1,0 0 0,0 0 0,0 1 1,0-1-1,0 0 0,0 0 0,0 0 1,0 1-1,0-1 0,0 1 1,0-1-1,0 1 0,1 0 0,-2 0 96,0-1-1,1 1 1,-1 0 0,0 0-1,0 0 1,0-1-1,0 1 1,-1 0 0,1 0-1,0-1 1,0 1 0,0 0-1,0-1 1,-1 1-1,1 0 1,0 0 0,-1-1-1,1 1 1,-1 0-1,1-1 1,-1 1 0,1-1-1,-1 1 1,1-1-1,-1 1 1,1-1 0,-1 1-1,0 0 1,-11 9-416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1498 32 72,'0'-1'84,"0"0"-1,-1-1 1,1 1 0,0-1-1,-1 1 1,1-1-1,-1 1 1,1 0 0,-1-1-1,1 1 1,-1 0 0,0 0-1,0 0 1,0-1 0,0 1-1,0 0 1,0 0-1,0 0 1,0 0 0,0 1-1,0-1 1,-1 0 0,1 0-1,0 1 1,0-1 0,-1 0-1,1 1 1,-1 0-1,1-1 1,0 1 0,-1 0-1,1 0 1,-3-1 0,-1 3 118,1-1 1,-1 0-1,0 1 1,1 0 0,-1 0-1,1 1 1,0-1-1,-8 6 1,-205 159 4001,72-52-2262,-668 470 2442,774-559-4292,5-5-36,2 2 0,0 1 0,1 2 0,-29 32 0,58-57-71,1 0 1,0 0 0,0 1 0,0-1-1,0 0 1,1 1 0,-1-1 0,0 1-1,0-1 1,1 1 0,-1-1-1,1 1 1,-1-1 0,1 1 0,0-1-1,0 1 1,0 3 0,0-5-139,0 1 1,0 0 0,0-1-1,1 1 1,-1 0 0,0-1-1,1 1 1,-1 0 0,1-1-1,-1 1 1,1-1-1,-1 1 1,1-1 0,-1 1-1,1-1 1,-1 1 0,1-1-1,0 0 1,-1 1 0,1-1-1,-1 0 1,1 1 0,0-1-1,0 0 1,-1 0-1,2 0 1,-1 1-121,1-1 1,-1 0-1,1 0 0,0 0 1,-1 0-1,1-1 0,-1 1 1,1 0-1,-1-1 0,0 1 1,1-1-1,-1 1 0,1-1 1,-1 0-1,0 0 0,1 1 1,-1-1-1,0 0 0,0 0 1,0 0-1,0 0 0,0-1 1,0 1-1,0 0 0,0 0 1,0 0-1,0-1 0,-1 1 1,1-1-1,0 1 0,-1 0 1,1-1-1,-1 1 0,0-3 1,1-17-839,-3-2 551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398 128 104,'23'-39'742,"-19"33"-252,1 0 0,-1 0 0,-1-1 0,1 1 0,-1-1 1,0 0-1,0 0 0,-1 0 0,2-13 0,-4 20-371,-1-1 0,1 0-1,-1 0 1,0 1 0,1-1-1,-1 0 1,0 1-1,1-1 1,-1 1 0,0-1-1,0 1 1,0-1 0,1 1-1,-1 0 1,0-1 0,0 1-1,0 0 1,0 0 0,0-1-1,0 1 1,0 0 0,0 0-1,1 0 1,-1 0 0,0 0-1,0 0 1,0 1 0,0-1-1,0 0 1,0 0 0,0 1-1,-1 0 1,-36 7 1095,1 3-600,1 2 0,-38 19 0,59-25-540,0 1-1,0 1 1,1 1 0,0 0 0,0 1-1,1 0 1,-12 15 0,23-24-73,0 0 1,0 0 0,1 0 0,-1 0 0,1 0 0,0 0 0,0 1-1,-1-1 1,2 0 0,-1 1 0,0-1 0,0 1 0,1-1 0,-1 1-1,1 0 1,0-1 0,0 1 0,0-1 0,0 1 0,1 3 0,0-2-3,0-1 0,1 1 0,-1-1 0,1 0 0,0 0 0,0 0 0,0 0 1,1 0-1,-1 0 0,1-1 0,-1 1 0,7 4 0,7 3-28,1 1 0,1-2-1,-1 0 1,26 8 0,-31-13-2,44 15-101,-41-14 118,1-1 1,-1 2 0,0 0 0,-1 1-1,1 0 1,-1 1 0,15 12 0,-28-19 32,0 0 0,-1-1 0,1 1 0,0 0 0,-1-1 0,1 1 0,-1 0 0,1 0 0,-1 0 0,1-1 0,-1 1 0,0 0 0,1 0 0,-1 0 0,0 0 0,0 0 0,0 0 0,0 0 0,0 0 0,0 0 0,0-1 0,0 1 0,0 0 0,0 0 0,0 0 0,0 0 0,-1 0 0,1 0 0,0 0 0,-1 0 0,1-1 0,-1 1 0,1 0 0,-1 0 0,1 0 0,-1-1 0,1 1 0,-1 0 0,0-1 0,1 1 0,-1-1 1,0 1-1,-1 0 0,-39 24 692,41-24-698,-32 14 40,1-2-1,-2 0 1,0-2 0,0-2 0,-1-1-1,0-1 1,0-2 0,-37 1 0,68-6-388,0 0 0,0 0 0,0 0 0,0 0 0,0 0 0,0 0 0,0-1 0,0 0 0,0 1 0,1-1 0,-1 0 0,0 0 0,0-1 0,1 1 0,-1-1 0,0 1 0,1-1 0,0 0 0,-5-3 0,6 2-13,0 0-1,0 1 1,1-1-1,-1 0 1,1 0-1,-1 1 1,1-1-1,0 0 1,0 0-1,0 1 1,0-1 0,1 0-1,-1 0 1,1 1-1,-1-1 1,1 0-1,0 1 1,0-1-1,0 1 1,4-6-1,6-15-426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84 176,'-6'-1'8229,"12"0"-3304,32-5-1842,55-3-3241,-47 6 746,150-13-3045,-147 10-4047,94-26 0,-112 22 5422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243 150 172,'0'-5'197,"-2"-35"2926,2 38-2470,0-1 0,-1 1 0,1-1 0,-1 1 0,0-1 0,1 1 0,-1 0 1,0-1-1,0 1 0,0 0 0,-1 0 0,-2-4 0,3 6-545,0 0 1,0 0-1,1 0 1,-1 0 0,0 0-1,0 0 1,0 0-1,0 0 1,0 0-1,1 0 1,-1 1 0,0-1-1,0 0 1,1 1-1,-1-1 1,0 1-1,0-1 1,1 1 0,-1-1-1,0 1 1,1-1-1,-1 1 1,1 0-1,-1-1 1,1 1 0,-1 0-1,1-1 1,-1 1-1,1 0 1,0 0-1,-1-1 1,1 1 0,0 0-1,-1 1 1,-15 31 118,-70 155 39,-9 24-121,94-209-144,-1 1 0,1 0 0,0-1 0,0 1 0,1 0 0,-1 0 0,1 0 0,0-1-1,0 6 1,0-9-1,0 0 0,0 1 0,0-1 0,0 0 0,0 0-1,0 1 1,1-1 0,-1 0 0,0 0 0,0 1 0,0-1-1,0 0 1,1 0 0,-1 0 0,0 1 0,0-1 0,0 0 0,1 0-1,-1 0 1,0 0 0,0 1 0,1-1 0,-1 0 0,0 0-1,0 0 1,1 0 0,-1 0 0,0 0 0,1 0 0,-1 0-1,0 0 1,0 0 0,1 0 0,-1 0 0,0 0 0,0 0 0,1 0-1,-1 0 1,1 0 0,20-16-15,-5-1 6,-1 0-1,-1-2 1,0 0 0,-2 0-1,0-1 1,16-38 0,41-136 144,-63 175-120,39-135 230,-45 153-240,0 0-1,0 1 0,0-1 1,0 1-1,0-1 1,0 0-1,0 1 0,1-1 1,-1 1-1,0-1 1,0 1-1,1-1 0,-1 1 1,0-1-1,1 1 1,-1-1-1,0 1 0,1 0 1,-1-1-1,1 1 1,-1-1-1,1 1 0,-1 0 1,1 0-1,-1-1 1,1 1-1,-1 0 0,1 0 1,-1-1-1,1 1 0,-1 0 1,1 0-1,0 0 1,-1 0-1,1 0 0,-1 0 1,1 0-1,0 0 1,17 21 166,6 40 170,-23-59-313,29 97 327,29 161 1,-39-104-9890,-22-142 6225,-5-17-1765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0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140 152 116,'-35'-11'432,"0"1"476,10 2 752,1-1 500,10 1 129,7-1-85,12 3-240,11-2-484,10-3-592,11 1-564,3-1-940,6 3-1736,-4-3-832,-2 3 63,-5 0 597,-5-1 864,0 3 872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57 132,'-2'-1'255,"1"1"-1,0 0 1,0 0 0,-1 0-1,1-1 1,0 1 0,0-1-1,0 1 1,0-1 0,-1 1-1,1-1 1,0 0 0,0 1-1,0-1 1,0 0 0,0 0-1,1 0 1,-1 0 0,0 0-1,0 0 1,0 0 0,1 0-1,-1 0 1,1 0 0,-1 0-1,1 0 1,-1-1 0,1 1-1,-1-2 1,2 2 12,-1 0 1,0-1-1,1 1 0,0-1 1,-1 1-1,1 0 1,0-1-1,0 1 0,0 0 1,-1 0-1,1 0 1,1 0-1,-1 0 1,0 0-1,0 0 0,0 0 1,0 0-1,1 0 1,1 0-1,-1-1-51,0 1 1,0 0-1,1 0 0,-1 1 0,0-1 1,1 0-1,-1 1 0,0-1 1,1 1-1,-1 0 0,0 0 0,1 0 1,2 0-1,-4 0-197,0 1 0,0-1 0,0 0 1,0 1-1,0-1 0,0 1 0,0-1 0,0 1 0,0-1 1,-1 1-1,1-1 0,0 1 0,0 0 0,-1 0 0,1-1 0,0 1 1,-1 0-1,1 0 0,-1 0 0,1 0 0,-1-1 0,1 1 1,-1 0-1,0 0 0,1 0 0,-1 0 0,0 0 0,0 0 1,0 0-1,0 0 0,0 0 0,0 2 0,0-2-56,0-1 0,1 1 0,-1 0 0,0-1 0,0 1 0,0-1 0,0 1-1,0 0 1,0-1 0,-1 1 0,1-1 0,0 1 0,0-1 0,0 1 0,0 0 0,-1-1 0,1 1 0,0-1-1,-1 1 1,1-1 0,0 1 0,-1-1 0,1 1 0,-1-1 0,1 0 0,-1 1 0,1-1 0,-1 0-1,1 1 1,-1-1 0,1 0 0,-1 1 0,1-1 0,-1 0 0,1 0 0,-1 0 0,0 0 0,1 1 0,-1-1-1,1 0 1,-1 0 0,0 0 0,1 0 0,-1 0 0,1 0 0,-1-1 0,0 1 0,0 0 0,0 0-243,1-1 1,-1 1-1,1 0 1,-1-1 0,1 1-1,-1 0 1,1-1-1,-1 1 1,1-1 0,-1 1-1,1 0 1,-1-1-1,1 1 1,0-1 0,-1 0-1,1 1 1,0-1-1,-1 1 1,1-1 0,0 1-1,0-1 1,0 0-1,-1 1 1,1-1 0,0 0-1,0 1 1,0-1-1,0 0 1,0 1 0,0-1-1,0 1 1,0-1-1,1 0 1,-1 1 0,0-1-1,0 0 1,0 1-1,1-1 1,-1 1 0,0-1-1,1 1 1,-1-1-1,1 0 1,5 4-2170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64 118 80,'-1'15'-1018,"2"5"8135,-1-20-6935,0 1 1,1-1 0,-1 0 0,1 0 0,-1 0-1,1 0 1,-1 1 0,1-1 0,-1 0 0,1 0 0,-1 0-1,1 0 1,-1 0 0,1 0 0,-1 0 0,1 0-1,-1-1 1,1 1 0,-1 0 0,1 0 0,-1 0 0,1 0-1,-1-1 1,0 1 0,1 0 0,-1 0 0,1-1-1,-1 1 1,0 0 0,1-1 0,-1 1 0,0 0-1,1-1 1,-1 1 0,0-1 0,1 1 0,-1-1 0,0 1-1,0-1 1,1 1-125,-1 0 0,0-1-1,0 1 1,0 0 0,0 0-1,0 0 1,0 0 0,0 0-1,0 0 1,0 0 0,0 0 0,0-1-1,0 1 1,0 0 0,0 0-1,0 0 1,0 0 0,0 0-1,0 0 1,0-1 0,0 1-1,0 0 1,0 0 0,0 0-1,0 0 1,0 0 0,0 0 0,0-1-1,0 1 1,0 0 0,0 0-1,0 0 1,0 0 0,0 0-1,0 0 1,0 0 0,-1 0-1,1 0 1,0-1 0,0 1 0,0 0-1,0 0 1,0 0 0,0 0-1,0 0 1,0 0 0,-1 0-1,1 0 1,0 0 0,0 0-1,0 0 1,0 0 0,0 0-1,0 0 1,-1 0 0,1 0 0,0 0-1,0 0 1,0 0 0,0 0-1,0 0 1,0 0 0,-1 0-1,1 0 1,0 0 0,-18-1 1111,-18 3-905,35-1-285,0-1 0,0 0 0,0 0 1,0 1-1,0-1 0,0 0 0,-1 0 1,1 0-1,0 0 0,0 0 0,0 0 1,0-1-1,0 1 0,0 0 0,-1-1 1,1 1-1,0 0 0,0-1 0,-1 0 1,2-1-183,1 0 1,-1 1 0,0-1-1,1 0 1,0 1 0,-1-1-1,1 0 1,0 1 0,0-1-1,0 1 1,0-1 0,0 1-1,2-2 1,13-19-3058,-11 17 2310,-1-1 1,0 1-1,0-1 1,0 1 0,-1-1-1,0 0 1,0 0-1,0 0 1,-1-1 0,0 1-1,2-10 1,-4 1 270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110 246 28,'-2'-1'158,"0"1"0,0 0 1,0-1-1,0 0 0,0 0 0,0 0 0,0 1 0,1-2 1,-1 1-1,0 0 0,1 0 0,-1 0 0,0-1 1,1 1-1,0-1 0,-1 1 0,1-1 0,0 0 0,0 1 1,0-1-1,0 0 0,0 0 0,0 0 0,0-3 1,1 2 64,0-1 0,1 0 0,0 0 1,-1 1-1,1-1 0,1 1 1,-1-1-1,1 1 0,-1-1 0,1 1 1,0 0-1,4-6 0,26-27 555,-27 32-553,-1-1-1,1 1 0,-1-1 0,0 1 0,0-1 0,0-1 0,-1 1 0,0 0 0,0-1 0,0 1 0,-1-1 0,0 0 0,3-12 0,-5 17-137,0-1-1,0 0 1,-1 0-1,1 0 1,-1 0-1,0 1 0,1-1 1,-1 0-1,0 1 1,0-1-1,0 0 1,0 1-1,0-1 1,-1 1-1,1 0 0,0-1 1,-1 1-1,1 0 1,0 0-1,-1 0 1,0 0-1,1 0 0,-1 0 1,0 0-1,1 1 1,-1-1-1,0 0 1,0 1-1,1 0 1,-1-1-1,0 1 0,0 0 1,0 0-1,0 0 1,0 0-1,0 0 1,1 0-1,-1 1 1,-2 0-1,-1-1-72,1 1 0,0-1 0,-1 1 0,1 0-1,0 0 1,0 0 0,0 1 0,0 0 0,0-1 0,0 2 0,0-1 0,1 0-1,-1 1 1,1-1 0,0 1 0,-6 6 0,7-5-18,0 2 0,1-1 0,-1 0 0,1 0 0,0 0 0,0 1 1,1-1-1,-1 1 0,1-1 0,1 0 0,-1 1 0,1-1 0,0 0 0,0 1 0,0-1 0,1 0 0,-1 0 0,5 8 0,6 13-7,0-1-1,21 29 0,-27-45 4,44 65-100,-33-53 188,-2 1 0,0 0 1,-2 1-1,0 1 0,13 38 0,-25-61-6,0 1 1,-1 0-1,0 0 0,1 0 0,-1-1 0,0 1 0,0 0 0,0 0 0,0 0 0,0 0 0,-1-1 0,1 1 1,0 0-1,-1 0 0,1 0 0,-1-1 0,0 1 0,0 0 0,0-1 0,1 1 0,-2-1 0,1 1 0,-1 1 1,-1 0 36,0-1 0,0 0 0,0 1 0,-1-1 0,1 0 0,0-1 0,-1 1 0,0 0 0,1-1 0,-7 2 0,0-1 9,-1 0 0,1-1-1,0 0 1,0-1 0,0 0 0,-1 0 0,-18-4 0,-9-11-21,-1-13-3775,36 26 3122,1 0 0,-1 0-1,1-1 1,-1 1 0,1 0-1,0-1 1,0 0 0,0 1 0,1-1-1,-1 0 1,1 0 0,-1 0-1,1 0 1,0-1 0,0 1-1,0 0 1,1 0 0,-1-1-1,1 1 1,-1 0 0,1 0-1,0-1 1,1 1 0,0-6-1,7-5-474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78 106 108,'-7'1'558,"0"-1"0,-1 0-1,1 0 1,0 0 0,-1-1 0,1 0-1,0-1 1,-12-3 0,31 0 2800,21-5-2557,197-21 417,94-16-1277,-295 43-2341,-51 8-4824,11 0 6542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1 101 252,'3'-38'2141,"-1"30"-199,-2 0 0,1 0 1,-1 0-1,0-1 0,-2-12 0,1 58 1371,0 27-3436,4 280-2908,-2-332 1957,0 1-1,1 0 0,0-1 0,5 16 1,-6-25 802,-1-1-1,1 0 1,0 1 0,0-1 0,0 0 0,0 1 0,1-1 0,-1 0-1,1 0 1,-1 0 0,1 0 0,-1 0 0,1-1 0,0 1 0,0 0-1,0-1 1,0 1 0,0-1 0,1 0 0,-1 0 0,0 0-1,1 0 1,-1 0 0,0 0 0,1-1 0,-1 1 0,1-1 0,2 1-1,12-3-446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38 123 124,'-4'-4'-26,"-1"-1"404,1 1 1,0-1 0,0 0-1,0 0 1,1 0 0,-4-7 0,6 10-274,1 1 1,0 0 0,-1 0-1,1 0 1,0-1 0,0 1-1,0 0 1,0-1 0,0 1-1,0 0 1,0 0 0,0-1-1,0 1 1,1 0 0,-1 0-1,0 0 1,1-1 0,-1 1-1,1 0 1,0 0 0,-1 0 0,1 0-1,0 0 1,0 0 0,0 0-1,-1 0 1,1 0 0,0 0-1,0 1 1,0-1 0,0 0-1,0 0 1,1 1 0,-1-1-1,0 1 1,2-1 0,13-6 340,0 0 0,0 2 0,0 0 1,1 1-1,24-3 0,-29 5-249,-1 1 0,0 1-1,0 0 1,0 0 0,0 1 0,0 0-1,0 1 1,0 0 0,15 6 0,-24-8-109,0 1 1,0 0-1,-1 0 0,1 0 1,0 0-1,0 0 1,-1 0-1,1 0 1,-1 1-1,1-1 1,-1 1-1,1-1 0,-1 1 1,0 0-1,0-1 1,0 1-1,0 0 1,0 0-1,0 0 1,0-1-1,-1 1 0,1 0 1,-1 0-1,1 0 1,-1 0-1,0 0 1,0 1-1,0-1 1,0 0-1,0 0 0,0 0 1,0 0-1,-1 0 1,1 0-1,-1 0 1,1 0-1,-1 0 1,0-1-1,0 1 0,0 0 1,0 0-1,-2 2 1,-6 10 460,1-1 0,-2-1-1,0 1 1,-15 13 0,19-20-365,-6 5 167,-19 21 191,29-30-524,1-1-1,0 0 0,0 1 1,0-1-1,-1 1 0,2-1 1,-1 1-1,0 0 0,0-1 0,0 1 1,1 0-1,-1 0 0,1-1 1,0 1-1,-1 0 0,1 0 0,0 2 1,2-1-15,1 0 1,-1-1-1,1 1 1,0-1-1,0 0 1,0 0-1,0 0 1,0 0-1,0-1 0,0 1 1,1-1-1,-1 0 1,0 0-1,1 0 1,5 1-1,-1 0 11,27 9 30,91 33 383,-113-39-274,0 2 0,0 0 0,-1 0 0,0 1 0,-1 1 0,1 0 0,10 11 0,-20-18-104,-1-1 0,1 1 0,-1-1 0,0 1-1,0-1 1,0 1 0,1 0 0,-1-1 0,-1 1 0,1 0 0,0 0 0,0 0 0,-1 0 0,1 0-1,-1 0 1,0 0 0,1 0 0,-1 0 0,0 0 0,0 0 0,0 0 0,-1 0 0,0 3-1,0-1 10,-1-1-1,1 0 0,-1 0 0,0 0 0,0 0 0,0-1 0,-1 1 0,1 0 0,-1-1 0,1 0 0,-1 1 0,-5 2 0,-10 5 80,0 0 0,-1-1 0,-33 10 0,45-16-131,-29 9-207,-64 14-1,28-20-2093,61-6 886,1 0 1,0-1 0,-1-1-1,-15-4 1,25 6 1073,-1 0 0,1-1 1,0 1-1,0-1 1,-1 1-1,1-1 1,0 0-1,0 1 1,0-1-1,0 0 0,0 0 1,0 0-1,0 0 1,0 0-1,0 0 1,0 0-1,0 0 0,0 0 1,1 0-1,-1 0 1,0-1-1,1 1 1,0 0-1,-1-1 0,1 1 1,-1 0-1,1-1 1,0-1-1,7-26-2715,6 6 2206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1 107 136,'0'-7'913,"1"0"0,0-1 0,0 1-1,1 0 1,0 0 0,4-10 0,-6 16-754,1-1 1,-1 1-1,1 0 0,-1 0 1,1 0-1,-1-1 1,1 1-1,-1 0 0,1 0 1,0 0-1,0 0 0,0 0 1,-1 0-1,1 0 1,0 0-1,0 0 0,0 1 1,0-1-1,1 0 0,-1 1 1,0-1-1,0 0 1,0 1-1,0 0 0,1-1 1,-1 1-1,0 0 1,1-1-1,-1 1 0,0 0 1,0 0-1,1 0 0,-1 0 1,0 0-1,1 0 1,-1 1-1,0-1 0,0 0 1,1 1-1,-1-1 0,0 1 1,0-1-1,0 1 1,2 1-1,-2-2-72,-1 1 1,1-1-1,0 1 0,-1 0 1,1-1-1,-1 1 0,0 0 1,1 0-1,-1-1 0,0 1 1,1 0-1,-1 0 1,0-1-1,0 1 0,1 0 1,-1 0-1,0 0 0,0-1 1,0 1-1,0 0 0,0 0 1,0 0-1,0 0 0,-1-1 1,1 1-1,0 0 1,0 0-1,-1 0 0,1-1 1,0 1-1,-1 0 0,1 0 1,-1-1-1,1 1 0,-1 0 1,1-1-1,-1 1 0,1-1 1,-1 1-1,0-1 0,1 1 1,-1-1-1,0 1 1,1-1-1,-1 1 0,0-1 1,0 0-1,1 0 0,-2 1 1,1-2-66,1 1 1,0-1-1,0 1 1,-1-1-1,1 1 1,0-1 0,0 1-1,0-1 1,0 0-1,0 1 1,0-1-1,0 1 1,0-1 0,0 0-1,0 1 1,0-1-1,0 1 1,0-1-1,0 0 1,0 1 0,1-1-1,-1 1 1,0-1-1,0 1 1,1-1-1,-1 1 1,0-1 0,1 0-1,9-18-1132,-5 11 439,6-5-5068,-10 13 5563,-1-1-1,0 1 0,0 0 0,1-1 0,-1 1 0,1 0 0,-1 0 0,0-1 1,1 1-1,-1 0 0,1 0 0,-1 0 0,0 0 0,1 0 0,-1-1 0,1 1 1,-1 0-1,1 0 0,-1 0 0,1 0 0,-1 0 0,0 0 0,1 0 0,-1 1 1,1-1-1,-1 0 0,1 0 0,-1 0 0,0 0 0,1 1 0,-1-1 0,1 0 1,-1 0-1,0 1 0,1-1 0,-1 0 0,0 0 0,1 1 0,-1-1 0,0 0 1,0 1-1,1-1 0,-1 1 0,0-1 0,0 0 0,0 1 0,1-1 0,-1 1 1,0-1-1,0 0 0,0 1 0,0-1 0,0 1 0,0-1 0,0 1 0,3 11-846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7:1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24 114 80,'-1'0'59,"1"0"0,0 1 1,-1-1-1,1 0 0,0 1 0,-1-1 0,1 1 0,0-1 1,-1 1-1,1-1 0,0 0 0,0 1 0,0-1 0,-1 1 1,1-1-1,0 1 0,0-1 0,0 1 0,0-1 0,0 1 1,0-1-1,0 1 0,0-1 0,0 1 0,0-1 0,0 1 1,0-1-1,1 1 0,-1-1 0,0 1 0,0-1 0,0 1 1,1-1-1,-1 1 0,0-1 0,1 1 0,-1-1 0,0 0 1,1 1-1,-1-1 0,23 1 4320,-23-2-4161,1 1 1,0 0-1,0-1 0,0 1 1,0 0-1,-1-1 0,1 1 1,0 0-1,0 0 1,0 0-1,0 0 0,0 0 1,0 0-1,0 0 0,-1 0 1,1 0-1,0 1 0,0-1 1,0 0-1,0 0 1,0 1-1,-1-1 0,1 1 1,0-1-1,0 1 0,0-1 1,-1 1-1,1-1 0,0 1 1,-1 0-1,1-1 1,-1 1-1,1 0 0,-1-1 1,1 2-1,-1-1-120,0 0 0,0-1 1,-1 1-1,1 0 0,-1 0 0,1-1 1,0 1-1,-1 0 0,1-1 0,-1 1 0,0 0 1,1-1-1,-1 1 0,1-1 0,-1 1 1,0-1-1,1 1 0,-1-1 0,0 0 0,0 1 1,1-1-1,-1 0 0,0 1 0,0-1 1,0 0-1,0 0 0,1 0 0,-1 0 1,0 0-1,0 0 0,0 0 0,0 0 0,1 0 1,-1 0-1,-1-1 0,-28-6 568,28 6-774,1 0 0,-1 0 1,1 0-1,0 0 0,-1-1 1,1 1-1,0 0 1,0-1-1,0 1 0,0-1 1,0 1-1,0-1 0,0 0 1,1 1-1,-1-1 0,1 0 1,-1 1-1,1-1 0,0 0 1,-1 0-1,1 1 0,0-1 1,0-2-1,1 1-478,0 0-1,0 0 1,0 0 0,0 0-1,1 0 1,-1 0-1,1 0 1,-1 0 0,1 1-1,0-1 1,5-4 0,40-32-7195,-20 23 6713,-1 1 605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27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64 56,'-7'-64'6321,"-5"77"-2181,-16 17-3187,19-15-923,0 0 0,1 1-1,1 0 1,1 1 0,0-1-1,1 1 1,1 0-1,0 0 1,1 1 0,0 31-1,3-47-46,0 0 0,0 0 0,1 1 0,-1-1-1,0 0 1,1 0 0,0 0 0,0-1-1,-1 1 1,1 0 0,0 0 0,1 0 0,-1-1-1,0 1 1,0 0 0,1-1 0,-1 1 0,1-1-1,-1 1 1,1-1 0,0 0 0,3 2-1,-1-1-51,0-1 0,0 0 0,0 0-1,0 0 1,0 0 0,0-1-1,1 1 1,-1-1 0,0 0-1,8-1 1,0-1-176,0-1 1,0 0-1,0 0 1,-1-1-1,1 0 1,21-12-1,-28 12 201,0 0 0,-1 0 0,0 0 0,1-1 0,-1 1 0,-1-1 0,1 0 0,-1 0 0,0 0 0,5-12-1,-7 15 94,1-1 0,-1 1 0,0-1-1,-1 1 1,1-1 0,0 1-1,-1-1 1,1 0 0,-1 0-1,0 1 1,0-1 0,0 0-1,0 1 1,0-1 0,-1 0 0,1 1-1,-1-1 1,0 0 0,0 1-1,0-1 1,0 1 0,0 0-1,0-1 1,-1 1 0,1 0 0,-4-4-1,5 6-29,0-1 0,0 1 0,0 0 0,0 0 0,-1 0 0,1 0 0,0 0 0,0 0 0,0 0 0,0 0 0,0-1 0,0 1 0,0 0 0,-1 0 0,1 0 0,0 0 0,0 0 0,0 0 0,0 0 0,0 0 0,-1 0 0,1 0 0,0 0 0,0 0 0,0 0 0,0 0 0,0 0 0,-1 0 0,1 0 0,0 0 0,0 0 0,0 0 0,0 0 0,0 0 0,-1 0 0,1 0 0,0 0 0,0 1 0,0-1 0,0 0 0,0 0 0,0 0 0,0 0 0,-1 0 0,1 0 0,0 0 0,0 0 0,0 1 0,0-1 0,0 0 0,0 0 0,0 0 0,-2 13 242,4 11-237,13 114-527,-13-107-1491,-2 1 0,-1-1 0,-1 0 0,-10 49 0,7-54 1491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0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57 80,'-50'-1'3874,"-38"1"5988,30 12-6125,33-6-2837,25-5-640,21-2-165,158-14 74,0-1-240,-175 13-1337,-17-3-3266,10 4 3496,-1 1-1,0-1 1,1 0-1,0 0 0,-1 0 1,1 0-1,0 0 0,0-1 1,-4-4-1,4-1 397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0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24,'2'-5'9933,"3"26"-6410,4 31-1986,-9-51-1489,28 257 154,-32-112-14694,4-131 13809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39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38 72,'9'-13'686,"-1"2"1287,-4-3 3414,-14 15-477,-9 7-3633,-9 7-804,0 2 1,1 1-1,0 1 1,2 1-1,0 1 0,-33 38 1,49-45-446,23-19 1,22-19 5,-18 7-51,-1 0 1,-1-1 0,21-32 0,4-3-13,-41 53 29,1-1 0,-1 1-1,0 0 1,0-1 0,0 1 0,1 0-1,-1-1 1,0 1 0,0-1 0,1 1-1,-1 0 1,0 0 0,1-1 0,-1 1-1,0 0 1,1 0 0,-1-1 0,0 1-1,1 0 1,-1 0 0,1 0-1,-1 0 1,0-1 0,1 1 0,-1 0-1,1 0 1,-1 0 0,1 0 0,-1 0-1,0 0 1,1 0 0,-1 0 0,1 0-1,-1 1 1,1-1 0,-1 0-1,0 0 1,1 0 0,-1 0 0,1 1-1,-1-1 1,0 0 0,1 1 0,7 23 48,-4 37 55,-4-60-103,-1 85 57,4 111 70,-2-192-124,-1 1 0,1-1-1,-1 0 1,0 0 0,-1 1-1,1-1 1,-1 0 0,0 0-1,0 1 1,-3 4 0,3-8-3,-1 0 0,1 0 0,-1 0 1,0 0-1,1-1 0,-1 1 0,0-1 1,0 0-1,0 1 0,0-1 0,-1 0 1,1 0-1,0 0 0,0-1 0,-1 1 1,1 0-1,0-1 0,-1 0 0,1 1 0,-1-1 1,1 0-1,-1 0 0,1 0 0,-3-1 1,-109 1 387,161-25-32,-35 21-356,1 1 1,0 0-1,0 1 0,-1 0 0,1 1 0,0 1 0,13 1 0,-21-2 8,-1 2 0,1-1-1,-1 0 1,0 1 0,0 0-1,1 0 1,-1 0-1,0 0 1,0 1 0,0 0-1,0 0 1,0 0 0,0 0-1,-1 0 1,1 1 0,-1 0-1,1 0 1,-1 0 0,0 0-1,0 0 1,-1 1-1,1-1 1,-1 1 0,3 4-1,-4-7 12,-1-1-1,1 1 1,-1 0-1,1 0 1,-1-1-1,0 1 0,1 0 1,-1 0-1,0-1 1,1 1-1,-1 0 1,0 0-1,0 0 1,0 0-1,0-1 0,0 1 1,0 0-1,0 0 1,0 0-1,0 0 1,-1-1-1,1 1 1,0 0-1,0 0 0,-1 0 1,1-1-1,0 1 1,-1 0-1,1 0 1,-1-1-1,1 1 1,-1 0-1,1-1 0,-1 1 1,0-1-1,1 1 1,-1-1-1,0 1 1,0 0-1,-1-1 22,1 0 0,0 0 0,-1-1 0,1 1 0,-1 0 0,1-1-1,0 1 1,-1-1 0,1 1 0,0-1 0,-1 1 0,1-1 0,0 0 0,0 0 0,0 0 0,-1 0 0,1 0-1,0 0 1,0 0 0,1 0 0,-1 0 0,0 0 0,-1-2 0,-2-3-328,-17-27 1277,16 15-2176,9 2-3290,9 13-5629,-4 6 6156,-4 1 2681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0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44 116,'-61'0'4311,"34"-2"6099,293-38-9885,-258 39-547,-28 9-11166,3 6 7824,12-7 2728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0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0 176,'-11'4'516,"7"-3"-118,1 0 1,0 0 0,-1 0 0,1 0-1,0 0 1,0 1 0,0-1 0,0 1-1,0 0 1,0 0 0,0 0-1,1 0 1,-4 4 0,9-4-67,1 0 0,-1 0 0,1-1 0,-1 0 0,1 1 0,0-1 0,-1-1 0,1 1 0,5 0 0,9 0-225,0-1 0,0-1 0,0-1 0,0 0 0,-1-1 0,1-1 0,19-7 0,-29 9-437,41-2-7360,-33 5 5924,-4-1 1170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1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79 80,'4'-40'3707,"1"1"6339,-20 72-7101,4-12-2769,1 4 58,6-19-187,1 1 1,0 0-1,0 0 1,0 0-1,1 0 1,0 0-1,1 0 1,0 0-1,0 1 1,0 13-1,4-21-2,-1 1-1,1 0 0,0-1 1,0 0-1,-1 0 1,1 1-1,0-2 0,0 1 1,0 0-1,-1 0 1,1-1-1,0 0 0,5-1 1,4-1 26,-2 3-33,1 1 1,-1-1-1,0 2 1,1-1-1,-1 2 1,0-1-1,0 1 1,0 1-1,0 0 1,-1 0-1,1 1 1,-1 0-1,0 0 0,-1 1 1,1 0-1,8 10 1,-11-12 71,-1 1 1,0 0 0,0 0-1,0 1 1,0-1-1,-1 1 1,0 0 0,0 0-1,-1 1 1,0-1 0,0 1-1,0-1 1,-1 1-1,0 0 1,0 0 0,0 0-1,-1 1 1,-1-1-1,1 0 1,-1 0 0,0 0-1,-1 1 1,1-1-1,-3 8 1,1-9-46,0-1 0,-1 0 0,1 0 0,-1 0 0,-1 0 0,1 0-1,0-1 1,-1 0 0,0 1 0,0-1 0,0 0 0,-1-1 0,1 1 0,-11 5 0,7-5 91,0 0 0,0 0 0,-1-1 0,0 0 0,0 0 0,0-1 0,0 0 0,0 0 0,-11-1 0,14 0-417,-1-1-1,1 0 1,0-1 0,0 0-1,0 0 1,0 0-1,0 0 1,0-1-1,0 0 1,1 0 0,-1-1-1,1 0 1,-9-5-1,11 6-298,0-1 0,0 1 0,1-1 0,-1 0-1,1 0 1,-1 0 0,1 0 0,0-1 0,-3-5-1,4 4-448,-1 1 0,1-1-1,-1 0 1,1 0-1,1 0 1,-1 0 0,1 1-1,0-10 1,10-36-3888,-3 24 3960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1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45 36,'-25'-19'1066,"-1"-6"8754,42 25-8104,17 3-620,86 4 726,-69-6-4974,-48-1 2935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6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211 113 88,'-9'-2'538,"-1"-1"-1,1 2 1,-1-1 0,1 1-1,-1 1 1,1 0-1,-1 0 1,-13 2 0,10 0 546,-1-2 0,1 1 0,-20-3 0,32 2-1044,0 0 0,0 0-1,1 0 1,-1 0 0,0 0 0,1 0 0,-1 0 0,0 0 0,0 0 0,1 0-1,-1-1 1,0 1 0,1 0 0,-1 0 0,0-1 0,1 1 0,-1 0 0,1-1-1,-1 1 1,0-1 0,1 1 0,-1-1 0,1 1 0,-1-1 0,1 1 0,-1-1-1,1 1 1,0-1 0,-1 1 0,1-1 0,0 0 0,-1 1 0,1-1 0,0 0-1,0-1 1,0 1-18,1-1 0,0 1 0,0-1 0,0 0-1,0 1 1,0 0 0,1-1 0,-1 1 0,0 0-1,1-1 1,-1 1 0,1 0 0,1-1 0,55-29-142,34-2 200,-84 31-37,0 0 0,0 0 0,0 1-1,1 0 1,-1 1 0,0-1 0,0 2-1,0-1 1,1 1 0,7 2-1,-14-2-15,0-1 0,0 1-1,0 0 1,0 0 0,0-1-1,0 1 1,0 1-1,0-1 1,0 0 0,-1 0-1,1 1 1,0-1 0,-1 1-1,1-1 1,-1 1-1,0 0 1,1 0 0,-1-1-1,0 1 1,0 0 0,0 0-1,0 0 1,0 4-1,0-2 35,-1 0-1,0 1 0,1-1 0,-2 1 0,1-1 0,-1 1 0,1-1 0,-1 0 0,0 1 0,-4 7 0,-3 6 82,0-1 0,-1 0 0,-1 0 0,-15 17 0,5-6-44,-2 0 1,-1-2 0,-2-1-1,0 0 1,-1-2-1,-2-1 1,-33 21 0,60-43-81,1 1 0,-1 0 0,0-1 1,1 1-1,-1-1 0,0 0 0,0 1 0,1-1 1,-1 1-1,0-1 0,0 0 0,0 0 1,1 1-1,-1-1 0,0 0 0,0 0 1,0 0-1,0 0 0,0 0 0,1 0 0,-1 0 1,0 0-1,0 0 0,0 0 0,0-1 1,1 1-1,-1 0 0,-1-1 0,1-1-4,1 1 0,0 0-1,-1 0 1,1 0 0,0-1-1,0 1 1,0 0 0,0 0-1,0-1 1,0 1-1,1 0 1,-1 0 0,0 0-1,1-1 1,-1 1 0,1-2-1,26-49 81,-25 48-101,1 0 0,0 0 0,0 1 0,0-1 0,1 1 0,-1-1 0,1 1 0,0 0 0,0 0 0,0 1 0,0-1 0,1 1 0,-1 0 0,1 0 0,-1 0 0,1 1 0,0-1 0,-1 1 0,10-1-1,2 2 108,-1 1 0,0 0 0,0 1 0,0 1 0,15 4 0,-18-3-476,0-1 1,0-1-1,1 0 1,-1-1-1,1 0 1,-1 0-1,1-2 0,15-1 1,-8-1-2919,-16 3 2470,0-1 0,-1 1 0,1-1 0,0 0 0,-1 0-1,1 0 1,-1 0 0,1 0 0,4-3 0,-8 3 261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7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51 56,'-17'-14'2275,"9"6"4316,25 7-3543,80 4-2288,186-17-1,-253 5-1161,-30 4-1541,-18 2-1685,-42 9-3457,46-5 6674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47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31 156,'-9'-17'789,"11"3"9768,1 37-9468,-9 64 447,-6 0-3699,4-37-3299,-1 75 0,9-101 4602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91 36,'-2'-3'387,"0"0"-1,0 0 1,0 0-1,1 0 1,0 0-1,-1 0 1,1-1-1,0 1 1,1 0-1,-1-1 1,0 1-1,1-1 1,0 1 0,0-1-1,0 1 1,0 0-1,1-1 1,1-5-1,-1-13 2510,-4 23-2452,-1 1 0,1 0 0,0 0-1,-1 1 1,1-1 0,1 1-1,-1-1 1,-5 7 0,3-3-393,0 1 0,0-1 0,0 1 0,0 1 0,1-1 0,1 0 0,-1 1 0,1 0-1,-3 12 1,6-17-49,-1-1-1,1 1 0,-1-1 0,1 1 0,0 0 1,0-1-1,0 1 0,0 0 0,1-1 1,-1 1-1,1-1 0,0 1 0,-1-1 0,1 1 1,0-1-1,1 1 0,-1-1 0,0 0 0,1 0 1,-1 1-1,1-1 0,-1 0 0,1 0 1,0-1-1,0 1 0,0 0 0,0-1 0,0 1 1,1-1-1,-1 1 0,0-1 0,1 0 0,3 1 1,10 3 6,-1-1 1,1-1-1,32 3 1,-37-6 1,0 1 0,-1 0 0,1 1 1,0 0-1,-1 1 0,1 0 0,-1 0 1,0 1-1,0 0 0,0 1 0,12 8 0,-21-12-5,0 0-1,0 0 0,0 0 0,0 0 0,0 0 0,0 0 0,0 0 1,0 0-1,0 0 0,0 0 0,-1 0 0,1 0 0,-1 1 1,1-1-1,-1 0 0,1 1 0,-1-1 0,0 0 0,1 1 1,-1-1-1,0 0 0,0 1 0,0-1 0,0 0 0,0 1 1,0-1-1,-1 3 0,0-1 13,-1-1 1,1 1-1,-1 0 0,0 0 1,0-1-1,0 1 0,0-1 1,0 1-1,-1-1 0,1 0 1,-4 3-1,-6 3 45,0 0 1,-1-1-1,0-1 0,-16 7 0,15-7-243,-47 14 518,59-19-524,0-1-1,0 1 1,-1-1 0,1 1 0,0-1 0,0 0 0,0 0-1,0 0 1,0 0 0,0 0 0,0 0 0,0-1-1,0 1 1,0-1 0,0 1 0,0-1 0,0 0-1,0 0 1,0 0 0,0 0 0,0 0 0,1 0 0,-4-2-1,5 1-213,-1 0-1,0 1 1,0-1-1,1 0 0,-1 0 1,1 1-1,0-1 1,-1 0-1,1 0 1,0 1-1,0-1 0,0 0 1,0 0-1,0 0 1,0 0-1,1 1 1,-1-1-1,1 0 0,1-3 1,16-32-2341,-5 16 2279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0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82 120,'-1'-1'108,"1"0"1,-1 0-1,1 0 1,0 0-1,-1 0 0,1 1 1,0-1-1,-1 0 1,1 0-1,0 0 0,0 0 1,0 0-1,0 0 0,0 0 1,0 0-1,0 0 1,0 0-1,1 0 0,-1 0 1,0 0-1,0 0 1,1 0-1,-1 0 0,1 0 1,0-2-1,1 1 71,0 1 1,0-1-1,0 0 0,0 0 0,0 1 0,0-1 1,1 1-1,-1 0 0,0-1 0,3 0 1,64-15 2104,-64 16-2097,-4 1-181,120-17 1725,-107 16-2565,0 0 0,1 2 0,21 2 1,-36-3 685,1 0 0,0 1 0,0-1 0,0 0 0,0 0 0,0 1 0,-1-1 0,1 0 0,0 1 0,0-1 0,-1 1 0,1-1 0,0 1 0,-1-1 0,1 1 0,0 0 0,-1-1 0,1 1 0,-1 0 1,1-1-1,-1 1 0,1 0 0,-1 0 0,1 0 0,-1-1 0,0 1 0,0 0 0,1 0 0,-1 0 0,0 0 0,0 0 0,2 10-636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2 152,'-68'11'2896,"32"-5"1703,24-4 3831,151-12-7418,-69 3-2192,-1 4-3598,-69 3 4685,0 0 0,0 0 1,0 0-1,1 0 0,-1 0 0,0 0 1,0 0-1,0 0 0,0 0 0,1 0 0,-1 0 1,0 0-1,0 0 0,0 0 0,0 0 1,1 0-1,-1 0 0,0 0 0,0 0 0,0 0 1,0 1-1,0-1 0,1 0 0,-1 0 0,0 0 1,0 0-1,0 0 0,0 0 0,0 1 1,0-1-1,0 0 0,0 0 0,0 0 0,1 0 1,-1 1-1,0-1 0,0 0 0,0 0 1,0 0-1,0 0 0,0 1 0,0-1 0,0 0 1,0 0-1,0 0 0,0 0 0,0 1 0,0-1 1,-1 0-1,1 0 0,0 0 0,0 0 1,0 0-1,0 1 0,0-1 0,0 0 0,0 0 1,0 0-1,0 0 0,-1 1 0,-12 14-2385,-19 12 654,-11-1 1173,17-10 1580,1 0 0,-29 25-1,53-41-879,1 0-1,-1 0 1,1 0 0,0 1-1,-1-1 1,1 0-1,-1 1 1,1-1-1,-1 0 1,1 1-1,0-1 1,-1 1 0,1-1-1,0 0 1,0 1-1,-1-1 1,1 1-1,0-1 1,0 1-1,-1-1 1,1 1 0,0-1-1,0 1 1,0-1-1,0 1 1,0-1-1,0 1 1,0-1 0,0 1-1,0 0 1,0-1-1,0 1 1,0-1-1,0 1 1,1-1-1,-1 1 1,0-1 0,0 1-1,0-1 1,1 0-1,0 2 1,25 6 1233,34-8-32,12-11-1661,35-7-6353,-93 14 6175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54 108,'-104'-15'3982,"38"5"3211,117 3-4499,-5 0-2829,-4 1 18,-22 3 52,0 0 1,0 2-1,0 0 0,0 1 0,0 1 1,23 4-1,-41-4 98,1 0-1,0 0 1,0 1 0,0-1-1,-1 1 1,1 0 0,-1-1 0,1 1-1,-1 0 1,0 1 0,0-1-1,0 0 1,0 1 0,0-1 0,-1 1-1,1-1 1,0 1 0,-1 0-1,0 0 1,0-1 0,0 1 0,0 0-1,0 0 1,-1 0 0,1 0-1,-1 0 1,0 7 0,1 9 288,-2 0 0,0 0 0,-5 26 0,3-24-88,-8 49 198,-6 60 509,16-117-1314,1 1-1,0-1 0,1 0 1,0 0-1,1 1 0,1-1 0,5 16 1,6-7-5710,-14-22 5976,0 0 0,0 1 0,0-1 0,1 0 0,-1 0 0,0 1-1,1-1 1,-1 0 0,0 0 0,0 1 0,1-1 0,-1 0 0,0 0 0,1 0 0,-1 0 0,1 0-1,-1 1 1,0-1 0,1 0 0,-1 0 0,0 0 0,1 0 0,-1 0 0,1 0 0,-1 0 0,0 0-1,1 0 1,-1 0 0,0-1 0,1 1 0,-1 0 0,0 0 0,1 0 0,-1 0 0,0 0 0,1-1-1,-1 1 1,0 0 0,1 0 0,-1-1 0,0 1 0,0 0 0,1 0 0,-1-1 0,0 1 0,0 0 0,0-1-1,1 1 1,-1 0 0,0-1 0,0 1 0,0 0 0,0-1 0,0 1 0,0 0 0,0-1 0,0 1-1,1-1 1,-1 1 0,-1 0 0,1-1 0,0 1 0,0 0 0,0-1 0,1-11-693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8:51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67 204,'-12'-1'233,"-28"-2"1502,5-7 3428,35 10-5087,0-1 0,0 1 1,0 0-1,-1 0 0,1-1 1,0 1-1,0 0 0,0-1 1,0 1-1,0 0 0,0 0 1,0-1-1,0 1 0,0 0 1,0-1-1,1 1 0,-1 0 1,0 0-1,0-1 0,0 1 1,0 0-1,0 0 0,0-1 1,1 1-1,-1 0 0,0 0 1,0-1-1,0 1 0,1 0 1,-1 0-1,0 0 0,0 0 1,0-1-1,1 1 0,-1 0 1,0 0-1,0 0 0,1 0 1,-1 0-1,0 0 0,1 0 1,-1 0-1,0 0 0,0-1 1,1 1-1,-1 0 0,0 0 1,1 1-1,-1-1 1,0 0-1,0 0 0,1 0 1,19-6 578,54-5 281,93-2-1,-81 8-3389,-2-4-5733,-125 14 5419,10-1 2290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11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62 88,'-5'-18'831,"-2"-9"2399,6 10 4728,-16 38-6328,10-4-1571,0 1 0,2-1 1,0 1-1,1 0 0,1 1 1,-1 22-1,4 118 410,2-96-135,8 847 3659,-11-896-3422,0-30-2125,0 2-1865,0 0 0,0 1 0,-5-16 0,6 29 3320,-1-1 0,1 1-1,-1 0 1,1-1 0,-1 1 0,1 0-1,-1 0 1,0-1 0,1 1 0,-1 0-1,1 0 1,-1 0 0,1 0 0,-1 0-1,0 0 1,1 0 0,-1 0 0,1 0-1,-1 0 1,0 0 0,1 0 0,-1 0-1,1 0 1,-1 1 0,0-1-1,1 0 1,-1 0 0,1 1 0,-1-1-1,1 0 1,-1 1 0,1-1 0,0 1-1,-1-1 1,1 0 0,-1 1 0,-13 13-478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12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298 128 128,'8'-37'965,"-7"31"-261,0 0 0,-1 0 0,0-1 0,0 1-1,0 0 1,-1 0 0,-1-7 0,1 11-404,1 0 0,-1 0 1,0 0-1,1 0 0,-1 1 0,0-1 1,0 0-1,0 1 0,0-1 1,-1 1-1,1-1 0,0 1 0,-1-1 1,1 1-1,-1 0 0,1 0 1,-4-2-1,2 2-114,0 0 0,1 0 0,-1 0 0,0 1 0,0-1 0,0 1 0,0 0 0,0 0 0,0 0 0,0 0 0,0 1 0,0-1 0,0 1 0,0 0 0,-3 1 0,-9 4-56,2 0 1,-1 1-1,1 0 1,0 1-1,0 1 1,1 0-1,1 1 1,-1 0-1,1 0 1,1 1-1,0 1 1,1 0-1,0 0 1,1 1-1,0 0 1,-7 17-1,9-19-128,1 1 0,0 0 0,1 0-1,0 0 1,1 0 0,0 1-1,1 0 1,0-1 0,1 1 0,1 0-1,0-1 1,1 1 0,0 0-1,1 0 1,0-1 0,1 1-1,0-1 1,1 0 0,9 19 0,-9-25 2,1 1 0,-1-1 1,2 0-1,-1 0 0,0-1 0,1 0 1,0 0-1,0 0 0,1-1 1,-1 1-1,1-1 0,0-1 1,0 0-1,0 0 0,1 0 1,11 2-1,-13-3-3,-1-1 1,0 0-1,0-1 1,1 1-1,-1-1 1,1 0-1,-1 0 1,0-1-1,1 1 1,-1-1-1,0-1 1,1 1-1,-1-1 1,0 1-1,0-2 1,0 1-1,-1 0 1,1-1-1,0 0 1,-1 0-1,0 0 1,0-1-1,0 0 1,6-6-1,-9 8 0,0 1-1,0 0 1,0 0-1,0 0 1,0-1 0,0 1-1,-1-1 1,1 1-1,-1 0 1,1-1-1,-1 1 1,1-1-1,-1 1 1,0-1-1,0 1 1,0-1 0,0 1-1,0-1 1,0 0-1,0 1 1,0-1-1,-1 1 1,0-3-1,0 1-1,-1 1 0,0-1-1,1 1 1,-1 0 0,0 0-1,0 0 1,0 0-1,0 0 1,0 1 0,0-1-1,-1 0 1,-2-1 0,-7-2-15,0 0 0,0 0 0,0 1 1,-19-4-1,10 5-3,16 3 4,-1-1 1,0 1 0,1-1 0,-1-1-1,1 1 1,0-1 0,-1 0 0,-7-3 0,13 4 7,0 0 1,0 1 0,0-1 0,0 0 0,0 1 0,1-1 0,-1 0-1,0 1 1,0-1 0,0 0 0,1 1 0,-1-1 0,0 0 0,0 1 0,1-1-1,-1 1 1,1-1 0,-1 1 0,1-1 0,-1 1 0,1-1 0,-1 1-1,1-1 1,-1 1 0,1 0 0,-1-1 0,1 1 0,-1 0 0,1 0 0,0-1-1,-1 1 1,1 0 0,1 0 0,22-12-71,-12 6 46,0 1 1,0 1 0,1 0 0,-1 1 0,24-3 0,-33 6 30,1 0 0,-1 0 0,0 0 0,1 1 0,-1-1 0,1 1 0,-1 0 0,0 0 1,0 0-1,1 0 0,-1 1 0,0-1 0,0 1 0,0 0 0,0-1 0,-1 2 0,1-1 0,0 0 0,-1 0 0,0 1 0,1-1 0,-1 1 0,0 0 0,0 0 0,0 0 0,1 4 0,2 5 37,0 1 0,-1 0 0,0 1 0,-1-1 0,3 26 0,9 39 67,19 54 43,-19-65-78,-10-57-582,5-6-7600,-4-13 353,-6-3 7873,-4-2-974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1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866 108 172,'0'-4'337,"0"-1"1,0 1-1,-1-1 0,1 1 0,-1 0 1,0-1-1,0 1 0,0 0 0,-1 0 1,1 0-1,-1 0 0,0 0 0,0 0 1,-1 0-1,1 0 0,-1 1 0,1-1 1,-6-3-1,4 3 1,-1 1 0,0 0 1,1 1-1,-1-1 0,0 1 1,0 0-1,0 1 0,-1-1 0,1 1 1,0 0-1,-1 0 0,-10 0 0,-6 1-56,0 2-1,0 0 1,1 2-1,-1 0 0,1 2 1,-24 8-1,-17 8-128,-107 54-1,139-59-11,2 0-1,0 3 0,1 0 1,1 1-1,-35 38 1,42-39 207,0 2 0,2 0 1,0 1-1,1 1 1,-22 46-1,33-58-317,1 0 0,0 0-1,0 1 1,1-1 0,1 1-1,0-1 1,1 1 0,0 0-1,1 0 1,1 0 0,0 0-1,0-1 1,1 1 0,1 0-1,5 14 1,-2-9 29,1-1-1,1 1 1,1-2 0,0 1-1,1-1 1,1-1 0,0 0-1,1 0 1,1-1-1,0-1 1,1 0 0,18 13-1,-13-13 5,2 0 0,0-1 1,0-1-1,1-1 0,0-1 0,1-1 0,0-1 0,46 7 0,-41-9-55,0-3 0,-1 0 0,1-2 0,0 0 0,0-2 0,0-2 1,-1 0-1,1-2 0,-1-1 0,-1-1 0,1-1 0,-1-1 0,-1-1 0,0-2 0,0-1 0,-2 0 0,25-20 0,-33 20-8,0 0 1,-1-1-1,-1 0 0,0-1 1,-2-1-1,1 0 0,-2 0 0,0-1 1,-2-1-1,0 1 0,0-1 1,-2-1-1,0 1 0,-2-1 1,3-22-1,-5 24 12,-1 1 0,0-1-1,-2 0 1,0 0 0,-1 1 0,-1-1 0,0 1 0,-1-1-1,-1 1 1,-1 0 0,0 1 0,-1-1 0,-1 2 0,-1-1-1,0 1 1,-1 0 0,-17-20 0,4 11 271,0 1 0,-47-35 0,46 41-1387,-1 1 0,0 1 0,-40-16-1,47 23 93,0 1 0,-1 1-1,0 1 1,0 1-1,0 0 1,0 1 0,-1 1-1,0 1 1,1 1-1,-1 1 1,1 1 0,-1 0-1,-37 10 1,3 8 352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2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58 629 8,'-32'-5'771,"7"1"6109,307-57-5593,64-10-132,395-1 1220,-425 49-1796,264-56-542,-476 62-28,540-105 146,-109 25 56,-245 49-233,-208 30 122,-49 10-263,-26 5-209,-11 3-282,-80 16-9670,60-10 8973,3 0 726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161 163 116,'5'-6'217,"1"0"-1,-1 0 1,2 1 0,-1-1-1,0 1 1,1 0 0,0 1-1,0 0 1,1 0 0,-1 0-1,9-2 1,20-12 210,-16 7-153,-14 8-11,1 0 0,-1 0 0,0-1 1,0 0-1,0 0 0,-1-1 0,1 1 0,-1-1 0,7-10 1,-11 15-214,-1 0 1,0-1 0,0 1 0,1-1 0,-1 1 0,0 0 0,0-1 0,0 1-1,1-1 1,-1 1 0,0-1 0,0 1 0,0 0 0,0-1 0,0 1 0,0-1-1,0 1 1,0-1 0,0 1 0,0-1 0,0 1 0,0-1 0,0 1 0,-1 0-1,1-1 1,0 1 0,0-1 0,0 1 0,-1-1 0,1 1 0,0 0 0,0-1-1,-1 1 1,1 0 0,0-1 0,-1 1 0,-20-7 873,-24 6-265,25 4-579,0 0 1,0 2 0,1 0-1,-1 1 1,-25 12 0,36-14-87,0 0 0,1 1 0,-1-1 0,1 2 1,1-1-1,-1 1 0,1 0 0,0 1 0,0 0 1,0 0-1,1 0 0,1 1 0,-9 12 0,13-15 2,-1-1 1,1 1-1,0 0 0,0-1 0,0 1 1,1 0-1,0-1 0,-1 1 0,2 0 1,-1 0-1,1 0 0,-1-1 0,1 1 0,1 0 1,-1-1-1,1 1 0,-1-1 0,1 1 1,0-1-1,1 0 0,3 6 0,9 10 6,0 0 0,1-1 0,21 18 0,7 11 11,-42-45-38,4 3 92,-1 1 1,0 0-1,0 0 0,0 1 1,-1-1-1,5 13 0,-9-18 3,1 0-1,-1 0 1,0 0-1,0 0 1,0 0-1,0 0 1,0 0-1,0 0 1,0-1-1,-1 1 1,1 0-1,-1 0 1,1 0-1,-1 0 1,0 0-1,1-1 1,-1 1-1,0 0 1,0-1-1,-1 1 1,1-1-1,0 1 1,0-1-1,-1 1 1,1-1-1,-1 0 1,1 0-1,-1 0 1,0 0-1,1 0 1,-1 0-1,0 0 1,0 0-1,-2 0 1,-4 2 52,0-1 1,-1 0 0,1 0 0,0-1-1,-1 0 1,1 0 0,-1-1 0,1 0 0,-1 0-1,1-1 1,-1-1 0,1 1 0,-13-5-1,17 5-286,-1-1-1,1 0 0,0 0 1,-1 0-1,1 0 0,0-1 1,0 1-1,1-1 0,-1 0 1,0 0-1,-4-6 0,6 6-188,1 1-1,-1-1 0,1 0 1,-1 1-1,1-1 0,0 0 1,0 0-1,0 0 0,1 0 1,-1 0-1,1 0 1,-1 0-1,1 0 0,0 0 1,0 0-1,0 0 0,1 0 1,-1 0-1,2-4 0,0 2-48,0-1-1,0 1 0,0 0 0,1 0 1,0 0-1,0 1 0,0-1 0,1 1 1,-1-1-1,1 1 0,5-3 0,13-13-106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56,'-19'2'884,"-18"3"2490,23 2 2711,18-5-5701,1 0-1,-1 0 1,1-1-1,0 0 1,-1 0-1,10 1 1,72 4 14,159-11 0,-230 3-1078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100 117 136,'8'-48'2950,"-2"13"2636,-17 72-763,-14 41-4957,16-51 499,-16 45-290,-19 69 129,113-353-137,-45 146-42,-20 54-24,-1 4-3,-1 0 0,1 0-1,0 0 1,0 1 0,1-1 0,0 1 0,0 0 0,1 0-1,0 1 1,0-1 0,8-6 0,-12 12 0,1 0 1,-1 1-1,0-1 1,1 1-1,-1 0 1,0-1-1,1 1 0,-1 0 1,1 0-1,-1 0 1,0 0-1,1 0 1,-1 0-1,1 0 1,-1 1-1,0-1 0,1 0 1,-1 1-1,0-1 1,1 1-1,-1-1 1,0 1-1,0 0 1,1 0-1,-1-1 0,0 1 1,0 0-1,0 0 1,0 0-1,0 0 1,0 0-1,0 1 1,0 1-1,29 43-4,-28-42 6,13 25 43,-2 1-1,-2 1 1,0 0 0,8 48-1,-6-10-496,2 73-1,-16-127-1994,-4-14-2049,-12-19-1930,12 12 7207,-8-10-1412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93 12,'-3'-1'258,"0"0"0,0-1 0,0 1 0,0-1-1,0 1 1,0-1 0,0 0 0,1 0 0,-1 0 0,-3-4 0,6 6-156,-1 0 1,1-1 0,0 1 0,0-1-1,0 1 1,0 0 0,0-1 0,0 1-1,-1-1 1,1 1 0,0 0 0,0-1-1,0 1 1,0-1 0,1 1 0,-1-1-1,0 1 1,0 0 0,0-1-1,0 1 1,0-1 0,0 1 0,1 0-1,-1-1 1,0 1 0,0 0 0,0-1-1,1 1 1,0-1 0,21-12 1385,-2 6-1077,0 1 0,36-6 1,94-1-5659,-82 9 2254,-40 0 2588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28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63 96,'-29'-3'1921,"29"3"-1644,-1 0 0,0 1 0,0-1 0,1 0 0,-1 0 0,0 0 0,0-1 0,0 1 0,1 0 0,-1 0 0,0 0 0,0 0 0,1-1 0,-1 1 0,0 0 0,1-1 0,-1 1 0,0 0 0,1-1 0,-1 1 0,0-1 0,1 1 0,-1-1 0,1 0 0,-1 1 0,1-1 0,-1 1 0,1-1 0,-1-1 0,4 1-48,0-1 0,-1 1 0,1 0 0,0 0 1,0 0-1,0 0 0,1 0 0,-1 1 0,0 0 0,0-1 0,0 1 1,4 1-1,4-2 2,88-6 139,-74 7-477,0-1 0,0-1 0,-1-1 0,1-1 0,-1-1 0,34-13 0,-93 24-12264,16 0 11684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30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77 4,'2'-3'206,"0"1"1,-1 0-1,1-1 0,-1 1 0,1-1 1,-1 1-1,0-1 0,0 1 0,0-1 1,0 0-1,-1 0 0,1 1 0,-1-1 1,1 0-1,-1 0 0,0 0 0,-1-5 1,0 6-8,0 1 0,0-1 0,-1 0 1,1 1-1,-1-1 0,1 1 0,-1-1 1,0 1-1,0 0 0,1 0 0,-1 0 1,0 0-1,0 0 0,0 0 0,0 0 1,0 1-1,0-1 0,0 1 1,0-1-1,-1 1 0,1 0 0,0 0 1,0 0-1,-4 0 0,-7 0 85,1 1 0,-1 0 0,1 0 0,0 1 1,-1 1-1,1 0 0,0 1 0,0 0 0,1 1 0,-1 0 0,1 1 0,0 0 0,0 1 0,1 0 0,0 0 1,0 1-1,1 1 0,0 0 0,0 0 0,-7 11 0,11-13-276,0 0 1,0 0-1,1 1 0,-1-1 0,2 1 1,-1 0-1,1 1 0,0-1 1,1 0-1,0 1 0,0-1 1,1 1-1,0 0 0,1 0 0,0-1 1,0 1-1,0 0 0,2 0 1,-1-1-1,1 1 0,0-1 0,0 1 1,1-1-1,1 0 0,-1 0 1,1 0-1,0 0 0,1-1 0,7 10 1,-6-10 14,1 1 1,0-1-1,1 0 1,-1-1-1,1 0 1,0 0-1,1-1 1,0 0-1,-1 0 1,1-1-1,18 6 1,-21-8-15,-1 0 0,1-1 0,0 0 1,-1 0-1,1-1 0,0 1 0,-1-1 0,1 0 0,0-1 1,0 1-1,-1-1 0,1 0 0,0-1 0,-1 1 1,1-1-1,-1 0 0,0-1 0,0 1 0,0-1 0,0 0 1,9-7-1,-12 8-10,0 1 0,-1-1 1,1 1-1,-1-1 0,1 1 1,-1-1-1,0 0 0,1 0 1,-1 0-1,0 1 0,0-1 1,0 0-1,0-1 0,-1 1 1,1 0-1,0 0 0,-1 0 1,0 0-1,1-1 0,-1 1 1,0 0-1,0 0 0,0 0 1,-1-4-1,-1 3-2,1-1 0,-1 0 0,0 1 0,0-1-1,0 1 1,0 0 0,-1 0 0,1 0 0,-1 0 0,0 0 0,0 1 0,-5-5 0,-7-3-41,0 1-1,0 1 1,0 0-1,-1 1 1,-19-6-1,23 9-15,7 2 41,1-1 0,-1 2 0,0-1-1,0 1 1,0-1 0,0 1-1,0 0 1,0 1 0,0 0 0,-5-1-1,13 4 23,0-1-1,1 0 0,-1 0 1,1 0-1,0-1 0,-1 1 1,1-1-1,0 0 0,5 1 1,13 1 92,0-2 1,0-1 0,39-3 0,12-2 19,-73 6-113,1-1 1,0 0-1,0 1 1,-1-1-1,1 0 1,0 1-1,0-1 0,-1 1 1,1-1-1,-1 1 1,1-1-1,0 1 1,-1 0-1,1-1 1,-1 1-1,1 0 1,-1-1-1,0 1 1,1 0-1,-1-1 1,0 1-1,1 0 0,-1 0 1,0 0-1,0-1 1,0 1-1,1 0 1,-1 0-1,0 0 1,0-1-1,0 1 1,-1 0-1,1 0 1,0 0-1,0 1 1,-6 40 73,4-28-32,-3 33 61,3 1 0,1 0 0,3-1 0,8 53 0,3-71 141,-4-18-872,-9-11 577,0 0 0,0 0 0,0 0 0,0 0 0,0 1 0,0-1 0,0 0 0,1 0 0,-1 0 0,0 0 0,0 0 0,0 0 0,0 0 0,0 0 0,0 0-1,1 0 1,-1 0 0,0 0 0,0 0 0,0 0 0,0 0 0,0 0 0,0-1 0,0 1 0,1 0 0,-1 0 0,0 0 0,0 0 0,0 0 0,0 0 0,0 0 0,0 0 0,0 0 0,0 0 0,0 0 0,1-1 0,-1 1 0,0 0 0,0 0 0,0 0 0,0 0 0,0 0 0,0 0 0,0 0 0,0-1-1,0 1 1,0 0 0,0 0 0,0 0 0,0 0 0,0 0 0,0 0 0,0 0 0,0-1 0,0 1 0,0 0 0,0 0 0,0 0 0,0 0 0,0 0 0,0 0 0,0-1 0,0 1 0,0 0 0,-1 0 0,1 0 0,-10-29-9356,0 10 6860,8 6 2107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1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47 68,'-2'-1'253,"-1"-1"1,1 0-1,0 0 1,0 0-1,0 0 1,1 0-1,-1 0 1,0 0-1,1 0 1,-1-1-1,1 1 1,0-1-1,0 1 0,0-1 1,0 1-1,0-1 1,1 0-1,-1-3 3342,-20 35-1198,8-8-2376,2 1 1,0-1 0,-12 40 0,-3 5 145,25-63-165,-1 0-1,1 1 0,0-1 0,0 0 0,0 1 1,1-1-1,-1 0 0,1 1 0,0-1 1,0 1-1,0-1 0,0 1 0,1-1 0,-1 0 1,1 1-1,0-1 0,1 4 0,-1-5 2,1 0 1,-1 0-1,0 0 0,1 0 0,-1 0 0,1 0 0,-1-1 1,1 1-1,0 0 0,0-1 0,0 0 0,0 1 0,0-1 0,0 0 1,0 0-1,0 0 0,0 0 0,0-1 0,1 1 0,-1 0 1,0-1-1,1 0 0,-1 0 0,0 1 0,4-2 0,6 1 100,19 0-185,0 1 0,53 9 1,-77-9 191,0 0 1,0 1 0,0 0 0,0 0 0,0 1 0,-1 0-1,1 0 1,-1 0 0,0 1 0,0 0 0,0 0 0,0 0-1,-1 1 1,0 0 0,0 0 0,0 1 0,7 10 0,-11-15-31,-1 0 1,0 0 0,0 0-1,1-1 1,-1 1-1,0 0 1,0 0 0,0 0-1,0 0 1,0 0 0,0-1-1,0 1 1,-1 0 0,1 0-1,0 0 1,0 0 0,-1-1-1,1 1 1,0 0 0,-1 0-1,1-1 1,-1 1 0,1 0-1,-1-1 1,1 1 0,-1 0-1,0-1 1,1 1 0,-1-1-1,0 1 1,1-1 0,-1 1-1,0-1 1,0 1 0,1-1-1,-1 0 1,0 1 0,0-1-1,0 0 1,0 0 0,1 0-1,-2 0 1,-39 9 1162,41-9-1232,-187 12 539,147-11-4331,1-1-3751,42-12 1908,-2 8 5049,1-8 26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2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0 128,'-32'10'3369,"11"-3"6472,199-12-6145,2 0-3840,-213 13-15305,10-2 14300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2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40 196,'-43'-18'3870,"38"17"-2689,0-1 0,-1 1-1,1-1 1,0-1 0,0 1 0,0-1 0,-6-4 0,57 6-371,43 5-682,-54-1 16,-1-2 0,62-6 0,-95 5-93,0-1 0,0 1 0,0 0 0,-1 0 0,1 0 1,0 0-1,0 0 0,0 0 0,0 1 0,0-1 0,-1 0 1,1 0-1,0 1 0,0-1 0,0 0 0,0 1 0,-1-1 1,1 0-1,0 1 0,-1 0 0,1-1 0,0 1 0,-1-1 0,1 1 1,-1 0-1,2 0 0,4 27 953,-14 35 95,6-57-1024,-16 63 136,-4-1 0,-2 0 1,-4-2-1,-46 83 0,73-148-230,-1 1 0,1 0 0,0-1-1,0 1 1,1 0 0,-1 0-1,0 0 1,1 0 0,-1 0-1,1 0 1,-1 0 0,1 0-1,0 3 1,16-14-5393,30-40-5786,-34 35 9585,-5 1 768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86 4,'-16'-9'-450,"1"3"3724,4 0 5376,38 2-5778,107-3-2463,198-38 0,-307 37-2486,-65 31-10297,21-13 11721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54 141 24,'-1'-20'1706,"2"1"1,0-1-1,2 0 0,6-29 0,-7 36 1602,-7 20-1641,-8 20-1303,3 1-339,0 1 1,2 0-1,1 0 1,1 0-1,2 1 0,1 0 1,0 32-1,4-60-29,-1 1-1,0-1 1,0 0-1,1 1 1,0-1 0,-1 0-1,1 0 1,0 1-1,0-1 1,0 0-1,0 0 1,1 0-1,-1 0 1,0 0-1,1 0 1,-1-1-1,1 1 1,0 0-1,0-1 1,0 0 0,-1 1-1,5 1 1,-1-1-11,0 0 0,-1-1 0,1 0 0,0 0 0,0 0 0,0 0 0,0-1 0,0 0 0,0 0 0,7-1 0,3-1 39,0 0 1,0-2 0,0 0-1,0 0 1,-1-2 0,18-8 0,-29 13-8,-1 0 1,0 0-1,1 0 1,-1 0-1,0-1 1,0 1-1,0-1 1,0 1-1,0-1 1,0 0-1,0 0 1,-1 0-1,1 0 1,-1 0-1,1 0 1,-1-1-1,0 1 1,0 0-1,2-4 1,-4 3 7,1-1-1,0 1 1,-1 0 0,0 0 0,0 0 0,0 0-1,0 0 1,0 0 0,-1 0 0,1 0 0,-1 0-1,0 0 1,0 1 0,-4-5 0,6 6-10,0 1 1,0 0 0,0 0-1,0 0 1,0 0 0,0-1 0,0 1-1,0 0 1,0 0 0,0 0-1,0 0 1,-1 0 0,1 0 0,0-1-1,0 1 1,0 0 0,0 0-1,0 0 1,-1 0 0,1 0-1,0 0 1,0 0 0,0 0 0,0 0-1,0 0 1,-1 0 0,1 0-1,0 0 1,0-1 0,0 1 0,0 0-1,-1 1 1,1-1 0,0 0-1,0 0 1,0 0 0,0 0-1,-1 0 1,1 0 0,0 0 0,0 0-1,0 0 1,0 0 0,0 0-1,-1 0 1,1 0 0,0 0 0,0 1-1,0-1 1,-4 12 209,1 20-253,3-30 75,0 89-907,19 150-1,-9-152-3817,-3 0-3978,-6-73 8017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6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145 275 68,'-24'-11'395,"-48"-27"4472,68 35-4430,0 1-1,0-1 1,0 0 0,1-1-1,-1 1 1,1 0 0,0-1 0,0 0-1,0 0 1,0 0 0,1 0-1,-1 0 1,-1-6 0,3 6-399,1 1 0,-1-1 0,1 1 1,1-1-1,-1 1 0,0-1 0,1 1 0,-1-1 1,1 1-1,0 0 0,0-1 0,1 1 0,-1 0 1,0 0-1,1 0 0,0 0 0,0 0 0,0 0 1,0 0-1,0 1 0,1-1 0,-1 1 1,5-3-1,5-6-75,2 0 1,-1 1 0,20-11-1,-22 15 6,0 1 0,0 0 0,1 0 0,-1 1 0,1 0 0,0 1 0,0 0 0,15 0 0,-24 2 27,-1 1 0,1 0 0,-1 0 0,1 0 0,0 0 0,-1 0 0,1 1 0,-1-1 0,1 1 0,-1 0 0,1-1 0,-1 1 0,0 0 0,1 1 0,-1-1 0,0 0 0,0 1 0,0-1 0,0 1 0,0 0 0,0-1 0,0 1 0,0 0 0,-1 0 0,1 0 0,-1 0-1,1 1 1,-1-1 0,0 0 0,0 1 0,0-1 0,0 0 0,-1 1 0,1-1 0,-1 1 0,1-1 0,-1 1 0,0 0 0,0-1 0,0 1 0,0-1 0,0 1 0,-1-1 0,0 4 0,-3 18 133,-1-1 0,-1-1 0,-1 1 0,-1-1 0,-1-1 0,-1 1 0,-14 21 0,9-14 188,1 1-1,-19 55 1,33-83-329,-1 0 1,1 1 0,-1-1 0,1 0 0,0 1 0,0-1 0,0 1-1,0-1 1,0 0 0,1 1 0,-1-1 0,1 0 0,0 1 0,0-1-1,-1 0 1,1 0 0,1 0 0,-1 1 0,0-1 0,0 0 0,1-1 0,-1 1-1,1 0 1,0 0 0,-1-1 0,1 1 0,0-1 0,0 1 0,0-1-1,0 0 1,0 0 0,0 0 0,1 0 0,-1 0 0,0 0 0,1 0-1,-1-1 1,0 1 0,1-1 0,-1 0 0,0 0 0,1 0 0,-1 0-1,1 0 1,-1 0 0,0-1 0,1 1 0,-1-1 0,0 0 0,0 1-1,1-1 1,-1 0 0,0 0 0,3-3 0,-4 3 23,0 0 0,-1 0-1,1 0 1,0-1 0,-1 1 0,1 0 0,-1-1 0,1 1 0,-1-1-1,0 1 1,0 0 0,0-1 0,0 1 0,1-1 0,-2 1-1,1-1 1,0 1 0,0-1 0,0 1 0,-1 0 0,1-1 0,-1 1-1,1 0 1,-1-1 0,0 1 0,1 0 0,-1-1 0,0 1-1,0 0 1,0 0 0,0 0 0,-1-1 0,-33-40 786,-17-6 163,-22-23 278,36 19-7680,48 54-1598,10 4 6577,-4 0 927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8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41 80,'-3'-1'261,"0"-1"1,0 1-1,0-1 0,0 0 1,1 0-1,-1 0 1,1 0-1,-1-1 0,-2-3 1,5 6-201,0-1 0,0 1 0,-1 0 0,1 0 0,0-1 0,0 1 0,0 0 0,0-1 0,0 1 0,0 0 0,0 0 0,0-1 0,0 1 0,0 0 0,0-1 0,0 1 0,0 0 0,0-1 0,0 1 0,0 0 0,1-1 0,-1 1 0,0 0 0,0 0 0,0-1 0,0 1 0,0 0 0,1 0 0,-1-1 0,0 1 0,0 0 0,1 0 0,-1-1 0,21-5 497,6 5-421,0 1 0,0 0 0,34 7 0,42 1-56,-78-13-215,-23 3-656,-16 4-811,-22 13-1288,24-10 2452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66 156,'-4'-14'603,"-4"-21"1864,11 19 2030,18 48-925,17 85-3075,-9-21-11142,-22-81 9738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3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38 172,'1'-2'256,"0"1"-1,-1 0 1,0-1-1,1 1 1,-1-1-1,0 1 1,0 0-1,0-1 1,0 1-1,0-1 1,0 1-1,0-1 1,0 1-1,0 0 1,-1-1-1,1 1 1,-1-1-1,1 1 1,-1 0-1,1 0 1,-1-1-1,0 1 1,0-1-1,-1 1 13,1 1 0,0-1 0,0 1 0,0 0-1,-1-1 1,1 1 0,0 0 0,0 0-1,0 0 1,-1 0 0,1 0 0,0 0 0,0 0-1,-1 1 1,1-1 0,0 0 0,0 1 0,0-1-1,-1 1 1,0 0 0,-8 4 663,0 1 1,0 0-1,0 0 1,-10 10 0,6-3-528,1 0 1,0 0 0,2 1-1,-1 1 1,2 0 0,0 0-1,-14 30 1,21-39-354,1 1 0,0-1 0,0 0 0,0 1 0,1-1 0,0 1 0,0 0 0,1-1 0,-1 1-1,3 12 1,-2-15-29,1 0 0,1 0 0,-1 0 0,1 0 0,-1 0 0,1-1 0,0 1 0,0-1 0,1 1 0,-1-1 0,1 0 0,0 0 0,-1 0 0,1 0 0,1 0 0,-1-1 0,0 1 0,1-1 0,3 2 0,-3-1-15,1-1 0,-1 0 0,1 0 1,-1 0-1,1-1 0,0 1 0,-1-1 1,1 0-1,0-1 0,0 1 0,0-1 1,0 0-1,0 0 0,0 0 0,-1-1 1,1 0-1,5-1 0,-3-1-3,0 1 1,-1-1-1,1-1 1,-1 1-1,0-1 1,0 0-1,0-1 0,-1 1 1,0-1-1,8-9 1,-2 0 4,0 0 0,-1-1 0,-1 0-1,-1 0 1,0-1 0,-1 0 0,0-1 0,6-27 0,-11 33-177,0 0-1,0-1 1,-2 0 0,1 1-1,-3-17 1,2 25-136,0 1 0,0 0 1,-1-1-1,0 1 0,1 0 0,-1 0 1,0-1-1,0 1 0,0 0 0,0 0 1,0 0-1,-1 0 0,1 0 0,-3-2 1,2 3-95,1 0 1,-1 0-1,1 1 1,-1-1-1,1 1 1,-1-1-1,1 1 1,-1 0-1,1-1 0,-1 1 1,1 0-1,-1 0 1,0 0-1,1 0 1,-1 0-1,1 0 1,-1 1-1,0-1 1,1 1-1,-1-1 1,1 1-1,-1-1 1,1 1-1,-2 1 1,-34 24-4230,20-7 3788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0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72 16,'-3'-3'31,"-2"-2"1787,-1 0-1,1 1 0,-1-1 1,0 1-1,0 1 1,-11-6-1,29 5 1483,30 2-2692,49 0-760,-51 0 302,1-1 0,78-18 0,-130 22 110,6-2-1092,0 1 0,0 0 0,1 1 0,-1-1 0,0 1 0,1 0 0,-1 0 0,0 0 0,1 1 0,-1-1 0,1 1 0,0 0 0,0 1 0,-5 2 0,-18 20-3054,17-15 3137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92 108,'5'-30'1885,"-4"22"71,0 1-1,1-1 1,0 0-1,0 0 1,6-14 0,-4 24 1111,1 11-2285,0 13-631,0 21 50,-2 61 0,-3-59-2672,2-2-3432,-3-44 5460,1 0-1,0 0 1,1 0 0,-1-1 0,0 1-1,1 0 1,-1 0 0,1-1 0,0 1-1,0 0 1,0-1 0,1 1 0,-1-1-1,0 1 1,1-1 0,0 0 0,-1 0-1,1 0 1,0 1 0,3 1 0,6-3 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1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42 24,'-74'-2'4993,"2"0"8582,214-8-11279,-94 3-3426,49-14 0,-122 40-16161,5-7 16254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1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26 48,'-13'9'395,"9"-7"84,1 0 1,0 0 0,0 0-1,0 0 1,0 1-1,0-1 1,0 1 0,1 0-1,-1 0 1,-2 4 0,6-7-320,-1 1-1,0-1 1,0 1 0,1-1 0,-1 0 0,0 1 0,1-1 0,-1 1 0,0-1 0,1 0 0,-1 1 0,1-1 0,-1 0 0,1 1 0,-1-1 0,1 0 0,-1 1 0,1-1 0,-1 0 0,1 0 0,-1 0 0,1 0 0,-1 0 0,1 0 0,0 1 0,-1-1 0,1 0 0,-1 0 0,1-1 0,-1 1 0,1 0 0,0 0 0,-1 0 0,1 0 0,-1 0 0,1-1 0,-1 1 0,1 0 0,27-4 1675,55-19 522,-7 2-5444,2 6-7912,-59 12 9660,1-2 682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2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250 247 296,'-10'-7'1605,"1"0"-1,-1 1 1,-18-8 0,-24-16 5151,49 28-6505,0 0-1,0 0 1,0-1-1,1 1 0,-1-1 1,1 1-1,0-1 1,0 0-1,0 0 1,0 0-1,0 0 0,-2-7 1,4 7-222,-1 0-1,1 0 1,0 0 0,0 0-1,1 0 1,-1 0 0,1 0 0,-1 1-1,1-1 1,0 0 0,0 0-1,0 0 1,1 0 0,-1 1 0,1-1-1,-1 1 1,1-1 0,0 1-1,0 0 1,0-1 0,0 1 0,0 0-1,0 0 1,1 0 0,-1 1-1,1-1 1,3-1 0,9-6-103,0 0 0,0 2-1,22-9 1,-30 13 41,59-18-300,-62 20 313,-1 0 0,1 0 0,0 1 0,0-1 0,0 1 0,0 0 1,0 0-1,0 0 0,0 1 0,-1-1 0,1 1 0,0 0 0,0 0 0,5 3 1,-8-3 17,0 0 1,0 0 0,0 0 0,0 0-1,0 1 1,0-1 0,0 0 0,-1 1-1,1-1 1,-1 1 0,1-1 0,-1 1 0,1-1-1,-1 1 1,0-1 0,0 1 0,1-1-1,-1 1 1,0-1 0,-1 1 0,1 0-1,0-1 1,0 1 0,-1-1 0,1 1-1,-1-1 1,1 1 0,-1-1 0,0 0 0,0 3-1,-28 50 85,23-43-23,-39 66 269,16-30-94,3 1-1,-36 91 1,59-131-205,1 0-1,0 0 1,0 0-1,1 1 1,0-1-1,0 0 1,1 1-1,2 16 1,-2-23-27,0 1 0,1-1 0,0 0-1,0 1 1,0-1 0,0 0 0,0 1 0,0-1 0,0 0 0,1 0 0,-1 0 0,1 0-1,-1 0 1,1 0 0,0 0 0,0-1 0,0 1 0,0-1 0,0 1 0,0-1-1,0 0 1,1 0 0,-1 0 0,0 0 0,1 0 0,-1 0 0,1-1 0,-1 1 0,0-1-1,1 0 1,0 1 0,-1-1 0,4-1 0,0 1-19,0 0 1,0-1-1,0 1 1,0-1-1,-1-1 0,1 1 1,0-1-1,-1 0 1,1-1-1,-1 1 0,0-1 1,0 0-1,0 0 1,0 0-1,0-1 0,5-5 1,-8 6 48,0 1 1,0-1 0,0 0-1,0 0 1,0 0-1,-1 0 1,1 0-1,-1 0 1,0 0 0,0-1-1,0 1 1,0 0-1,-1-1 1,1 1-1,-1 0 1,0-1 0,0 1-1,0-1 1,0 1-1,-1 0 1,0-1-1,1 1 1,-1-1 0,0 1-1,-1 0 1,1 0-1,0 0 1,-1 0-1,-2-4 1,-6-8 244,-2-1-1,1 2 1,-2-1-1,0 2 0,0 0 1,-1 0-1,-22-14 1,-42-22-1334,1 14-5440,40 23-513,19 10 1282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3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52 16,'-2'-3'569,"1"0"0,-1 0 1,0-1-1,0 1 0,-1 0 0,1 1 1,-1-1-1,1 0 0,-1 1 0,0-1 1,0 1-1,0 0 0,0 0 0,0 0 1,-1 0-1,1 1 0,-1-1 0,-6-1 1,10 3-250,28 19 214,-26-1-232,-1-9 318,2-8 311,-2-2-891,-1-1 59,2 6-142,-3-1-8,-2-8 123,3 4-106,0 0 1,0-1-1,0 1 0,0-1 1,0 1-1,0 0 0,1-1 1,-1 1-1,1 0 1,-1-1-1,1 1 0,0 0 1,-1 0-1,1 0 0,0-1 1,0 1-1,-1 0 0,1 0 1,0 0-1,0 0 0,0 0 1,3-1-1,25-18-6103,-28 20 5977,0-1 0,0 1 0,-1 0 0,1 0 0,0 0 0,0 0 0,0 0 0,-1 0 0,1 0 0,0 1 0,0-1 1,0 0-1,-1 0 0,1 1 0,0-1 0,0 0 0,-1 1 0,1-1 0,0 1 0,-1-1 0,1 1 0,-1-1 0,1 1 0,0-1 1,-1 1-1,1 0 0,-1-1 0,0 1 0,1 0 0,-1-1 0,1 1 0,-1 0 0,0 0 0,0-1 0,1 2 0,3 12-591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9:3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8,'0'0'217,"11"-14"5667,10-12-3336,-20 27-2484,-1-1 1,0 1-1,1-1 1,-1 1-1,0 0 1,1-1-1,-1 1 1,0 0-1,0-1 1,0 1 0,0 0-1,1-1 1,-1 1-1,0 0 1,0 0-1,0-1 1,0 1-1,-1 0 1,1-1-1,0 1 1,0 0-1,0-1 1,-1 1-1,1 0 1,0-1-1,0 1 1,-1 0-1,1-1 1,-1 1-1,1-1 1,0 1-1,-1-1 1,1 1 0,-1-1-1,1 1 1,-1-1-1,0 1 1,1-1-1,-2 1 1,0 1 134,1 0 1,-1 0 0,0-1 0,0 1 0,0 0-1,0-1 1,-1 1 0,1-1 0,0 0-1,-4 2 1,31-16 44,-2 16-200,-32-4 482,9 0-650,0 0 0,0 1 0,0-1 0,0 0 0,0 0 1,0 0-1,0 1 0,0-1 0,0 0 0,0 0 0,1 0 0,-1 1 1,0-1-1,0 0 0,1 0 0,-1 1 0,1-1 0,-1 0 1,0 1-1,1-1 0,-1 1 0,1-1 0,0 0 0,-1 1 0,1-1 1,-1 1-1,2-1 0,0-1-705,-1 0 0,0 1 0,1-1-1,0 1 1,-1-1 0,1 1 0,0 0 0,0 0 0,0 0 0,0 0 0,3-1-1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0:4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264 311 196,'-73'-28'3110,"49"20"-55,0-1-1,-36-19 1,58 27-2953,1 0 1,-1 0 0,1 0-1,-1 0 1,1 0-1,0 0 1,-1 0 0,1 0-1,0-1 1,0 1-1,0 0 1,0-1 0,0 1-1,0-1 1,0 1-1,1-1 1,-1 0 0,0 1-1,1-1 1,-1 0-1,1 1 1,0-1 0,0 0-1,-1-1 1,2 0-52,-1 0 1,1-1-1,0 1 0,0 0 1,0 1-1,0-1 0,1 0 1,-1 0-1,1 0 0,0 1 1,0-1-1,2-2 0,8-8-81,0 2-1,1 0 1,24-18-1,-35 28 70,26-19-62,52-26-1,-70 41 24,-1 0-1,2 1 1,-1 1 0,0-1 0,1 2 0,0-1 0,-1 2-1,1-1 1,16 1 0,-25 1-1,0 0 0,0 0-1,-1 1 1,1-1 0,0 0 0,0 1-1,0-1 1,-1 1 0,1 0 0,0 0-1,-1 0 1,1-1 0,-1 1 0,1 1 0,-1-1-1,0 0 1,1 0 0,-1 0 0,0 1-1,0-1 1,0 1 0,2 1 0,-2 1-1,1 0 0,-1-1 0,0 1 1,0 0-1,0 0 0,0 0 0,-1-1 1,0 1-1,1 0 0,-2 4 1,0 8 8,-1 1 1,-1-1-1,-10 29 1,0-9 36,-2-1 0,-30 51 0,27-56 21,2 2-1,1 0 0,-14 46 1,28-74-60,1 0-1,-1-1 1,1 1 0,0 0 0,0-1 0,0 1 0,1 0 0,-1-1-1,1 1 1,0-1 0,0 1 0,0-1 0,1 1 0,-1-1-1,1 0 1,0 1 0,0-1 0,0 0 0,0 0 0,0 0 0,1-1-1,-1 1 1,6 4 0,-2-2 6,0-1 0,0 1 0,0-1-1,1 0 1,0 0 0,0-1 0,0 0 0,0 0-1,0 0 1,12 2 0,-18-5 0,-1 0 1,1 1-1,0-1 0,0 0 1,0 0-1,-1 0 0,1 0 0,0 1 1,0-1-1,0 0 0,0 0 1,-1-1-1,1 1 0,0 0 1,0 0-1,0 0 0,-1 0 0,1-1 1,0 1-1,0 0 0,-1-1 1,1 1-1,0-1 0,0 1 0,-1-1 1,1 1-1,-1-1 0,1 1 1,0-1-1,-1 1 0,1-2 1,-1 0 25,1 1 1,-1-1-1,-1 1 1,1-1 0,0 0-1,0 1 1,-1-1 0,1 1-1,0-1 1,-1 1 0,0-1-1,1 1 1,-1-1 0,-1-1-1,-35-45 928,-85-69 22,53 67-3250,-5 11-4962,71 37 6837,0 1 0,0 0 0,0-1 1,0 1-1,0 1 0,0-1 0,-1 0 1,1 1-1,0-1 0,-1 1 0,1 0 1,0 0-1,-1 1 0,1-1 1,0 1-1,-1-1 0,1 1 0,0 0 1,0 0-1,0 0 0,-5 3 0,-5 12-517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0.2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61 107 60,'11'-64'3002,"-11"59"-1928,0 0 1,0 1-1,0-1 1,0 1-1,-1-1 0,0 1 1,-2-6-1,-11 58 2760,-2 26-3166,-7 90-1,9-5-2860,16-103-3696,-2-55 5630,1 0-1,-1 1 0,0-1 1,0 0-1,1 0 0,-1 0 1,1 0-1,-1 0 0,1 0 1,-1 0-1,1 0 0,-1 0 0,1-1 1,0 1-1,0 0 0,0 0 1,-1 0-1,3 0 0,-2-1 127,0 0 0,0 1 0,0-1 0,0 0 0,0-1 0,0 1 0,0 0 0,0 0-1,0 0 1,0-1 0,0 1 0,0 0 0,0-1 0,0 1 0,0-1 0,0 1 0,0-1-1,0 0 1,-1 1 0,1-1 0,0 0 0,0 1 0,-1-1 0,2-1 0,14-16-334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0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111 105 216,'-44'-17'1603,"-23"-10"6956,67 27-8491,1 0 0,-1 0 1,0 1-1,0-1 0,0 0 1,0 0-1,0 0 0,0 0 0,0 0 1,0 0-1,1 0 0,-1 0 1,0 0-1,0 0 0,0 0 1,0 0-1,0 0 0,0 0 1,0-1-1,0 1 0,1 0 1,-1 0-1,0 0 0,0 0 0,0 0 1,0 0 272,0 0-272,0 0-1,1 0 0,-1-1 1,0 1-1,0 0 0,0 0 1,0 0-1,0 0 0,0 0 1,0 0-1,0 0 0,0 0 0,0 0 1,0-1-1,0 1 0,0 0 1,0 0-1,0 0 0,0 0 1,0 0-1,0 0 0,0 0 1,0-1-1,0 1 0,0 0 1,0 0-1,0 0 0,0 0 0,0 0 1,0 0-1,-1 0 0,1 0 1,0 0-1,0-1 0,19-3 1310,27-2-1348,-41 6 294,135-18 568,-51 6-352,-31 4-3034,-8 4-2510,-1 0-3518,-30 4 7190,1 2 694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1.4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89 28,'-11'-45'1997,"-8"3"5956,19 42-7866,-1 0 0,1-1 0,-1 1 0,1 0-1,-1 0 1,0 0 0,1 0 0,-1 0 0,1 0-1,-1 0 1,1 0 0,-1 0 0,1 0 0,-1 0 0,1 0-1,-1 0 1,1 0 0,-1 0 0,0 1 0,1-1-1,0 0 1,-1 0 0,1 1 0,-1-1 0,1 0 0,-1 1-1,1-1 1,-1 0 0,1 1 0,0-1 0,-1 1-1,1-1 1,0 1 0,-1-1 0,1 1 0,0-1 0,0 1-1,-1 0 1,-15 21 518,8-10-266,-10 15 482,-20 40 0,34-58-761,0-1 0,1 1 0,0 0 0,1 1 0,-1-1 0,2 1 0,-1-1 0,1 1 0,1 11 0,-1-19-59,1-1 1,0 1 0,0 0 0,0 0-1,0-1 1,0 1 0,0 0 0,1-1-1,-1 1 1,1 0 0,-1-1 0,1 1 0,-1 0-1,1-1 1,0 1 0,0-1 0,0 1-1,0-1 1,0 0 0,0 1 0,0-1 0,0 0-1,1 0 1,-1 0 0,0 0 0,1 0-1,-1 0 1,1 0 0,-1 0 0,1 0-1,-1-1 1,1 1 0,0-1 0,-1 1 0,1-1-1,0 0 1,-1 1 0,1-1 0,0 0-1,0 0 1,-1 0 0,1-1 0,0 1 0,-1 0-1,1 0 1,3-2 0,1 0 12,0 0 0,0-1 1,0 0-1,-1 0 0,1 0 0,-1-1 0,1 1 1,-1-1-1,0-1 0,-1 1 0,8-8 1,-5 0 199,0 1 0,0-1 0,-1 0 0,0-1 0,-2 1 0,1-1 1,-1 0-1,-1 0 0,0-1 0,1-24 0,0 24 597,2 14-425,10 26-341,1 2-66,-3-16-7,2 0 1,0 0 0,0-1-1,1-1 1,0-1-1,0-1 1,1 0 0,1-1-1,23 6 1,-42-13 28,1 0 0,-1 1 0,1-1 0,-1 0 0,1 0 0,-1 1 0,1-1 1,0 0-1,-1 0 0,1 0 0,-1 0 0,1 0 0,-1 0 0,1 0 0,0 0 0,-1 0 0,1 0 0,-1 0 0,1 0 1,-1 0-1,1 0 0,0 0 0,-1 0 0,1-1 0,-1 1 0,1 0 0,-1-1 0,1 1 0,-1 0 0,1-1 1,0 1-1,-7-19 70,-32-32-14,27 38-139,8 8 565,-13-17-1639,-4-18-6150,19 39 7088,1 0 1,-1 0-1,1 0 0,-1 0 0,1 0 0,0 0 0,0-1 0,-1 1 0,1 0 1,0 0-1,0 0 0,0-1 0,0 1 0,1 0 0,-1 0 0,0 0 0,0 0 1,1-1-1,-1 1 0,0 0 0,1 0 0,0 0 0,-1 0 0,1 0 1,-1 0-1,1 0 0,0 0 0,0 0 0,0 0 0,-1 1 0,1-1 0,0 0 1,0 0-1,0 1 0,0-1 0,0 1 0,0-1 0,1 1 0,-1-1 1,0 1-1,0 0 0,0-1 0,0 1 0,1 0 0,-1 0 0,0 0 0,0 0 1,0 0-1,0 0 0,1 0 0,-1 0 0,0 0 0,1 1 0,19 1-221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1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124 121 92,'1'-1'354,"0"1"0,1-1 0,-1 0-1,0 0 1,1 1 0,-1-1 0,0 0 0,0 0 0,0 0 0,0 0 0,0-1-1,0 1 1,0 0 0,0 0 0,0-1 0,-1 1 0,1 0 0,0-1-1,-1 1 1,1-1 0,-1 1 0,0-1 0,1 1 0,-1-1 0,0 1 0,0-1-1,0 1 1,0-1 0,0 1 0,0-1 0,0 1 0,-1-1 0,1 1-1,-1-1 1,1 1 0,-1 0 0,1-1 0,-1 1 0,0-1 0,0 0 0,-1 0 78,1 1 0,-1-1 0,1 1 0,-1-1 0,1 1 0,-1 0 0,0-1 0,0 1 0,0 0 0,1 0 0,-1 1 0,0-1 0,0 0 0,0 1 1,-4-2-1,-23 6-429,24-2 46,0 0-1,1 0 0,-1 1 1,1-1-1,-1 1 1,1 1-1,0-1 0,0 0 1,0 1-1,0 0 0,1 0 1,-1 0-1,1 0 1,0 1-1,1-1 0,-1 1 1,1 0-1,0 0 0,0 0 1,0 0-1,-1 8 1,2-10-52,1 1 1,0 0 0,0-1 0,0 1 0,0-1 0,1 1 0,0-1 0,0 1 0,0-1 0,0 1 0,0-1 0,0 1-1,1-1 1,0 0 0,0 0 0,0 0 0,0 0 0,0 0 0,0-1 0,1 1 0,-1 0 0,1-1 0,0 0-1,0 0 1,0 0 0,0 0 0,0 0 0,0 0 0,1-1 0,-1 0 0,0 1 0,5 0 0,-3-1 3,1 0 0,0 1 1,0-2-1,0 1 0,0-1 0,0 0 1,0 0-1,0 0 0,-1-1 0,1 0 1,0 0-1,0-1 0,0 1 0,-1-1 1,1-1-1,-1 1 0,0-1 1,1 0-1,-1 0 0,-1 0 0,1-1 1,0 0-1,-1 1 0,0-2 0,1 1 1,-2 0-1,1-1 0,0 0 0,-1 0 1,0 0-1,0 0 0,-1-1 1,0 1-1,1-1 0,-2 1 0,1-1 1,-1 0-1,0 0 0,0 0 0,0 1 1,-1-1-1,0 0 0,0 0 0,0 0 1,-1 0-1,0 0 0,0 0 1,-1 0-1,-2-5 0,3 7-442,-1 1-1,1 0 1,-1-1 0,0 1-1,0 0 1,-1 0 0,1 0-1,-1 1 1,1-1 0,-1 1-1,0-1 1,0 1-1,0 0 1,0 0 0,0 0-1,0 0 1,-1 1 0,1-1-1,-1 1 1,1 0 0,-1 0-1,-3 0 1,0 0-457,1 0-1,-1 0 1,0 1 0,1 0 0,-1 0 0,0 1-1,1 0 1,-1 0 0,1 1 0,-1-1-1,-8 5 1,-9 8-484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2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61 101 256,'-6'-26'1060,"-13"-21"5758,4 19 304,15 28-7026,0 1 0,0-1 0,0 0 1,0 0-1,0 0 0,0 0 0,0 0 0,-1 1 97,1-1-97,0 0 0,0 0 0,0 0 0,0 0 0,0 0 1,0 0-1,-1 0 0,1 0 0,0 0 0,0 0 0,0 0 0,0 1 1,0-1-1,-1 0 0,1 0 0,0 0 0,0 0 0,0 0 1,0 0-1,-1 0 0,1 0 0,0-1 0,0 1 0,0 0 1,0 0-1,0 0 0,-1 0 0,1 0 0,0 0 0,0 0 1,0 0-1,0 0 0,0 0 0,0 0 0,-1-1 0,1 1 1,0 0-1,0 0 0,0 0 0,0 0 0,0 0 0,0-1 1,-7 174 297,0 39-1144,8-174-1194,12 63 0,-1-52-2377,-11-47 3859,0 1 0,0-1 0,0 0 0,0 1 0,0-1-1,0 0 1,1 0 0,-1 0 0,1 0 0,0 0 0,-1 0 0,1 0 0,0-1 0,0 1 0,0 0-1,5 2 1,-7-4 379,1 0 0,-1 0 0,1 0 0,-1 0-1,1 1 1,-1-1 0,1 0 0,0 0 0,-1 0 0,1 0-1,-1 0 1,1 0 0,-1-1 0,1 1 0,-1 0-1,1 0 1,-1 0 0,1 0 0,0-1 0,-1 1 0,1 0-1,-1 0 1,0-1 0,1 1 0,-1 0 0,1-1-1,-1 1 1,1-1 0,-1 1 0,0 0 0,1-1 0,-1 1-1,0-1 1,0 1 0,1-1 0,-1 1 0,0-2-1,4-13-555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3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0 102 100,'0'-5'132,"1"1"0,-1 0 1,1-1-1,0 1 0,0 0 0,0-1 0,1 1 1,-1 0-1,1 0 0,0 0 0,0 0 0,0 0 1,1 1-1,0-1 0,-1 1 0,1 0 0,1-1 1,-1 1-1,0 0 0,1 1 0,-1-1 0,1 1 1,0-1-1,0 1 0,0 0 0,0 1 0,0-1 1,0 1-1,0 0 0,1 0 0,-1 0 0,0 0 1,1 1-1,6-1 0,2 1 239,0 0 1,0 0-1,0 1 1,0 1-1,0 0 0,-1 1 1,15 4-1,-19-5-42,-1 1 1,0 0-1,0 0 0,-1 0 1,1 1-1,-1 0 1,1 1-1,-1-1 0,0 1 1,-1 0-1,1 0 0,-1 1 1,7 10-1,-10-14-165,-1 1 0,0 0 0,0 0 0,0 0 0,0 0 0,-1 0 0,1 0 0,-1 0-1,0 1 1,0-1 0,0 0 0,0 0 0,0 0 0,-1 0 0,1 0 0,-1 0 0,0 0 0,0 0 0,0 0 0,0 0 0,-1 0 0,1 0-1,-1-1 1,0 1 0,1-1 0,-1 1 0,-1-1 0,1 0 0,0 1 0,0-1 0,-4 2 0,-9 9 160,-1-1 0,0-1 0,-28 16 0,39-25-279,4-1-50,-7 4-211,-1 0-1,-1 0 1,1-1-1,-1 0 1,-16 4-1,21-10-4200,13-7 1489,16-9-1222,-7 10 2743,-1 0-1,1 1 1,19-5-1,-6 3 957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3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89 76,'27'-18'293,"-10"-5"3823,-17 22-3835,1 0 1,-1 0-1,0 0 1,0 0-1,1 0 1,-1 0-1,0 0 1,0 0-1,0 0 1,0 0 0,0 0-1,0-1 1,0 1-1,-1 0 1,1 0-1,0 0 1,-1 0-1,1 0 1,0 0-1,-2-1 1,1 0 121,-1 0-1,1 1 1,-1-1-1,0 0 1,0 1-1,0 0 1,0-1-1,0 1 1,0 0 0,0 0-1,0 0 1,0 0-1,-3 0 1,-3-1-87,0 1-1,1 0 1,-1 0 0,0 1 0,0 0-1,0 0 1,1 1 0,-1 0 0,0 1 0,1-1-1,-1 2 1,1-1 0,-1 1 0,1 0-1,0 0 1,0 1 0,-8 5 0,3-1-257,0 0 0,0 1 0,1 0 0,0 1 0,0 0 0,1 1 0,1 0 0,-12 17 0,16-19-57,0 0-1,1 1 1,0-1 0,1 1-1,0 0 1,1-1 0,0 1-1,-1 15 1,2-23-11,1 0 0,0 1-1,-1-1 1,1 0 0,0 0 0,0 0 0,1 1-1,-1-1 1,0 0 0,1 0 0,-1 0 0,1 0-1,0 0 1,0 0 0,0 0 0,0 0 0,0 0-1,0 0 1,0 0 0,1 0 0,-1-1-1,1 1 1,-1-1 0,1 1 0,0-1 0,-1 1-1,1-1 1,0 0 0,0 0 0,0 0 0,0 0-1,0 0 1,0 0 0,0-1 0,0 1 0,1-1-1,-1 1 1,0-1 0,0 0 0,0 0 0,1 0-1,-1 0 1,4-1 0,0 1-6,-1-1 0,0 0 0,1-1 0,-1 1-1,0-1 1,0 0 0,0 0 0,0-1 0,0 0 0,-1 1 0,1-2 0,-1 1 0,0 0-1,0-1 1,6-6 0,2-5 10,-1 0 0,0-1 0,10-20 0,-14 21 28,2 1 1,0 0-1,19-23 1,-27 37-24,-1-1 0,1 1 0,0-1 0,-1 1 0,1-1 0,0 1 0,-1 0 0,1 0 0,0-1 0,0 1 0,-1 0 0,1 0 0,0 0 0,0 0 0,-1 0 0,1 0 0,0 0 0,0 0 0,-1 0 0,1 0 0,0 0 0,0 0 0,-1 1 0,1-1 0,0 0 0,-1 0 1,1 1-1,0-1 0,-1 1 0,1-1 0,0 0 0,-1 1 0,1-1 0,-1 1 0,1 0 0,-1-1 0,1 1 0,-1-1 0,1 1 0,-1 0 0,0-1 0,1 2 0,20 34-72,-18-29 46,4 7 738,17 33-1689,-16-33-759,0-1 0,1 0 0,17 19-1,-24-29 1334,0 0 0,1 0-1,-1-1 1,1 1 0,0-1-1,0 1 1,0-1 0,0 0-1,0 0 1,1 0 0,-1-1-1,1 1 1,-1-1 0,1 0-1,-1 1 1,1-2 0,0 1-1,-1 0 1,1-1 0,0 0-1,0 0 1,0 0 0,-1 0-1,1 0 1,0-1 0,0 0-1,-1 0 1,1 0 0,-1 0-1,1 0 1,-1-1 0,1 0-1,3-2 1,16-13-187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3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54 151 168,'3'-21'396,"3"-45"1161,-5 61-856,-1 0 0,0 0 1,-1 1-1,1-1 0,-1 0 0,0 0 1,0 1-1,-1-1 0,1 1 1,-4-8-1,5 11-558,0 1 1,-1 0-1,1 0 0,0-1 1,0 1-1,0 0 0,0 0 1,-1-1-1,1 1 0,0 0 1,0 0-1,-1 0 1,1-1-1,0 1 0,0 0 1,-1 0-1,1 0 0,0 0 1,0 0-1,-1-1 0,1 1 1,0 0-1,-1 0 0,1 0 1,0 0-1,-1 0 1,1 0-1,0 0 0,0 0 1,-1 0-1,1 0 0,0 0 1,-1 0-1,1 0 0,0 0 1,-1 1-1,1-1 1,0 0-1,-1 0 0,-9 13 2222,-4 20-881,9-8-1334,0-1 0,2 1 0,1 0 0,1 33-1,2-29-2894,7 45 0,7-13-4769,-14-58 7130,0 0 0,0 0 0,1 0 0,-1 0-1,1 0 1,-1 0 0,1 0 0,0 0 0,0-1 0,0 1 0,0-1-1,1 1 1,-1-1 0,1 0 0,-1 0 0,6 3 0,7-2-181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4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1 216 192,'10'-85'1274,"-2"18"1448,3 4 4348,-9 81-644,2 51-4455,-5-19-1304,-1-26-534,2 0-1,1 0 1,0 0-1,9 41 1,-10-64-131,1 1 1,-1-1 0,1 1 0,-1-1 0,1 1 0,-1-1 0,1 1 0,0-1-1,0 0 1,0 1 0,0-1 0,0 0 0,0 0 0,0 0 0,0 1 0,0-1-1,0 0 1,1-1 0,-1 1 0,0 0 0,1 0 0,-1 0 0,2 0 0,33-2 21,-33 0-24,0 0-1,1 1 1,-1-1 0,0 1-1,0 0 1,0 0 0,1 0-1,-1 0 1,0 0-1,0 1 1,0-1 0,0 1-1,1 0 1,-1 0 0,0 0-1,5 4 1,-2 0 7,0 1 0,0 1 1,0-1-1,-1 1 0,0 0 0,0 0 1,-1 0-1,4 11 0,-3-9-781,0 1 0,1-1 1,13 16-1,-14-72-16652,-12 24 16854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4.6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50 120,'-54'-17'2176,"18"7"4233,47 9 436,24-4-4776,9-2-3022,-16 4-1136,-3-1-1732,0 2 1,30 1 0,-9 8 1414,-16 1 1756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5.1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93 107 96,'17'-15'685,"18"-18"994,-34 32-1333,0 0 0,0 0-1,0-1 1,0 1 0,0 0 0,-1 0 0,1-1 0,0 1 0,-1-1 0,1 1 0,0 0 0,-1-1 0,0 1-1,1-1 1,-1 1 0,0-1 0,0 1 0,0-1 0,0 1 0,0-1 0,0 1 0,0-1 0,-1-1 0,0 1 26,0 1 1,1 0 0,-1 0-1,0 0 1,0 0 0,0 0 0,0 0-1,0 0 1,-1 0 0,1 0-1,0 0 1,0 0 0,0 1 0,-1-1-1,-2 0 1,-29-6 1996,24 7-2139,0-1 1,0 2-1,-1-1 0,-13 3 0,22-3-218,-1 1 0,0-1-1,0 0 1,0 1 0,0-1 0,1 1 0,-1-1-1,0 1 1,0 0 0,1 0 0,-1 0-1,1 0 1,-1 0 0,1 0 0,-1 0 0,1 0-1,-1 1 1,1-1 0,0 0 0,0 1-1,0-1 1,0 1 0,0 0 0,0-1-1,0 1 1,1 0 0,-1-1 0,0 1 0,1 0-1,-1 0 1,1 3 0,1 0 3,0 0 1,0 0-1,1 0 0,0 0 1,0 0-1,0-1 1,0 1-1,1-1 0,0 1 1,5 6-1,13 14 85,43 41-1,-8-11 280,-56-54-353,1-1 0,0 1 0,-1 0 0,1-1 1,0 1-1,-1-1 0,1 1 0,-1 0 0,1 0 0,-1-1 0,1 1 0,-1 0 0,1 0 0,-1-1 0,0 1 0,0 0 0,1 0 0,-1 0 0,0 0 0,0 0 0,0 0 0,0-1 0,0 1 0,0 0 0,0 0 0,0 0 0,0 1 1,-1-2 3,0 1 1,0 0 0,0-1 0,0 1 0,0-1 0,0 1-1,0-1 1,0 1 0,0-1 0,0 0 0,0 0 0,0 1-1,0-1 1,0 0 0,0 0 0,0 0 0,0 0 0,-2 0-1,-3-1-183,0 1 1,-1-1-1,1 0 0,-1-1 0,1 1 0,-8-4 0,-16-22-7833,29 27 7703,1-1 1,-1 1-1,0-1 1,1 1-1,-1-1 1,1 1-1,-1-1 1,1 0-1,-1 1 1,1-1-1,-1 0 1,1 0-1,-1 1 1,1-1-1,0 0 1,0 0-1,-1 1 1,1-1-1,0 0 1,0 0-1,0 0 1,0 1-1,0-1 1,0 0-1,0 0 1,0 0-1,0 0 1,0 1-1,0-1 1,0 0-1,1 0 1,-1 0-1,0 1 1,1-1 0,-1 0-1,1 0 1,-1 1-1,0-1 1,1 0-1,0 1 1,-1-1-1,1 1 1,0-1-1,10-2-747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5.8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0 195 224,'27'-97'3797,"-15"49"1681,3 1 3949,-15 47-9393,0 0-1,0-1 1,0 1-1,0 0 0,0 0 1,0 0-1,0 0 1,0 0-1,0 0 0,0 0 1,1 0-1,-1 0 0,0-1 1,0 1-1,0 0 1,0 0-1,0 0 0,0 0 1,0 0-1,0 0 1,1 0-1,-1 0 0,0 0 1,0 0-1,0 0 1,0 0-1,0 0 0,0 0 1,1 0-1,-1 0 1,0 0-1,0 0 0,0 0 1,0 0-1,0 0 0,0 0 1,0 0-1,1 0 1,-1 0-1,0 0 0,0 0 1,0 0-1,0 1 1,0-1-1,0 0 0,0 0 1,0 0-1,1 0 1,-1 0-1,0 0 0,0 0 1,0 0-1,0 0 1,0 1-1,0-1 0,0 0 1,0 0-1,0 0 1,0 0-1,0 0 0,0 0 1,0 0-1,0 1 0,0-1 1,8 16 604,2 18-425,-6 23-48,-5 86 0,-1-28-1859,3-82-1168,7 48 0,-6-71 1592,0-1 0,1 0-1,-1 0 1,2-1 0,5 12 0,-8-18 1020,-1 0 1,2 0 0,-1 0-1,0 0 1,0 0-1,1 0 1,-1-1-1,1 1 1,-1 0 0,1-1-1,0 1 1,0-1-1,0 1 1,0-1-1,0 0 1,0 0-1,0 0 1,0 0 0,0 0-1,0-1 1,0 1-1,1 0 1,-1-1-1,0 0 1,1 1-1,3-1 1,8-5-235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6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65 163 16,'-11'-6'148,"7"5"53,-1-1 0,1-1-1,-1 1 1,1-1 0,0 1 0,0-1-1,0-1 1,0 1 0,0 0-1,1-1 1,-5-6 0,8 9-123,0 0 0,0 0-1,0 1 1,0-1 0,0 0 0,0 0 0,0 0-1,0 1 1,1-1 0,-1 0 0,0 0 0,1 1 0,-1-1-1,1 0 1,-1 0 0,0 1 0,1-1 0,0 0-1,-1 1 1,1-1 0,-1 1 0,1-1 0,0 1 0,-1-1-1,1 1 1,0-1 0,-1 1 0,1 0 0,0-1-1,1 1 1,28-12 579,-26 10-508,69-18 835,133-19 1,-199 38-918,-3 0 67,1 0 1,-1 0 0,1 1 0,-1 0-1,1 0 1,-1 0 0,1 0-1,-1 1 1,1-1 0,-1 1 0,1 0-1,-1 1 1,1-1 0,5 4-1,-8-3 35,0-1 0,0 1 0,-1 0 0,1 1 0,0-1 0,-1 0 0,0 0 0,1 1 0,-1-1 0,0 0 0,0 1 0,0-1 0,-1 1 0,1 0 0,-1-1 0,1 1 0,-1-1 0,0 1 0,0 0 0,0-1 0,0 1 0,-1 0 0,1-1 0,-1 1 0,-1 4 0,-2 13 739,0-1-456,0 1 1,2 0 0,0 0-1,1 0 1,2 25 0,-1-40-434,1-1 0,-1 0 0,1 0 1,0 0-1,1 0 0,-1 0 0,1 0 1,-1 0-1,1-1 0,0 1 0,1 0 1,-1-1-1,1 0 0,-1 1 1,1-1-1,0 0 0,0 0 0,0-1 1,1 1-1,-1-1 0,1 1 0,-1-1 1,1 0-1,0-1 0,0 1 0,0-1 1,0 1-1,0-1 0,0 0 1,0-1-1,7 2 0,-9-2 11,1 1 0,0-1 0,0 0 0,0 0-1,0 0 1,0 0 0,0 0 0,0-1 0,0 1 0,0-1 0,0 0 0,0 0-1,0 0 1,0 0 0,-1 0 0,1-1 0,0 1 0,-1-1 0,0 1 0,1-1-1,2-3 1,-3 2 24,0 0 0,0-1-1,0 1 1,0-1-1,-1 1 1,1-1 0,-1 0-1,0 0 1,0 1 0,0-1-1,-1 0 1,1 0 0,-1 0-1,0-5 1,-1-3-140,0-1-1,-1 1 1,-1-1 0,0 1-1,0 0 1,-1 0 0,0 0-1,-1 1 1,-8-14 0,4 11-1393,-1 1 1,0 1-1,-1-1 1,0 1-1,-22-16 1,27 22 681,-2 1 1,1 0 0,0 0-1,-1 1 1,0 0 0,0 0 0,0 1-1,-1 0 1,1 1 0,-1-1 0,-16-1-1,6 5 188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7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421 79 60,'0'-4'352,"-1"1"0,1-1 0,-1 1 1,0-1-1,0 1 0,-1 0 0,1-1 0,-1 1 0,1 0 0,-1 0 0,0 0 1,0 0-1,0 1 0,0-1 0,-1 0 0,1 1 0,-1-1 0,0 1 1,0 0-1,-3-2 0,1 2 297,0-1 1,-1 1 0,0 0 0,0 1-1,1 0 1,-1 0 0,0 0-1,0 0 1,0 1 0,-12 1-1,2 0 600,0 1-1,1 1 0,-23 7 0,-32 18-363,54-20-666,0 1 1,0 1-1,-26 21 1,37-26-202,-1 0 0,1 0 0,0 1 0,0-1-1,0 1 1,1 0 0,0 0 0,0 1 0,1-1 0,0 1 0,0 0 0,-3 10 0,6-16-19,-1 1 1,1-1-1,-1 1 1,1-1-1,0 1 1,0 0-1,0-1 1,0 1-1,0 0 1,0-1-1,0 1 0,1-1 1,-1 1-1,0 0 1,1-1-1,-1 1 1,1-1-1,0 1 1,0-1-1,-1 0 1,1 1-1,0-1 0,0 0 1,0 1-1,0-1 1,3 2-1,-1-2-2,0 1-1,0-1 1,0 0-1,0 0 1,0 0-1,0 0 1,0-1-1,0 1 1,0-1-1,1 0 1,-1 0 0,6-1-1,5-1-11,0 0 0,-1-1 0,1-1 0,0 0 0,13-7 0,-10 2 11,-1 0-1,-1-2 1,0 1 0,0-2-1,21-21 1,34-28 3,-69 61 0,0-1 0,-1 1 0,1 0 1,-1-1-1,1 1 0,0 0 1,-1-1-1,1 1 0,0 0 0,-1 0 1,1 0-1,0-1 0,0 1 1,-1 0-1,1 0 0,0 0 0,-1 0 1,1 0-1,0 1 0,0-1 1,-1 0-1,1 0 0,0 0 0,-1 0 1,1 1-1,0-1 0,-1 0 1,1 1-1,0-1 0,-1 1 0,1-1 1,-1 1-1,1-1 0,-1 1 1,1-1-1,-1 1 0,1-1 0,-1 1 1,0-1-1,1 1 0,-1 0 1,0-1-1,1 1 0,-1 0 0,0-1 1,0 1-1,0 0 0,1-1 1,-1 1-1,0 0 0,0 0 0,0 0 1,5 43 42,-5-42-38,0 318 737,-2-137-597,3-149-138,-2-1 0,-2 1 0,-1 0 0,-10 39 0,12-63 3,-1-1-1,-1 0 1,0 0 0,0 0 0,-1 0 0,0-1 0,0 1 0,-9 9 0,10-14-3,-1 1 1,0-1-1,0 0 1,0 0-1,0-1 0,0 1 1,-1-1-1,1 0 1,-1-1-1,0 1 1,0-1-1,0 0 1,0-1-1,-8 2 1,7-3-18,0 1 1,0-1 0,0 0-1,0-1 1,1 0 0,-1 0-1,0 0 1,0-1 0,1 0-1,-1 0 1,1 0-1,-1-1 1,1 0 0,0-1-1,0 1 1,0-1 0,1 0-1,-1-1 1,1 1 0,0-1-1,0 0 1,1 0 0,0-1-1,-1 1 1,2-1-1,-1 0 1,1 0 0,-3-7-1,-1-1-59,1 0 0,1-1-1,0 0 1,0 0-1,2 0 1,0 0-1,1-1 1,0 1 0,1-1-1,1 1 1,3-24-1,-1 24-94,2 0 0,0 0 1,0 0-1,1 1 0,11-21 0,-8 20-974,1 0 1,1 1 0,0 0-1,16-16 1,0 5-1654,1 1 0,1 1 0,0 1 0,40-21-1,-35 24 2172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7.5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177 127 152,'17'-31'1237,"-16"28"-557,0 0 1,0 0-1,0 0 0,-1 0 1,1 0-1,-1 0 1,0 0-1,0 0 1,0-1-1,0 1 1,0 0-1,-2-5 0,1 6-270,1 1 0,-1-1-1,0 0 1,0 1 0,0-1-1,0 1 1,0-1-1,0 1 1,0-1 0,0 1-1,0-1 1,-1 1 0,1 0-1,-1 0 1,1 0 0,-1 0-1,1 0 1,-1 0-1,0 0 1,-3 0 0,2 0-326,-1 0-1,1 0 1,-1 1 0,1 0 0,-1 0 0,0 0 0,1 0 0,-7 1 0,3 1-33,0 0 0,0 1 0,0 0 1,0 0-1,1 0 0,-1 1 0,1 0 1,0 0-1,0 0 0,0 1 0,1 0 0,0 0 1,0 1-1,0 0 0,0-1 0,1 1 1,0 1-1,0-1 0,1 1 0,0-1 0,0 1 1,1 0-1,-1 0 0,1 0 0,1 1 0,-1-1 1,2 0-1,-1 1 0,1-1 0,0 0 1,0 1-1,0-1 0,1 0 0,1 1 0,-1-1 1,1 0-1,0 0 0,6 12 0,-7-17-48,1 1-1,-1 0 0,1-1 0,0 1 0,0-1 1,0 0-1,0 0 0,0 0 0,1 0 0,-1 0 1,1 0-1,-1 0 0,1-1 0,0 1 1,-1-1-1,1 0 0,0 0 0,0 0 0,0 0 1,0 0-1,0-1 0,0 1 0,0-1 1,0 0-1,0 0 0,0 0 0,0 0 0,0-1 1,0 1-1,0-1 0,0 0 0,0 0 0,0 0 1,5-2-1,-4 1 0,1-1 0,0 0 0,-1 0 0,1 0 0,-1 0 0,0-1 0,0 0 0,0 0-1,-1 0 1,1 0 0,-1 0 0,0-1 0,0 1 0,-1-1 0,1 0 0,-1 0 0,0 0 0,3-10 0,-3-3-203,0 1 1,-1 0-1,0 0 1,-2-1-1,-2-22 0,-7-1-4288,-5 4-5513,19 44 4265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28.2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156 523 192,'1'-1'399,"1"0"-1,-1 0 1,0 0 0,0 0 0,1-1-1,-1 1 1,0 0 0,0-1 0,0 1-1,0 0 1,0-1 0,-1 1 0,1-1-1,0 0 1,-1 1 0,1-1 0,-1 1-1,0-1 1,1 0 0,-1 1 0,0-1-1,0 0 1,0 0 0,0 1 0,0-1-1,-1 0 1,1 1 0,0-1-1,-1 0 1,1 1 0,-1-1 0,0 1-1,1-1 1,-1 1 0,0-1 0,0 1-1,0-1 1,0 1 0,0 0 0,0 0-1,-1-1 1,-1 0 0,1 0 59,0 0 1,0 0-1,0 0 0,-1 1 1,1 0-1,-1-1 0,1 1 1,-1 0-1,1 0 0,-1 0 0,1 0 1,-5 0-1,5 1-437,-1-1 0,1 1 0,0 0 0,0 1 0,0-1 0,-1 0 0,1 0 0,0 1 0,0 0 0,0-1 0,0 1 0,0 0 0,0 0 0,0 0 0,0 0 0,0 0 0,-2 3-1,-4 3 24,0 1-1,1 1 1,0 0-1,0 0 1,1 0-1,0 0 1,1 1-1,-7 18 1,9-21-56,0 0 0,1 1 0,-1-1 1,2 0-1,-1 1 0,1-1 0,0 1 1,1-1-1,0 1 0,0-1 0,1 1 1,0-1-1,3 15 0,-4-20 6,1-1 0,-1 0 0,0 1 0,1-1 0,0 0 0,-1 0 0,1 1-1,0-1 1,-1 0 0,1 0 0,0 0 0,0 0 0,0 0 0,0 0 0,0 0 0,0 0 0,0 0-1,0-1 1,0 1 0,0 0 0,1-1 0,-1 1 0,0 0 0,1-1 0,-1 0 0,0 1 0,2-1-1,0 0-2,-1-1 0,1 1 0,-1-1 0,0 0 0,1 1-1,-1-1 1,0 0 0,0-1 0,0 1 0,0 0-1,0-1 1,0 1 0,4-4 0,2-3-13,1-1 1,-1-1-1,-1 1 0,12-22 1,-3-5 20,10-15-30,-23 55 16,0 1 0,-1-1-1,1 1 1,-1 0 0,0 0-1,-1 0 1,1 0 0,1 10-1,0-4-16,-2-6-27,0 0-1,1 0 0,-1-1 0,1 1 0,0-1 0,0 1 1,1-1-1,-1 0 0,1 0 0,0 0 0,0 0 0,1 0 1,-1-1-1,1 1 0,-1-1 0,1 0 0,0 0 0,0 0 1,1-1-1,-1 1 0,1-1 0,-1 0 0,1 0 0,-1-1 1,1 0-1,0 1 0,0-2 0,0 1 0,0 0 0,0-1 0,0 0 1,0 0-1,-1 0 0,1-1 0,8-2 0,4 0 26,0-1-1,0 0 1,0-1-1,-1-1 1,0-1-1,0 0 1,-1-1 0,0-1-1,0-1 1,-1 0-1,0 0 1,-1-1-1,0-1 1,-1-1-1,0 1 1,-1-2-1,-1 0 1,0 0-1,0 0 1,-2-2-1,0 1 1,0-1-1,-2 0 1,0 0 0,-1-1-1,0 0 1,-2 0-1,0 0 1,2-30-1,-5 27 62,0 0-1,-1 0 0,-1-1 1,-1 1-1,-1 1 0,0-1 1,-2 1-1,0-1 0,-1 1 1,-1 1-1,-16-28 0,23 44-19,-1-1 0,0 1 1,0-1-1,0 1 0,0 0 0,0-1 0,0 1 0,-1 0 0,1 1 0,-1-1 1,1 0-1,-1 1 0,0-1 0,0 1 0,0 0 0,-4-1 0,5 1-2,0 1-1,0 0 1,-1 1-1,1-1 1,0 0-1,0 0 1,0 1-1,0 0 1,0-1-1,0 1 1,0 0-1,0 0 0,0 0 1,0 0-1,0 0 1,1 0-1,-1 1 1,-2 1-1,-2 3 3,0 1-1,0 1 0,1-1 1,-1 1-1,2 0 0,-1 0 1,1 1-1,0-1 0,-3 13 1,-3 15-218,1 1 1,1 1 0,3-1 0,1 1-1,1 0 1,3 0 0,4 44 0,0-46-1703,1 0 0,2 0 1,2-1-1,17 46 1,-22-71 1232,0-1 1,0 1-1,1-1 1,0 0-1,0 0 1,1-1-1,0 0 1,1 0 0,0 0-1,0-1 1,1 0-1,14 11 1,10-1 136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32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35 204,'-13'-8'1271,"0"-5"5987,14 4-886,19 6-4225,-19 2-2090,-1 1 0,1 0 0,-1 0 0,1 0 0,0 0 0,-1-1 0,1 1 0,-1 0 0,1 0 0,0 0 0,-1 0 0,1 1 0,0-1 0,-1 0 0,1 0 0,-1 0 0,1 0 0,0 1 0,-1-1 0,1 0 0,-1 1 0,1-1 0,-1 0 0,1 1 0,-1-1 0,1 1 0,-1-1 0,1 0 0,-1 1 0,0-1 0,1 1 0,-1 0 0,0-1 0,1 1 0,-1-1 0,0 1 0,0-1 0,0 1 0,1 0-1,-1-1 1,0 1 0,0-1 0,0 1 0,0 0 0,0-1 0,0 1 0,0 0 0,0-1 0,0 1 0,0-1 0,-1 1 0,1 0 0,0-1 0,0 1 0,-1-1 0,1 1 0,0-1 0,-1 2 0,0 0 59,-1 1-1,0 0 1,0-1-1,0 1 1,0-1-1,0 0 0,0 0 1,-1 0-1,1 0 1,-5 3-1,3-3-18,1-1 0,-1 1 0,0-1 1,0 0-1,0 0 0,0 0 0,-1-1 0,-7 1 0,12-1-90,0 0 0,-1 0 0,1 0 0,0 0 0,-1 0-1,1 0 1,0 0 0,-1 0 0,1 0 0,0-1 0,-1 1-1,1 0 1,0 0 0,-1 0 0,1 0 0,0-1 0,-1 1 0,1 0-1,0 0 1,0 0 0,-1-1 0,1 1 0,0 0 0,0-1 0,-1 1-1,1 0 1,0 0 0,0-1 0,0 1 0,0 0 0,0-1-1,-1 1 1,1 0 0,0-1 0,0 0 0,14-20-61,15 0 622,3 10-5020,-31 11 4119,0-1 0,0 1 0,0 0-1,0 0 1,1 0 0,-1 0 0,0 1 0,0-1 0,0 0 0,0 0 0,0 1 0,0-1 0,0 0-1,1 1 1,-1-1 0,0 1 0,0 0 0,-1-1 0,1 1 0,0 0 0,1 0 0,-1 1-115,0 0 0,0 0 0,0-1 1,-1 1-1,1 0 0,0 0 1,-1 0-1,0 0 0,1 0 0,-1 0 1,0-1-1,0 1 0,0 0 1,0 0-1,0 0 0,-1 0 0,0 2 1,-10 48-2744,4-25 2718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32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33 76,'23'-13'3509,"-20"12"-2741,-1 1 0,0-1-1,1 1 1,-1 0 0,1-1 0,-1 1 0,1 0-1,-1 1 1,0-1 0,1 0 0,-1 1-1,5 1 1,-5-2-334,0 1 0,-1 0 0,1 0 1,-1 0-1,1 0 0,-1 0 0,1 0 0,-1 0 0,0 0 0,1 0 0,-1 1 1,0-1-1,0 1 0,0-1 0,0 1 0,0-1 0,1 3 0,0 25-820,-2-29 416,0 1 0,0 0 0,0 0 0,0-1 0,0 1 0,0 0 0,-1-1 0,1 1 0,0 0 0,-1-1 1,1 1-1,0 0 0,-1-1 0,1 1 0,0-1 0,-1 1 0,1 0 0,-1-1 0,1 1 0,-1-1 0,0 1 0,1-1 0,-1 0 0,1 1 0,-1-1 0,0 0 0,1 1 0,-1-1 0,0 0 1,1 0-1,-1 1 0,0-1 0,0 0 0,1 0 0,-1 0 0,0 0 0,1 0 0,-1 0 0,0 0 0,0 0 0,1-1 0,-2 1 0,0-1-18,1 1-1,-1-1 0,1 0 1,-1 0-1,1 1 0,-1-1 1,1 0-1,0 0 0,0 0 1,-1-1-1,1 1 1,0 0-1,0 0 0,0-1 1,0 1-1,0 0 0,1-1 1,-2-2-1,-2-31-455,1 5-3725,-18 55-7843,-9 29 7242,13-21 3835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37.9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50 142 56,'-10'-106'5917,"10"106"-5799,0-1-1,0 1 1,0 0-1,0-1 1,0 1-1,0 0 0,0 0 1,0-1-1,0 1 1,0 0-1,0-1 1,0 1-1,-1 0 1,1 0-1,0-1 1,0 1-1,0 0 1,0 0-1,-1 0 0,1-1 1,0 1-1,0 0 1,0 0-1,-1 0 1,1-1-1,0 1 1,0 0-1,-1 0 1,1 0-1,0 0 1,-1 0-1,1 0 0,0 0 1,0 0-1,-1 0 1,1 0-1,0 0 1,-1 0-1,1 0 1,0 0-1,0 0 1,-1 0-1,1 0 1,0 0-1,-1 0 0,1 0 1,0 0-1,0 0 1,-1 0-1,1 1 1,0-1-1,0 0 1,-1 0-1,1 0 1,0 0-1,0 1 1,0-1-1,-1 0 0,1 0 1,0 1-1,0-1 1,0 0-1,0 0 1,0 1-1,-1-1 1,1 0-1,0 0 1,0 1-1,-14 20 3169,9 12-3104,1 0-1,1 0 1,3 0 0,0 0 0,2 1 0,2-1 0,1-1 0,1 1 0,16 49 0,-18-69-128,3 6-340,-4-37-1757,-1-8-2304,8-51 0,-6 57 3451,-1-1-1,0 1 0,-2-1 0,-2-30 0,-1 29 1071,-2-1-1,0 1 1,-2 0-1,-1 1 1,0-1-1,-1 1 0,-22-38 1,69 90 6265,79 61-5263,-80-72-991,0-2 1,48 14-1,21 10 58,-87-35-170,-15-4 2021,-23-3-509,15 0-1553,-14 1 153,-1 1 0,1 1 1,0 1-1,0 0 0,1 1 0,-1 1 0,-22 11 0,-107 63-212,67-34 645,36-21-1639,36-21-2643,45-23-9946,-31 13 12777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1.0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232 160 160,'2'-6'223,"0"0"-1,1 0 1,-1 0-1,1 0 1,1 0-1,-1 1 1,1 0-1,0 0 1,0 0-1,0 0 1,1 0-1,-1 1 1,1 0-1,1 0 1,-1 0-1,7-3 1,-3 1 211,0-1 1,-1 1 0,0-2-1,11-11 1,-19 19-338,0 0 0,1-1 0,-1 1 0,0-1 0,1 1 1,-1 0-1,0-1 0,1 1 0,-1-1 0,0 1 0,0 0 0,0-1 0,1 1 0,-1-1 0,0 1 1,0-1-1,0 1 0,0-1 0,0 1 0,0-1 0,0 1 0,0-1 0,0 1 0,0-1 1,0 1-1,0-1 0,0 1 0,-1-1 0,1 1 0,0-1 0,0 1 0,0-1 0,-1 0 1,-17-6 1603,-28 6-538,45 1-1087,-21 1 72,0 2 0,1 0-1,0 2 1,0 0 0,0 1-1,0 1 1,1 1-1,0 1 1,-24 15 0,41-23-146,1 1 1,-1-1 0,1 1 0,-1-1-1,1 1 1,0 0 0,0 0 0,0 0-1,0 0 1,0 0 0,0 0-1,0 1 1,1-1 0,-1 1 0,1-1-1,0 1 1,0-1 0,0 1 0,0 0-1,0 0 1,0-1 0,1 1 0,0 0-1,-1 0 1,1 0 0,0 0 0,0 0-1,0-1 1,1 1 0,-1 0-1,2 5 1,2-1-5,0 0-1,0 0 1,0-1-1,1 1 1,0-1 0,0 0-1,0-1 1,1 1-1,0-1 1,11 7-1,61 39 12,-56-38 122,-1 0 0,0 2 1,-1 0-1,-1 1 0,21 22 0,-38-36-54,-1-1 0,1 1 0,-1-1 0,0 1 0,0-1-1,0 1 1,0 0 0,0-1 0,0 1 0,0 0 0,-1 0 0,1 0-1,-1 0 1,1 0 0,-1 0 0,0 0 0,0 0 0,0 0 0,0 0-1,0 0 1,0 0 0,0 0 0,0-1 0,-1 1 0,-1 4 0,0-3 4,0 0 0,0 0 0,0 0 0,-1-1 0,1 1 0,-1-1 0,0 1 0,0-1 0,0 0 0,0 0 1,0 0-1,-7 2 0,-10 5 59,-1-2 1,0-1 0,-34 6 0,53-12-138,-22 6-127,-51 8 422,72-13-447,1-1 0,-1 0-1,0 0 1,1 0-1,-1 0 1,0 0 0,1-1-1,-1 1 1,0-1-1,1 1 1,-1-1 0,1 0-1,-1 0 1,1 0-1,-1 0 1,1-1 0,0 1-1,0-1 1,0 1-1,0-1 1,0 0-1,-2-2 1,3 2-382,0-1 0,0 1-1,1-1 1,-1 0 0,1 1 0,0-1-1,0 0 1,0 1 0,0-1 0,0 0 0,0 1-1,1-1 1,-1 1 0,1-1 0,0 1-1,1-5 1,19-40-4501,-12 32 4215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3.6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52 24,'-87'-10'3109,"31"-3"5886,66 15-8515,0-1 1,0 0-1,0-1 0,1 0 1,15-2-1,11 0-332,99 1-726,197-26-1,-323 26-556,-15 17-10910,-2-12 11348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4.3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211 144 28,'0'-1'63,"15"-37"1205,-10 9 6854,-14 35-6161,-7 9-204,-17 32 346,-54 101 0,44-72-1885,37-66-210,-21 42 9,25-49-22,1 0 1,0 0-1,-1 0 1,1 0-1,1 1 1,-1-1-1,0 0 1,1 0-1,0 1 1,-1-1-1,1 0 1,1 0-1,0 7 1,-1-9 3,1-1-1,-1 0 1,0 1-1,1-1 1,-1 1 0,1-1-1,-1 0 1,1 1 0,-1-1-1,1 0 1,-1 1 0,1-1-1,-1 0 1,1 0-1,-1 0 1,1 1 0,0-1-1,-1 0 1,1 0 0,-1 0-1,1 0 1,-1 0 0,1 0-1,0 0 1,-1 0-1,1 0 1,-1-1 0,1 1-1,0 0 1,-1 0 0,1 0-1,-1-1 1,1 1-1,-1 0 1,1-1 0,-1 1-1,1 0 1,-1-1 0,0 1-1,1-1 1,-1 1 0,1 0-1,-1-1 1,1 0-1,23-21-12,-22 20 9,11-12-6,-1-1 1,-1 0-1,0-1 1,-1-1-1,-1 1 0,0-1 1,10-31-1,0-10 72,11-64-1,-13 48 265,-2 37 110,-2 30-54,-12 7-360,-1 1 0,1-1 1,0 1-1,0-1 0,0 1 0,0 0 1,0-1-1,-1 1 0,1 0 0,0-1 1,-1 1-1,1 0 0,0 0 0,-1 0 1,1 0-1,-1 0 0,1 0 0,-1 0 1,1 1-1,22 54 775,23 80 0,-29-80-751,40 90 1,-55-142-660,13 29 527,-12-22-2987,-26-25-13928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4.7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80 100,'-21'-4'360,"7"-2"348,2 3 464,8 3 1644,13 0-1379,3 0-153,6-2-244,8 0-256,0-2-216,4 0-364,-2 2-720,2-2-1376,0-1-468,1-1 123,-1-2 481,10-7 628,1 0 612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5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11 136,'-34'5'1073,"25"-5"419,-1 1 1,1 1-1,0 0 1,-15 5-1,24-6-1359,0-1-1,1 1 0,-1-1 0,0 1 0,1-1 1,-1 1-1,1-1 0,-1 1 0,0-1 0,1 0 0,-1 1 1,1-1-1,-1 1 0,1-1 0,0 0 0,-1 0 0,1 1 1,-1-1-1,1 0 0,-1 0 0,1 0 0,0 1 1,-1-1-1,1 0 0,0 0 0,-1 0 0,1 0 0,-1 0 1,2-1-1,27 8 321,41-5 300,1-3 1,75-11 0,-34 2-319,-105 9-572,80-4 446,-51 4-3050,-66-7-9777,19 2 11883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46.8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67 24,'35'-38'1899,"-19"12"2110,-22 24 753,-24 12-2239,6 3-1827,1 0 1,0 2-1,1 0 0,-25 24 0,26-21-603,2 1 1,0 1-1,1 1 0,2 1 0,0 0 0,1 1 0,-18 36 1,30-51-96,-1 0 1,2 0-1,-1 0 1,1 0 0,0 1-1,1-1 1,0 1-1,0-1 1,1 1 0,0-1-1,1 1 1,-1-1-1,4 13 1,-2-15-8,0 1 0,1 0 0,0-1-1,0 0 1,0 0 0,1 0 0,0 0 0,0-1-1,1 1 1,-1-1 0,1 0 0,0 0 0,0-1 0,1 1-1,0-1 1,-1 0 0,8 2 0,0 1-61,0-1 0,1-1 0,-1 0 0,1-1 1,0-1-1,28 4 0,-33-6 17,0 0 1,0-1-1,0 0 1,0-1 0,0 1-1,-1-2 1,1 1-1,0-1 1,0-1-1,-1 1 1,0-2 0,13-5-1,-20 8 52,0 1 0,0-1-1,1 0 1,-1 0 0,0 1 0,0-1-1,0 0 1,0 0 0,0-1 0,0 1-1,0 0 1,0 0 0,0 0-1,0-1 1,-1 1 0,1 0 0,-1 0-1,1-1 1,-1 1 0,1-1 0,-1 1-1,0-1 1,0 1 0,1 0 0,-1-1-1,0-2 1,-1 1 2,0 0 0,0 0 0,-1 1 0,1-1 1,0 0-1,-1 0 0,1 1 0,-1-1 0,0 1 0,0 0 0,0-1 0,-3-1 0,-6-6 14,0 1 0,-1 1-1,0 0 1,-17-8-1,-5 2 7,1 1 0,-2 1-1,-46-8 1,100 22-158,0 0-1,0-1 1,36-4 0,-35 1 120,0 1 0,1 0 0,-1 2 0,0 0 0,0 2 0,23 5 0,-39-7 36,0 1-1,0 1 1,0-1 0,0 1-1,0-1 1,-1 1-1,1 0 1,-1 0 0,0 1-1,0-1 1,0 1-1,0-1 1,0 1 0,-1 0-1,0 0 1,0 0-1,0 0 1,0 1 0,-1-1-1,2 6 1,3 14 175,-1 1 0,4 40 0,-3-18-64,-4-34-393,1 10 376,2 1 0,1 0 0,12 33 0,-15-52-481,0 1 0,0 0 0,0 0 0,1-1 0,-1 0 0,1 0-1,9 9 1,-11-12-204,1 0 0,0 0 0,0 0 0,0 0 0,0 0 0,0-1 0,0 1 0,1-1 0,-1 0 0,0 0 0,1 0 0,-1-1 0,1 1 0,-1-1-1,5 1 1,-6-1 370,-1 0-1,1 0 0,0 0 0,-1-1 0,1 1 0,0 0 0,-1-1 0,1 1 0,0-1 0,-1 0 1,1 1-1,-1-1 0,1 0 0,-1 0 0,0 0 0,1 0 0,-1 0 0,2-2 0,8-9-568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0.1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164 181 44,'-84'-13'2586,"67"9"-88,0 0-1,-28-13 0,53 19-2228,1-1 0,0 0 0,0-1 0,0 0 1,11-1-1,5 0-157,25 1-99,14 2 8,0-4-1,0-2 0,66-13 0,-129 17-19,-1 0 0,1 0 0,0 0 1,-1 0-1,1-1 0,0 1 0,-1 0 0,1 0 0,0-1 0,-1 1 0,1 0 1,-1 0-1,1-1 0,0 1 0,-1-1 0,1 1 0,-1-1 0,1 1 0,-1-1 1,1 1-1,-1-1 0,0 1 0,1-1 0,-1 1 0,0-1 0,1 0 0,-1 1 0,0-1 1,0 0-1,1 1 0,-1-1 0,0 0 0,0 1 0,0-1 0,0 0 0,0 1 1,0-1-1,0 0 0,0 1 0,0-1 0,0 0 0,-1 1 0,1-1 0,0 0 1,0 1-1,-1-1 0,1 0 0,0 1 0,-1-1 0,1 1 0,0-1 0,-1 1 1,1-1-1,-1 1 0,1-1 0,-1 1 0,1-1 0,-1 1 0,-1-1 0,-1-3 17,-1 1 0,0-1 0,0 1-1,0 0 1,0 0 0,0 0 0,-7-2-1,-154-61 2780,218 87-2599,0-2-1,1-3 1,68 12-1,-122-27-110,0-1-1,0 1 1,0-1-1,0 1 1,0-1-1,0 1 1,0-1-1,0 1 1,0 0-1,-1-1 1,1 1-1,0-1 1,0 1-1,0-1 1,-1 1-1,1-1 1,0 1-1,-1-1 0,1 1 1,0-1-1,-1 1 1,1-1-1,0 0 1,-1 1-1,1-1 1,-1 0-1,1 1 1,-1-1-1,1 0 1,-1 1-1,1-1 1,-2 0-1,-28 26 443,18-16-256,1 0-363,-49 47 750,55-51-971,-1 0 0,2 0 1,-1 0-1,1 0 1,0 1-1,0 0 1,0-1-1,-2 9 1,27-22-12092,12-21 9176,-22 17 2235,10-4 468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1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351 116 120,'2'-2'83,"17"-15"1316,-1 0 1,30-37-1,-47 53-1281,-1 1-1,0-1 1,1 0-1,-1 1 1,0-1-1,1 1 1,-1-1-1,0 0 1,0 1-1,1-1 1,-1 0-1,0 1 1,0-1-1,0 0 1,0 1-1,0-1 1,0 0-1,0 1 1,0-1 0,0 0-1,0 1 1,-1-1-1,1 1 1,0-1-1,0 0 1,-1 1-1,1-1 1,0 1-1,-1-1 1,1 0-1,0 1 1,-1-1-1,1 1 1,-1-1-1,1 1 1,-1 0-1,1-1 1,-1 1-1,1-1 1,-1 1-1,0 0 1,1-1 0,-1 1-1,1 0 1,-1 0-1,0 0 1,1-1-1,-1 1 1,0 0-1,1 0 1,-1 0-1,0 0 1,1 0-1,-1 0 1,0 0-1,1 0 1,-2 1-1,-40-2 2961,16 4-2448,0 1 0,-1 0-1,1 2 1,1 1 0,-1 1 0,2 2-1,-1 0 1,-45 27 0,61-31-596,0 0 0,1 1 0,0-1 0,1 2 0,-1-1 0,1 1 0,1 0 0,0 1 0,0-1 0,0 1 0,-4 10 0,7-11-28,0 0 0,1 0 0,0 1-1,1-1 1,-1 1 0,1-1 0,1 1 0,0-1 0,0 1 0,0-1 0,1 1 0,1-1 0,-1 1 0,2-1 0,2 10 0,-1-7-23,0 0 1,0 0-1,1 0 1,1 0-1,0-1 1,0 0-1,1 0 1,15 17-1,-17-23-27,0 0-1,0 0 1,0 0-1,0-1 1,1 0 0,0 0-1,-1 0 1,1 0-1,0-1 1,1 0 0,-1 0-1,0-1 1,0 0-1,1 0 1,-1 0 0,1-1-1,12-1 1,-2-1-221,1 0-1,-1-2 1,0 0 0,0-1 0,0-1 0,0 0 0,-1-2-1,0 0 1,-1 0 0,0-1 0,0-1 0,-1-1 0,18-16-1,-7-9 293,-18 15 349,-7 20-352,0 1 0,0 0 0,0-1 0,0 1 0,0-1 1,0 1-1,0-1 0,0 1 0,0-1 0,0 1 0,-1 0 0,1-1 0,0 1 0,0-1 0,-1 1 0,1 0 0,0-1 0,0 1 0,-1 0 0,1-1 0,0 1 0,-1 0 0,1 0 1,0-1-1,-1 1 0,1 0 0,-1 0 0,1-1 0,0 1 0,-1 0 0,1 0 0,-1 0 0,1 0 0,-1 0 0,0 0 0,0 0 15,-1 0-1,1 0 1,0 1-1,-1-1 1,1 1-1,-1-1 1,1 1-1,0-1 1,-1 1-1,1 0 1,0 0-1,0-1 1,0 1-1,-1 0 0,1 0 1,0 0-1,0 1 1,0-1-1,1 0 1,-1 0-1,0 0 1,0 1-1,1-1 1,-1 0-1,1 1 1,-1-1-1,1 0 1,-1 1-1,1 1 1,-2 2-11,1 0 1,-1 0-1,1 0 1,1 0-1,-1 0 0,1 0 1,0 7-1,1-9-35,-1 0 0,1 0 0,0-1 0,0 1-1,0 0 1,0-1 0,1 1 0,-1-1 0,1 1 0,-1-1-1,1 0 1,0 0 0,0 1 0,0-1 0,0 0-1,0-1 1,0 1 0,1 0 0,-1-1 0,1 1 0,-1-1-1,1 0 1,0 0 0,-1 0 0,1 0 0,0 0-1,0-1 1,-1 1 0,1-1 0,0 0 0,0 1 0,0-1-1,0-1 1,0 1 0,-1 0 0,1-1 0,0 1-1,0-1 1,0 0 0,-1 0 0,1 0 0,-1 0 0,1-1-1,-1 1 1,1-1 0,-1 1 0,1-1 0,-1 0-1,0 0 1,0 0 0,0 0 0,0 0 0,-1-1 0,1 1-1,-1 0 1,3-5 0,-3 4 8,0 0 1,-1 0-1,1-1 0,-1 1 1,0 0-1,0 0 0,0 0 1,0 0-1,0 0 0,-1 0 0,1 0 1,-1 0-1,0 0 0,0 0 1,0 0-1,0 0 0,-1 0 1,1 1-1,-1-1 0,0 0 1,0 1-1,1 0 0,-2-1 1,1 1-1,-5-4 0,-2-2 4,0 0 1,-1 0-1,1 1 0,-2 0 0,-13-6 0,14 8-283,0 1 0,0 1 1,0 0-1,0 0 0,-11-1 0,35 7-7909,13 1 3422,18 1 2089,-16-4 1971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1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238 2 216,'-19'-1'9276,"-12"5"-4305,13-1-3765,-1 2 1,1 0 0,0 1-1,-29 15 1,40-18-1118,2 1 0,-1-1 1,0 1-1,1 1 0,-1-1 0,1 1 0,-6 7 1,9-10-75,0 1 1,0-1 0,1 1 0,-1 0-1,1 0 1,0-1 0,0 1-1,0 0 1,0 0 0,0 0 0,1 0-1,-1 0 1,1 0 0,0 1-1,0-1 1,0 0 0,0 3 0,2-1-17,-1-1 1,1 0-1,0 1 1,0-1-1,1 0 1,-1 0-1,1 0 1,0-1-1,0 1 1,0-1-1,0 1 1,1-1-1,-1 0 1,1-1-1,0 1 1,0 0-1,7 3 1,10 5-22,1-1 0,22 7 0,-41-16 20,23 8-9,-17-7 13,0 1-1,0 0 1,-1 0 0,1 1-1,-1 0 1,15 11 0,-23-14 0,0-1 0,0 1 0,0 0-1,0 0 1,0-1 0,0 1 0,0 0 0,0-1 0,-1 1 0,1 0 0,0-1 0,0 1 0,-1 0 0,1-1 0,-1 1 0,1 0 0,0-1 0,-1 1 0,1-1 0,-1 1 0,1-1 0,-1 1 0,0-1 0,1 1 0,-1-1 0,1 0 0,-1 1 0,0-1-1,1 0 1,-1 1 0,0-1 0,1 0 0,-1 0 0,0 0 0,0 0 0,0 0 0,-31 13 52,-3-5-247,-48 10-98,30-16-4695,52-2 4756,1 0-1,0 0 1,-1 0-1,1 0 1,-1 0-1,1 0 1,-1 0-1,1 0 0,0 0 1,-1 0-1,1 0 1,-1-1-1,1 1 1,0 0-1,-1 0 0,1 0 1,-1-1-1,1 1 1,0 0-1,-1 0 1,1-1-1,0 1 1,-1 0-1,1 0 0,0-1 1,0 1-1,-1 0 1,1-1-1,0 1 1,0-1-1,0 1 1,-1 0-1,1-1 0,0 1 1,0-1-1,0 1 1,0 0-1,0-1 1,0 1-1,0-1 0,0 1 1,0 0-1,0-1 1,11-16-4790,1 7 4247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2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76 56,'-5'-40'3714,"-1"19"2127,-4 7 3318,12 18-8932,-1 1-1,0-1 0,-1 1 0,1-1 0,-1 1 0,0-1 1,-1 6-1,2 6-131,6 72-175,11 88 19,-12-143-1663,16 50 0,-15-67-785,3 8-2713,-8-13-2289,3-15 5823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2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97 68,'-21'-7'606,"15"6"334,1-1-1,-1 1 1,0-1 0,1-1 0,0 1 0,-8-6 0,24 4 3336,19 0-3330,1 2-1319,-1-1-1,51-12 0,-65 10-2175,-1 0-1,1 0 1,26-16-1,-28 15 1614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5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105 7 36,'-33'3'969,"-28"-2"7091,50-1-3722,26 0-1081,98-5-3315,-56 2-3118,-1 1-6414,-60 6 6628,-7-2 2308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6.1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15 108,'-5'7'220,"5"-3"104,0 0 88,5-2 92,2 0 48,2-4 12,7 0-24,3 0-68,4 0-104,5 0-120,5-2-128,0-1-300,1 1-600,1 2-240,-4 0 64,-3 0 196,-7-2 252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6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231 181 116,'-12'-5'1028,"-1"0"1,0 1-1,0 0 1,0 1-1,-27-3 0,28 5-44,0-1-1,0 0 1,0-1-1,1 0 1,-1 0-1,1-2 1,-16-7-1,27 12-943,-1-1 0,0 1 0,1-1 1,-1 1-1,0-1 0,1 1 0,-1-1 0,1 0 0,-1 1 0,1-1 1,-1 0-1,1 1 0,0-1 0,-1 0 0,1 1 0,0-1 0,0 0 0,-1 0 1,1 1-1,0-1 0,0 0 0,0 0 0,0 0 0,0 1 0,0-1 1,0 0-1,0 0 0,0 0 0,0 1 0,1-1 0,-1 0 0,0 0 1,0 1-1,1-1 0,-1 0 0,1 0 0,-1 1 0,0-1 0,1 0 1,-1 1-1,1-1 0,0 1 0,-1-1 0,1 1 0,-1-1 0,1 1 1,0-1-1,-1 1 0,2-1 0,36-23 117,-16 13-163,2 1 0,-1 0 0,1 2 0,1 1 0,0 1 0,0 1 0,0 1 0,0 1 0,0 1 0,46 3 0,-70 0 10,1-1-1,0 0 0,-1 0 1,1 0-1,-1 1 0,1-1 1,-1 1-1,1-1 0,-1 1 1,1 0-1,-1-1 0,1 1 1,-1 0-1,0 0 1,1 0-1,-1 0 0,0 0 1,0 0-1,0 0 0,0 1 1,0-1-1,0 0 0,0 1 1,0-1-1,0 3 1,0-2 20,-1 1 1,0 0 0,0 0 0,0-1-1,0 1 1,0 0 0,-1-1-1,1 1 1,-1 0 0,0-1 0,1 1-1,-1-1 1,-3 5 0,-4 8 224,0-1 0,-2 0 0,-18 22 0,26-33-185,-48 53 770,17-19-259,-38 54 0,63-79-509,1-1 0,0 1 0,1 0-1,0 1 1,1-1 0,0 1 0,1 1-1,1-1 1,-3 22 0,5-31-62,1-1 1,0 1-1,0 0 0,0 0 1,0-1-1,0 1 1,1 0-1,0 0 0,0-1 1,0 1-1,0-1 0,1 1 1,-1-1-1,1 1 1,0-1-1,0 0 0,0 0 1,0 0-1,0 0 1,1 0-1,0 0 0,-1-1 1,1 1-1,0-1 0,0 0 1,0 0-1,1 0 1,-1 0-1,0 0 0,1-1 1,-1 1-1,1-1 1,0 0-1,-1 0 0,1-1 1,0 1-1,-1-1 0,1 0 1,0 1-1,0-2 1,0 1-1,6-2 0,-4 2-7,0 0-1,-1-1 0,1 0 0,0-1 0,0 1 0,-1-1 0,1 0 1,-1-1-1,1 1 0,-1-1 0,0 0 0,0 0 0,0-1 0,-1 0 1,1 0-1,-1 0 0,0 0 0,0 0 0,0-1 0,-1 0 1,1 0-1,-1 0 0,0 0 0,-1 0 0,1 0 0,-1-1 0,2-9 1,-3 8-1,0 0 1,-1 0 0,0 0 0,0 0 0,-1 0-1,0 0 1,0 0 0,-1 1 0,1-1-1,-2 0 1,1 0 0,-1 1 0,-7-13 0,3 9 12,0-1 1,-1 1 0,-1 0 0,0 1-1,0 0 1,-1 0 0,-11-7-1,-3-1-1188,-1 1-1,-32-14 0,-43-14-9717,94 42 10180,0 0 1,1-1-1,0 0 0,-1 0 1,1-1-1,-5-4 0,-1-2-199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1:59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133 96 40,'0'-3'146,"-1"-44"3589,-5 17 3939,6 30-7482,0-1 0,0 0 0,0 0 0,-1 1-1,1-1 1,0 0 0,0 1 0,-1-1 0,1 0 0,0 0 0,-1 1-1,1-1 1,-1 1 0,1-1 0,-1 0 0,1 1 0,-1-1 0,1 1-1,-1-1 1,0 1 0,1 0 0,-1-1 0,0 1 0,1 0 0,-1-1-1,-1 1 1,-9 13 987,-2 32-1403,-5 227 384,18-230-259,0-41 82,0-1 0,0 1 0,0-1-1,0 1 1,1-1 0,-1 1 0,0-1-1,0 1 1,1-1 0,-1 1 0,0-1-1,1 0 1,-1 1 0,0-1-1,1 1 1,-1-1 0,0 0 0,1 0-1,-1 1 1,1-1 0,-1 0 0,1 1-1,-1-1 1,1 0 0,-1 0 0,1 0-1,1 0-50,-1 0-1,0 0 0,1-1 0,-1 1 0,0 0 0,0-1 1,1 0-1,-1 1 0,0-1 0,0 0 0,0 1 0,0-1 1,0 0-1,1 0 0,0-1 0,1-2-234,0 1 0,1 0 0,-2-1 0,1 1-1,0-1 1,-1 0 0,0 0 0,1 0 0,-2 0 0,1-1-1,0 1 1,-1 0 0,0-1 0,0 1 0,0-1 0,-1 1-1,1-1 1,-1 0 0,-1-5 0,-1-8-109,0 1 1,-2 0-1,-10-31 0,-3-15 461,-1-38 828,18 101-856,0-1 0,0 0 1,0 1-1,0-1 0,0 0 1,0 1-1,0-1 1,0 0-1,0 1 0,0-1 1,0 0-1,1 1 1,-1-1-1,0 1 0,0-1 1,1 0-1,-1 1 0,0-1 1,1 1-1,-1-1 1,1 1-1,-1-1 0,1 1 1,-1-1-1,1 1 0,-1 0 1,1-1-1,-1 1 1,1-1-1,0 1 0,-1 0 1,1 0-1,-1-1 1,1 1-1,0 0 0,-1 0 1,1 0-1,0 0 0,-1 0 1,1 0-1,0 0 1,-1 0-1,1 0 0,0 0 1,-1 0-1,1 0 1,0 1-1,-1-1 0,1 0 1,0 0-1,0 1 0,42 11 1179,-38-10-1093,13 5 72,-1 1 1,0 1-1,-1 0 1,0 1 0,-1 1-1,0 0 1,-1 1-1,0 1 1,16 18 0,-15-14-139,1-2 1,1 0-1,0-1 0,1 0 1,1-2-1,22 13 1,-40-25-43,-1 0 0,0 0 0,0 1 1,0-1-1,1 0 0,-1 0 0,0 1 0,1-1 1,-1 0-1,0 0 0,0 0 0,1 0 0,-1 1 0,0-1 1,1 0-1,-1 0 0,0 0 0,1 0 0,-1 0 1,0 0-1,1 0 0,-1 0 0,0 0 0,1 0 0,-1 0 1,0 0-1,1 0 0,-1 0 0,0 0 0,1 0 0,-1-1 1,0 1-1,1 0 0,-1 0 0,0 0 0,0 0 1,1-1-1,-1 1 0,0 0 0,0 0 0,1-1 0,-1 1 1,0 0-1,0 0 0,0-1 0,1 1 0,-1 0 1,0-1-1,0 1 0,0 0 0,0 0 0,0-1 0,1 0 1,-9-21 9,7 21-5,-1 0-1,1 0 1,-1 0-1,0-1 1,1 1 0,-1 1-1,0-1 1,1 0-1,-1 0 1,0 1-1,0-1 1,0 1-1,0-1 1,0 1-1,0 0 1,0 0 0,1 0-1,-1 0 1,0 0-1,0 0 1,0 0-1,0 1 1,0-1-1,0 1 1,-2 1-1,-50 15 127,-1 7-415,-126 50 1179,60-30-6365,110-42 2576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3.8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246 21 56,'-6'-3'263,"0"0"0,0 0 0,0 1 0,0 0 0,0 0 0,0 1 0,0-1 0,-1 1 0,1 1 0,0-1 0,-1 1-1,1 0 1,-1 0 0,1 1 0,0 0 0,-1 0 0,-9 4 0,8-3 211,-1 0 0,1 1 0,0 1 0,0-1-1,0 1 1,1 0 0,-1 1 0,1 0 0,0 0 0,1 1-1,-1 0 1,-8 10 0,13-14-359,0 1 1,0 0-1,0 0 0,1 1 1,-1-1-1,1 0 0,0 0 1,0 1-1,0-1 0,0 1 0,1-1 1,-1 1-1,1-1 0,0 1 1,0-1-1,0 1 0,0-1 1,2 5-1,-1-2-16,2 1 0,-1-1 1,1 1-1,0-1 0,0 0 0,0 0 0,1 0 1,8 9-1,4 3-13,1-2 1,0 1 0,2-2-1,25 17 1,-3-5 169,-16-11 539,0 1 0,40 36 0,-64-52-724,-1 0 0,1-1 1,0 1-1,-1 0 0,1 0 1,0-1-1,-1 1 0,1 0 0,-1 0 1,1 0-1,-1 0 0,0 0 0,1 0 1,-1-1-1,0 1 0,1 0 1,-1 0-1,0 0 0,0 0 0,0 0 1,0 0-1,0 0 0,0 0 1,0 0-1,-1 0 0,1 1 0,-1 0 5,0 0 0,0 0 0,0-1 0,-1 1 0,1-1-1,0 1 1,-1-1 0,1 0 0,-1 1 0,1-1 0,-1 0-1,-2 2 1,-9 3 86,1-1 0,-1 0-1,-15 4 1,19-6-46,-28 9 14,18-4-227,-2-1 0,1-1 1,-1-1-1,0-1 1,-22 1-1,43-4-50,-1-1-1,0 0 1,1 0 0,-1 0-1,0 0 1,1 0 0,-1 0 0,0 0-1,1 0 1,-1 0 0,0 0-1,0 0 1,1 0 0,-1-1 0,0 1-1,1 0 1,-1 0 0,1-1-1,-1 1 1,0 0 0,1-1-1,-1 1 1,1-1 0,-1 1 0,1-1-1,-1 1 1,1-1 0,-1 1-1,1-1 1,-1 1 0,1-1 0,0 1-1,-1-1 1,1 0 0,0 1-1,0-1 1,0 0 0,-1 1 0,1-1-1,0 0 1,0 0 0,0 1-1,0-1 1,0 0 0,14-33-9686,-4 14 6441,-9 11 2927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4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192 23 36,'-55'10'1579,"-1"-2"3273,-23 4 5880,79-12-10702,0 0-1,0 0 1,0 0-1,0 0 1,0 0 0,0 0-1,0 0 1,0 0 0,0 0-1,0 1 1,0-1 0,0 0-1,0 0 1,0 0 0,0 0-1,0 0 1,0 0 0,0 0-1,0 0 1,0 0 0,0 0-1,0 0 1,0 0-1,0 1 1,0-1 0,0 0-1,0 0 1,0 0 0,-1 0-1,1 0 1,0 0 0,0 0-1,0 0 1,0 0 0,0 0-1,0 0 1,0 0 0,0 0-1,0 0 1,0 0-1,0 0 1,0 0 0,0 0-1,0 0 1,-1 0 0,1 0-1,0 0 1,13 4 319,17 0-336,28-3-282,-1-2 0,108-16 0,-106 5-4722,-3-3-4641,-29 4 6604,-11 3 2526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5.7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51 40,'-12'-14'1381,"-3"-5"2563,15 19-3793,0-1 0,-1 1 1,1-1-1,0 1 0,0-1 1,0 1-1,-1-1 0,1 0 1,0 1-1,0-1 0,0 1 1,0-1-1,0 1 0,0-1 1,0 0-1,0 1 0,0-1 1,1 1-1,-1-1 0,0 1 0,0-1 1,0 0-1,1 1 0,-1-1 1,0 1-1,1-1 0,-1 1 1,0-1-1,1 1 0,-1 0 1,1-1-1,0 1-38,-1 0 0,1 0-1,-1 0 1,1 0 0,-1 1 0,1-1 0,-1 0 0,1 1-1,-1-1 1,1 0 0,-1 1 0,1-1 0,-1 0 0,0 1-1,1-1 1,-1 1 0,0-1 0,0 1 0,1-1 0,-1 1-1,0-1 1,0 1 0,1-1 0,-1 1 0,0-1 0,0 1-1,0-1 1,0 1 0,0 0 0,0-1 0,0 1 0,0-1-1,0 1 1,0-1 0,0 2 0,3 21 1009,3 30-907,15 54 0,-9-49-4744,-4 23-6066,-4-72 10026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6.3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42 100 236,'-9'-8'-106,"5"4"860,0 1 1,0-1 0,0 0 0,0 0-1,0 0 1,-3-7 0,7 10-640,-1 0 0,1 0 0,0 0 0,0 0-1,-1 1 1,1-1 0,0 0 0,0 0 0,0 0 0,0 0 0,0 0 0,1 0 0,-1 0 0,0 0 0,0 0 0,0 0 0,1 1 0,-1-1 0,1 0 0,-1 0 0,0 0 0,1 1-1,0-1 1,-1 0 0,1 0 0,-1 1 0,1-1 0,0 0 0,-1 1 0,1-1 0,0 1 0,0-1 0,0 1 0,-1-1 0,1 1 0,0 0 0,0-1 0,0 1 0,0 0 0,0 0-1,0-1 1,0 1 0,1 0 0,18-7 95,1 1 1,0 1-1,24-2 0,-35 6-150,0 0 1,-1 0 0,1 1-1,0 0 1,0 1 0,-1 1-1,1-1 1,-1 1-1,12 4 1,-19-5 41,-1-1-1,0 1 0,1-1 1,-1 1-1,1 0 1,-1 0-1,0 0 1,1 0-1,-1 0 0,0 0 1,0 0-1,0 0 1,0 0-1,0 1 1,0-1-1,0 0 1,0 1-1,0-1 0,-1 0 1,1 1-1,0-1 1,-1 1-1,0-1 1,1 1-1,-1 0 1,0-1-1,0 1 0,1-1 1,-1 1-1,0-1 1,-1 1-1,1 0 1,0-1-1,0 1 1,-1-1-1,1 1 0,-1-1 1,1 1-1,-1-1 1,0 1-1,0-1 1,1 0-1,-1 1 0,-2 1 1,-6 10 524,-1 0 0,0-1 0,-22 20 0,10-9-171,21-23-440,0 1 0,0 0-1,0 0 1,1 0 0,-1 0 0,0 0 0,1 1-1,-1-1 1,1 0 0,-1 0 0,1 0 0,0 0-1,-1 1 1,1-1 0,0 0 0,0 0-1,0 1 1,0-1 0,0 0 0,0 0 0,0 0-1,0 1 1,1-1 0,-1 2 0,2-1 1,-1 0 1,0 0 0,1 0 0,-1 0-1,1 0 1,0 0 0,-1-1-1,1 1 1,0 0 0,0-1-1,4 3 1,8 3 28,1 0 0,0 0 1,19 4-1,-17-5 20,-9-3-29,50 22 229,-54-24-188,-1 1 1,0 0-1,0-1 1,0 2 0,0-1-1,0 0 1,0 0-1,-1 1 1,1 0-1,-1-1 1,0 1 0,1 0-1,-1 0 1,1 4-1,-2-5-25,-1 0 0,0-1-1,0 1 1,0 0-1,0-1 1,-1 1 0,1 0-1,0-1 1,-1 1 0,1 0-1,-1-1 1,1 1 0,-1-1-1,0 1 1,0-1 0,0 1-1,0-1 1,0 0-1,0 1 1,0-1 0,0 0-1,0 0 1,0 0 0,-1 0-1,1 0 1,-1 0 0,-1 1-1,-47 25 586,43-24-574,-12 6-39,-1-1 1,0-2-1,0 1 1,-39 5-1,50-11-426,1-1-1,-1 1 0,1-1 1,-1-1-1,1 0 0,-15-3 1,19 3-217,1 0 1,-1 0 0,0-1 0,0 0-1,1 1 1,-1-1 0,1-1-1,0 1 1,-1 0 0,1-1 0,0 0-1,1 0 1,-1 0 0,-4-5-1,6 6 216,0 1 0,0-1-1,0 0 1,0 1 0,0-1-1,1 0 1,-1 0 0,1 1 0,-1-1-1,1 0 1,-1 0 0,1 0-1,0 0 1,0 0 0,0 1-1,0-1 1,0 0 0,1 0-1,-1 0 1,1 0 0,-1 0-1,1 1 1,-1-1 0,1 0-1,0 1 1,0-1 0,2-2-1,7-1-159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6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28 220,'-9'0'520,"-25"-1"3363,17-5 3156,25 7-2863,17-3-3194,-6 1-545,127-4 2032,-72 2-4392,1 1-9803,-59-2 6797,-7-1 3937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7.5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117 101 20,'3'-7'732,"0"-1"1,0 1-1,-1-1 1,0 0-1,2-11 0,-4 15 593,0 0 0,1 1-1,-1-1 1,-1 0-1,1 1 1,-1-1-1,1 0 1,-3-5-1,3 9-1252,0 0 0,0-1 0,0 1-1,0 0 1,0 0 0,0 0 0,0-1-1,-1 1 1,1 0 0,0 0 0,0 0-1,0-1 1,0 1 0,0 0 0,-1 0-1,1 0 1,0 0 0,0-1-1,0 1 1,-1 0 0,1 0 0,0 0-1,0 0 1,0 0 0,-1 0 0,1 0-1,0 0 1,0-1 0,-1 1 0,1 0-1,0 0 1,0 0 0,-1 0 0,1 0-1,0 0 1,0 0 0,-1 1-1,1-1 1,0 0 0,0 0 0,0 0-1,-1 0 1,1 0 0,-12 11 1035,-4 14-576,3 10-400,2 1 1,1 0-1,2 1 0,-5 59 1,0-5-87,6-55-39,1-7-176,1 0 0,-1 35 1,6-64 148,0 0 0,0 0 1,0 0-1,0 0 1,0 1-1,0-1 1,-1 0-1,1 0 1,0 0-1,0 0 0,0 0 1,0 1-1,0-1 1,0 0-1,0 0 1,0 0-1,0 0 1,0 0-1,0 1 0,0-1 1,0 0-1,0 0 1,0 0-1,0 0 1,0 1-1,0-1 0,0 0 1,0 0-1,0 0 1,0 0-1,0 1 1,0-1-1,0 0 1,1 0-1,-1 0 0,0 0 1,0 0-1,0 0 1,0 1-1,0-1 1,0 0-1,0 0 0,1 0 1,-1 0-1,0 0 1,0 0-1,0 0 1,0 0-1,0 0 1,1 0-1,-1 1 0,0-1 1,0 0-1,0 0 1,0 0-1,1 0 1,-1 0-1,0 0 0,0 0 1,0 0-1,0 0 1,1 0-1,-1-1 1,0 1-1,0 0 1,9-14-708,6-21-32,-4-5 438,-2 0-1,-2 0 0,4-68 0,-7 54 615,13-60 1,-17 114-272,0-1 1,0 1 0,0-1 0,0 1 0,1-1-1,-1 1 1,0 0 0,0-1 0,0 1 0,0-1-1,1 1 1,-1-1 0,0 1 0,0 0 0,1-1-1,-1 1 1,0-1 0,0 1 0,1 0 0,-1-1-1,0 1 1,1 0 0,-1 0 0,1-1 0,-1 1-1,0 0 1,1 0 0,-1-1 0,1 1 0,-1 0-1,1 0 1,-1 0 0,1 0 0,-1 0 0,1 0-1,-1 0 1,1 0 0,-1 0 0,0 0 0,1 0-1,-1 0 1,1 0 0,-1 0 0,1 0 0,-1 1-1,1-1 1,-1 0 0,1 0 0,-1 0 0,0 1-1,1-1 1,-1 0 0,0 0 0,1 1 0,-1-1-1,0 1 1,1-1 0,-1 0 0,0 1 0,1-1-1,-1 0 1,0 1 0,0-1 0,0 1 0,1 0-1,23 33 541,-21-29-480,26 41 156,-3 2 0,35 85 0,-28-32-5223,-31-76-1140,-2-25 5950,0 1-1,1-1 0,-1 1 0,0-1 0,0 1 0,0-1 0,0 1 0,0-1 0,0 0 1,0 1-1,0-1 0,0 1 0,0-1 0,0 1 0,0-1 0,0 1 0,0-1 0,-1 0 1,1 1-1,0-1 0,0 1 0,0-1 0,-1 0 0,1 1 0,0-1 0,0 0 0,-1 1 1,1-1-1,0 0 0,-1 1 0,1-1 0,0 0 0,-1 0 0,1 1 0,-1-1 1,1 0-1,0 0 0,-1 0 0,1 1 0,-1-1 0,1 0 0,-1 0 0,1 0 0,-1 0 1,1 0-1,0 0 0,-1 0 0,1 0 0,-2 0 0,-2-4-438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7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30 151 32,'-25'-13'863,"25"13"-731,-1 0-1,1-1 1,0 1-1,-1 0 1,1 0-1,0-1 1,0 1-1,-1 0 0,1-1 1,0 1-1,0 0 1,0-1-1,0 1 1,-1 0-1,1-1 1,0 1-1,0-1 1,0 1-1,0 0 1,0-1-1,0 1 0,0 0 1,0-1-1,0 1 1,0-1-1,0 1 1,0 0-1,0-1 1,0 1-1,0-1 1,0 1-1,1-1 1,2-2 632,0 1 1,0-1 0,1 1 0,-1 0 0,1 0 0,-1 0-1,1 0 1,0 0 0,6-1 0,56-19 2909,40-4-8633,-13 3-2820,-9 2 4464,-40 10 2828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8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9 32,'-89'22'5078,"16"-5"9211,162-12-11163,-53-7-3498,161-10 1106,-131 6-3515,-2-1-3748,-60 6 5703,-3 2 419,1-1 1,-1 0-1,0 0 1,1 0-1,-1 0 1,1 0 0,-1-1-1,0 1 1,0 0-1,1-1 1,-1 1-1,0-1 1,1 1-1,-1-1 1,0 0-1,0 1 1,0-1-1,0 0 1,0 0-1,0 0 1,0 0-1,0 0 1,0 0 0,0 0-1,0 0 1,0 0-1,-1 0 1,1 0-1,0-3 1,0 0-131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09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61 8,'10'-19'-434,"-3"-4"7321,-7 22-6565,0 1 1,0-1-1,0 0 0,0 1 1,-1-1-1,1 0 0,0 1 1,0-1-1,0 1 0,-1-1 1,1 0-1,0 1 1,-1-1-1,1 1 0,0-1 1,-1 1-1,1-1 0,-1 1 1,1-1-1,-1 1 0,1-1 1,-2 1-1,-23-6 3492,7 7-3492,0 1 0,0 1 0,1 0 1,-1 1-1,1 1 0,0 1 0,0 0 0,1 1 0,0 1 0,0 0 0,1 1 1,-25 19-1,27-18-246,1 0 0,0 1 0,1 0 0,0 1 0,1 0 0,0 0 0,1 1 0,1 1 0,0-1 0,0 1 0,2 1 0,-1-1 0,2 1 0,-6 25 0,10-35-75,0 0-1,0 0 0,0 0 0,1 1 0,0-1 0,0 0 1,1 0-1,-1 1 0,1-1 0,0 0 0,1 0 1,-1 0-1,1 0 0,0 0 0,0 0 0,0-1 0,1 1 1,6 8-1,-4-8-34,0-1 0,0 1 1,0-1-1,1 0 0,0 0 1,0-1-1,0 0 1,0 0-1,0 0 0,1-1 1,-1 1-1,13 1 0,2-1-107,1 0-1,-1-2 1,0-1-1,0 0 1,1-1-1,-1-2 1,0 0-1,28-8 1,-39 8 96,-1-1 1,1 1-1,-1-2 1,0 1-1,-1-1 1,13-9-1,-19 13 41,-1 0-1,0 0 1,1-1-1,-1 1 1,0 0-1,0-1 0,0 1 1,0-1-1,0 1 1,0-1-1,0 1 1,-1-1-1,1 1 1,0-1-1,-1 0 0,1 0 1,-1-3-1,0 3 3,0 1-1,-1-1 1,0 0-1,1 0 1,-1 1-1,0-1 1,0 0-1,0 1 1,0-1-1,0 1 1,0-1-1,0 1 1,0-1-1,-1 1 1,1 0-1,0 0 1,-1 0-1,1 0 1,-1 0-1,0 0 1,-2-1-1,-6-4 4,-1 1 0,0 1 0,0-1-1,0 2 1,0 0 0,-1 0 0,-18-2 0,-86 1 129,99 4-159,57-2-1027,50-11 0,-51 7 1231,0 1 0,71 0 0,-108 5-123,0 0 0,0 0-1,0 1 1,0-1-1,0 1 1,0-1-1,0 1 1,-1 0 0,1 0-1,0 0 1,0 0-1,-1 0 1,1 0-1,0 0 1,-1 0 0,0 1-1,1-1 1,-1 0-1,0 1 1,1 0-1,-1-1 1,0 1 0,0 0-1,0-1 1,0 1-1,-1 0 1,1 0-1,0 3 1,2 4 193,-2 2 0,0-1 1,0 0-1,-1 16 0,1 6 81,4 4 43,2 0-1,14 43 0,1 3-2736,-10 0-7751,-12-78 9115,1 1 1,-1-1-1,0 0 1,-1 0 0,1 1-1,-1-1 1,0 0-1,0 0 1,-3 8-1,0-2 107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0.5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44 88,'-51'6'2245,"-77"13"12834,223-19-13485,-24-5-1993,94-20 1,-66 5-3776,-103 9-4575,-18 3 4040,16 8 4236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0.9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15 8,'-50'-9'2634,"18"3"4723,42 11-4278,184 55-1434,-147-47-828,-45-13-707,0 1 1,0-1-1,-1 1 0,1-1 1,0 1-1,0 0 0,-1-1 0,1 1 1,-1 0-1,1 0 0,-1 0 1,1 0-1,-1 0 0,0 1 1,1-1-1,-1 0 0,0 1 0,2 2 1,-3-3-27,0 0 1,1 0-1,-1 1 1,0-1-1,0 0 1,-1 0-1,1 0 1,0 0-1,0 0 1,0 1-1,-1-1 1,1 0-1,-1 0 1,1 0-1,-1 0 1,1 0-1,-1 0 1,1 0-1,-1 0 1,0 0-1,-1 1 1,-7 6 292,0 0 0,0 0 0,-1-1 0,-15 8 0,14-8-480,-54 27-1702,25-15-3101,4 4-4484,31-16 4943,11-4 3778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1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420 124 88,'1'-3'314,"0"0"1,0 0-1,0 0 1,0 0-1,0 0 1,1 0-1,0 0 1,-1 0-1,1 1 1,0-1-1,1 0 1,2-2-1,-2 2 224,-1 0-1,1 1 1,-1-1-1,0 0 1,0-1 0,0 1-1,0 0 1,-1-1-1,2-4 1,-3 6-375,0 1 1,0-1-1,0 1 1,-1 0 0,1-1-1,0 1 1,-1-1-1,0 1 1,1 0-1,-1-1 1,0 1-1,1 0 1,-1 0-1,0 0 1,0 0-1,0-1 1,0 1-1,0 1 1,0-1-1,-1 0 1,1 0 0,0 0-1,0 0 1,-1 1-1,1-1 1,0 1-1,-1-1 1,1 1-1,0-1 1,-4 1-1,-6-4 241,-1 1-1,-1 0 1,1 1-1,0 0 1,-1 1-1,1 1 1,0 0-1,-1 1 1,1 0-1,-14 3 1,7-1-156,0 2 1,0 0 0,0 1 0,1 1 0,-30 16 0,36-15-218,1 0 0,1 0 1,-1 1-1,2 0 0,-1 1 1,1 0-1,1 1 0,0 0 1,0 0-1,1 0 1,0 1-1,1 0 0,1 1 1,-8 24-1,11-30-27,0 0 1,0 0-1,0 0 1,1 0-1,0 0 0,1 0 1,0 0-1,0 0 0,0 1 1,1-1-1,0 0 1,0 0-1,1 0 0,0 0 1,0 0-1,1-1 1,0 1-1,0-1 0,0 1 1,1-1-1,0 0 0,0 0 1,1-1-1,-1 1 1,1-1-1,0 0 0,1 0 1,-1-1-1,11 7 1,-5-6-146,-1-1 0,1 0 1,0 0-1,0-1 0,0-1 1,1 0-1,-1 0 0,0-1 1,1-1-1,-1 0 0,1 0 1,20-4-1,-9 0-1211,-1 0 0,22-8-1,32-20-7729,-15-5 3394,-41 24 5209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2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253 5 124,'-6'-1'1209,"0"0"0,0 0-1,0 0 1,0 1 0,0-1 0,0 1-1,0 1 1,0-1 0,0 1 0,-12 3-1,9-1-406,0 1 0,0-1-1,0 2 1,0-1-1,0 1 1,-10 9 0,9-7-599,2 0 1,-1 1-1,1 0 1,0 0 0,1 1-1,0 0 1,0 0 0,1 1-1,0 0 1,1 0-1,0 0 1,-5 14 0,9-20-187,0 0-1,0-1 1,0 1 0,1 0 0,-1 0 0,1-1 0,0 1 0,0 0 0,0 0-1,0 0 1,1 0 0,0-1 0,0 1 0,0 0 0,0-1 0,0 1 0,3 4-1,-2-5-23,0 0-1,0-1 0,1 1 1,-1-1-1,1 1 0,0-1 1,-1 0-1,1 0 1,0-1-1,0 1 0,0 0 1,0-1-1,1 0 0,-1 0 1,6 2-1,2-2-78,0 1 0,-1-2-1,1 1 1,0-2 0,0 1 0,-1-1 0,1-1 0,-1 0-1,1 0 1,-1-1 0,11-5 0,-12 4 34,-1 0 0,1-1 0,-1 1 0,0-2 0,0 1 0,-1-1 0,1-1 0,-1 1 0,-1-1 0,1 0 0,-1-1 0,6-8 0,-10 12-66,0-1-1,0 1 1,0 0 0,0-1 0,0 1 0,-1-1 0,0 1 0,0-1 0,0 0 0,-1 1 0,1-1 0,-1 0 0,0 0 0,-1 1-1,1-1 1,-1 0 0,0 1 0,0-1 0,0 0 0,-1 1 0,1-1 0,-1 1 0,0 0 0,-1 0 0,1-1 0,-5-5 0,4 7-998,1 1 1,-1-1 0,0 0-1,0 1 1,0 0 0,0 0-1,0 0 1,0 0-1,0 0 1,-1 1 0,1-1-1,-1 1 1,-4-2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2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68,'3'8'17631,"-3"-7"-17561,-1-1-1,0 1 1,0 0 0,0-1-1,1 1 1,-1 0-1,1 0 1,-1 0 0,0 0-1,1 0 1,-1 0-1,1 0 1,0 0 0,-1 0-1,1 0 1,0 0-1,0 0 1,-1 0 0,1 0-1,0 0 1,0 0-1,0 0 1,0 0 0,0 0-1,1 0 1,-1 0-1,0 0 1,0 0 0,1 0-1,-1 0 1,1 0-1,-1 0 1,1 0 0,0 1-1,3 3-61,0-1 0,0 1-1,1 0 1,-1-1 0,1 0 0,0 0 0,0-1-1,1 0 1,-1 1 0,1-2 0,5 4-1,7-1-14,-1 0-1,26 4 0,-28-6 76,0 0 0,0 1 0,-1 0 0,24 10 0,-37-8 580,-12 2-249,-23 6-75,25-10-271,-1 0-248,-34 14-567,42-18 360,1 1-1,-1-1 1,0 1-1,0-1 1,0 0-1,0 0 1,0 0-1,1 0 1,-1 0-1,0-1 0,0 1 1,-3-1-1,5 0 119,-1 1 0,1 0-1,0 0 1,-1-1-1,1 1 1,-1 0-1,1-1 1,0 1-1,-1 0 1,1-1-1,0 1 1,-1 0 0,1-1-1,0 1 1,0-1-1,-1 1 1,1-1-1,0 1 1,0-1-1,0 1 1,0-1-1,0 1 1,-1-1 0,1 1-1,0-1 1,0 0-1,5-16-4024,14-12 1025,-6 14 2794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3.0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95 224,'-2'-56'6568,"-1"17"7206,13 132-11404,-1-32-2263,2 74 54,13 104-2792,-23-233 2108,7 38-3709,-7-42 3435,-1 1 0,1-1 0,0 0 0,0 0 0,0 1 0,0-1 1,0 0-1,0 0 0,1 0 0,-1 0 0,1 0 0,-1-1 0,1 1 0,3 3 0,-4-5 728,-1 0 0,0 0-1,0 0 1,1 0 0,-1 0-1,0 0 1,0 0 0,1 0-1,-1 0 1,0 0-1,0 0 1,1 0 0,-1 0-1,0 0 1,1 0 0,-1 0-1,0 0 1,0 0 0,1 0-1,-1-1 1,0 1 0,0 0-1,0 0 1,1 0 0,-1 0-1,0 0 1,0-1 0,0 1-1,1 0 1,-1 0-1,0 0 1,0-1 0,0 1-1,0 0 1,1 0 0,-1-1-1,0 1 1,0 0 0,0 0-1,0-1 1,0 1 0,0 0-1,0 0 1,0-1 0,1-1-130,5-8-318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3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52,'18'-3'15120,"16"-1"-11693,7-2-3728,26-10-8615,-80 13 1643,3 0 6324,-8 0-11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4.1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11 8,'4'0'408,"-1"0"1,1 0-1,-1 0 1,1 0-1,0-1 1,-1 1-1,1-1 1,-1 0-1,1 0 1,-1-1-1,7-2 1867,-14 4-1753,-1 1 0,1 0 0,0 0 0,0 0 1,0 1-1,0 0 0,0 0 0,0 0 0,1 0 0,-6 4 0,-7 3 297,12-8-905,-47 25 594,27-8-2702,10 1-4638,20-21 2630,1-3 3750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6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82 132,'-26'-6'3084,"18"4"-1173,0 0 0,1 0 0,-1 0 0,1-1 0,0 0 1,0 0-1,0-1 0,-10-6 0,41 3-814,41 2-1195,-2-1-71,-22 1-2726,-8-3-2561,-1-2-3744,-25 7 6040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6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25 104,'-2'1'115,"1"0"1,0 0-1,0-1 1,-1 1-1,1 0 1,0 0-1,0 0 1,0 1-1,0-1 1,1 0-1,-1 0 1,0 0-1,0 1 0,1-1 1,-1 0-1,1 1 1,-1-1-1,1 1 1,-1-1-1,1 1 1,0-1-1,0 0 1,0 3-1,0-3 80,1-1 0,0 1 1,0 0-1,0 0 0,0 0 0,0 0 0,0-1 1,0 1-1,0-1 0,0 1 0,0 0 0,0-1 1,0 0-1,1 1 0,-1-1 0,0 0 0,0 0 1,0 1-1,1-1 0,1 0 0,13 0 1389,1 0 0,28-5 0,-44 5-1615,80-13 741,41-12-6586,-27 6 240,-71 14 4883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7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74 104,'-36'-3'933,"-18"0"3136,5-10 6030,54 14-9731,0 0 0,0-1 1,0 1-1,-1-1 0,1 0 1,0-1-1,5 0 0,9 0-141,39-1 222,-1-2-1,0-3 0,-1-3 1,76-21-1,-147 98 1085,-12 63-1357,14-71-881,-8 77 0,22-107-321,6 2-4470,-7-30 5255,1 0-1,-1 0 1,0 0 0,0 0 0,1 0-1,-1 0 1,1 0 0,-1 0-1,1 0 1,-1 0 0,1-1-1,-1 1 1,1 0 0,0 0-1,-1-1 1,1 1 0,0 0-1,0-1 1,-1 1 0,1-1-1,0 1 1,0-1 0,0 1 0,0-1-1,0 0 1,0 1 0,0-1-1,0 0 1,0 0 0,0 0-1,0 1 1,0-1 0,0 0-1,0 0 1,0-1 0,0 1-1,0 0 1,0 0 0,0 0-1,0-1 1,0 1 0,-1 0 0,1-1-1,0 1 1,0-1 0,0 1-1,0-1 1,0 0 0,-1 1-1,1-1 1,0 0 0,-1 1-1,1-1 1,1-1 0,7-10-656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17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64 104,'-39'-1'977,"-1"0"1713,-1 6 8847,41-5-11433,12 3 1527,20 3-890,29-5-877,80-9-1,-39-9-4973,-8-12-4177,-69 18 7378,-9 0 888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49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94 119 80,'-4'-2'-114,"0"1"609,0 0 1,0 0 0,0-1 1,1 0-1,-1 0 0,0 0 0,1 0 1,-5-4-1,8 6-373,0-1 1,-1 1 0,1 0-1,0-1 1,0 1 0,-1-1-1,1 1 1,0-1 0,0 1-1,0-1 1,0 1 0,0-1-1,-1 1 1,1-1 0,0 1-1,0-1 1,0 1 0,0-1-1,1 1 1,-1-1 0,0 1-1,0-1 1,0 1 0,0 0-1,0-1 1,1 0 0,19-18 1005,-6 11-1040,2-1-1,-1 2 0,1 0 0,0 1 1,1 1-1,-1 1 0,1 0 0,26-3 0,139-1-101,-176 8 23,-5 0-7,1 0 0,0 0 0,0 0 0,0 0 0,0 0 0,0 0 0,0 0 0,0 0 0,0 1 0,0-1 0,0 1 0,-1 0 0,1 0 0,0-1 0,0 1 1,-1 0-1,1 0 0,0 0 0,-1 1 0,1-1 0,-1 0 0,0 1 0,3 2 0,-4-2-1,1 0 0,-1 0-1,1 1 1,-1-1 0,0 0 0,0 0 0,0 1-1,0-1 1,0 0 0,0 0 0,-1 0 0,1 1 0,-1-1-1,0 0 1,1 0 0,-1 0 0,-1 2 0,-7 12 120,0-1 1,0 0 0,-23 26-1,-26 22 1347,27-29-901,1 0 0,-30 45 0,54-70-531,0 0-1,1 1 1,0 0 0,0 0 0,1 0 0,1 0 0,-1 1 0,2-1 0,-1 1 0,2 0-1,-1-1 1,1 1 0,1 0 0,1 14 0,1-16-16,0-1 0,0 0 1,0 0-1,1 0 0,1-1 0,-1 1 0,1-1 0,1 1 1,-1-1-1,1-1 0,0 1 0,1-1 0,0 0 1,0 0-1,0 0 0,0-1 0,1 0 0,13 7 1,9 4-6,2-1 0,0-1 0,43 12 0,-31-11 58,-53-16 216,0 1 0,1 1 0,-1 0 0,0 0 0,0 0 0,1 2 0,-1-1 0,1 1 0,0 0 0,0 1 1,-10 5-1,9-3-274,1-1 0,0 1 0,1 1 0,-1-1 0,1 1 0,1 1 1,-1 0-1,1 0 0,1 0 0,-1 1 0,1 0 0,-6 13 0,6-7 15,0-1 0,1 1 1,0 1-1,1-1 0,1 1 0,1-1 0,-1 26 0,4 4 124,2 0 1,1-1 0,3 1-1,24 81 1,-17-82-30,-8-28-62,-1 1 1,-1-1 0,4 27-1,-8-41-55,0 0-1,-1 0 1,1 0-1,-1-1 1,1 1-1,-1 0 1,1-1-1,-1 1 1,0 0-1,0-1 1,0 1-1,0-1 0,0 1 1,0-1-1,-1 1 1,1-1-1,0 0 1,-1 0-1,1 1 1,-1-1-1,1 0 1,-1-1-1,1 1 0,-1 0 1,0 0-1,0-1 1,1 1-1,-1-1 1,0 1-1,0-1 1,1 0-1,-1 1 1,-3-1-1,-11 2-23,0-1 0,-29-1 0,31 0-45,-32-2-454,-3-7-4683,44 8 4473,1 0 0,-1-1-1,1 1 1,-1-1 0,1 0-1,0-1 1,-1 1 0,1-1 0,0 0-1,1 0 1,-1 0 0,0 0-1,1 0 1,0-1 0,0 0-1,0 0 1,-4-6 0,2-7-221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0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297 100 36,'0'-4'477,"0"0"0,0 0 1,0 0-1,0 0 0,-1 1 0,1-1 0,-1 0 0,0 0 1,0 0-1,-1 1 0,1-1 0,-1 0 0,0 1 0,0 0 1,0-1-1,0 1 0,-1 0 0,1 0 0,-1 0 1,0 0-1,0 1 0,0-1 0,0 1 0,0-1 0,0 1 1,-6-2-1,4 2 95,1 1 0,-1-1 0,0 1 1,0 0-1,0 1 0,1-1 0,-1 1 1,-9 0-1,6 1-539,0 0 1,1 1-1,-1 0 1,1 0-1,-14 6 1,11-3 9,1 1 0,0 0 1,0 1-1,0 0 0,1 0 0,0 1 0,1 0 1,-1 0-1,2 1 0,-1 0 0,1 0 0,1 1 1,-1-1-1,2 1 0,-1 1 0,-3 14 0,6-20-48,0 0-1,0 0 1,1 0-1,0 1 1,0-1-1,1 0 1,0 1-1,-1-1 1,2 1 0,-1-1-1,1 0 1,0 1-1,0-1 1,0 0-1,1 0 1,-1 1-1,1-1 1,1-1-1,-1 1 1,1 0-1,-1 0 1,1-1-1,1 0 1,-1 1-1,1-1 1,-1-1-1,1 1 1,0 0-1,1-1 1,-1 0-1,1 0 1,-1 0-1,1 0 1,0-1-1,5 2 1,-5-2-2,-1 0 0,1 0 1,0-1-1,0 1 0,0-1 0,0 0 1,0-1-1,0 1 0,0-1 0,0 0 1,1 0-1,-1-1 0,0 1 1,0-1-1,0 0 0,0-1 0,0 1 1,-1-1-1,1 0 0,0 0 0,-1 0 1,1-1-1,-1 0 0,0 1 0,0-2 1,0 1-1,0 0 0,0-1 1,4-6-1,-2 1 5,0 0 0,-1 0 0,0 0 0,-1 0 0,0-1 0,-1 1 0,1-1 1,-2 0-1,0 0 0,0-1 0,-1 1 0,0 0 0,-1-18 0,-4-37-1260,3 48-3444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0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99 4,'-8'-30'1673,"8"-12"5592,1 15-1669,-1 97-3618,1 118 11,1-125-2608,3 0-1,20 91 1,-25-154 601,13 45-3021,-12-43 2510,0 0 0,0-1 0,0 1 0,0 0 0,0 0 0,0-1 0,1 1 0,-1 0-1,1-1 1,-1 1 0,3 1 0,-3-3 387,-1 0 0,1 0 0,-1 0 0,1 0 0,-1 0 0,1 0 0,-1-1 0,1 1 0,-1 0 0,1 0 0,-1 0 0,1 0 0,-1-1 0,1 1 0,-1 0 0,1-1 0,-1 1 0,1 0 0,-1-1 0,1 1 0,-1 0 0,0-1 0,1 1 0,-1-1 0,0 1 0,1-1 0,-1 1 0,0-1 0,0 1 0,0-1 0,1 1 0,-1-1 0,0 1 0,0-1 0,0 1 0,0-1 0,0 1 0,0-1 0,0 0 0,0 1 0,0-1 0,0 1 0,0-2 0,0-13-619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68,'0'-6'194,"0"1"0,1 0 0,0 0 0,0 0 0,0 0-1,0 0 1,1 1 0,-1-1 0,1 0 0,1 1 0,-1-1 0,0 1 0,1 0 0,0-1 0,0 1 0,1 1 0,-1-1-1,1 0 1,6-5 0,-7 7-83,0 1 0,0-1 0,0 1 0,1-1 0,-1 1 0,0 0 0,0 0 0,1 1 0,-1-1-1,0 1 1,1-1 0,-1 1 0,1 0 0,-1 0 0,0 1 0,1-1 0,-1 1 0,1-1 0,-1 1 0,0 0 0,0 0-1,0 1 1,1-1 0,-1 1 0,0-1 0,-1 1 0,1 0 0,0 0 0,0 0 0,3 5 0,-3-5 54,0 1 0,0 0 0,0-1 0,0 2 0,-1-1 1,1 0-1,-1 0 0,1 1 0,-1-1 0,-1 1 0,1 0 1,0-1-1,-1 1 0,0 0 0,0 0 0,0 0 0,0 0 1,-1 0-1,1 0 0,-1 0 0,0 1 0,0-1 0,-1 0 1,1 0-1,-1 0 0,0 0 0,0 0 0,0 0 0,0-1 1,-1 1-1,0 0 0,0 0 0,0-1 0,0 1 0,-5 5 0,-3 3 91,0-1 0,-1 0-1,0-1 1,0 0 0,-1-1-1,-1 0 1,1-1 0,-22 10-1,21-13-2094,29-17-9047,-4 7 10184,8 0-641,1 0 618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1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10 149 60,'-5'-75'3134,"2"38"1858,2 1 3913,10 134-7328,-10-36-1702,5 119-95,-1-152-809,1-1 0,10 33 1,-13-56 423,1 0 0,-1-1-1,1 1 1,0-1 0,1 1 0,-1-1 0,1 0 0,0 0 0,0 0 0,4 4 0,-5-6 325,-1-1 0,1 0-1,-1 0 1,1 1 0,0-1 0,-1 0 0,1 0 0,0-1 0,0 1 0,0 0 0,0-1 0,0 1-1,0-1 1,0 1 0,0-1 0,0 0 0,0 0 0,0 0 0,0 0 0,0 0 0,0 0 0,0-1-1,-1 1 1,1-1 0,0 1 0,3-2 0,8-6-490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1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77 8,'-15'-5'277,"12"5"26,-1-1 1,1 1-1,-1-1 0,1 0 1,-1-1-1,1 1 1,-1 0-1,1-1 0,0 0 1,0 0-1,0 0 1,-5-4-1,9 5-216,-1 1 0,0-1 0,1 0 0,-1 1 0,0-1 0,1 0 1,-1 1-1,1-1 0,-1 1 0,1-1 0,-1 1 0,1-1 0,-1 1 0,1-1 0,-1 1 0,1-1 0,0 1 0,-1 0 0,1-1 0,0 1 0,0 0 0,-1 0 1,1-1-1,0 1 0,-1 0 0,3 0 0,27-8 470,-25 7-333,21-6 184,64-13 322,-83 19-701,0 0 0,0 1 0,0-1 0,0 1 0,0 1 0,0-1 0,0 1 0,0 1 0,0-1 0,8 4 0,-12-3-11,0 0 0,0 1 0,0-1-1,-1 1 1,1-1 0,-1 1 0,0 0 0,0 0-1,0 0 1,0 0 0,0 0 0,-1 0 0,1 1 0,-1-1-1,0 1 1,0-1 0,0 1 0,0-1 0,-1 1-1,0-1 1,1 6 0,0 11-72,-1 1 0,-3 26-1,3-44 18,-1 7-690,0 0-1,1 0 0,0 0 1,3 18-1,-2-26 520,-1 1 0,1 0 1,0-1-1,0 1 0,0-1 0,0 1 1,1-1-1,-1 0 0,0 1 0,1-1 1,0 0-1,-1 0 0,1 0 0,0 0 1,0 0-1,0-1 0,1 1 0,-1 0 0,0-1 1,0 0-1,1 1 0,4 0 0,15 4-321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2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91 44,'-2'-12'419,"-4"-20"1746,10 16 2720,1 16-2283,0 13-1396,-2 13 276,-4-24-1320,1 0 0,-1 0 0,0 1 0,0-1 0,0 0 0,-1 0-1,1 0 1,0 0 0,-1 0 0,0 0 0,1-1 0,-1 1 0,0-1 0,0 1 0,0-1 0,0 1-1,0-1 1,0 0 0,0 0 0,0 0 0,0 0 0,-1 0 0,1-1 0,-4 2 0,5-2-141,-1 0 1,1-1 0,0 1-1,-1 0 1,1 0-1,0-1 1,-1 1 0,1 0-1,0-1 1,-1 1-1,1-1 1,0 0 0,0 0-1,0 1 1,-1-1 0,1 0-1,0 0 1,0 0-1,0 0 1,1 0 0,-1 0-1,0 0 1,0 0 0,0 0-1,1-1 1,-1 1-1,1 0 1,-1-1 0,1 1-1,-1 0 1,1-1-1,0 1 1,0 0 0,-1-1-1,1 1 1,0 0 0,0-1-1,1 1 1,-1 0-1,0-1 1,0 1 0,1-2-1,9-41-1804,4 20-4626,-5 53-1632,-4-3 7009,3 6 541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3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0 169 172,'1'-22'2096,"7"3"5531,-8 18-7381,1 1 0,0 0 0,-1-1 0,1 1 0,0 0 0,-1 0 0,1-1 0,0 1 0,-1 0 0,1 0 0,0 0 0,-1 0 0,1 0-1,0 0 1,0 0 0,-1 0 0,1 0 0,0 0 0,0 0 0,-1 1 0,1-1 0,0 0 0,-1 0 0,2 1 0,17 10-831,-13-6 619,-1 0 0,-1 0 0,1 1 0,-1-1 0,1 1 0,-2 0 0,1 0 0,-1 0 0,0 1 0,0-1 0,0 1 0,-1 0 0,0 0 0,-1 0 0,1 0 0,-1 0 0,-1 0 0,1 13 0,22-81-22,-22 58-13,38-97 57,-35 92-51,0 0 1,1 0-1,0 0 0,0 0 0,0 1 0,1 0 1,0 0-1,1 1 0,11-10 0,-18 16-4,1-1-1,0 1 1,0-1 0,0 1-1,-1 0 1,1-1-1,0 1 1,0 0 0,0 0-1,0-1 1,0 1-1,0 0 1,0 0 0,-1 0-1,1 0 1,0 0-1,0 0 1,0 0 0,0 1-1,0-1 1,0 0-1,0 0 1,-1 1 0,1-1-1,0 1 1,0-1-1,1 1 1,19 25 77,3 36 192,-21-49-195,2-1-17,-2 0-1,0 1 0,0-1 1,-1 1-1,0 0 0,-1 0 1,-1 0-1,-1 13 0,3-93 69,3 50-147,0 1-1,1 0 0,0 1 0,17-29 1,-20 38 15,1 1 1,-1-1-1,1 1 0,1-1 1,-1 1-1,1 1 1,0-1-1,0 0 1,0 1-1,0 0 1,1 0-1,0 1 1,0 0-1,0 0 0,8-3 1,-11 5 5,0 1 1,1 0 0,-1-1-1,0 1 1,1 0-1,-1 1 1,0-1-1,1 1 1,-1-1-1,0 1 1,0 0-1,1 0 1,-1 0-1,0 1 1,0-1-1,0 1 1,-1 0 0,1 0-1,0 0 1,-1 0-1,1 0 1,-1 0-1,1 1 1,-1-1-1,0 1 1,0 0-1,0 0 1,-1-1-1,1 1 1,-1 0 0,3 5-1,-1 1-269,1 0 0,-1 0-1,0 0 1,2 14 0,-3 30-4388,-5-33 1722,2-16 2416,0 0 1,0 0-1,0 0 1,1 1-1,0-1 0,-1 0 1,2 0-1,-1 1 1,0-1-1,1 0 1,0 0-1,0 0 1,0 0-1,2 5 0,4-1 118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2:53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319 398 68,'0'-2'332,"0"-1"0,0 0-1,0 0 1,-1 1 0,1-1 0,-1 0 0,1 1 0,-1-1-1,0 0 1,0 1 0,0-1 0,-1 1 0,1-1 0,0 1-1,-1 0 1,0 0 0,1-1 0,-1 1 0,0 0 0,0 1-1,0-1 1,-4-3 0,1 3 225,0 0 1,1 0-1,-1 0 0,0 1 1,0 0-1,-1-1 1,1 2-1,0-1 0,0 1 1,0 0-1,-8 0 0,0 1 573,-1 1 0,0 0 0,-23 7 0,-23 17-50,51-20-1004,1 0 0,0 1 1,0 0-1,0 0 0,-11 15 0,16-19-75,1-1-1,0 1 1,0 0-1,0 0 1,0 0-1,0 0 0,1 0 1,-1 1-1,1-1 1,0 0-1,0 1 1,0-1-1,1 1 0,-1-1 1,1 1-1,0-1 1,0 1-1,0-1 1,0 1-1,2 5 1,-2-8-4,1 1 0,-1-1 0,1 0 1,-1 1-1,1-1 0,0 0 0,0 0 1,0 0-1,0 1 0,0-1 0,0 0 1,0 0-1,0-1 0,0 1 0,0 0 1,1 0-1,-1 0 0,0-1 0,0 1 1,1-1-1,-1 1 0,3 0 0,0-1-3,-1 0 0,1 1-1,-1-2 1,1 1-1,-1 0 1,1-1-1,-1 1 1,0-1-1,5-2 1,5-2-40,-1 0 0,0-1 0,21-14 0,-16 8 0,-13 8 25,1 1 0,-1 0 0,1-1 0,0 2 0,0-1 0,1 1 0,7-3 0,-12 4 17,1 1 1,0 0-1,0 0 0,0 0 1,-1 1-1,1-1 0,0 0 1,0 1-1,-1-1 0,1 1 1,0-1-1,-1 1 0,1 0 1,-1 0-1,1 0 0,-1 0 1,1 0-1,-1 0 0,1 0 1,-1 0-1,0 0 0,0 1 1,1-1-1,-1 0 0,0 1 1,0-1-1,-1 1 0,3 3 0,0 1-38,1 0 0,0 0 0,0 0-1,1 0 1,0-1 0,0 1-1,0-1 1,0-1 0,1 1-1,0-1 1,12 7 0,-12-9-25,0 0 1,0 0-1,0 0 1,0-1 0,1 0-1,-1-1 1,0 1-1,1-1 1,-1 0-1,0-1 1,1 1 0,-1-1-1,0-1 1,7-1-1,1-2 41,0 0-1,0 0 0,-1-2 1,0 1-1,0-2 1,-1 0-1,0 0 0,0-1 1,-1 0-1,0-1 1,0-1-1,-2 0 0,1 0 1,-1-1-1,-1 0 0,0 0 1,0-1-1,-2 0 1,9-20-1,-10 19 66,0-1 1,-1 1-1,0-1 1,-1 0-1,-1 0 1,0 0-1,-1 0 0,-1-1 1,0 1-1,-1 0 1,0 0-1,-2 0 0,0 0 1,0 0-1,-1 0 1,-1 1-1,-1 0 1,-14-27-1,20 40-33,-1-1-1,1 1 0,-1 0 1,0-1-1,0 1 1,1 0-1,-1 0 1,0-1-1,0 1 1,-1 0-1,1 0 1,0 0-1,0 0 1,0 0-1,-1 1 1,1-1-1,0 0 1,-1 0-1,1 1 1,-1-1-1,1 1 1,0-1-1,-1 1 0,1 0 1,-1 0-1,-2-1 1,1 2-3,1 0 0,0 0 0,0 0 0,0 1 0,1-1 0,-1 0 0,0 1 0,0-1 0,1 1 0,-1-1 0,1 1 0,-1 0 0,1 0 0,0 0 0,-2 3 0,-5 10 0,1 1-1,1-1 1,-8 29 0,5-10 21,1 1 1,2 1 0,1-1 0,2 1-1,1 0 1,4 43 0,-1-65-164,1 0-1,0-1 1,1 1 0,1 0-1,0-1 1,1 0 0,0 0-1,1-1 1,0 1 0,1-1-1,1 0 1,0-1 0,0 0-1,1 0 1,1-1 0,0 0-1,0 0 1,21 14-1,-12-12-2346,1 0 0,41 17-1,-51-25 1626,1 0-1,-1-1 0,1 0 1,0-1-1,0 0 1,0-1-1,0 0 1,13-1-1,-1-4-56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0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23 20,'-8'-11'97,"-2"0"2221,9 25 614,1-4-2391,-1 16 1426,0-23-1651,0 1 0,1 0 0,-1 0 0,1 0 0,0 0 0,0 0 1,1-1-1,-1 1 0,1 0 0,0 0 0,0 0 0,0-1 0,0 1 0,0 0 1,1-1-1,0 1 0,0-1 0,0 0 0,0 0 0,4 5 0,162 159 4454,-131-123-4439,-2 1 1,-1 1-1,-3 2 1,30 61-1,63 151 593,126 241 57,-216-430-1001,-26-50 114,1-1 0,1 0 0,16 22 0,-30-46-1075,0 0-1,0 0 0,-1 1 1,1-1-1,-1 1 1,0 0-1,0 1 0,0-1 1,0 1-1,0 0 0,-1 0 1,-5-1-1,-44-5-7299,20 10 6589,14 5 1229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82 124,'-5'-23'2525,"-4"-14"3131,9 36-5302,0-1 1,-1 1 0,1 0 0,-1 0 0,1-1 0,-1 1 0,0 0 0,1 0 0,-1 0 0,0 0-1,0 0 1,0 0 0,0 0 0,0 0 0,0 0 0,0 1 0,0-1 0,0 0 0,0 0 0,-2 0-1,1 1-258,1 0-1,-1 1 0,1-1 0,-1 1 0,1-1 0,-1 1 0,1-1 0,-1 1 0,1 0 0,0-1 0,-1 1 1,1 0-1,0 0 0,0 0 0,0 0 0,0 0 0,0 1 0,0-1 0,0 0 0,0 0 0,-1 3 1,-21 33-31,20-32 39,-43 87 137,3 2-1,-55 181 1,96-258-202,13-30-20,12-28-25,-4-12-118,-1 0 0,-4-1 0,13-85 0,3-8-85,-30 146 209,0 0-1,0 0 1,0 0-1,0 0 0,0 1 1,1-1-1,-1 0 1,1 0-1,-1 0 0,0 0 1,1 0-1,-1 0 1,1 1-1,0-1 0,-1 0 1,1 0-1,0 1 1,-1-1-1,1 0 0,1 0 1,-1 1-2,-1 0 1,1 0 0,0 0-1,-1 0 1,1 0 0,-1 1-1,1-1 1,0 0-1,-1 0 1,1 1 0,-1-1-1,1 0 1,-1 1 0,1-1-1,-1 0 1,1 1 0,-1-1-1,1 1 1,-1-1-1,1 1 1,-1-1 0,0 1-1,1 0 1,21 42-63,-19-36 59,98 188 409,-23-47-1034,-31-47-3399,-46-99 2528,-1-2 1351,0 0 0,0 0 0,0 0 0,0 1 0,0-1 0,0 0 0,0 0 0,0 1 0,0-1 0,0 0 0,0 0 0,0 0 0,0 1 0,0-1-1,0 0 1,0 0 0,0 0 0,0 1 0,0-1 0,0 0 0,0 0 0,0 0 0,-1 1 0,-1 0-2101,1-1 2101,-14-3-3347,-17-13 1477,8 2 1405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24 131 20,'-12'-3'240,"5"1"240,3-2 364,8 0 260,8-4 40,2 1-72,9-3-75,5-1-169,2 1-260,5-1-236,3 1-296,-1-1-464,-2 3-696,-3 0-529,1 1 17,-5 3 292,-5-2 444,3 0 432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2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823 182 8,'1'-6'198,"0"0"0,-1 1 1,0-1-1,0 0 0,0 0 0,-1 0 0,0 0 1,0 0-1,0 0 0,-1 1 0,0-1 0,0 1 1,0-1-1,-1 1 0,0 0 0,-6-10 0,3 9 94,1 1 0,-1-1-1,0 1 1,0 0 0,-1 1-1,0 0 1,1 0-1,-1 0 1,-1 1 0,1 0-1,-10-3 1,-8 0 368,-1 1 1,1 1-1,-1 1 1,0 1-1,0 2 1,-42 4-1,38-1-420,1 1 0,0 2 0,0 1-1,0 1 1,1 2 0,0 0-1,1 2 1,-36 22 0,49-26-132,0 1 0,1 1 1,0 0-1,1 1 0,0 1 0,0 0 1,1 0-1,1 1 0,0 0 0,1 1 1,1 0-1,0 1 0,1-1 0,0 2 1,1-1-1,-6 25 0,6-13 37,1 1-1,2-1 1,1 0-1,0 1 1,3 0 0,0-1-1,1 1 1,10 38-1,-9-51-125,2 1 1,0-2-1,1 1 0,0-1 0,1 0 1,0 0-1,2 0 0,-1-1 0,2-1 1,-1 0-1,2 0 0,0 0 0,0-2 1,1 1-1,0-2 0,17 11 0,-5-7-42,0-1-1,1-1 1,0-2 0,0 0-1,1-2 1,0-1 0,1-1-1,-1-1 1,1-1-1,0-1 1,0-2 0,53-6-1,-57 4-44,0-2-1,1-1 0,-1 0 1,-1-2-1,1 0 0,-1-2 1,0-1-1,-1 0 0,-1-2 1,1 0-1,-2-1 0,0-1 0,0-1 1,31-33-1,-41 38 79,-1-1-1,0 0 0,-1-1 1,0 1-1,-1-1 0,0-1 1,-1 1-1,0-1 1,-1 0-1,-1 0 0,0 0 1,2-27-1,-4 23-171,-2 0 0,0 0 0,-1 0 0,0 0 1,-2 1-1,0-1 0,-1 1 0,0 0 0,-12-22 0,4 12-729,-2 0 0,-1 1 0,-1 1 0,-1 1 0,-1 0 0,-1 1 0,-1 2 0,-1 0 0,-1 1 1,-1 1-1,-41-24 0,43 30 275,-1 1 0,-1 1 1,0 1-1,-40-10 0,-11 7 115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58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69 20,'-6'-16'460,"6"14"86,0 0 1,-1 1-1,1-1 0,-1 0 1,0 0-1,1 1 0,-1-1 1,0 0-1,0 1 1,0-1-1,0 1 0,0-1 1,-3-1-1,3 3-370,-1 0 0,1 0-1,-1 1 1,1-1 0,-1 1-1,1-1 1,0 1 0,-1 0 0,1-1-1,0 1 1,0 0 0,-1 0-1,1 0 1,0 0 0,0 0-1,0 0 1,0 0 0,0 0 0,0 0-1,1 1 1,-1-1 0,-1 3-1,-78 105 1031,70-94-1145,0 1 0,2 0 1,0 1-1,1 0 0,-7 24 0,27-59 492,8-23-440,54-180-214,-79 237 134,0 1 0,1-1-1,1 0 1,0 1 0,1 17 0,7 95 47,17-7-54,-1-14 6,-22-107-31,0 0 1,0 0-1,1 0 1,-1 0 0,0 0-1,0 0 1,0 0-1,0 0 1,0 0-1,0 0 1,-1 0 0,1 0-1,0 0 1,0 0-1,-1 0 1,1 0-1,0 0 1,-1 0 0,1 0-1,-1 0 1,0 0-1,1-1 1,-1 1-1,1 0 1,-1 0 0,0-1-1,0 1 1,1 0-1,-1-1 1,0 1 0,-2 0-1,-31 1 90,16-3-66,-34 1 13,161-11 2,-89 8-126,1-1 1,0 2 0,0 1 0,0 1 0,0 0 0,0 2 0,25 5 0,-46-8 24,0 1-1,0 0 1,0 0 0,0 0 0,0 0-1,0 0 1,0 0 0,0 0 0,0 0-1,0-1 1,0 1 0,0 0 0,0 0-1,0 0 1,0 0 0,0 0-1,0 0 1,1 0 0,-1 0 0,0 0-1,0 0 1,0 0 0,0 0 0,0-1-1,0 1 1,0 0 0,0 0 0,0 0-1,1 0 1,-1 0 0,0 0-1,0 0 1,0 0 0,0 0 0,0 0-1,0 0 1,0 0 0,1 0 0,-1 0-1,0 0 1,0 0 0,0 0 0,0 0-1,0 1 1,0-1 0,0 0 0,0 0-1,0 0 1,1 0 0,-1 0-1,0 0 1,-12-9-3675,-22-7-1382,14 12 3737,3 3 676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5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89 40,'-50'-14'1114,"33"10"84,1 0 0,0-2 0,-1 0 0,-16-9 0,33 15-1164,0 0 1,0 0-1,0 0 0,-1-1 0,1 1 1,0 0-1,0 0 0,0 0 1,0 0-1,0 0 0,-1 0 0,1-1 1,0 1-1,0 0 0,0 0 1,0 0-1,0 0 0,0-1 0,0 1 1,0 0-1,0 0 0,0 0 1,0 0-1,-1-1 0,1 1 1,0 0-1,0 0 0,0 0 0,0-1 1,0 1-1,0 0 0,1 0 1,-1 0-1,0-1 0,0 1 0,0 0 1,0 0-1,0 0 0,0 0 1,0-1-1,0 1 0,0 0 0,0 0 1,1 0-1,-1 0 0,0 0 1,0-1-1,0 1 0,0 0 0,0 0 1,1 0-1,14-9 454,20-2-370,-16 7-66,0 1 1,-1 1 0,38 0-1,-46 2-40,0 1-1,0 0 0,0 0 1,0 1-1,0 1 0,-1-1 1,1 2-1,-1-1 1,10 6-1,-17-8 2,0 0 0,0 0 0,-1 0 1,1 0-1,0 1 0,0-1 0,-1 0 0,1 1 1,-1-1-1,0 1 0,1 0 0,-1 0 0,0-1 0,0 1 1,0 0-1,0 0 0,0 0 0,0 0 0,-1 0 1,1 0-1,-1 0 0,1 0 0,-1 0 0,0 0 0,0 1 1,0-1-1,0 0 0,0 0 0,-1 0 0,1 0 1,0 0-1,-1 0 0,0 0 0,1 0 0,-1 0 0,0 0 1,0 0-1,0 0 0,0 0 0,0-1 0,-1 1 1,-1 2-1,-5 6 112,0 0-1,-1-1 1,-1 0 0,1 0 0,-18 11-1,-138 78 1985,197-109-1696,0 2 0,43-7 0,-57 12-347,1 1 0,-1 1 1,23 0-1,-37 2-3,1 0 1,-1 0-1,0 0 1,0 1-1,1 0 1,-1 0-1,0 0 1,0 0-1,0 1 1,0-1-1,0 1 1,0 0-1,-1 0 1,1 1-1,0-1 1,-1 1-1,0 0 1,0 0-1,0 0 1,4 4-1,-6-5-12,-1 0-1,1 1 1,0-1 0,0 0-1,-1 1 1,1-1-1,-1 1 1,0-1 0,0 1-1,0-1 1,0 1-1,0-1 1,0 1 0,-1-1-1,1 0 1,-1 1 0,0-1-1,0 1 1,0-1-1,0 0 1,0 0 0,0 0-1,0 1 1,-1-1-1,1 0 1,-1-1 0,0 1-1,1 0 1,-1 0-1,-2 1 1,-5 6 62,-1-1-1,1 0 1,-2-1-1,-16 10 1,7-6-103,0-2 1,0 0-1,0-2 0,-1 0 1,-42 8-1,52-14-363,0 0 0,1 0 0,-1-1 0,0 0 0,1-1 0,-14-3 0,18 3-283,-1-1 1,1 0 0,0-1-1,0 1 1,0-1 0,0 0-1,0-1 1,1 1 0,-1-1-1,1 0 1,-5-5 0,9 8 359,0 0 0,0 0 0,0 0 1,0-1-1,0 1 0,0 0 0,0-1 0,0 1 0,0-1 1,0 1-1,1-1 0,-1 1 0,1-1 0,-1 0 1,1 1-1,0-1 0,-1 1 0,1-1 0,0 0 1,0 1-1,0-1 0,0 0 0,0 1 0,1-1 0,-1 0 1,1 1-1,0-3 0,5-5-178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5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38 56,'-73'-1'4060,"2"0"5650,155 3-7102,-45 1-2687,1-2 0,-1-2-1,0-2 1,1-1 0,43-11 0,-65 6-2175,-26 3-2792,-29 2-1574,0 8 4880,16-1 1445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6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39 72,'-15'-39'7727,"23"60"-5852,2 11-149,16 49-811,-6 1-3765,-16-64 1741,-2 1 0,0 0 0,-2-1-1,0 1 1,-1 0 0,0 0 0,-6 21-1,0-8 559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8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249 161 4,'5'-11'67,"1"-6"1893,-7 17-1894,0-1 0,0 0 0,1 1 0,-1-1 0,0 0 1,0 1-1,1-1 0,-1 1 0,0 0 0,0-1 0,0 1 0,0 0 0,0-1 0,0 1 0,0 0 0,0 0 0,0 0 1,0 0-1,0 0 0,0 0 0,0 0 0,0 0 0,-1 0 0,-6 1 50,1 0 1,0 1-1,0 0 1,0 0-1,0 0 0,0 1 1,1 0-1,-1 0 0,1 1 1,-1-1-1,1 1 1,1 1-1,-11 9 0,-8 8-33,-34 43 0,55-61-68,-13 16 68,21-24 295,27-37 173,-17 14 59,-1-1 0,-1 0 0,-1-1 0,-2 0 0,-1-1 0,7-39 0,-20 116-320,3 1 1,2 0-1,2-1 0,12 60 1,2 45-237,-16-150-51,-1 0-1,0 0 1,0 0-1,0-1 0,0 1 1,0 0-1,0 0 1,-1 0-1,1 0 1,-1-1-1,1 1 1,-1 0-1,0-1 1,1 1-1,-1 0 1,0-1-1,0 1 1,0-1-1,0 1 0,-1-1 1,1 0-1,0 1 1,-1-1-1,1 0 1,-1 0-1,1 0 1,-1 0-1,1 0 1,-1 0-1,1 0 1,-1-1-1,0 1 1,-2 0-1,-8 1-7,1 0 0,0-1 0,-1-1 0,-20-1-1,23 0 16,0 1 0,0 0 0,0 0 0,0 1 0,0 0 0,-10 3 0,13-1-16,9 0-2,22-3-4,35-5 57,5-10-177,-24 4-1647,1 4-3726,-41 7 5299,-1 0 59,1 0-1,0 0 1,-1 0 0,1 0 0,0 0 0,-1 0-1,1 0 1,0 0 0,-1 0 0,1 0 0,0 0 0,-1 0-1,1 0 1,0 1 0,-1-1 0,1 0 0,-1 0 0,1 1-1,0-1 1,-1 0 0,1 1 0,-1-1 0,1 1-1,2 5-799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9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42 160,'-65'5'3750,"0"-11"6845,77 4-7400,20-6-2611,-6 2-400,105-16-71,-75 19-6117,-75 17-3481,6-5 7862,-3 1 657,-2 1 503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09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23 132,'-9'5'296,"6"-4"72,0 0 1,0 1-1,0-1 1,0 1-1,0 0 0,0 0 1,1 0-1,-1 0 1,1 0-1,-5 5 0,28-8 4060,-4 0-3225,87-20 2960,11-2-4818,-38 17-9988,-80 10 7915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13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147 176 132,'-3'-72'2220,"4"53"-666,-2 0 0,0 0 0,-4-20-1,5 39-1511,0 0-1,0 0 0,0-1 0,0 1 0,0 0 0,0-1 1,-1 1-1,1 0 0,0 0 0,0-1 0,0 1 0,0 0 1,0 0-1,0-1 0,0 1 0,-1 0 0,1 0 0,0-1 0,0 1 1,0 0-1,0 0 0,-1-1 0,1 1 0,0 0 0,0 0 1,-1 0-1,1 0 0,0 0 0,0-1 0,-1 1 0,1 0 1,0 0-1,0 0 0,-1 0 0,1 0 0,0 0 0,-1 0 0,1 0 1,0 0-1,0 0 0,-1 0 0,1 0 0,0 0 0,-1 0 1,1 0-1,-13 12 598,-7 19-417,-8 26 48,-34 94 0,61-149-268,0 1 1,0-1-1,0 0 1,1 0 0,-1 0-1,1 0 1,0 1-1,0-1 1,-1 0 0,2 0-1,-1 0 1,0 1-1,0-1 1,1 0-1,-1 0 1,1 0 0,-1 1-1,1-1 1,0 0-1,0 0 1,0 0 0,0 0-1,3 2 1,-2-1-1,1-1 1,0 0 0,0 0-1,0 0 1,0-1 0,0 1-1,0-1 1,1 0-1,-1 0 1,0 0 0,1 0-1,-1 0 1,6 0 0,9-1-11,-1 0 1,1 0 0,-1-2 0,33-7-1,-44 8-3,-1 0 0,0-1 0,1 0 0,-1 0 0,0 0 0,-1-1 0,1 0 0,0 0 0,-1 0 0,1 0 0,-1-1 0,0 1 0,7-9 0,-10 10 100,0 0 1,1 0-1,-1 0 0,0 0 1,-1 0-1,1-1 1,0 1-1,-1 0 1,1 0-1,-1-1 1,0 1-1,1 0 1,-1 0-1,0-1 0,0 1 1,-1 0-1,1-1 1,0 1-1,-1 0 1,0 0-1,1 0 1,-1-1-1,0 1 1,0 0-1,0 0 1,0 0-1,-1 0 0,1 0 1,0 1-1,-1-1 1,0 0-1,1 1 1,-1-1-1,0 1 1,-2-2-1,4 3-66,0 0 0,-1 0-1,1 1 1,-1-1 0,1 0 0,-1 0-1,1 1 1,-1-1 0,1 0 0,0 0 0,-1 1-1,1-1 1,0 1 0,-1-1 0,1 0-1,0 1 1,0-1 0,-1 1 0,1-1-1,0 1 1,0-1 0,0 0 0,0 1 0,-1-1-1,1 1 1,0-1 0,0 1 0,0-1-1,0 1 1,0-1 0,0 1 0,0-1-1,0 1 1,0-1 0,1 1 0,-1 0 0,-1 24-5,3 9 730,1 3-2608,-3 56 0,-1-83 798,0 0 0,-1 1 0,0-1 0,0 0 0,-1 0 0,0 0-1,-1-1 1,0 1 0,-1-1 0,-6 11 0,-3 1 78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19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62 613 72,'-18'1'358,"15"0"-81,1 0-1,-1-1 1,0 0-1,1 0 1,-1 0 0,1 0-1,-1 0 1,1 0-1,-1-1 1,0 1 0,1-1-1,0 1 1,-1-1 0,1 0-1,-3-2 1,14 4 303,0 0 0,1-1 1,-1-1-1,13-1 0,-6 1-174,440-58 3948,-294 32-4134,201-7 0,360-45-131,-611 62-82,499-71-206,-370 62 392,-124 16-108,123-28 0,64-6-22,-118 22-31,-140 14 384,74-20-1,-104 23 29,1-1 1,-1 0-1,-1-2 0,1 0 0,-1 0 0,-1-1 0,23-19 0,-18 19 237,-13 6-1370,-16 0-1392,-92-5-6058,0 2 4140,-60-4 1295,50 1 2007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28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66 168 96,'-1'0'102,"1"-1"0,0 0-1,-1 0 1,1 0 0,0 0 0,0 0-1,-1 0 1,1 1 0,0-1 0,0 0-1,0 0 1,0 0 0,0 0 0,0 0-1,1 0 1,-1 0 0,0 0 0,0 0-1,1 0 1,-1 1 0,0-1 0,1 0-1,-1 0 1,1 0 0,-1 1 0,1-1-1,-1 0 1,1 0 0,0 1 0,-1-1-1,1 1 1,0-1 0,0 0 0,-1 1-1,1 0 1,1-2 0,30-20 739,-10 11-472,29-16 464,-48 26-653,-1 0 1,0-1-1,1 1 0,-1-1 0,0 0 0,0 0 1,0 0-1,0 0 0,-1 0 0,1 0 0,0-1 1,-1 1-1,0 0 0,1-1 0,0-3 0,-2 4-95,0 1 0,0-1 0,-1 1 0,1-1-1,0 1 1,-1-1 0,1 1 0,-1-1-1,0 1 1,1 0 0,-1-1 0,0 1 0,0 0-1,0 0 1,0-1 0,0 1 0,0 0-1,0 0 1,0 0 0,0 0 0,-1 0 0,1 1-1,0-1 1,0 0 0,-1 1 0,1-1 0,-1 0-1,1 1 1,-1 0 0,1-1 0,-1 1-1,-1 0 1,-50-8 733,41 8-674,0 0 1,-1 2-1,1-1 0,0 1 1,-15 5-1,25-6-140,1-1 1,-1 0 0,0 1-1,0-1 1,0 1-1,1 0 1,-1 0-1,0 0 1,1 0 0,-1 0-1,0 0 1,1 0-1,-1 0 1,1 1-1,0-1 1,-1 0 0,1 1-1,0-1 1,0 1-1,0 0 1,0-1-1,0 1 1,1 0 0,-1-1-1,0 1 1,1 0-1,-1 0 1,1 0-1,0 0 1,-1 0-1,1 0 1,0-1 0,0 1-1,0 0 1,1 0-1,-1 0 1,0 0-1,1 0 1,-1 0 0,1-1-1,-1 1 1,1 0-1,1 2 1,4 6-6,0 1 0,1-2 0,0 1 1,0-1-1,1 0 0,1 0 0,-1-1 1,15 11-1,12 6-6,41 20 0,-4 0 13,-71-45 8,-1 0-1,1 1 1,0-1 0,-1 0-1,1 1 1,0-1-1,-1 1 1,1-1 0,-1 1-1,1-1 1,-1 1-1,1-1 1,-1 1 0,1-1-1,-1 1 1,1 0-1,-1-1 1,0 1 0,1 0-1,-1-1 1,0 1-1,0 0 1,0 0 0,1-1-1,-1 1 1,0 0-1,0 0 1,0-1-1,0 2 1,-1-1 7,0 0-1,0 0 0,1 0 1,-1 0-1,0 0 1,0 0-1,0 0 1,0 0-1,0 0 0,-1-1 1,1 1-1,0-1 1,0 1-1,0 0 1,-2-1-1,-56 14 347,53-13-346,-16 3-12,-1 0-156,0 0-1,0-2 1,-36 1-1,58-3-11,1 0-1,-1 0 0,0 0 1,1 0-1,-1 0 1,1 0-1,-1 0 0,1 0 1,-1 0-1,0 0 1,1 0-1,-1 0 0,1 0 1,-1 0-1,1-1 1,-1 1-1,1 0 0,-1 0 1,1-1-1,-1 1 1,1 0-1,-1-1 0,1 1 1,-1 0-1,1-1 1,0 1-1,-1-1 0,1 1 1,0 0-1,-1-1 1,1 1-1,0-1 0,-1 1 1,1-1-1,0 1 0,0-1 1,0 0-1,0 1 1,-1-1-1,1 1 0,0-2 1,7-9-5122,0 3 4517,4-2-185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2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17 80,'-36'-3'1476,"28"2"-163,-1 0-1,1 0 1,-1 1-1,0 0 1,-9 2 0,17-2-1274,1 0 1,0 0 0,0 0 0,0 0 0,0 0 0,-1 0 0,1 0 0,0 0-1,0 0 1,0 0 0,0 0 0,0 0 0,-1 0 0,1 0 0,0 0 0,0 0 0,0 1-1,0-1 1,-1 0 0,1 0 0,0 0 0,0 0 0,0 0 0,0 0 0,0 0-1,0 0 1,0 1 0,-1-1 0,1 0 0,0 0 0,0 0 0,0 0 0,0 0-1,0 1 1,0-1 0,0 0 0,0 0 0,0 0 0,0 0 0,0 0 0,0 1 0,0-1-1,0 0 1,0 0 0,0 0 0,0 0 0,0 1 0,0-1 0,0 0 0,0 0-1,0 0 1,0 0 0,0 1 0,11 7 679,19 3-235,-9-10-368,0 0 0,0-2 0,1-1 0,-1 0 0,29-8 0,-12 3-3392,0 2-3918,-23-2 4635,-10 1 2116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2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86 132,'-5'-44'4270,"1"2"5498,27 86-6866,-7 2-2626,17 82 1,-11-34-3647,4-5-9747,-25-81 12239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31 140 48,'-5'-8'554,"0"0"1,1-1-1,0 0 1,1 0-1,0 0 1,-3-17-1,5 24-446,1-1 0,0 1 0,0 0 0,0 0 0,1 0 0,-1-1 0,0 1 0,1 0 0,-1 0 0,1 0 0,0 0 0,0 0 0,0 0 0,0 0 0,0 0 0,0 0 0,0 0 1,1 1-1,-1-1 0,1 0 0,-1 1 0,1-1 0,0 1 0,-1-1 0,1 1 0,0 0 0,0 0 0,0 0 0,0 0 0,0 0 0,0 0 0,0 1 0,0-1 0,4 0 0,3 0-48,0 0 0,1 0-1,-1 0 1,0 1 0,0 1 0,0 0 0,0 0 0,0 0-1,0 1 1,0 1 0,0 0 0,8 4 0,-14-7-16,0 1 1,0 1 0,0-1-1,-1 0 1,1 1 0,0-1 0,-1 1-1,1 0 1,-1 0 0,0 0-1,0 0 1,0 0 0,0 1 0,0-1-1,0 0 1,0 1 0,-1 0-1,1-1 1,-1 1 0,0 0 0,0 0-1,0-1 1,0 1 0,0 0 0,-1 0-1,1 0 1,-1 0 0,0 0-1,0 0 1,0 1 0,0-1 0,0 0-1,-1 0 1,0 0 0,1 0-1,-1-1 1,0 1 0,0 0 0,-3 4-1,-3 5 286,0-1 1,-1 1-1,-1-2 0,0 1 0,-1-1 1,0 0-1,-15 11 0,-27 28 1133,52-49-1445,-1 0 0,1 1 0,-1-1-1,1 1 1,-1-1 0,1 1 0,0-1 0,-1 1-1,1-1 1,-1 1 0,1 0 0,0-1 0,0 1-1,-1-1 1,1 1 0,0 0 0,0-1-1,0 1 1,0 0 0,0-1 0,0 1 0,0 0-1,0-1 1,0 1 0,0 0 0,0-1-1,0 1 1,0 0 0,0-1 0,1 1 0,-1 0-1,22 10 200,42-7-177,-54-4 14,-6 0-39,97 9 137,-93-8-14,0 1 0,0 0 0,-1 0 0,1 0 0,-1 1 0,1 1 0,-1-1 0,0 1 0,0 0 0,9 8 0,-15-11-61,0 0-1,1 0 1,-1 0-1,0 0 1,0 0 0,0 1-1,-1-1 1,1 0-1,0 0 1,0 1-1,-1-1 1,1 0 0,0 1-1,-1-1 1,0 1-1,1-1 1,-1 1-1,0-1 1,0 1 0,1-1-1,-1 1 1,0-1-1,-1 4 1,0-3 6,0 1 0,0-1 0,0 1 0,-1-1 0,1 0 0,-1 1 0,1-1 0,-1 0 0,0 0 0,0 0 0,0 0 0,-3 2 0,-7 5 106,-1 0 1,-1-2-1,-23 12 1,30-16-160,-17 8-91,-1-1 1,-33 9-1,52-17-389,-1 0 0,0 0 0,0-1 0,0 0 0,-1-1 0,1 0-1,0 0 1,0 0 0,0-1 0,0 0 0,0 0 0,0-1 0,-11-3 0,17 4 63,-1 0 1,1 0-1,-1 1 1,1-1-1,-1-1 1,1 1-1,-1 0 1,1 0-1,0 0 1,0-1-1,0 1 0,-1-1 1,1 1-1,1-1 1,-1 1-1,0-1 1,0 1-1,0-1 1,1 0-1,-1 1 1,1-1-1,0 0 0,-1 0 1,1 1-1,0-1 1,0 0-1,0-2 1,11-29-2301,2 13 2097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5 132,'-42'3'2015,"-18"4"7121,71-3-6127,27 7-2245,21-7-888,1-2-1,0-3 1,115-17 0,-162 16 20,-4-1-5851,-27-6-2061,8 7 7548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40,'4'-28'1556,"0"9"5359,4 40-3105,-2 9-3432,-2 0 1,-1 0-1,-1 0 0,-2 1 0,-4 31 1,2-23 42,1 1 0,7 50-1,-3-83-421,2-14-2,3-20-4,-7 26 7,11-58-14,7-66-1,-16 84-16,3 0-1,1 1 0,2 0 0,25-67 1,-34 106 31,0 0 0,0 1 0,1-1 1,-1 0-1,0 0 0,0 0 0,1 0 1,-1 1-1,0-1 0,1 0 0,-1 0 1,1 1-1,-1-1 0,1 0 0,-1 1 0,1-1 1,-1 0-1,1 1 0,0-1 0,-1 1 1,1-1-1,0 1 0,-1 0 0,1-1 0,0 1 1,0-1-1,0 1 0,-1 0 0,1 0 1,0 0-1,0-1 0,0 1 0,0 0 1,-1 0-1,1 0 0,0 0 0,0 0 0,0 0 1,0 1-1,-1-1 0,1 0 0,0 0 1,0 1-1,0-1 0,-1 0 0,1 1 1,0-1-1,0 1 0,-1-1 0,1 1 0,0-1 1,-1 1-1,1-1 0,-1 1 0,1 0 1,-1-1-1,1 1 0,-1 0 0,1-1 0,-1 1 1,1 0-1,-1 1 0,7 9 35,0 1 0,-2 0 0,6 15 0,-6-17 5,57 164 798,-44-114-1163,45 97-1,-62-156 611,3 7-655,-1 1-5971,-15-11-2002,1-5 7380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77 118 212,'-23'-4'508,"2"-2"468,4 2 496,6-3 172,6-1-15,5 2-113,12-3-312,6 3-428,8-5-332,9 3-232,2-2-448,3-3-972,-1 5-964,1-1-149,-3 5 297,-2 0 540,-4 4 644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2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73 172,'-8'-19'1997,"-6"-24"6398,14 43-8291,0 0 0,-1-1-1,1 1 1,1-1 0,-1 1 0,0-1 0,0 1 0,0 0 0,0-1-1,0 1 1,0-1 0,0 1 0,0-1 0,1 1 0,-1 0 0,0-1 0,0 1-1,1 0 1,-1-1 0,0 1 0,1 0 0,-1-1 0,0 1 0,1 0 0,-1 0-1,0-1 1,1 1 0,-1 0 0,0 0 0,1-1 0,24 6 300,-24-5-362,0 0 0,0 0 1,0 0-1,0 1 0,0-1 0,0 0 1,0 1-1,-1-1 0,1 1 0,0-1 1,0 1-1,0-1 0,-1 1 0,1 0 1,0-1-1,-1 1 0,1 0 0,-1 0 1,1-1-1,0 1 0,-1 0 0,0 0 1,1 0-1,-1 0 0,0 0 0,1-1 1,-1 1-1,0 2 0,0-2 12,-1 0 1,1 1-1,-1-1 0,1 1 0,-1-1 1,0 0-1,0 0 0,0 1 0,0-1 0,0 0 1,0 0-1,0 0 0,0 0 0,0 0 1,-2 1-1,-5 3 56,1-1 0,-1 1 0,1-2-1,-1 1 1,-9 2 0,14-6-103,0 1 0,-1-1 0,1 0 0,0 1 0,-1-2 0,1 1 0,-1 0 0,1-1 0,0 1 0,-6-3 0,8 3-38,1 0-1,-1 0 1,1-1-1,-1 1 0,1 0 1,-1 0-1,1-1 1,-1 1-1,1 0 1,-1-1-1,1 1 0,-1-1 1,1 1-1,0 0 1,-1-1-1,1 1 1,0-1-1,-1 1 0,1-1 1,0 1-1,0-1 1,-1 1-1,1-1 1,0 0-1,0 0 0,0 0-115,1 0-1,-1 0 1,0-1-1,1 1 1,-1 0-1,1 0 1,0 0-1,-1 0 1,1 0-1,0 0 1,-1 0-1,1 0 1,0 0-1,0 0 1,0 1-1,0-1 1,2-1-1,-2 1-170,0 0-1,0 1 1,1-1-1,-1 0 1,0 0-1,1 1 0,-1-1 1,1 1-1,-1 0 1,0-1-1,1 1 1,-1 0-1,1 0 1,-1 0-1,1 0 1,-1 0-1,1 0 0,-1 0 1,1 0-1,-1 1 1,1-1-1,-1 0 1,1 1-1,-1-1 1,0 1-1,1 0 1,-1 0-1,0-1 1,1 1-1,-1 0 0,0 0 1,0 0-1,0 0 1,0 0-1,0 0 1,0 1-1,0-1 1,1 2-1,3 11-543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75 148,'15'-4'3005,"27"-7"6292,-42 11-9211,1 0 1,-1 0-1,1 0 0,0 0 0,-1 0 0,1 0 0,-1 0 1,1 0-1,0 0 0,-1 1 0,1-1 0,-1 0 0,1 0 1,-1 1-1,1-1 0,-1 0 0,1 0 0,-1 1 0,1-1 1,-1 1-1,1-1 0,-1 0 0,1 1 0,-1-1 0,0 1 1,1-1-1,-1 1 0,0-1 0,1 1 0,-1-1 0,0 1 1,0-1-1,1 1 0,-1 0 0,0-1 0,0 1 0,0-1 1,0 1-1,0 0 0,0-1 0,0 1 0,0-1 0,0 1 0,0 0 1,0-1-1,0 1 0,-1-1 0,1 1 0,0-1 0,0 1 1,-1 0-1,1-1 0,0 1 0,-1-1 0,1 1 0,-1 0 1,1 0-41,0 0 1,-1 0 0,1 0 0,-1 0 0,1 0 0,-1 0 0,0 0 0,1 0 0,-1-1 0,0 1-1,0 0 1,1 0 0,-1 0 0,0-1 0,0 1 0,0 0 0,0-1 0,0 1 0,0-1 0,0 1-1,0-1 1,0 0 0,0 1 0,0-1 0,-1 0 0,1 0 0,0 1 0,0-1 0,0 0 0,0 0-1,0 0 1,0-1 0,-1 1 0,1 0 0,0 0 0,0-1 0,0 1 0,0 0 0,0-1 0,0 1-1,0-1 1,0 0 0,0 1 0,0-1 0,0 0 0,-1-1 0,-1 0-33,0 0 1,1 0-1,-1 0 1,0-1-1,1 1 0,-1-1 1,1 0-1,0 0 1,0 0-1,0 0 1,0 0-1,1 0 1,-1-1-1,0-2 0,0-25-255,6 13-3281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4:33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42 198 52,'-5'-57'3007,"3"50"-2450,0-1 1,1 1-1,0-1 1,1 1 0,-1-1-1,2 0 1,-1 1 0,1-1-1,0 1 1,0-1 0,1 1-1,0-1 1,0 1-1,5-9 1,-6 15-462,-1 0-1,1 1 1,-1-1 0,1 0-1,0 1 1,-1-1 0,0 0-1,1 0 1,-1 1 0,1-1-1,-1 0 1,0 0 0,0 0-1,1 0 1,-1 1 0,0-1-1,0 0 1,0 0 0,0 0-1,0 0 1,0 0 0,-1-1-1,1 3-33,-1 0-1,0 0 1,0 0-1,1 0 1,-1 0-1,0 0 1,1 0-1,-1 0 1,1 0-1,-1 0 1,1 0 0,0 0-1,-1 1 1,1-1-1,0 0 1,0 0-1,0 3 1,-19 87 539,-4 32-345,22-110-238,0 0 0,0 1 0,1-1 0,1 0 0,1 0 0,5 27 0,-5-36-13,0 0 0,0 0 1,1 0-1,-1 0 0,1 0 0,0-1 0,0 1 1,0-1-1,1 0 0,-1 0 0,1 0 0,-1 0 1,1 0-1,0-1 0,0 0 0,0 0 0,1 0 0,-1 0 1,0-1-1,1 1 0,-1-1 0,1 0 0,0 0 1,-1-1-1,1 0 0,8 0 0,-5 1-3,0-1-1,1-1 1,-1 1 0,1-1-1,-1-1 1,0 0-1,0 0 1,0 0 0,0-1-1,0 0 1,0-1-1,-1 1 1,1-2 0,9-6-1,-14 7 6,1 0 0,-1 0 0,0 0 0,-1-1 0,1 1 0,-1-1 0,1 1 0,-2-1 0,1 0-1,0 0 1,-1 0 0,0 0 0,0 0 0,0 0 0,-1 0 0,0 0 0,0 0 0,-1-6 0,0-4 470,-1 0 0,0 0 0,-1 1 0,-10-28 0,10 44 295,1 17-598,0 21-179,0 56-234,-2 0-4274,-2 144-9076,8-197 12734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38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46 128,'-2'-5'497,"-15"-26"983,4 21 5611,29 53-4573,17 51-1620,-4 2 0,-5 0 0,-4 2-1,-4 0 1,4 109 0,-18-178-794,17 156 387,-9-160-876,-8-27-1906,-7-16-2073,-11-24-2704,-1-1 3961,8 18 2634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40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86 88,'16'-21'521,"39"-43"4035,-54 63-3929,-32 31 2503,-61 47 426,-51 48-751,128-110-2631,1 1-1,1 0 1,0 0-1,2 1 1,-1 1-1,-15 35 1,24-43-155,0-1 1,0 0 0,1 0 0,0 1 0,1-1 0,0 1 0,1 0 0,0-1 0,0 1 0,1-1 0,0 1 0,1-1 0,0 1 0,1-1 0,-1 0 0,2 0 0,-1 0 0,1 0 0,1-1 0,0 1 0,0-1 0,0 0 0,1-1 0,0 1 0,1-1 0,0 0 0,0-1 0,0 0 0,13 9 0,-10-8 5,0 0 1,0-1-1,1 0 1,0 0-1,0-2 0,0 1 1,0-1-1,1-1 0,0 0 1,-1 0-1,1-1 0,0-1 1,0 0-1,0-1 0,0 0 1,0-1-1,1 0 0,-2-1 1,1 0-1,0-1 1,0 0-1,-1-1 0,16-7 1,-25 10-26,1 0 1,0-1 0,-1 1-1,1-1 1,-1 0 0,0 1-1,0-1 1,1 0 0,-1 0-1,0 0 1,-1-1 0,1 1-1,0 0 1,-1-1 0,1 1-1,-1-1 1,0 1 0,0-1-1,0 0 1,1-3 0,-2 4 3,0-1 0,0 0 0,0 0 0,-1 1 0,1-1 1,-1 0-1,0 1 0,0-1 0,0 1 0,0-1 0,0 1 1,0-1-1,-1 1 0,1 0 0,-1 0 0,0-1 0,-2-1 1,-5-5-1,0 1 0,-1 0 0,0 1 0,0 0 0,0 0 0,-1 1 0,-22-9 0,11 9-215,-1 1 1,0 0-1,0 2 1,-29-1-1,62 2 283,7-2 29,1 1 1,-1 1-1,1 1 0,-1 0 1,28 2-1,-40 0-88,0 0 0,0 0 1,-1 1-1,1-1 0,-1 1 0,1 0 0,-1 0 0,0 1 1,1-1-1,-1 1 0,0 0 0,-1 0 0,1 0 0,0 0 1,-1 1-1,0 0 0,0-1 0,0 1 0,0 0 0,-1 1 0,1-1 1,-1 0-1,0 1 0,0-1 0,1 7 0,4 16 71,-1 1 0,-2-1-1,0 1 1,-1 30-1,-2-32-238,0 0-1,2-1 0,1 1 0,1-1 0,11 32 0,-15-55 349,6 14-1283,6 10-4918,-12-25 5857,-1-1-1,0 1 1,1-1 0,-1 1 0,0-1-1,1 1 1,-1-1 0,0 1-1,1-1 1,-1 1 0,1-1 0,-1 0-1,1 1 1,-1-1 0,1 0 0,-1 1-1,1-1 1,0 0 0,-1 0-1,1 1 1,-1-1 0,1 0 0,0 0-1,-1 0 1,1 0 0,0 0-1,-1 0 1,1 0 0,-1 0 0,1 0-1,0 0 1,-1 0 0,1-1-1,-1 1 1,1 0 0,0 0 0,-1 0-1,1-1 1,-1 1 0,1 0 0,-1-1-1,1 1 1,-1-1 0,1 1-1,-1 0 1,1-1 0,-1 1 0,0-1-1,1 1 1,-1-1 0,0 1-1,1-1 1,-1 0 0,0 1 0,0-1-1,0 1 1,1-1 0,-1 0 0,0 1-1,0-1 1,0 1 0,0-2-1,7-14-599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41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884 215 108,'1'-5'310,"-1"0"1,1 0-1,-1 0 0,-1 1 0,1-1 1,-1 0-1,1 0 0,-1 0 0,-1 1 1,1-1-1,-1 1 0,0-1 0,0 1 1,0-1-1,0 1 0,-1 0 0,0 0 1,0 0-1,0 0 0,0 1 1,0-1-1,-1 1 0,-5-4 0,1 0 181,0 0 0,0 1-1,-1 0 1,0 1 0,-1-1-1,1 2 1,-1-1 0,0 2-1,-18-6 1,12 7-414,-1 2-1,0-1 0,0 2 1,0 0-1,1 1 1,-1 1-1,0 0 1,1 1-1,0 1 0,0 1 1,0 0-1,1 1 1,0 0-1,-17 12 1,-22 17 286,0 2 1,-58 55-1,108-90-278,-28 24 229,2 1 0,0 2 1,2 1-1,-31 45 1,50-63-303,1 1 0,0 0 0,1 0 0,0 0 0,2 1-1,-1 0 1,2 1 0,0-1 0,1 1 0,0-1 0,2 1 0,0 0 0,0 0 0,3 21 0,2-10 24,1-2 1,1 1-1,1-1 0,1 1 1,1-2-1,2 0 0,0 0 0,2-1 1,0 0-1,1-1 0,2 0 0,0-2 1,1 0-1,1 0 0,22 16 0,-23-21 3,0-2-1,1 0 1,1-1-1,0-1 1,1-1-1,0 0 1,0-2-1,1 0 0,0-1 1,0-1-1,1-2 1,0 0-1,0-1 1,0-1-1,0-1 1,0 0-1,0-2 1,27-5-1,-6-3-156,-1-2 0,0-2 1,0-1-1,-2-3 0,0-1 0,0-2 0,-2-2 1,-1-1-1,-1-2 0,-1-1 0,62-62 1,-83 73 116,-1 0 0,-1-1 0,-1-1 0,0 0 0,-1 0 0,-1-1 1,-1 0-1,0-1 0,-1 1 0,-1-2 0,-1 1 0,-1-1 0,-1 1 1,0-1-1,-1-22 0,-2 15 20,-2-1 0,-1 1 1,-2-1-1,0 1 0,-2 1 1,0-1-1,-2 1 0,-1 0 1,-1 1-1,-21-34 0,14 29 68,-2 0 1,-28-31-1,31 41-874,-1 1 1,-1 1-1,-32-23 1,35 30-43,0 1 0,-1 0 0,0 1 0,0 1 0,-1 1 0,0 0 0,0 1 0,-1 2 0,1-1 0,-1 2 0,0 1 0,0 0 0,-23 1 0,-26 8-554,0 6 702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47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89 8,'-3'-4'357,"1"0"-1,0-1 1,0 1 0,0-1-1,0 1 1,1-1 0,-2-8 0,3 11-121,0 0 1,0 0-1,1 0 0,-1 0 1,0 0-1,1 1 1,-1-1-1,1 0 1,0 0-1,0 0 1,0 0-1,0 0 1,0 1-1,0-1 1,0 0-1,0 1 1,1-1-1,-1 1 0,0 0 1,3-2-1,-4 3-148,-1 0 0,1 0 0,0 0 0,0 0-1,-1 1 1,1-1 0,0 0 0,-1 0 0,1 0-1,0 0 1,-1 0 0,1 0 0,0 0-1,0 0 1,-1 0 0,1 0 0,0 0 0,-1 0-1,1-1 1,0 1 0,-1 0 0,1 0 0,0 0-1,0 0 1,-1 0 0,1-1 0,0 1 0,0 0-1,-1 0 1,1 0 0,0-1 0,0 1 0,0 0-1,-1-1 1,1 1-87,0 0 0,0 0 0,0-1 0,-1 1 0,1 0 0,0 0 0,0 0 0,-1-1 0,1 1 0,0 0 0,0 0 0,-1 0 0,1 0 0,0-1 0,-1 1 0,1 0 0,0 0 0,-1 0 0,1 0 0,0 0 0,-1 0 0,1 0 0,0 0 0,-1 0 0,1 0 0,0 0 0,0 0 0,-1 0 0,1 0 0,0 0 0,-1 1 0,1-1 0,0 0 0,-1 0 0,1 0 0,0 0 0,0 0 0,-1 1 0,1-1 0,0 0 0,0 0 0,-1 1 0,1-1 0,0 0 0,0 0 0,0 1 0,0-1 0,-1 0 1,1 0-1,0 1 0,0-1 0,0 0 0,0 1 0,0-1 0,0 0 0,0 1 0,0-1 0,0 0 0,0 1 0,0-1 0,0 0 0,0 1 0,0-1 0,0 0 0,0 1 0,0-1 0,-9 32 50,-13 52 2,21-78-49,0 0 0,1 0 0,-1 0 0,1 1 0,1-1 0,-1 0 0,1 0 0,0 0 0,0 0 0,1 0 0,3 8 0,-3-12 0,-1 1 1,1-1-1,0 0 1,0 0-1,0 0 0,1 0 1,-1-1-1,0 1 1,1-1-1,-1 1 1,1-1-1,-1 0 1,1 0-1,-1 0 0,1 0 1,0 0-1,0-1 1,-1 1-1,1-1 1,0 0-1,0 0 1,0 0-1,3 0 1,68-8-28,-70 7 9,3 0-3,1 0 5,0 0 1,1-1-1,-1 0 0,0-1 1,0 1-1,0-1 1,0-1-1,10-6 0,-19 10 12,-1 0 0,1 0 1,0 0-1,-1-1 0,1 1 0,0 0 0,0-1 0,-1 0 0,1 1 0,0-1 0,0 1 0,0-1 0,0 0 0,0 0 0,0 0 0,0 0 1,0 0-1,0 0 0,0 0 0,0 0 0,-1-2 0,-7-6 45,5 10 68,6 64-45,2 0-1,15 68 0,5-23-5443,-15-87 50,-9-28 4670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52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17 136,'-21'0'1059,"0"0"-1,1-1 1,-24-5-1,-38-2 6016,162 9-6332,132-4-566,-192 6-192,-17 6 0,-24 20-2,6-9 30,0 8-59,1 0 1,2 1 0,1 0 0,1 0-1,-11 59 1,17-63-1923,-2 52 0,6-72 1473,0 1 0,1-1 0,-1 1 0,1-1 0,0 0 0,1 1-1,-1-1 1,1 0 0,0 1 0,0-1 0,1 0 0,-1-1 0,1 1 0,4 5 0,3-1-75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53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18 128 8,'-1'0'102,"0"-1"0,-1 0 1,1 1-1,0-1 0,0 0 0,0 0 0,0 0 1,1 0-1,-1 0 0,0 1 0,0-2 0,0 1 1,1 0-1,-1 0 0,1 0 0,-1 0 0,1 0 1,-1 0-1,1-1 0,-1 1 0,1 0 1,0 0-1,0-1 0,0 1 0,0 0 0,0 0 1,0-1-1,0 1 0,0 0 0,0-1 0,1 1 1,-1 0-1,0 0 0,1 0 0,-1-1 0,1 1 1,-1 0-1,1 0 0,0 0 0,0 0 0,-1 0 1,1 0-1,0 0 0,0 0 0,0 0 0,0 1 1,0-1-1,0 0 0,0 0 0,0 1 0,0-1 1,0 1-1,1-1 0,-1 1 0,1-1 0,12-4 802,-1 0-1,0 1 0,28-5 0,-31 7-1019,120-19-518,9-1-7077,-115 17 6980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53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57 184,'-21'-1'666,"-21"-2"1901,8-8 3834,34 11-6318,-1-1-1,1 1 0,0 0 1,0-1-1,0 1 0,0 0 1,1-1-1,-1 1 0,0 0 1,0-1-1,0 1 0,0 0 1,0 0-1,0-1 0,0 1 1,1 0-1,-1-1 0,0 1 1,0 0-1,0 0 0,1-1 1,-1 1-1,0 0 0,0 0 1,0 0-1,1-1 0,-1 1 1,0 0-1,1 0 0,-1 0 1,0 0-1,0 0 0,1-1 1,-1 1-1,0 0 0,1 0 1,-1 0-1,0 0 0,1 0 1,-1 0-1,0 0 0,1 0 1,-1 0-1,0 0 0,1 0 1,-1 1-1,1-1 0,19-5 333,204-20 971,-128 21-4036,-125 25-9526,21-17 11571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53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42 60,'-12'-10'421,"-18"-16"1831,14 20 2110,15 10-4057,0 1-1,0-1 0,1 0 0,0 0 1,0 0-1,0 1 0,0-1 1,0 0-1,1 0 0,2 7 0,-2-2-6,2 37 135,7 54-4781,-9-93 3853,0 0 1,1-1 0,0 1 0,0 0 0,1-1 0,0 1 0,0-1 0,0 0 0,1 0 0,0 0 0,5 5-1,8 3-236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54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68 224,'-2'-4'334,"1"0"0,-1 1 0,0-1 0,0 0 0,0 1 0,0-1 0,-1 1 0,1-1 0,-1 1 0,0 0 0,0 0-1,0 1 1,0-1 0,0 0 0,-1 1 0,1 0 0,-1 0 0,0 0 0,0 0 0,0 1 0,1-1 0,-1 1 0,-1 0 0,1 0 0,0 1 0,0-1 0,0 1 0,-8 0 0,6 1 11,-1 0 1,0 0 0,1 0 0,0 1-1,-1 0 1,1 1 0,0-1-1,0 1 1,0 0 0,0 1 0,1-1-1,-1 1 1,1 0 0,0 1-1,0-1 1,0 1 0,-6 9-1,5-6-217,0 1-1,1 0 1,0 0-1,1 0 1,0 1-1,0 0 0,1 0 1,1 0-1,-1 0 1,1 0-1,1 0 1,0 19-1,1-24-112,0-1 1,0 1-1,1-1 1,0 1-1,0-1 0,0 0 1,1 1-1,-1-1 0,1 0 1,0 0-1,0 0 1,0 0-1,1 0 0,0 0 1,-1 0-1,1-1 1,0 0-1,1 0 0,-1 1 1,1-2-1,-1 1 0,1 0 1,0-1-1,0 0 1,0 0-1,0 0 0,0 0 1,1 0-1,-1-1 1,1 0-1,5 1 0,-3-1-2,1 0-1,0 0 0,0-1 0,0 0 1,0-1-1,0 1 0,0-1 0,0-1 1,-1 0-1,1 0 0,-1 0 0,1-1 1,-1 0-1,0-1 0,0 1 0,10-8 1,-14 9-10,1-1 1,-1 0 0,0 1 0,-1-1 0,1 0-1,0-1 1,-1 1 0,0 0 0,0-1 0,0 1 0,0-1-1,0 0 1,-1 1 0,1-1 0,-1 0 0,0 0-1,0 0 1,-1 0 0,1 0 0,-1 0 0,0 0 0,0 0-1,0 0 1,-1 0 0,1 0 0,-1 0 0,0 0-1,0 0 1,0 0 0,-1 0 0,0 0 0,1 1 0,-4-5-1,-1-2-70,0 0 0,0 1-1,-1 0 1,0 1-1,0-1 1,-11-7 0,-19-10-2787,32 24 1745,0 0 0,1 0 0,-1 1 0,0-1 1,0 1-1,-8-1 0,13 2 999,0 0 1,-1 0-1,1 0 1,0-1 0,-1 1-1,1 0 1,-1 0-1,1 0 1,0 0-1,-1 0 1,1 0 0,0 0-1,-1 0 1,1 0-1,-1 0 1,1 0-1,0 0 1,-1 0 0,1 0-1,0 1 1,-1-1-1,1 0 1,-1 0-1,1 0 1,0 1 0,-1-1-1,1 0 1,0 0-1,0 1 1,-1-1-1,1 0 1,0 0 0,0 1-1,-1-1 1,1 0-1,0 1 1,0-1-1,0 0 1,0 1 0,-1-1-1,1 0 1,0 1-1,0-1 1,0 1-1,0-1 1,0 0 0,0 1-1,0-1 1,0 1-1,0-1 1,0 0-1,0 1 1,0-1 0,0 0-1,1 1 1,-1-1-1,0 0 1,0 1-1,0-1 1,0 1 0,1-1-1,-1 0 1,10 7-480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54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41 148,'-72'6'4977,"59"-6"-2216,0 0 0,0-1 0,-19-3 0,90-7 134,-6 2-2830,39-5-824,-32 8-3112,-58 6 3650,-1-1 0,1 1 0,-1 0 0,1 0 0,-1 0 0,1 0 0,0-1 0,-1 1 0,1 0 0,-1 0 0,1 0 0,-1 0 0,1 0 0,0 0 0,-1 1 0,1-1 0,-1 0 0,1 0 0,-1 0 0,1 0 0,-1 1 0,1-1 0,-1 0 0,1 1 0,-1-1 0,1 0 0,-1 1 0,1-1 0,-1 0 0,0 1 0,1-1 0,-1 1 0,0-1 0,1 1 0,-1-1 0,0 1 0,0-1 0,1 1 0,-1-1 0,0 1 0,-14 20-4098,-3-8 3464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5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0 64,'-22'11'392,"16"-9"78,0 1-1,0 0 1,0 0 0,0 0-1,1 0 1,0 1 0,-1 0-1,1 0 1,-5 6-1,10-9-328,1 0-1,-1-1 0,0 1 1,0-1-1,1 0 0,-1 1 0,1-1 1,-1 1-1,0-1 0,1 1 0,-1-1 1,1 0-1,-1 1 0,1-1 0,-1 0 1,1 0-1,-1 1 0,1-1 0,-1 0 1,1 0-1,0 0 0,-1 0 0,1 0 1,-1 1-1,1-1 0,-1 0 0,1 0 1,0-1-1,-1 1 0,1 0 1,-1 0-1,2 0 0,23 1 1112,58-9-68,115-30-12764,-185 35 11372,27-7-217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55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88 244,'-52'-13'2291,"39"9"-9,-1 0 0,0 1-1,-1 1 1,-16-1 0,99 3-1509,1-3 0,70-13 0,-66-1-800,-43 9-6,51-7 1,-81 15 32,1 0 0,-1 0-1,0 0 1,1 0 0,-1 0-1,0 0 1,1 0 0,-1 0-1,0 0 1,1 1 0,-1-1-1,0 0 1,1 0 0,-1 0-1,0 0 1,1 0-1,-1 1 1,0-1 0,1 0-1,-1 0 1,0 1 0,0-1-1,1 0 1,-1 0 0,0 1-1,0-1 1,0 0 0,1 0-1,-1 1 1,0-1 0,0 0-1,0 1 1,0-1-1,0 0 1,0 1 0,0-1-1,1 1 1,-4 20-23,-15 25-20,15-39 38,-12 34-36,2 2 0,1 0 0,3 0 0,-8 87 0,11-1-3495,6-123 3129,4 58-4999,-4-61 5016,1 1 1,-1-1-1,1 1 1,0 0-1,0-1 1,0 1-1,1-1 1,-1 0-1,1 0 1,0 1-1,0-1 1,0 0-1,0 0 1,4 3-1,4 0-208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5:55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56 172 324,'-23'-10'840,"6"-1"824,6 1 1093,6 3 379,7-3-236,12 2-572,10-3-604,13 1-639,7-1-797,1-1-1309,3 1-1999,-1-2-812,-5 3 168,-9 0 791,-3-3 1117,-7-2 1012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0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195 791 36,'-28'-7'405,"-58"-18"2012,77 21-1552,-1 0 1,1 0-1,0 0 1,1-1 0,-1-1-1,-11-9 1,19 15-792,1 0-1,-1 0 1,1-1 0,0 1 0,-1 0-1,1 0 1,0 0 0,0-1 0,-1 1-1,1 0 1,0 0 0,0-1 0,-1 1-1,1 0 1,0-1 0,0 1 0,-1 0-1,1-1 1,0 1 0,0 0 0,0-1-1,0 1 1,0-1 0,0 1 0,0 0-1,0-1 1,0 1 0,0-1 0,0 1-1,0 0 1,0-1 0,0 1 0,0 0 0,0-1-1,0 1 1,0-1 0,0 1 0,1-1-1,16-4 745,28 7-1033,-42-2 385,60 0-94,1-2-1,-1-4 0,0-2 1,79-20-1,10-1 9,285-31 477,-9 2 34,415-48 841,-783 99-1246,884-129 982,-561 70-830,-215 39-259,35-6-90,351-68-31,-518 92 79,-10 2 108,-1 1 0,2 1 0,33-2 0,-210 32-15952,98-22 14351,-7-1 777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3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176 129 52,'1'-3'263,"-1"-1"0,0 1 1,1-1-1,0 1 0,0 0 0,0 0 1,0-1-1,0 1 0,1 0 0,0 0 0,-1 0 1,1 0-1,0 0 0,0 1 0,1-1 0,-1 1 1,0-1-1,1 1 0,0 0 0,4-3 1,-2 1 75,-1 0-1,1 0 1,-1 0 0,0-1 0,0 0 0,5-8 0,-9 13-252,1-1-1,-1 1 1,0 0-1,0-1 1,1 1-1,-1-1 1,0 1-1,0-1 1,0 0-1,1 1 1,-1-1-1,0 1 1,0-1-1,0 1 0,0-1 1,0 1-1,0-1 1,0 1-1,0-1 1,-1 0-1,1 1 1,0-1-1,0 1 1,0-1-1,0 1 1,-1-1-1,1 1 1,0-1-1,-1 1 1,1 0-1,0-1 1,-1 1-1,1-1 1,0 1-1,-1 0 1,0-1-1,-25-7 1485,-30 10-545,37 0-878,0 1 0,-35 12-1,50-14-140,-1 1 0,1-1 0,0 1 0,0 0 0,-1 0 0,1 1 0,1-1 0,-1 1 0,0 0 0,1 0 0,-1 0 0,1 0-1,0 1 1,0-1 0,0 1 0,0 0 0,1 0 0,-3 4 0,5-5-4,-1 0 0,1 0 0,0 1 0,0-1 0,0 0 0,0 0 0,1 0 0,-1 0 0,1 0 0,0 0 0,-1 0 0,1 0 0,1 0-1,-1 0 1,0 0 0,1 0 0,0-1 0,-1 1 0,1-1 0,0 1 0,0-1 0,1 0 0,-1 1 0,3 1 0,9 8 28,0 0 0,29 17 1,-33-23-17,20 12 38,-20-13-24,0 0 0,-1 1 0,1 0-1,-1 1 1,0 0 0,-1 1 0,0-1 0,0 1 0,0 1 0,7 12-1,-14-20 9,0 0 0,-1 0 0,1 0 0,-1 0 0,1 1 0,-1-1 0,0 0 0,1 0 0,-1 0 0,0 1 0,0-1 0,0 0 0,0 0 0,0 1 0,0-1 0,0 0 0,-1 0 1,1 0-1,0 1 0,-1-1 0,1 0 0,0 0 0,-1 0 0,0 0 0,1 0 0,-2 2 0,0-1 34,0 0 1,0-1 0,-1 1 0,1-1-1,0 1 1,-1-1 0,1 0 0,0 0 0,-1 0-1,0 0 1,-4 0 0,-4 1 93,0-1 0,-1 0 0,1-1 0,-22-1 1,27 0-335,0 0 1,0-1 0,0 1 0,0-1-1,0 0 1,0 0 0,1-1 0,-1 0 0,1 0-1,-1 0 1,-4-4 0,9 6-85,0 0 1,0-1 0,0 1-1,0 0 1,0 0 0,0-1-1,0 1 1,1 0-1,-1-1 1,0 1 0,1-1-1,-1 1 1,1-1 0,-1 1-1,1-1 1,0 1-1,0-1 1,0-2 0,0 2-238,1-1 0,-1 1 1,1-1-1,0 1 1,0 0-1,0-1 1,0 1-1,0 0 1,0 0-1,1 0 1,-1-1-1,1 1 0,0 1 1,3-5-1,27-13-2395,-15 13 2388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4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12 224,'-8'-1'284,"-35"-5"3241,0 9 3965,89 1-4349,-13 0-2934,20-2-16,97-10-1,-64-2-2782,-71 11-451,-16 5-1607,-10 4 457,3-5 4232,-4 2-732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4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96 240,'4'-50'5273,"-1"4"3036,20 144-6702,-20-38-2557,2 19-3316,-4-72 3469,0-1 0,1 0 0,-1 1 0,1-1 0,1 0 0,-1 0 0,1 0 0,0 0 0,4 6 0,-6-11 678,0 0 0,0 0 0,0 0 1,-1 0-1,1 0 0,0 0 0,0 0 0,1 0 1,-1 0-1,0 0 0,0-1 0,0 1 0,1 0 1,-1-1-1,2 2 0,9-2-211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12 102 152,'-2'-4'224,"0"0"-1,1 1 1,-1-1-1,1 0 1,0 0-1,0 0 1,1 0-1,-1 0 1,1 0-1,0 0 1,0 0-1,0 0 1,0 0-1,2-5 1,-1 6-113,1 1 1,-1 0-1,0 0 1,1 0-1,0-1 1,-1 2-1,1-1 1,0 0 0,0 0-1,0 1 1,0-1-1,0 1 1,1-1-1,-1 1 1,0 0-1,1 0 1,-1 0 0,0 0-1,1 0 1,0 1-1,-1-1 1,1 1-1,3-1 1,1 0-77,0 1 0,0-1 0,1 1 1,-1 0-1,0 1 0,0-1 0,12 4 0,-17-4 9,-1 1 0,1-1 0,-1 1-1,0-1 1,1 1 0,-1-1 0,0 1 0,1 0-1,-1-1 1,0 1 0,0 0 0,1 0-1,-1 0 1,0 0 0,0 0 0,0 0-1,0 1 1,-1-1 0,1 0 0,0 0-1,0 1 1,-1-1 0,1 0 0,-1 1-1,1-1 1,-1 1 0,0-1 0,1 0-1,-1 1 1,0-1 0,0 1 0,0-1-1,0 1 1,0-1 0,0 1 0,-1-1-1,1 1 1,0-1 0,-1 1 0,1-1-1,-1 0 1,1 1 0,-2 1 0,-5 13 797,4-10-493,0 0-1,0 0 1,1 0-1,0 0 1,0 1-1,-1 11 1,3-15-308,1-1 0,-1 1 0,0 0 1,1 0-1,0-1 0,-1 1 1,1 0-1,0-1 0,1 1 1,-1-1-1,0 1 0,1-1 1,-1 1-1,1-1 0,0 0 1,0 0-1,0 0 0,0 0 1,0 0-1,3 1 0,12 10 63,1-1 0,28 14 1,-33-20 178,0 0 1,-1 1 0,0 1-1,0 0 1,-1 1 0,0 0-1,-1 1 1,13 13 0,-23-22-227,1-1 0,-1 1-1,1 0 1,-1 0 0,0-1 0,1 1 0,-1 0 0,0 0 0,1 0 0,-1-1-1,0 1 1,0 0 0,0 0 0,0 0 0,0 0 0,0 0 0,0-1 0,0 1-1,0 0 1,0 0 0,-1 0 0,1 0 0,0-1 0,0 1 0,-1 0 0,0 1-1,-20 17 826,-36 4-246,53-21-602,-17 4-194,0 0 1,0-1 0,-24 2 0,35-6-728,0-1 1,-1 0 0,1 0-1,0-1 1,-11-2-1,20 3 669,0 0 0,0 0 0,1 0 0,-1 0 0,0 0 0,0-1 0,0 1 0,0 0 0,0 0 0,1-1 0,-1 1 0,0 0 0,0-1 0,0 1 0,1-1 0,-1 1 0,0-1 0,1 1 0,-1-1 0,0 1 0,1-1 0,-1 0 0,1 1 0,-1-1-1,1 0 1,-1 0 0,1 1 0,-1-1 0,1 0 0,0 0 0,0 0 0,-1 1 0,1-1 0,0 0 0,0 0 0,0 0 0,0 0 0,0 0 0,0 1 0,0-1 0,0 0 0,0 0 0,0 0 0,0 0 0,1 0 0,-1 1 0,0-1 0,1 0 0,-1 0-1,1 0 1,10-8-768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22 96,'-21'2'694,"-19"-2"4959,59-3 171,16-2-5487,50-2 174,-15 1-3373,-23 4-6327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3 111 40,'15'-33'3157,"-15"32"-2697,1 0 0,-1 0 0,1 0 0,-1 0 0,1 1 0,0-1 0,0 0 0,-1 0 0,1 0 0,0 1 0,0-1 0,0 1 0,0-1 1,0 0-1,0 1 0,-1-1 0,3 1 0,0 11 3598,-6 15-3336,3-25-551,-15 70 825,11-55-954,0-1 0,1 1 0,0-1 0,1 1 0,1 0 0,0 0 0,1 0 0,3 20 0,-3-34-45,1-1 0,-1 0 0,0 0 0,0 1 1,1-1-1,-1 0 0,1 0 0,-1 0 0,1 0 0,-1 1 0,1-1 0,0 0 0,-1 0 1,1 0-1,0 0 0,0-1 0,0 1 0,0 0 0,0 0 0,0 0 0,0-1 1,0 1-1,1 0 0,-1-1-5,1 0 1,-1 0-1,0 0 0,0 0 1,0 0-1,1 0 1,-1-1-1,0 1 1,0 0-1,0-1 0,0 1 1,1-1-1,-1 1 1,0-1-1,0 0 0,0 0 1,0 1-1,1-3 1,3-2-21,0 0-1,0-1 1,0 1 0,-1-1 0,0 0 0,5-10 0,-3-3 11,0 1 0,-1-1 1,-1 0-1,0-1 0,-2 1 0,0-1 0,-1-23 1,0 14 44,1 0 0,7-35 0,-9 64-29,0 0 0,0 0 0,0 0 1,0 0-1,0-1 0,0 1 0,0 0 0,0 0 0,0 0 0,0 0 1,0-1-1,1 1 0,-1 0 0,0 0 0,0 0 0,0 0 1,0 0-1,0 0 0,0-1 0,1 1 0,-1 0 0,0 0 1,0 0-1,0 0 0,0 0 0,1 0 0,-1 0 0,0 0 0,0 0 1,0 0-1,0 0 0,1 0 0,-1 0 0,0 0 0,0 0 1,0 0-1,1 0 0,-1 0 0,0 0 0,0 0 0,0 0 0,0 0 1,1 0-1,-1 0 0,0 0 0,0 0 0,0 0 0,0 0 1,0 1-1,1-1 0,-1 0 0,0 0 0,0 0 0,0 0 1,0 0-1,0 0 0,0 1 0,0-1 0,1 0 0,-1 0 0,0 0 1,0 0-1,0 1 0,0-1 0,0 0 0,0 0 0,14 22-14,8 27 52,-8-11-164,93 227-1586,-103-258 2196,4 5-6002,-3-26-4809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6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74 104 164,'-8'-2'359,"-37"-13"2025,43 14-2005,1 0 0,-1 1-1,1-1 1,-1 0 0,1-1 0,-1 1 0,1 0 0,0 0 0,-1-1 0,1 1 0,0 0 0,0-1 0,-1-2-1,2 4-224,0-1 0,-1 0-1,1 1 1,1-1-1,-1 0 1,0 0-1,0 1 1,0-1-1,0 0 1,0 1-1,1-1 1,-1 0-1,0 0 1,0 1 0,1-1-1,-1 1 1,1-1-1,-1 0 1,1 1-1,-1-1 1,1 1-1,-1-1 1,1 1-1,-1-1 1,1 1 0,-1 0-1,1-1 1,0 1-1,-1-1 1,1 1-1,0 0 1,-1 0-1,1 0 1,1-1-1,28-9 227,-26 9-192,40-9-6482,55-6 1,-65 11 5381,3-1 310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38 112,'-24'1'-322,"-19"1"5044,28 1 268,47-2-2712,60-10-2129,0-9-5214,-27 5-728,-42 9 4962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7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65 180,'7'-24'1383,"-7"22"-751,0 0 0,0 0 0,0 0 0,0 0 0,0-1-1,0 1 1,-1 0 0,1 0 0,-1 0 0,1 0 0,-1 0 0,-1-3-1,1 4-336,1 1-1,-1-1 1,0 0-1,1 0 1,-1 1-1,0-1 1,1 0-1,-1 1 1,0-1-1,0 1 1,1-1-1,-1 1 1,0-1-1,0 1 1,0 0-1,0-1 1,0 1-1,0 0 1,0 0-1,0 0 1,1 0-1,-1-1 1,0 1-1,0 0 1,-2 1-1,-20 9 44,10-1-259,0 2 1,0 0 0,2 0 0,-1 1-1,2 1 1,-1 0 0,2 0-1,0 1 1,0 0 0,1 1 0,1 0-1,-9 27 1,13-35-70,1 0 0,0 0 0,0 1 0,1-1 0,0 1 0,0-1 0,1 1 0,0-1 0,0 1 0,1-1 0,0 1 0,0-1 0,1 0 0,-1 1 0,2-1 0,-1 0 0,1 0 0,0 0 0,1 0 0,-1-1 0,1 0 0,1 1 0,-1-1 0,1-1 0,0 1 0,0-1 0,1 0 0,0 0 0,11 8 0,-9-8-101,1-1 0,-1 1 0,1-2 0,0 1 1,0-1-1,0-1 0,0 1 0,0-2 0,0 1 0,1-1 0,-1 0 1,1-1-1,-1-1 0,0 1 0,1-1 0,-1-1 0,0 1 1,1-2-1,-1 1 0,0-1 0,-1-1 0,1 0 0,14-8 1,-21 11 77,-1 0 1,0 1 0,0-1 0,0 0 0,0 0 0,0 0 0,0 0 0,0 0 0,0 0 0,-1 0 0,1 0 0,0 0 0,-1 0-1,1 0 1,0-1 0,-1 1 0,1 0 0,-1 0 0,0-1 0,1 1 0,-1 0 0,0 0 0,0-1 0,0 1 0,0-3 0,-1 3 2,0-1 0,0 0 0,0 0 0,0 1 0,0-1 0,0 1 0,0-1 0,0 1 0,-1-1 0,1 1 0,-1 0 0,1-1 0,-1 1 0,0 0 0,-1-1 0,-8-3-23,1 0 0,-1 0-1,-1 1 1,-14-3 0,-33-2-90,46 8 96,0-1 1,0 0-1,0-1 0,-22-7 0,93 5-212,-49 5 254,0 2 0,1-1 0,-1 1 0,0 0 0,0 1 0,0 0-1,-1 1 1,1 0 0,-1 0 0,1 0 0,-1 1 0,-1 1 0,1-1 0,-1 1 0,0 1 0,0-1 0,8 11-1,2 4-105,-2 0-1,0 1 0,-1 0 1,-1 1-1,11 26 0,-11-2-5017,-12-40 4047,0-1 0,1 1-1,0-1 1,0 1 0,0-1 0,1 0-1,0 1 1,7 9 0,3-3 313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50 40,'-9'-4'357,"-22"-13"3206,30 16-3058,0 1 0,-1-1 0,1 0 0,0 0 0,0 0 0,0 0 0,0 0-1,0 0 1,0 0 0,0 0 0,0 0 0,0 0 0,0 0 0,0-1 0,1 1 0,-1 0 0,0-3 0,2 4-346,0-1 0,0 0 0,0 0 0,0 1 1,0-1-1,0 1 0,0-1 0,0 1 0,0-1 1,0 1-1,0 0 0,1-1 0,-1 1 0,0 0 1,0 0-1,0 0 0,0 0 0,1 0 0,-1 0 1,0 0-1,0 0 0,2 1 0,7 3-4,-22 5 156,-9-6-313,21-3-170,-1 0-1,0 0 1,1 0 0,-1-1 0,1 1 0,-1 0-1,1 0 1,-1-1 0,1 1 0,0-1 0,-1 1-1,1 0 1,-1-1 0,1 1 0,0-1 0,-1 1-1,1-1 1,0 1 0,0-1 0,-1 1 0,1-1-1,0 1 1,0-1 0,0 0 0,0 1 0,-1-1-1,1 1 1,0-1 0,0 1 0,0-1-1,0 0 1,1 0 0,6 13-9428,-5-8 8902,5 10-219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8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18 96,'1'2'259,"0"0"1,0 1-1,0-1 1,1 0-1,-1 0 0,0 0 1,1 0-1,0 0 1,-1 0-1,1 0 1,0 0-1,0-1 0,0 1 1,0-1-1,0 1 1,0-1-1,1 0 0,-1 0 1,0 0-1,3 1 1,-3-1 33,0-1 1,0 1-1,0 0 1,0 0-1,0 0 1,0 0-1,-1 0 1,1 0-1,0 0 1,-1 1-1,1-1 1,-1 0-1,1 1 1,-1 0-1,0-1 1,0 1-1,0 0 1,0-1-1,0 1 1,1 3-1,-2-5-139,0 1 0,0 0 0,0 0 0,0 0 0,0-1 0,0 1 0,0 0 0,0 0 0,0 0 0,-1-1 0,1 1 0,0 0 0,0 0 0,-1-1 0,1 1 0,-1 0 0,1-1 0,0 1 0,-1 0 0,1-1 0,-1 1 0,0-1 0,1 1 0,-1-1 0,1 1-1,-2 0 1,-26 9 1660,-27-8-923,52-2-891,1 0-1,0-1 1,-1 1 0,1-1-1,0 0 1,0 0 0,0 0-1,-1 0 1,1 0 0,0 0-1,0 0 1,-2-2 0,3 1-311,0 1 0,0 0-1,0 0 1,0 0 0,1-1 0,-1 1 0,0 0 0,1-1 0,-1 1 0,1-1 0,-1 1 0,1-1 0,0 1 0,0-1 0,-1 1-1,1-1 1,0 1 0,0-1 0,1 1 0,-1-1 0,0 1 0,0-1 0,1-1 0,0-1-548,1 1 0,-1-1 0,1 0 0,0 1 0,0-1 0,0 1 0,1-1 1,-1 1-1,4-3 0,17-13-1143,0 9 1514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75 44,'-68'-30'5515,"55"24"4377,69 6-9459,0-3 0,-1-2 0,110-26-1,-165 32-393,1-1-1,-1 0 0,0 1 0,1-1 1,-1 1-1,0-1 0,1 1 1,-1-1-1,0 1 0,1 0 1,-1-1-1,0 1 0,0-1 0,0 1 1,0-1-1,0 1 0,0 0 1,0-1-1,0 1 0,0-1 1,0 1-1,0 0 0,0-1 0,0 1 1,0-1-1,0 1 0,-1 0 1,1-1-1,0 1 0,0-1 1,-1 1-1,1 0 0,-11 43 182,0 2-35,-7 265 559,22-179-6818,-2-118 3106,-1-8 248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0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97 60,'-5'-6'368,"0"-2"408,8 1 584,4 3 528,4-4-119,8 1-257,6-1-264,6 2-344,4-3-360,2 1-252,0 2-260,-2-3-740,-7 3-1328,-2 4-388,-10 2 199,-9-2 497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12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66 148,'-11'3'-1312,"-16"1"16087,42-5-11978,273-38-1804,-117 11-1388,-143 24 227,-39 4-1407,-46 8-3313,40-4 2889,0 1 0,0 1 0,1 0-1,-31 18 1,30-14 1624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13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31 117 52,'-31'13'3429,"44"-17"-1883,187-60 4349,-107 40-5174,124-13 1,-193 38-1079,-24-1 225,0 0 0,1 1 0,-1-1 0,0 0 0,1 0 0,-1 0 0,0 1 1,0-1-1,1 0 0,-1 0 0,0 1 0,0-1 0,1 0 0,-1 1 0,0-1 0,0 0 0,0 1 0,0-1 0,1 0 0,-1 1 0,0-1 0,0 0 0,0 1 0,0-1 1,0 0-1,0 1 0,0-1 0,0 1 0,0-1 0,0 0 0,0 1 0,0-1 0,-2 3-429,1 0 1,-1 0-1,1-1 1,-1 1-1,0-1 1,0 1-1,0-1 1,0 0-1,0 0 1,-1 0-1,-3 3 0,-10 6-206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27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397 170 28,'-2'-5'333,"1"1"0,1-1 0,-1 0 0,1 0 0,0 0-1,0 1 1,0-1 0,1 0 0,0 0 0,2-8 0,-2 9 264,0-1-1,0 1 1,0-1 0,-1 1-1,0-1 1,0 0 0,0 1 0,0-1-1,-1 0 1,-1-7 0,2 12-527,0-1 0,0 1-1,0-1 1,-1 1 0,1 0 0,0-1 0,0 1 0,0-1 0,-1 1 0,1 0 0,0-1 0,0 1 0,-1-1 0,1 1 0,0 0 0,-1 0 0,1-1 0,0 1 0,-1 0 0,1 0 0,0-1-1,-1 1 1,1 0 0,-1 0 0,1 0 0,-1-1 0,1 1 0,0 0 0,-1 0 0,1 0 0,-1 0 0,1 0 0,-1 0 0,1 0 0,-1 0 0,1 0 0,0 0 0,-1 0 0,1 1 0,-1-1 0,1 0-1,-1 0 1,1 0 0,0 0 0,-1 1 0,1-1 0,0 0 0,-1 0 0,1 1 0,-1-1 0,1 0 0,0 1 0,0-1 0,-1 0 0,1 1 0,0-1 0,0 1 0,-1-1 0,1 0 0,0 1-1,0-1 1,0 1 0,-19 30 138,18-27-76,-162 385 72,157-373-215,-1 1-7,4-12 7,1 1-1,-1-1 0,1 1 1,1 0-1,-1 0 0,1 0 0,0 0 1,-1 7-1,7-12-38,3-10 21,5-13-13,16-62-143,-3-1 0,-4-1 0,11-100 0,-16 92 19,-17 101 127,0-1 1,1 1-1,0 0 0,0-1 0,0 1 0,1 0 0,0-1 0,3 8 0,26 63 119,-25-64-84,59 116 16,-44-94-2,-3 1 0,-1 0-1,-1 2 1,16 62-1,-31-98 0,0 1 0,-1-1 0,1 1 0,-1-1-1,0 1 1,0-1 0,0 1 0,0-1 0,0 1-1,0 0 1,-1-1 0,1 0 0,-1 1 0,0-1 0,-1 4-1,2-5-4,-1-1-1,1 0 1,0 1-1,-1-1 0,1 0 1,0 0-1,-1 1 1,1-1-1,-1 0 1,1 0-1,-1 1 0,1-1 1,0 0-1,-1 0 1,1 0-1,-1 0 0,1 0 1,-1 0-1,1 0 1,-1 0-1,1 0 1,-1 0-1,1 0 0,-1 0 1,1 0-1,-1 0 1,1-1-1,-21-13-10,-23-28 10,-3 1 0,-1 3-1,-2 2 1,-1 2 0,-2 2 0,-69-30 0,102 54-9,10 4-7,0-1 0,0 0-1,1-1 1,-1 1-1,-8-8 1,72 13-86,-11 7 106,1-3 1,0-2-1,0-1 1,0-2-1,0-3 1,0-1-1,-1-2 1,0-2-1,0-2 0,46-18 1,-212 132 485,49-40-500,3 4 1,-100 123 0,163-180 1711,-1 4-3808,-3 4-6160,20-35 3008,3 2 4749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28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278 165 140,'16'-48'1466,"-11"35"-530,0-1 0,-1 1 0,0-1 0,-1 0 1,1-20-1,-3 33-856,-1 1 1,0-1-1,-1 0 0,1 1 1,0-1-1,0 1 1,0-1-1,0 1 1,0-1-1,0 0 0,-1 1 1,1-1-1,0 1 1,0-1-1,-1 1 1,1-1-1,0 1 0,-1-1 1,1 1-1,-1 0 1,1-1-1,-1 1 1,1 0-1,-1-1 0,1 1 1,-1 0-1,1-1 1,-1 1-1,1 0 1,-1 0-1,1-1 0,-2 1 1,-24 2 1202,-31 21-496,51-21-610,-11 7-123,-1 0 0,2 1 0,-1 0-1,1 2 1,1 0 0,0 0 0,1 1-1,0 1 1,1 1 0,-15 21 0,23-30-51,1 1 1,0-1-1,1 0 1,-1 1-1,1 0 1,0 0 0,1 0-1,0 0 1,0 1-1,1-1 1,0 0-1,0 1 1,0-1-1,1 1 1,0-1 0,1 1-1,0-1 1,0 1-1,0-1 1,1 0-1,0 0 1,1 0 0,-1 0-1,1 0 1,1 0-1,-1 0 1,1-1-1,0 0 1,8 9 0,-5-8 3,0 0 0,0 0 1,1-1-1,0 0 0,0 0 1,0-1-1,1 0 0,0 0 1,0-1-1,0 0 0,0-1 1,1 0-1,-1 0 1,1-1-1,14 1 0,-13-2-4,1 0-1,0-1 0,0 0 1,-1-1-1,1-1 1,0 1-1,-1-2 0,0 0 1,1 0-1,-1-1 0,0 0 1,17-10-1,-26 13-4,-1 0-1,1 1 0,-1-1 1,1 0-1,-1 0 1,1 0-1,-1 0 1,0 0-1,1-1 0,-1 1 1,0 0-1,0-1 1,0 1-1,0-1 0,0 1 1,0-1-1,0 1 1,-1-1-1,1 0 1,0 1-1,-1-1 0,1-2 1,-1 2-3,-1 1 0,1-1 1,-1 1-1,0-1 0,1 1 0,-1 0 1,0-1-1,0 1 0,0 0 0,1-1 1,-2 1-1,1 0 0,0 0 0,0 0 1,0 0-1,0 0 0,-1 0 0,1 0 1,-3 0-1,-5-4-19,0 0-1,-1 1 1,0 1 0,0 0-1,0 0 1,-11-1-1,-21 0-85,0 1 0,-1 3 0,-73 7 0,148-9-75,-1 1 0,1 2 0,51 7 0,-78-6 195,0-1 0,0 1 0,0 1-1,0-1 1,-1 1 0,1-1 0,-1 1-1,0 1 1,0-1 0,0 0 0,0 1-1,0 0 1,-1 0 0,0 0-1,1 0 1,-2 1 0,5 7 0,4 10 205,0 1 0,10 37-1,-3-10 250,-17-47-382,5 11-190,0-1 0,0 0 0,1-1 0,11 16 0,-15-25-324,-1 0 0,1 0 0,0 0 0,1 0 0,-1-1 0,0 1 0,1-1 1,4 3-1,-5-4-178,0 0 0,0 0 0,0 0 0,0 0 0,0-1 1,0 1-1,0-1 0,0 0 0,0 0 0,0 0 0,1 0 1,3-1-1,5-2 149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29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75 152,'-2'-3'465,"-22"-39"4156,22 39-4056,1 0 1,-1 1 0,0-1 0,0 1-1,0 0 1,0 0 0,0-1 0,0 1-1,-1 0 1,1 1 0,-5-4-1,6 6-487,1-1 0,-1 1-1,1 0 1,-1-1-1,1 1 1,-1 0-1,1 0 1,-1-1-1,1 1 1,0 0-1,-1 0 1,1 0 0,0-1-1,0 1 1,0 0-1,0 0 1,0 0-1,0 0 1,0 0-1,0-1 1,0 1-1,0 0 1,0 0 0,0 0-1,1 1 1,2 27 118,7 72 173,0 0-3681,-10-100 3117,0 0-1,0-1 1,0 1-1,1 0 1,-1 0-1,0 0 1,0 0-1,1-1 1,-1 1-1,0 0 0,1 0 1,-1 0-1,1-1 1,-1 1-1,1 0 1,0-1-1,-1 1 1,1-1-1,-1 1 1,1 0-1,0-1 1,0 0-1,-1 1 1,1-1-1,0 1 0,0-1 1,-1 0-1,1 1 1,0-1-1,0 0 1,0 0-1,0 0 1,0 0-1,-1 0 1,1 0-1,0 0 1,0 0-1,0 0 0,1 0 1,31-14-2835,-16 3 2593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29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82 101 220,'-6'-10'278,"3"5"106,0 1 0,0-1 0,0 0 0,1 0 0,-1 0 0,1 0 0,1-1 1,-1 1-1,1 0 0,0-1 0,0 1 0,0-9 0,1 14-357,0-1 0,0 1 1,0 0-1,0 0 0,0 0 0,0 0 0,0 0 0,0 0 1,0 0-1,0-1 0,0 1 0,0 0 0,0 0 0,0 0 0,0 0 1,0 0-1,0 0 0,0 0 0,0 0 0,1 0 0,-1-1 0,0 1 1,0 0-1,0 0 0,0 0 0,0 0 0,0 0 0,0 0 1,0 0-1,0 0 0,0 0 0,1 0 0,-1 0 0,0 0 0,0 0 1,0 0-1,0 0 0,0 0 0,0 0 0,0 0 0,1 0 0,-1 0 1,0 0-1,0 0 0,0 0 0,0 0 0,0 0 0,0 0 1,0 0-1,1 0 0,-1 0 0,0 0 0,0 0 0,0 0 0,0 0 1,0 0-1,0 0 0,0 1 0,0-1 0,0 0 0,1 0 0,6 10 620,3 13-123,-9-19-357,0 0-1,-1 1 1,0-1-1,0 0 1,0 0-1,-1 1 0,1-1 1,-1 0-1,0 0 1,0 0-1,0 0 1,-3 5-1,3-7-70,0 0 0,1-1 1,-1 1-1,0-1 0,0 0 0,0 1 1,0-1-1,0 0 0,-1 1 0,1-1 0,0 0 1,-1 0-1,1 0 0,0 0 0,-1 0 1,1 0-1,-1-1 0,0 1 0,1 0 0,-1-1 1,0 1-1,1-1 0,-1 0 0,0 1 1,1-1-1,-1 0 0,0 0 0,1 0 0,-1 0 1,0-1-1,0 1 0,1 0 0,-3-1 1,3 0-79,0 0-1,0 1 1,0-1 0,0 0 0,0 1 0,0-1 0,1 0 0,-1 0 0,0 0 0,0 0 0,1 0 0,-1 0 0,1 0 0,-1 0-1,1 0 1,-1 0 0,1 0 0,-1 0 0,1 0 0,0-1 0,0 1 0,0 0 0,0 0 0,0 0 0,0 0 0,0-1 0,0 1 0,0 0-1,0 0 1,0 0 0,1 0 0,-1 0 0,1-2 0,16-38-967,-14 37 536,0-1 0,0 1 0,0 0 0,1 1-1,-1-1 1,1 1 0,0-1 0,0 1 0,0 0 0,1 0-1,-1 1 1,1-1 0,5-1 0,-7 3 144,0 0 1,0 1-1,0-1 1,0 1-1,0 0 1,0 0-1,0 0 1,0 0-1,0 1 1,0-1-1,0 1 1,0-1-1,0 1 1,0 0-1,0 1 1,0-1-1,-1 0 1,1 1-1,0-1 1,-1 1-1,1 0 1,-1 0-1,3 2 1,18 19-637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29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74 232,'2'-2'297,"0"0"0,-1 0 0,0 0 0,1 0 0,-1 0 0,0-1 1,0 1-1,0 0 0,0 0 0,0-1 0,0 1 0,-1-1 0,1 1 0,-1-1 0,0 1 0,0-1 0,0-3 0,-1 4 19,1 1 0,-1-1-1,1 1 1,-1 0-1,0 0 1,0-1 0,0 1-1,0 0 1,0 0 0,0 0-1,0 0 1,0 0-1,0 0 1,0 0 0,-1 0-1,1 1 1,0-1 0,0 0-1,-1 1 1,1-1-1,-3 0 1,-2 0 411,0-1 1,0 1-1,0 1 0,0-1 0,0 1 0,0 0 1,-6 1-1,-23 6-1043,30-6 366,0 1-1,0 0 1,0 0 0,0 1 0,1-1-1,-1 1 1,1 0 0,0 0 0,-1 1-1,1-1 1,1 1 0,-5 4-1,7-6-47,0-1 0,1 1 0,-1 0-1,0 0 1,0 0 0,1 0 0,-1 0-1,1 0 1,0 0 0,0 0 0,-1 0 0,1 0-1,1 0 1,-1 0 0,0 0 0,0 0-1,1 0 1,-1 0 0,1 0 0,-1 0-1,1 0 1,0-1 0,0 1 0,0 0-1,0 0 1,0-1 0,0 1 0,1 0-1,-1-1 1,0 0 0,1 1 0,-1-1 0,1 0-1,3 2 1,4 5 48,2-1 1,-1 0-1,21 9 0,-23-13 19,-1 0-1,0 1 1,0 0-1,0 0 0,-1 0 1,0 1-1,1 0 0,-2 0 1,1 0-1,-1 1 0,1 0 1,4 7-1,-10-12-58,1 0-1,-1 0 1,1 0-1,-1 0 1,0 0-1,1 0 1,-1 0-1,0 0 1,0 0-1,0 0 1,0 0-1,1 0 1,-1 0-1,-1 0 1,1 0-1,0 0 1,0 0 0,0 0-1,0 0 1,-1 0-1,1 0 1,0 0-1,-1 0 1,1 0-1,-1 0 1,-1 1-1,1 0-15,-1-1 0,0 1-1,0-1 1,0 1 0,0-1-1,0 0 1,0 0 0,0 0-1,-1 0 1,1 0 0,-4 0-1,-1 1-486,-1-1-1,1 0 1,-1 0-1,1-1 1,-1 0-1,-13-2 1,-42-16-8153,-11-3 1829,44 16 5906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0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0 409 12,'9'-21'1254,"-1"1"1,-1-1-1,-1-1 1,7-41-1,0-89 7548,-15 94-6067,2 54-2602,0 1 0,0 0 0,-1 0 0,1-1 0,-1 1 0,0 0 0,0 0 0,0 0 0,-1 0 0,1 0 0,-1 0 0,1 0 0,-1 0 0,0 1 0,-2-3 0,3 4-129,1 1 0,-1 0-1,1 0 1,-1 0 0,1 0-1,-1 0 1,1 0 0,-1 1-1,1-1 1,-1 0 0,1 0-1,0 0 1,-1 0 0,1 0-1,-1 1 1,1-1 0,-1 0-1,1 0 1,0 1 0,-1-1-1,1 0 1,0 1 0,-1-1-1,1 0 1,0 1 0,-1-1-1,1 1 1,0-1 0,0 1-1,-1-1 1,1 0 0,0 1-1,0-1 1,0 1 0,0-1-1,0 1 1,0-1 0,-1 1-1,1-1 1,0 1 0,1-1-1,-1 1 1,0-1 0,0 1-1,0-1 1,0 1 0,-3 29 72,3-30-76,1 63-1716,2 0 0,3-1 0,28 123 1,-32-176 652,1 0 0,-1 0 0,2 0 1,-1-1-1,1 1 0,5 8 1,-8-15 842,1 0 0,0 0 0,-1 1 1,1-2-1,0 1 0,0 0 0,0 0 1,0 0-1,0-1 0,1 1 0,-1-1 1,0 0-1,1 0 0,-1 0 0,1 0 1,-1 0-1,1 0 0,0-1 1,-1 1-1,1-1 0,0 0 0,-1 1 1,1-1-1,4-1 0,12-2-162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1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23 249 72,'0'-150'2472,"0"51"3542,-2 203-1925,-7 79-2252,-2 62-1132,10-235-682,1 0 0,1-1 1,0 1-1,0 0 0,1-1 0,6 18 1,-8-25-19,1-1 1,0 1 0,-1-1 0,1 1 0,0-1-1,0 0 1,0 1 0,0-1 0,0 0 0,0 1 0,1-1-1,-1 0 1,0 0 0,1 0 0,-1 0 0,0 0-1,1-1 1,2 2 0,-2-2 2,0 1 0,1-1-1,-1 0 1,0-1 0,0 1-1,0 0 1,0-1 0,0 1-1,0-1 1,0 1 0,0-1-1,0 0 1,0 0 0,0 0 0,-1 0-1,1 0 1,0-1 0,-1 1-1,3-2 1,8-8 11,-1-1-1,0 0 1,-1-1 0,-1 0-1,0 0 1,0-1 0,-1 0-1,7-18 1,30-50 63,12 136 101,-50-50-174,0 0-1,0-1 1,0 0 0,1 0 0,0 0-1,0-1 1,-1 0 0,1 0 0,0-1-1,0 0 1,1-1 0,-1 1-1,0-2 1,0 1 0,12-3 0,-14 2-8,-1 0 0,1-1 1,-1 0-1,1 1 0,-1-2 1,0 1-1,1-1 0,-1 0 1,-1 0-1,1 0 0,0 0 0,-1-1 1,0 0-1,0 0 0,0 0 1,0-1-1,-1 1 0,1-1 1,-1 0-1,0 0 0,-1 0 1,5-9-1,-7 11-4,1 1 0,0 0 0,0 0 0,-1-1-1,0 1 1,1-1 0,-1 1 0,0-1 0,0 1 0,0 0 0,0-1 0,-1 1 0,1-1 0,-1 1 0,1 0 0,-1-1 0,0 1 0,0 0 0,0 0-1,0 0 1,0 0 0,-1-1 0,1 1 0,0 1 0,-1-1 0,0 0 0,1 0 0,-1 1 0,0-1 0,0 1 0,0-1 0,0 1 0,0 0 0,0 0-1,-1 0 1,1 0 0,0 0 0,0 0 0,-3 0 0,0 0-5,1 0-1,-1 0 1,0 0-1,1 1 1,-1-1-1,0 1 1,1 0-1,-1 1 1,0-1-1,1 1 1,-1 0-1,1 0 1,-1 0-1,1 1 1,0 0-1,-1 0 1,1 0-1,0 0 1,-7 5-1,9-5 4,-1 1-1,0 0 1,1-1-1,-1 1 1,1 0-1,0 0 1,0 1-1,0-1 1,0 0-1,1 1 1,-1-1-1,1 1 1,0-1-1,0 1 1,0 0-1,0-1 1,1 1-1,0 0 1,0 6 0,0-4-10,2 0 0,-1 0 0,1 0 0,0 0 0,0 0 1,0 0-1,1-1 0,0 1 0,0-1 0,8 11 0,-2-5-401,0 0-1,1-1 1,0 0-1,1-1 1,0 0-1,1 0 0,0-1 1,0-1-1,22 10 1,-22-12-487,1-1 1,0 0-1,0-1 1,0 0-1,0-1 1,0-1-1,0 0 0,0 0 1,1-2-1,-1 1 1,20-5-1,-7-3 330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1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96 145 104,'-37'-6'572,"9"4"584,9-3 736,7-1 841,15 0-485,11-3-740,14 1-728,11-2-1064,12-1-1656,5 1-608,3-1 95,-4-4 521,1-3 704,5-10 692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2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258 166 60,'5'-43'2003,"-4"35"-1300,0 1 0,0 0 0,-1-1-1,1 1 1,-2-1 0,0-8 0,0 13-477,0 0 0,0 0 1,0 0-1,0 1 0,-1-1 1,1 0-1,-1 1 1,1-1-1,-1 1 0,0 0 1,0 0-1,0-1 0,0 1 1,-1 1-1,1-1 1,0 0-1,-1 0 0,0 1 1,1 0-1,-4-2 0,-2 0 8,0 0-1,0 1 1,0 1-1,0-1 0,-1 1 1,1 0-1,0 1 1,-1 0-1,1 0 1,0 1-1,0 0 0,-1 0 1,1 1-1,-14 5 1,17-6-229,1 1 1,-1 0 0,0 0-1,1 0 1,-1 0 0,1 0-1,0 1 1,0 0 0,0 0-1,0 0 1,1 1 0,-1-1-1,1 1 1,-1 0 0,1 0 0,1 0-1,-1 0 1,0 0 0,1 1-1,0-1 1,0 1 0,1 0-1,-1-1 1,1 1 0,-1 7-1,1-9-10,1 0-1,0-1 1,0 1-1,1 0 1,-1 0-1,1-1 1,-1 1-1,1-1 1,0 1 0,0 0-1,0-1 1,0 0-1,0 1 1,1-1-1,-1 0 1,1 1-1,0-1 1,-1 0-1,4 3 1,-1-2-9,0 0 0,1-1 0,-1 1 0,0-1 0,1 0 0,-1 0 0,1 0 0,0-1 0,0 1 0,5 0 0,2-1-19,1 1 0,0-2-1,-1 1 1,1-2 0,0 0 0,-1 0-1,21-6 1,-16 1 27,-1 0-1,0-2 1,0 0-1,26-18 1,21-11 117,-62 37-109,0-1 0,0 1 0,0 0 0,0-1 0,0 1 0,0 0 0,0 0 0,-1 0 0,1 0 0,0-1 0,0 1 0,0 0 0,0 1 0,0-1 0,0 0 0,0 0 0,0 0 0,0 1 0,0-1 0,0 0 0,0 1 0,0-1 0,0 1 0,-1-1 0,3 2 0,15 24 19,2 45 11,-18-62-17,6 32 20,-2-1-1,-1 1 1,-2 0-1,-4 62 1,-1-74-33,-2 0 1,0-1-1,-2 0 0,-1 0 1,-1 0-1,-1-1 0,-16 33 1,19-49 17,0-1 1,-1 0 0,0 0-1,-1 0 1,-14 13 0,20-21-16,1 0 0,-1-1 1,0 1-1,-1-1 0,1 0 1,0 1-1,0-1 0,0 0 1,-1 0-1,1 0 0,-1-1 1,1 1-1,0-1 0,-5 1 1,6-1-3,-1 0 0,0-1 0,1 1 0,-1-1 0,0 1 0,1-1 1,-1 0-1,0 0 0,1 1 0,-1-1 0,1 0 0,0-1 0,-1 1 0,1 0 0,0 0 1,0 0-1,-1-1 0,1 1 0,0-1 0,0 1 0,1-1 0,-1 1 0,-1-3 0,-5-11-45,1-1 0,1 1 0,1-1-1,0-1 1,0 1 0,2 0 0,0-1-1,1-16 1,1 12-880,0 1-1,2 0 1,5-28 0,-2 34-55,-1 0 0,2 0 1,0 1-1,0 0 0,1 0 1,1 0-1,0 1 0,1 0 0,0 1 1,21-21-1,-4 7 389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3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43 110 40,'14'-11'288,"34"-29"821,-46 38-776,0 0 0,1-1 0,-1 1 0,0-1 0,0 1 0,0-1 0,-1 0 0,1 0 0,-1 0 0,1 0 0,-1 0 0,0 0 0,0 0 0,1-6 0,-2 9-207,0-1-1,0 1 1,0-1 0,0 1-1,0-1 1,0 1-1,-1 0 1,1-1 0,0 1-1,0-1 1,0 1 0,0 0-1,0-1 1,0 1 0,-1-1-1,1 1 1,0 0 0,0-1-1,-1 1 1,1 0 0,0 0-1,-1-1 1,1 1-1,0 0 1,0-1 0,-1 1-1,1 0 1,-1 0 0,1 0-1,0-1 1,-1 1 0,1 0-1,-1 0 1,1 0 0,0 0-1,-1 0 1,-20 4 2220,-14 18-512,28-15-1712,1-1-1,0 1 0,0 1 0,1-1 0,0 1 0,0 0 0,1 1 0,0-1 1,1 1-1,-1-1 0,2 1 0,-1 0 0,1 0 0,-1 10 0,3-16-114,0 1 0,-1 0 0,1-1 0,1 1 0,-1-1 0,0 1 0,1 0 1,0-1-1,0 1 0,0-1 0,0 0 0,0 1 0,1-1 0,0 0 0,-1 1 0,1-1 0,0 0 0,0-1 0,1 1 0,-1 0 0,1-1 0,-1 1 0,1-1 0,0 1 0,0-1 0,0 0 0,0-1 0,0 1 0,1 0 0,-1-1 0,0 0 0,1 0 0,-1 0 0,1 0 0,0 0 0,-1-1 0,1 1 0,5-1 0,-6 0-6,0 1 1,0-1-1,0 0 0,1 0 0,-1 0 1,0 0-1,0 0 0,0-1 0,0 1 0,0-1 1,0 0-1,0 0 0,0 0 0,0 0 1,0-1-1,-1 1 0,1-1 0,0 0 0,-1 0 1,1 0-1,-1 0 0,0 0 0,0 0 1,1 0-1,-2-1 0,1 1 0,0-1 0,0 0 1,-1 1-1,1-1 0,-1 0 0,0 0 1,0 0-1,1-6 0,-1 3-22,0 0-1,-1-1 1,0 1 0,0 0-1,-1 0 1,1-1 0,-1 1-1,-1 0 1,1 0 0,-1 0-1,0 0 1,-1 0 0,1 1-1,-1-1 1,0 1 0,-7-10-1,-29-26-2419,8 25-5535,47 29 1961,6-5 5463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3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258 407 28,'1'-1'135,"0"0"0,0 0 0,-1 0 1,1 0-1,0 0 0,-1 0 0,1 0 0,-1 0 0,1 0 0,-1 0 1,1 0-1,-1 0 0,0 0 0,0 0 0,1 0 0,-1 0 0,0-1 1,0 1-1,0 0 0,0 0 0,0 0 0,-1 0 0,1 0 0,0-1 1,0 1-1,-1 0 0,1 0 0,-1 0 0,1 0 0,-1 0 0,1 0 1,-1 0-1,0 0 0,1 0 0,-1 0 0,0 0 0,0 1 0,0-1 0,1 0 1,-1 0-1,0 1 0,0-1 0,0 1 0,0-1 0,0 1 0,0-1 1,-1 1-1,0-1 0,-3-1 453,0 0 1,-1 0 0,1 1-1,0 0 1,0 0-1,-1 0 1,1 0 0,0 1-1,-9 0 1,3 3-221,0-1 0,0 1 0,0 1-1,0 0 1,1 0 0,-1 1 0,1 0 0,0 1 0,1 0 0,-11 9 0,15-11-327,0 0 1,1 1 0,-1-1-1,1 1 1,0 0 0,0 0-1,0 0 1,1 0 0,0 1-1,0-1 1,0 1-1,0 0 1,1 0 0,0 0-1,1 0 1,-1 0 0,1 1-1,0-1 1,1 11 0,-1-15-43,1 0 1,0 0-1,1 0 1,-1-1-1,0 1 1,0 0-1,1 0 1,-1 0-1,1 0 1,0 0 0,-1-1-1,1 1 1,0 0-1,0-1 1,0 1-1,0 0 1,0-1-1,1 1 1,-1-1-1,0 0 1,1 1-1,-1-1 1,1 0 0,-1 0-1,1 0 1,0 0-1,-1 0 1,1 0-1,0-1 1,0 1-1,0 0 1,-1-1-1,1 1 1,0-1 0,0 0-1,0 0 1,0 0-1,0 0 1,0 0-1,3-1 1,1 0-6,-1 0-1,1 0 1,-1-1 0,0 0 0,1 0 0,-1 0-1,0-1 1,0 1 0,0-1 0,-1 0 0,1-1-1,7-7 1,-5 2 5,-1 1-1,1-2 1,-2 1-1,0-1 1,0 1-1,4-12 1,11-22 9,-20 42-7,0 1 0,1-1-1,-1 1 1,0 0 0,1-1-1,-1 1 1,0 0 0,1-1-1,-1 1 1,0 0 0,1-1-1,-1 1 1,1 0 0,-1 0-1,0-1 1,1 1 0,-1 0-1,1 0 1,-1 0 0,1 0-1,-1 0 1,1 0 0,-1 0-1,1 0 1,-1 0 0,0 0-1,1 0 1,-1 0 0,1 0-1,-1 0 1,1 0 0,-1 0-1,1 0 1,-1 1 0,1-1-1,-1 0 1,0 0 0,1 1-1,-1-1 1,0 0 0,1 0-1,-1 1 1,1-1 0,-1 0-1,0 1 1,1 0 0,19 22 102,-15-15-67,4 3-33,1 0 0,0-1 1,0 0-1,1 0 0,1-1 0,-1-1 0,1 0 1,1-1-1,14 7 0,-21-12-58,1 0 1,-1 0-1,1 0 0,-1-1 1,1 0-1,-1-1 0,1 1 1,0-1-1,0 0 0,-1-1 1,1 0-1,0 0 0,-1 0 1,1-1-1,-1 0 0,0 0 1,1-1-1,-1 0 0,0 0 1,0 0-1,10-8 0,-7 4 39,0-1 0,0 0 0,-1 0-1,0-1 1,0 0 0,-1-1 0,-1 1-1,1-1 1,-2 0 0,1-1 0,-1 1 0,-1-1-1,0 0 1,0-1 0,-2 1 0,1 0 0,-1-1-1,-1 0 1,0 1 0,0-1 0,-2-17-1,0 12 1,-1 0 0,-1 0 0,0 1 0,-1-1 0,-1 0 0,-1 1 0,0 0 0,-1 1 0,-1-1 0,0 1 0,-1 1 0,0-1 0,-2 2 0,-12-15 0,20 25 3,1 0 0,-1 0 0,0 1 1,0-1-1,0 1 0,-1 0 0,1 0 0,0 0 1,-1 0-1,0 0 0,1 1 0,-1 0 0,0-1 1,1 1-1,-1 1 0,0-1 0,0 1 0,-6-1 1,8 2 6,-1-1 1,0 1 0,1 0 0,0 0 0,-1 0 0,1 1 0,0-1-1,0 0 1,-1 1 0,1-1 0,0 1 0,0 0 0,1 0-1,-1 0 1,0 0 0,1 0 0,-1 0 0,1 0 0,-1 1-1,1-1 1,0 0 0,0 1 0,0-1 0,1 1 0,-1-1 0,0 1-1,1-1 1,-1 4 0,-1 10 10,1 1 1,0-1-1,1 0 0,1 1 1,0-1-1,1 0 0,7 27 0,2-3 0,30 72 0,5-22-252,-32-68-1522,32 40-1,-36-49 829,2-1 1,0-1-1,0 1 0,1-2 1,0 0-1,1 0 0,0-2 1,1 1-1,-1-2 0,20 7 1,4-2-7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5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194 382 40,'-9'0'69,"-78"5"3468,78-5-2524,0-1 0,-1 0 0,1 0 0,0-1 0,0 0-1,0 0 1,-10-5 0,18 7-926,0-1 0,0 0 0,0 1 0,0-1 0,1 0 0,-1 0 0,0 0 0,0 0 0,0 1 0,0-1 0,1 0 0,-1 0 0,1-1 1,-1 1-1,1 0 0,-1 0 0,1 0 0,-1 0 0,1 0 0,0-1 0,0 1 0,-1 0 0,1 0 0,0 0 0,0-1 0,0 1 0,1 0 0,-1 0 0,0 0 0,0-1 0,1 1 0,-1 0 0,0 0 0,1 0 0,-1 0 0,1 0 0,0 0 0,-1 0 0,1 0 0,0 0 0,-1 0 0,3-2 0,39-45 51,-38 43-14,62-57-17,-45 46-111,-1-2 0,-1 0 0,-1-1 1,-1-1-1,0-1 0,26-45 0,-42 65 3,0 0-1,-1-1 1,1 1-1,0 0 0,-1 0 1,0 0-1,1-1 0,-1 1 1,0 0-1,1-1 0,-1 1 1,0 0-1,0 0 0,0-1 1,0 1-1,0 0 0,0-1 1,-1 1-1,1-2 1,-1 3 0,1-1-1,-1 1 1,1-1 0,-1 1 0,0 0 0,1-1 0,-1 1 0,0 0 0,1 0 0,-1-1 0,1 1 0,-1 0 0,0 0 0,1 0 0,-1 0 0,0 0 0,0 0 0,1 0 0,-1 0 0,0 0 0,1 0 0,-1 0 0,0 1 0,1-1 0,-2 0 0,-3 2-1,-1 0 0,1 1 0,0-1 0,-1 1 1,1 0-1,0 0 0,-5 5 0,5-3 8,-1 0 1,1 1-1,0-1 0,0 1 0,1 0 0,0 0 0,0 1 0,0-1 0,1 1 0,0 0 0,0 0 0,-2 10 0,4-12-3,0 0 1,1 0 0,0-1-1,0 1 1,0 0-1,1-1 1,-1 1-1,1 0 1,0-1-1,0 1 1,1-1 0,-1 1-1,1-1 1,0 0-1,0 1 1,1-1-1,-1 0 1,1 0-1,0-1 1,0 1 0,4 3-1,7 6 2,1-1-1,1 0 0,0-1 1,0 0-1,1-1 1,20 7-1,40 25 72,-76-42-67,0 1 0,0-1 0,0 1 0,0 0 0,0-1 0,0 1 0,0 0 0,0 0 0,0-1 0,-1 1 1,1 0-1,0 0 0,0 0 0,-1 0 0,1 0 0,0 0 0,-1 0 0,1 0 0,-1 0 0,0 1 0,1-1 0,-1 0 0,0 0 0,0 0 1,1 0-1,-1 1 0,0-1 0,0 0 0,-1 2 0,0-1 7,0 0 1,0 0-1,0 0 0,-1 0 1,1 0-1,-1-1 0,1 1 1,-1 0-1,0-1 0,0 1 1,0-1-1,0 0 0,-3 3 1,-12 4 45,0 0 0,-34 10 0,45-16-74,-7 3-383,-35 8-545,19-14-6261,43-8 49,-3 2 6571,4 0 160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5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44 155 272,'-4'-79'4657,"3"69"-3010,-1 1 1,0 0-1,0-1 0,-1 1 1,0 0-1,-5-10 1,8 55 291,-1-22-1761,-8 147 11,0-8-3049,9-123 656,1 0 1,2-1 0,6 32 0,-8-54 1749,1 0 1,-1 0-1,1-1 0,1 1 1,0-1-1,-1 1 0,2-1 1,-1 0-1,1 0 0,0 0 1,0-1-1,1 0 0,7 8 1,11 3-178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6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32 204 36,'-2'-1'59,"0"1"1,0-1-1,1 0 0,-1 1 0,0-1 1,1 0-1,-1 0 0,1 0 0,-1-1 1,1 1-1,0 0 0,-1 0 0,1-1 1,0 1-1,0-1 0,0 1 0,0-1 1,0 1-1,0-1 0,0 0 0,1 0 1,-1 1-1,1-1 0,-1 0 0,0-3 1,2 3 26,0 0 1,0 0 0,0 0-1,0 0 1,0 0 0,0 1-1,1-1 1,-1 0 0,1 1-1,-1-1 1,1 1 0,0-1-1,-1 1 1,1 0 0,0-1 0,0 1-1,0 0 1,0 0 0,0 0-1,0 1 1,3-2 0,44-13 160,0 1 1,0 3 0,1 2-1,67-4 1,101-19-298,-179 15 188,-25 5 591,-14 11-672,0 1 1,0-1-1,-1 1 0,1-1 1,0 1-1,0-1 1,0 1-1,-1-1 1,1 1-1,0 0 1,0-1-1,-1 1 0,1-1 1,0 1-1,-1 0 1,1-1-1,-1 1 1,1 0-1,0 0 1,-1-1-1,1 1 0,-1 0 1,1 0-1,-1 0 1,1-1-1,-1 1 1,1 0-1,-1 0 1,1 0-1,-1 0 0,1 0 1,-1 0-1,1 0 1,-1 0-1,0 0 1,-3 0 182,-1 0 0,0 0 0,1 0 1,-1 1-1,1 0 0,-1 0 0,1 0 0,-1 0 1,1 1-1,-1 0 0,1 0 0,0 0 0,0 0 1,0 1-1,0-1 0,-5 6 0,-3 1 156,1 1 0,0 1 0,-17 21 1,21-22-282,0 0 0,1 1 0,0 0 0,0 1 0,2-1 0,-1 1 1,-2 13-1,5-20-81,1 0 1,0 0 0,0 0 0,0 0-1,1 0 1,0 0 0,0 0 0,0 0-1,0 0 1,1 0 0,0 1 0,0-1-1,0 0 1,1-1 0,0 1 0,0 0-1,0 0 1,0-1 0,6 9 0,-7-12-34,1 1 0,-1-1 0,0 1 0,1-1-1,-1 1 1,1-1 0,0 0 0,-1 0 0,1 0 0,0 0 0,0 0 0,0 0 0,0 0 0,0-1 0,0 1 0,0-1 0,0 1 0,0-1 0,0 0 0,0 0 0,0 0 0,4 0 0,-3-1 3,1 0 0,-1-1 0,0 1 0,1 0 0,-1-1 0,0 0 0,0 0 0,0 0 0,0 0 0,-1-1 0,6-4 0,1-4 7,0 0 1,-1-1 0,0 0-1,-1 0 1,9-19 0,12-42 34,-28 73-46,0 0 0,0-1 0,0 1 1,1 0-1,-1 0 0,0 0 1,0 0-1,0-1 0,0 1 0,0 0 1,0 0-1,1 0 0,-1 0 0,0-1 1,0 1-1,0 0 0,0 0 0,1 0 1,-1 0-1,0 0 0,0 0 0,1 0 1,-1 0-1,0-1 0,0 1 0,0 0 1,1 0-1,-1 0 0,0 0 0,0 0 1,0 0-1,1 0 0,-1 0 0,0 0 1,0 1-1,1-1 0,-1 0 0,0 0 1,0 0-1,0 0 0,1 0 0,-1 0 1,0 0-1,0 0 0,0 1 0,0-1 1,1 0-1,-1 0 0,10 15 21,5 25-210,-14-37 90,3 8 244,0 0-1548,0 1 0,1-1 1,0 0-1,11 17 0,-15-26 1135,1 1-1,-1-1 1,1 0-1,0 0 0,0-1 1,0 1-1,0 0 1,0-1-1,0 1 0,0-1 1,1 0-1,-1 1 1,0-1-1,1 0 0,-1-1 1,1 1-1,-1 0 1,1-1-1,-1 1 0,1-1 1,-1 0-1,1 0 1,0 0-1,-1 0 0,1 0 1,0 0-1,3-2 1,15-5-145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6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0 382 108,'9'-162'1683,"-4"51"1131,5 2 3671,-1 143-2225,-2-5-3701,29 148 973,5 24-2477,-8-68-4635,-31-124 4347,0 0 1,2 0 0,-1 0 0,1-1 0,0 0-1,1 1 1,7 9 0,-11-16 414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36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6 232 56,'-1'-2'49,"0"1"0,1-1 1,-1 1-1,1-1 0,-1 1 0,1-1 1,-1 0-1,1 1 0,0-1 0,0 1 0,0-1 1,0 0-1,0 1 0,0-1 0,0 0 1,1 1-1,-1-1 0,0 1 0,1-1 0,-1 0 1,3-2-1,-1 0 49,0 1 0,1-1 1,0 1-1,0-1 0,0 1 1,0 0-1,1 0 0,3-3 1,9-4 211,1 0 1,33-13-1,-47 21-301,-2 2-3,15-7 47,0 0 1,1 1 0,0 1 0,18-3 0,-31 7-24,0 0 0,0 1 0,-1 0 0,1-1 0,0 2 0,0-1 0,0 0 0,0 1 0,-1-1 1,1 1-1,0 0 0,0 1 0,-1-1 0,1 0 0,-1 1 0,1 0 0,-1 0 0,0 0 0,0 0 1,0 1-1,0-1 0,0 1 0,0 0 0,4 5 0,11 21 508,-14-22-389,0 0 1,0 0-1,1 0 1,0-1-1,12 12 1,-15-16-133,1-1 1,-1 1-1,1-1 0,0 1 1,-1-1-1,1 0 1,0 0-1,0 0 0,0 0 1,0 0-1,0-1 0,0 1 1,0-1-1,0 0 0,0 0 1,0 0-1,0-1 0,0 1 1,0 0-1,4-2 1,2-1 40,0 0 1,0-1 0,0 0-1,-1 0 1,0-1 0,0 0-1,0-1 1,-1 1 0,1-2 0,-1 1-1,11-14 1,-16 18-16,1-1 1,-1 1-1,0-1 0,0 0 1,0 0-1,-1 0 0,1 0 1,-1 0-1,1 0 1,-1 0-1,0 0 0,-1 0 1,1-1-1,0 1 0,-1 0 1,0-1-1,1 1 0,-1 0 1,-1-1-1,1 1 1,0-1-1,-1 1 0,0 0 1,0 0-1,0-1 0,0 1 1,0 0-1,0 0 0,-1 0 1,0 0-1,0 0 1,0 1-1,0-1 0,0 0 1,0 1-1,-4-4 0,3 4 18,0-1-1,0 1 0,0 0 1,-1 0-1,1 0 1,0 0-1,-1 1 0,1 0 1,-1-1-1,0 1 0,1 0 1,-1 1-1,0-1 0,1 1 1,-1-1-1,0 1 0,-4 1 1,1 0 56,0 0 0,0 0 0,-1 1 0,1 1 0,0-1 0,1 1-1,-1 0 1,-8 5 0,2 0 85,1 1 0,0 0 0,0 0 0,1 1 0,0 1 0,1 0 0,1 0 0,-10 15 0,15-21-158,1 0 0,0 1 1,1-1-1,-1 1 0,1 0 0,0-1 1,0 1-1,1 0 0,0 0 0,0 0 1,0 1-1,1-1 0,0 0 1,0 0-1,0 0 0,1 0 0,0 0 1,0 0-1,4 10 0,-2-10-79,0 1-1,0-1 1,1 0-1,0 0 1,1 0-1,-1 0 1,1-1-1,0 0 1,0 0-1,1 0 1,0-1-1,-1 0 1,1 0-1,1 0 1,-1 0-1,11 3 1,12 3-1630,0-2 1,0-1-1,1-1 0,0-1 1,0-2-1,58-1 0,-59-2 1044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2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25 231 28,'-3'-13'506,"1"0"1,1 0-1,0-1 1,1 1-1,0 0 1,1 0-1,1 0 1,0-1-1,6-18 1,-3 5 717,-4 24-910,0-1 14,0 0 0,0 1 0,0-1 1,-1 0-1,0 1 0,1-1 0,-1 0 1,0 1-1,-1-1 0,1 0 0,-2-4 1,-3 36 507,5-5-760,-16 679 2173,14-665-2135,-10 89 720,9-121-341,2-19-370,2-24-142,2 13-70,1 1-1,1-1 1,1 1-1,13-32 1,-17 47-28,2 1 0,-1 0 0,1 0 0,1 1 0,-1-1 0,1 1 0,0 0 0,1 0 0,0 0 0,0 1 0,0 0 0,1 0 0,0 1 0,0 0 0,14-8 0,-19 12 102,0 0 0,0 0 0,0 0 0,0 0 0,0 1 0,0-1 0,1 1 1,-1-1-1,0 1 0,0 0 0,0 0 0,1 0 0,-1 0 0,0 0 0,0 1 1,0-1-1,1 0 0,-1 1 0,0 0 0,0-1 0,0 1 0,0 0 1,0 0-1,0 0 0,0 1 0,-1-1 0,1 0 0,0 1 0,-1-1 0,1 1 1,0 0-1,-1-1 0,0 1 0,1 0 0,0 3 0,4 6 22,-1 1-1,-1 0 1,0 0 0,-1 1-1,3 15 1,7 23-24,-9-44 22,1 0-1,0-1 0,0 0 0,0 0 0,0 0 1,1 0-1,0-1 0,0 0 0,1 0 0,-1-1 1,1 0-1,0 0 0,0 0 0,1-1 1,-1 0-1,1 0 0,-1-1 0,1 0 0,0 0 1,11 0-1,-13-1 0,-1-1 1,1 0-1,-1 0 1,1 0-1,-1-1 1,1 0 0,-1 0-1,1 0 1,-1-1-1,0 1 1,0-1-1,1 0 1,5-4-1,-8 3-4,0 1 0,1-1 0,-1 0 0,0 0 0,-1 0 0,1 0-1,0-1 1,-1 1 0,0-1 0,0 1 0,0-1 0,0 0 0,0 0 0,-1 0-1,0 0 1,0 0 0,0 0 0,0 0 0,0-6 0,-1 3-10,-1-1 0,0 1 1,0-1-1,-1 1 0,0-1 1,0 1-1,0 0 0,-1 0 1,0 0-1,-1 0 0,0 0 1,0 1-1,0 0 0,-1-1 1,1 2-1,-1-1 0,-1 1 1,1-1-1,-1 1 0,0 1 1,0-1-1,-1 1 0,-7-4 1,13 7 5,0 1 0,-1-1 0,1 1 0,0-1 0,0 1 0,-1-1 0,1 1 0,0-1 0,-1 1 0,1 0 0,-1 0 0,1 0 0,0 0 0,-1 0 0,1 0-1,-1 0 1,1 0 0,0 1 0,-1-1 0,1 1 0,0-1 0,-1 1 0,1-1 0,0 1 0,0 0 0,0-1 0,-1 1 0,1 0 0,0 0 0,0 0 0,0 0 0,0 0 0,0 0 0,1 0 0,-1 0 0,0 0 0,0 1 0,1-1 0,-1 0 0,1 0 0,-1 1 0,1-1 0,-1 0 0,1 1 0,0 2 0,-1 1-5,0 0 1,0 1-1,1-1 1,0 0-1,1 1 0,-1-1 1,1 1-1,0-1 1,0 0-1,3 8 0,0-5-212,0 0-1,1 0 0,0-1 0,0 1 1,0-1-1,1-1 0,0 1 1,1-1-1,0 0 0,0 0 0,0-1 1,0 0-1,1 0 0,0-1 0,0 0 1,16 6-1,-9-5-628,1-1 0,-1 0 0,0-1 0,1-1-1,0 0 1,0-1 0,-1-1 0,31-3 0,-23-1 388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2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14 144,'-5'-14'958,"2"14"467,-1 24 1318,2-6-2273,-2 0 241,-1 9-45,0 0 0,1 0-1,2 0 1,2 49 0,0-75-660,0-1 0,0 0 0,0 0 1,0 0-1,0 0 0,0 0 0,0 0 1,0 0-1,1 1 0,-1-1 1,0 0-1,0 0 0,0 0 0,0 0 1,0 0-1,1 0 0,-1 0 1,0 0-1,0 0 0,0 0 0,0 0 1,0 0-1,1 0 0,-1 0 0,0 0 1,0 0-1,0 0 0,0 0 1,0 0-1,1 0 0,-1 0 0,0 0 1,0 0-1,0 0 0,0 0 0,0 0 1,1 0-1,-1-1 0,0 1 1,0 0-1,0 0 0,0 0 0,0 0 1,0 0-1,0 0 0,0 0 0,1 0 1,-1-1-1,0 1 0,0 0 1,0 0-1,0 0 0,0 0 0,0 0 1,0-1-1,0 1 0,0 0 0,0 0 1,0 0-1,0 0 0,0 0 1,0-1-1,13-18 170,14-28-36,-24 43-97,5-13 49,27-42 103,-34 56-170,1 1 0,0-1 0,0 1 0,0-1-1,1 1 1,-1 0 0,0 0 0,1 0 0,0 0 0,-1 0 0,1 0-1,0 1 1,0-1 0,0 1 0,0 0 0,5-1 0,-6 2 26,0 0-1,0 0 1,-1 1 0,1-1 0,0 1 0,0-1-1,0 1 1,-1 0 0,1 0 0,0 0 0,-1 0 0,1 0-1,-1 0 1,1 0 0,-1 0 0,1 0 0,-1 1 0,0-1-1,0 1 1,0-1 0,2 4 0,23 43 808,-16-26-609,-6-16-101,0 0-1,1 0 1,0 0-1,0 0 1,0-1-1,11 10 1,-8-10-740,0 0 0,0 0 0,0-1 0,0 0 0,10 4 0,-3-4-916,0 0 0,0-1-1,0 0 1,0-1 0,1-1-1,27-1 1,-20-2 1097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3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42 64,'0'-1'134,"0"-1"0,0 0 0,0 1 0,0-1 0,0 0 0,-1 1 0,1-1 0,0 1 0,-1-1 0,1 0 0,-1 1 0,0-1 0,1 1 0,-1 0 0,0-1 0,0 1 0,0 0 0,0-1 0,0 1 0,0 0 0,0 0 0,-1 0 0,1 0 0,0 0 0,-1 0 0,1 0 0,-1 0 0,1 1 0,0-1 0,-1 0 0,0 1 0,1-1 0,-1 1 0,1 0 0,-4-1 0,2 2 153,0 0-1,0 0 1,0 0-1,0 0 0,1 1 1,-1-1-1,0 1 0,1-1 1,-1 1-1,1 0 1,-1 0-1,1 0 0,0 1 1,0-1-1,0 0 0,0 1 1,1-1-1,-3 5 1,-3 6 184,0 0 1,1 0 0,1 1-1,0-1 1,1 1 0,0 0 0,-2 24-1,5-35-439,1 0 0,-1 0 0,1 0 0,0 0 0,0 0 0,0 0-1,1 1 1,-1-1 0,1 0 0,-1 0 0,1 0 0,0 0 0,0 0 0,0 0 0,1-1-1,-1 1 1,1 0 0,0-1 0,0 1 0,-1-1 0,1 1 0,1-1 0,-1 0 0,0 0 0,1 0-1,-1 0 1,1 0 0,-1-1 0,1 1 0,0-1 0,0 1 0,0-1 0,0 0 0,0 0-1,0-1 1,0 1 0,0 0 0,0-1 0,0 0 0,6 0 0,8-1-19,0-1 1,-1-1 0,1 0 0,0-2-1,-1 1 1,0-2 0,0 0 0,-1-1-1,0-1 1,0 0 0,0-1-1,-1-1 1,-1 0 0,0-1 0,0 0-1,-1-1 1,0 0 0,10-16-1,-20 26-8,0 0-1,-1 0 0,0 0 0,1 0 0,-1-1 1,0 1-1,0 0 0,-1-1 0,1 1 0,0-1 0,-1 1 1,1-1-1,-1 1 0,0-1 0,0 0 0,0 1 1,0-1-1,0 1 0,-1-1 0,1 1 0,-1-1 1,0 1-1,0-1 0,-1-3 0,1 5-3,-1-1 1,1 1-1,0 0 0,-1-1 1,1 1-1,-1 0 0,0 0 1,1 0-1,-1 0 0,0 0 1,0 1-1,1-1 0,-1 0 1,0 1-1,0-1 0,0 1 1,0 0-1,0 0 0,0-1 1,0 1-1,0 1 0,0-1 1,1 0-1,-1 0 0,0 1 1,0-1-1,0 1 0,0-1 1,0 1-1,1 0 0,-1 0 1,-2 1-1,1-1 0,1 0-1,-1 0 0,1 1 1,-1-1-1,1 1 1,-1-1-1,1 1 1,0 0-1,0 0 1,0 0-1,0 0 1,0 0-1,0 0 1,1 1-1,-1-1 0,1 1 1,0-1-1,-1 1 1,1-1-1,0 1 1,1 0-1,-1 0 1,0-1-1,1 1 1,-1 0-1,1 0 0,0 0 1,0-1-1,0 1 1,0 0-1,1 0 1,-1 0-1,1 0 1,0-1-1,0 1 1,0 0-1,1 2 0,1 2-27,1 0-1,-1 0 0,1-1 1,0 0-1,1 0 0,0 0 0,0 0 1,0-1-1,0 0 0,1 0 1,0 0-1,0 0 0,8 3 0,50 18-1889,-51-23 781,0 1 0,0-2 0,0 0-1,1 0 1,-1-1 0,0-1 0,1 0 0,-1-1-1,1 0 1,18-5 0,-12 0 290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4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124 145 80,'-11'-19'1326,"0"1"0,-19-23 0,-16-26 5186,42 70-5897,0 17-424,-1 29-171,4-42 46,-11 373 399,17-218-2700,2-118-2028,-6-43 4146,-1-1 0,0 1 0,0-1-1,0 1 1,1-1 0,-1 1-1,0-1 1,0 0 0,1 1-1,-1-1 1,0 1 0,1-1 0,-1 0-1,1 1 1,-1-1 0,0 0-1,1 0 1,-1 1 0,1-1 0,-1 0-1,1 0 1,-1 0 0,1 1-1,-1-1 1,1 0 0,-1 0-1,1 0 1,1-1 15,-1 1-1,0-1 0,1 1 1,-1-1-1,0 0 1,0 1-1,1-1 1,-1 0-1,0 0 0,0 0 1,0 0-1,0 0 1,0 0-1,0 0 1,0-2-1,11-14-333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5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0 149 76,'2'-40'442,"-3"28"76,2 1 0,-1 0 0,1 0 1,1 0-1,0 0 0,0 0 0,8-20 1,-3 57 1102,-15 112-40,4-96-1476,1 0-1,2-1 0,2 1 0,7 41 0,-8-82-103,0-1-1,0 1 1,0 0-1,0-1 0,0 1 1,0-1-1,0 1 0,0 0 1,0-1-1,0 1 1,1-1-1,-1 1 0,0-1 1,0 1-1,1-1 0,-1 1 1,0-1-1,1 1 1,-1-1-1,1 1 0,-1-1 1,0 0-1,1 1 0,-1-1 1,1 0-1,-1 1 1,1-1-1,-1 0 0,1 1 1,0-1-1,14-11 2,10-33-23,-22 39 13,-2 2 7,3-6-8,1 1 0,0 0-1,0 0 1,10-11-1,-14 18 10,0 0 0,0 0 0,-1 0 0,1 0 0,0 1 0,0-1 0,0 0-1,0 1 1,0-1 0,0 0 0,0 1 0,0-1 0,0 1 0,0-1 0,0 1 0,1 0 0,-1 0-1,0-1 1,0 1 0,0 0 0,0 0 0,1 0 0,-1 0 0,0 0 0,0 1 0,0-1 0,0 0-1,1 0 1,-1 1 0,0-1 0,0 1 0,0-1 0,0 1 0,0-1 0,0 1 0,0 0 0,0-1-1,0 1 1,0 0 0,0 0 0,-1 0 0,1 0 0,0-1 0,-1 1 0,1 0 0,0 1 0,0 0-1,1 3 3,1-1 0,0 0 0,0 0-1,1 0 1,-1 0 0,1 0 0,-1-1-1,1 1 1,0-1 0,1 0 0,-1 0-1,0-1 1,1 1 0,0-1 0,-1 0-1,1 0 1,0-1 0,0 1 0,0-1-1,0 0 1,0-1 0,1 1 0,-1-1-1,0 0 1,0 0 0,0 0 0,0-1-1,0 0 1,0 0 0,0 0 0,0-1-1,0 0 1,0 0 0,0 0 0,-1 0-1,8-6 1,-2 3-6,-1-1 1,0-1-1,0 0 0,-1 0 0,15-16 1,-21 20 1,0 1 0,1 0 1,-1-1-1,0 1 1,0-1-1,-1 0 1,1 1-1,-1-1 1,1 0-1,-1 0 0,0 0 1,0 0-1,0 0 1,0-1-1,-1 1 1,1 0-1,-1 0 1,0 0-1,0-1 1,0 1-1,0 0 0,-1 0 1,1 0-1,-2-6 1,1 8 1,1 0-1,-1 0 1,0 0 0,1 0 0,-1 0-1,0 0 1,1 0 0,-1 1 0,0-1-1,0 0 1,0 0 0,0 1 0,0-1-1,0 1 1,0-1 0,0 0 0,0 1-1,0 0 1,0-1 0,0 1 0,0 0-1,-1-1 1,1 1 0,0 0 0,-2 0-1,0 0 2,0 1-1,0 0 1,0-1-1,0 1 1,0 0-1,1 0 1,-1 0-1,0 1 1,-4 2-1,-1 1 6,1 0 0,0 1 1,0 0-1,1 0 0,0 0 0,-6 8 0,10-11-2,-1 0 1,1 0-1,-1 0 1,1 1-1,1-1 0,-1 1 1,0-1-1,1 1 1,-1 0-1,1-1 0,0 1 1,0 0-1,1 0 0,-1 0 1,1 0-1,0 0 1,0 0-1,0 0 0,1-1 1,-1 1-1,1 0 0,0 0 1,0 0-1,0 0 1,1-1-1,-1 1 0,1-1 1,0 1-1,0-1 0,0 1 1,0-1-1,1 0 1,-1 0-1,1 0 0,0-1 1,0 1-1,4 3 0,5 1-230,-1 1-1,1-2 0,0 0 0,1 0 0,0-1 0,0 0 0,0-2 0,0 1 0,22 2 0,-14-3-901,0-1 0,0-1 0,0-1-1,27-3 1,-31 0 604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5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55 196,'-41'2'592,"6"-2"472,7-2 636,11 2 329,13-4-341,8 1-432,15-3-312,11 0-264,8 0-308,8-3-740,3 5-1464,2 0-552,-4 2 103,-5 0 489,-7-3 584,-5 1 640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6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56 220,'-6'-22'520,"-6"-12"5463,12 34-5949,0 0 1,0 0-1,0 0 1,0 0-1,0 1 1,0-1 0,0 0-1,0 0 1,1 0-1,-1 0 1,0 0 0,0 0-1,0 0 1,0 1-1,0-1 1,0 0-1,0 0 1,0 0 0,0 0-1,0 0 1,0 0-1,-1 0 1,1 0-1,0 1 1,0-1 0,0 0-1,0 0 1,0 0-1,0 0 1,0 0-1,0 0 1,0 0 0,0 0-1,0 0 1,0 0-1,0 1 1,0-1 0,-1 0-1,1 0 1,0 0-1,0 0 1,0 0-1,0 0 1,0 0 0,0 0-1,0 0 1,0 0-1,-1 0 1,1 0-1,0 0 1,0 0 0,0 0-1,0 0 1,0 0-1,0 0 1,0 0-1,-1 0 1,1 0 0,0 0-1,0 0 1,0 0-1,0 0 1,0 0 0,0 0-1,0 0 1,0-1-1,0 1 1,-1 0-1,1 0 1,-1 27-89,-14 277 437,2-122-3089,17-145 70,3-25 513,-7-12 2070,1 0-1,-1 0 0,1 0 1,-1 0-1,1-1 0,-1 1 1,1 0-1,-1 0 0,1-1 0,-1 1 1,0 0-1,1 0 0,-1-1 1,1 1-1,-1-1 0,0 1 1,1 0-1,-1-1 0,0 1 1,0-1-1,1 1 0,-1-1 1,0 1-1,0-1 0,0 1 0,1-1 1,-1 1-1,0-1 0,0 0 1,5-10-276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7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76 132,'1'-4'60,"-1"1"0,1 0 0,0 0 0,-1 0 0,1 0 0,1 0 0,-1 0 0,0 0 0,1 0 0,0 0 0,-1 1 0,1-1 0,0 1 0,0-1 0,1 1 0,-1 0 0,0 0 0,1 0 0,-1 0 0,1 0 1,4-2-1,0 1 82,1 0 0,0 1 0,-1 0 0,1 0 1,0 1-1,0-1 0,14 1 0,-9 1 150,0 0-1,0 1 1,0 0-1,0 1 1,15 4-1,-26-6-190,0 1 0,0 0 0,0 0 0,0-1 0,0 1 0,0 0-1,0 0 1,0 1 0,0-1 0,-1 0 0,1 1 0,-1-1 0,1 1 0,-1-1 0,1 1-1,1 3 1,-3-3 5,1 0 1,-1 0-1,0 0 0,1-1 0,-1 1 0,0 0 1,-1 0-1,1 0 0,0 0 0,0 0 0,-1 0 1,1 0-1,-1-1 0,0 1 0,1 0 0,-1 0 1,0-1-1,0 1 0,0 0 0,0-1 0,0 1 1,-3 2-1,-9 10 331,-1 0 0,0-1 0,-1 0 0,-27 18 0,0 0-1297,42-31 778,0-1 1,1 1-1,-1 0 1,0 0 0,1 0-1,-1 0 1,1 0-1,-1 0 1,0 0 0,1 0-1,-1 0 1,0 0 0,1 0-1,-1 0 1,0 1-1,1-1 1,-1 0 0,0 0-1,1 0 1,-1 0-1,0 1 1,1-1 0,-1 0-1,0 0 1,0 0-1,1 1 1,-1-1 0,0 0-1,0 1 1,1-1 0,-1 0-1,0 1 1,0-1-1,0 0 1,0 1 0,0-1-1,1 0 1,-1 1-1,0-1 1,0 0 0,0 1-1,0-1 1,0 0 0,0 1-1,0-1 1,0 0-1,0 1 1,0-1 0,0 0-1,0 1 1,-1-1-1,1 1 1,0-1 0,0 0-1,0 0 1,0 1-1,-1-1 1,1 0 0,0 1-1,0-1 1,0 0 0,-1 0-1,1 1 1,0-1-1,-1 0 1,1 0 0,0 1-1,0-1 1,-1 0-1,35 3-2452,-32-2 2391,30-1-731,5-2 389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7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89 172,'-1'-5'202,"0"1"0,0 0 0,0-1 0,-1 1 0,0 0 0,0 0 0,0 0 0,0 0 0,0 0 0,-1 1 0,0-1 0,0 1 0,0-1 0,0 1 0,0 0 0,0 0 0,-1 0 0,0 1 0,1-1 0,-1 1 0,-8-3 0,8 3-89,1 1 1,-1-1-1,0 1 0,1 1 1,-1-1-1,0 0 0,0 1 1,0 0-1,1 0 0,-1 0 1,0 0-1,0 0 0,0 1 1,1 0-1,-1 0 0,0 0 1,1 0-1,-1 0 0,0 1 1,1 0-1,0 0 0,-1 0 1,1 0-1,0 0 0,-5 6 1,-2 2-22,1 1 0,0 1 1,1 0-1,1 0 0,0 0 1,0 1-1,1 0 0,1 0 1,0 1-1,1 0 0,1-1 1,0 1-1,0 1 0,2-1 1,0 0-1,1 21 0,-1-33-88,2 1 0,-1-1 0,0 0 0,0 0 0,1 0 0,-1 0 0,1 1 0,0-1 0,0 0 0,0 0 0,0 0 0,0 0 0,0 0 0,0-1 0,0 1 0,1 0 0,-1-1 0,1 1 0,0 0 0,2 1 0,-2-2-1,0-1 1,0 1-1,-1-1 1,1 0-1,0 0 1,0 0 0,-1 0-1,1 0 1,0 0-1,0 0 1,-1-1-1,1 1 1,0-1-1,0 1 1,-1-1 0,1 0-1,0 1 1,-1-1-1,3-2 1,5-3 36,0-1 0,-1 0 0,0 0-1,0-1 1,0 0 0,10-16 0,6-18 335,-20 33-223,0 1 0,0 0 0,1 0 1,0 1-1,0-1 0,1 1 1,0 0-1,11-10 0,-16 17-141,0 0 0,0-1 0,0 1 0,-1 0 0,1 0 0,0 0 0,0 0 0,0 0 0,0 0 0,0 0 0,0 0 0,-1 1 0,1-1 0,0 0 0,0 0 0,0 1 0,0-1 0,-1 0 0,1 1 0,0-1 0,0 1 0,-1-1 0,1 1 0,0 0 0,-1-1 0,1 1 0,-1-1 0,1 1 0,-1 0 0,1 0 0,-1-1 0,1 2 0,19 31 22,-15-25-34,-2-3-296,1 1-1,0 0 1,1-1-1,-1 0 1,1 0-1,0 0 1,0-1-1,0 1 1,1-1-1,0 0 1,0-1-1,0 1 1,0-1-1,12 4 1,-9-5-243,0 0 0,0-1-1,0 1 1,0-2 0,0 1 0,0-1 0,0-1 0,0 0 0,0 0 0,0-1 0,8-2 0,18-8-83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8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58 146 52,'-12'-87'1516,"-1"30"3020,13 57-4491,0 0 0,0 0-1,0 1 1,0-1 0,0 0 0,-1 0 0,1 0 0,0 0-1,0 0 1,0 0 0,0 0 0,0 0 0,0 0-1,0 0 1,0 0 0,0 1 0,-1-1 0,1 0 0,0 0-1,0 0 1,0 0 0,0 0 0,0 0 0,0 0 0,0 0-1,-1 0 1,1 0 0,0 0 0,0 0 0,0 0 0,0 0-1,0 0 1,0 0 0,0 0 0,-1 0 0,1 0 0,0-1-1,0 1 1,0 0 0,0 0 0,0 0 0,0 0-1,0 0 1,0 0 0,0 0 0,-1 0 0,1 0 0,0 0-1,0 0 1,0-1 0,0 1 0,0 0 0,0 0 0,0 0-1,0 0 1,0 0 0,0 0 0,0 0 0,0-1 0,0 1-1,0 0 1,0 0 0,0 0 0,0 0 0,0 0 0,0 0-1,0 0 1,0-1 0,-6 16 1228,-2 19-379,6-12-618,-7 70-207,6 169 0,3-258-313,0-1 0,0 1 1,0-1-1,1 1 0,-1 0 0,1-1 1,-1 1-1,1-1 0,0 1 1,0-1-1,0 0 0,0 1 0,1-1 1,-1 0-1,1 0 0,-1 0 1,1 0-1,0 0 0,-1 0 0,1 0 1,4 2-1,-4-3 57,0-1 0,0 0 0,0 0 1,0 0-1,0 0 0,0 0 0,0-1 0,0 1 1,0 0-1,0-1 0,0 0 0,0 1 0,0-1 0,0 0 1,0 0-1,-1 0 0,1 0 0,0-1 0,-1 1 0,1 0 1,0-1-1,-1 1 0,0-1 0,1 1 0,-1-1 0,0 0 1,2-2-1,6-9 15,0-1 0,-1 1 0,-1-1 0,0-1 1,-1 1-1,6-22 1,18-93 4198,-52 261 3660,15-81-6878,2 0-1,3 55 1,2-104-799,-1 1 0,1 0 0,0-1 0,1 1 0,-1 0 1,0-1-1,1 1 0,0 0 0,0-1 0,-1 1 1,1-1-1,1 1 0,-1-1 0,0 1 0,1-1 0,-1 0 1,1 0-1,0 0 0,-1 0 0,1 0 0,3 3 0,-3-5-10,1 1 0,-1-1-1,0 0 1,0 0 0,1 0 0,-1 0-1,0 0 1,0 0 0,1 0-1,-1-1 1,0 1 0,0-1-1,0 0 1,0 1 0,0-1-1,0 0 1,0 0 0,0-1-1,0 1 1,0 0 0,0 0 0,-1-1-1,1 0 1,0 1 0,-1-1-1,2-1 1,37-41-36,16-16-56,-52 55 86,1 1 0,0 0-1,0 1 1,0-1-1,0 1 1,1 0 0,0 0-1,-1 0 1,10-2 0,-12 5 4,0 0 0,-1-1-1,1 2 1,-1-1 0,1 0 0,0 0 0,-1 1 0,1-1 0,-1 1 0,1 0 0,-1 0 0,1 0 0,-1 0 0,0 0 0,1 1 0,-1-1 0,0 1 0,4 3-1,38 41-1477,-19-18-1931,-21-25 2765,1 2-473,1 0 0,-1 0 0,1-1 0,0 0 0,0 0 0,11 5 0,-12-8 490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6:58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91 240,'-44'-3'612,"11"3"452,12-2 612,14 0 112,14 0-303,17-2-417,8 0-256,10-5-252,9 3-748,3-2-1444,-5 1-505,0-1 85,-3 0 412,-4-5 548,3-2 588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10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318 178 64,'-3'0'135,"0"-1"0,0-1-1,-1 1 1,1 0 0,0-1 0,0 1 0,1-1-1,-1 0 1,0 0 0,1 0 0,-1 0 0,1-1-1,-1 1 1,1-1 0,0 1 0,0-1 0,-1-3-1,2 4-42,1 0 0,-1 0-1,1 0 1,0 0-1,0-1 1,0 1-1,0 0 1,0 0-1,1 0 1,-1-1-1,1 1 1,-1 0 0,1 0-1,0 0 1,0 0-1,0 0 1,0 0-1,0 0 1,0 1-1,1-1 1,-1 0 0,1 0-1,-1 1 1,1-1-1,-1 1 1,1 0-1,2-2 1,34-23 245,-31 22-78,-1 0 0,1 0 1,-1-1-1,0 1 0,-1-1 0,1 0 0,-1-1 0,8-9 0,-14 15-216,1-1 0,0 1-1,-1-1 1,1 1 0,-1-1-1,1 1 1,-1-1-1,1 1 1,-1-1 0,1 1-1,-1 0 1,1-1 0,-1 1-1,1 0 1,-1-1 0,1 1-1,-1 0 1,0 0-1,1 0 1,-1-1 0,0 1-1,1 0 1,-1 0 0,0 0-1,1 0 1,-1 0 0,0 0-1,1 0 1,-1 1-1,0-1 1,1 0 0,-1 0-1,1 0 1,-1 1 0,0-1-1,-29 3 200,5 2-158,-1 2 0,2 1 0,-26 11 1,39-15-34,1 2 1,0-1 0,0 1 0,0 0-1,0 1 1,1 1 0,0-1 0,1 1 0,-9 11-1,14-16-44,1-1-1,0 1 0,0 0 1,0 0-1,0 0 1,1 1-1,-1-1 0,1 0 1,0 1-1,0-1 0,0 1 1,0-1-1,1 1 1,-1-1-1,1 1 0,0-1 1,0 1-1,0 0 0,0-1 1,1 1-1,0-1 0,-1 1 1,1-1-1,1 1 1,-1-1-1,0 0 0,1 0 1,0 1-1,-1-1 0,4 4 1,7 6 14,0 0 0,0-1 0,1-1 0,1 0 0,19 13 1,-20-16 81,-1 1 1,0 1-1,0 0 1,13 15-1,-24-24-59,0 0 0,-1 0 0,1 0 0,-1-1 0,1 1 0,-1 0 0,1 0 0,-1 0 0,0 0-1,1 0 1,-1 0 0,0 0 0,0 0 0,0 0 0,0 0 0,0 0 0,0 0 0,0 0 0,0 0-1,0 0 1,0 0 0,-1 0 0,1 0 0,0 0 0,-1 0 0,0 1 0,0 0 37,-1 1-1,0-1 1,1 0 0,-1 0 0,0 0 0,0 0 0,-1-1-1,1 1 1,-5 2 0,-7 3 201,-1 0 0,-26 8-1,28-11-159,-25 11 71,24-8-193,0-1 1,-1-1-1,0 0 1,0-1-1,-1-1 1,-17 2-1,33-5-101,0 0 0,0 0 0,-1 0 0,1 0 0,0 0 0,-1 0 0,1 1 0,0-1 0,-1 0-1,1 0 1,0 0 0,-1 0 0,1 0 0,0-1 0,-1 1 0,1 0 0,0 0 0,-1 0 0,1 0 0,0 0 0,0 0-1,-1 0 1,1-1 0,0 1 0,-1 0 0,1 0 0,0 0 0,0-1 0,0 1 0,-1 0 0,1 0 0,0-1-1,0 1 1,0 0 0,-1 0 0,1-1 0,0 1 0,0 0 0,0-1 0,0 1 0,0-1 0,10-11-4540,26-13-344,-34 24 5124,18-11-708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12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24 128,'-122'-4'2987,"0"0"3529,190 6-5436,-32-1-939,62-4 0,-56-3-108,34-3-2399,-66 13-3452,1 0 4115,2-4 860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1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84 32,'-40'-37'3011,"8"-9"4106,23 97-5147,6-21-1986,-13 174 478,16-169-1813,8 63-1,-8-96 980,0 1 0,1 0 0,0-1 0,-1 1 0,1 0 1,0-1-1,1 1 0,-1-1 0,0 1 0,1-1 0,-1 0 0,1 1 0,3 2 0,-5-4 273,1-1-1,0 0 1,0 1-1,0-1 1,0 0-1,0 1 1,-1-1-1,1 0 1,0 0-1,0 0 1,0 0-1,0 0 1,0 0-1,0 0 1,0 0-1,0 0 1,0 0-1,0 0 1,-1 0-1,1-1 1,0 1-1,0 0 1,0-1-1,0 1 1,0-1-1,-1 1 1,1-1-1,0 1 1,-1-1-1,1 0 1,0 1-1,-1-1 0,1 0 1,0 1-1,-1-1 1,1 0-1,-1 0 1,0 0-1,1 0 1,-1 1-1,0-1 1,1-1-1,9-18-259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13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13 133 32,'-1'0'54,"0"-1"-1,0 0 1,0 0-1,0 0 1,0 1-1,1-1 1,-1 0 0,0 0-1,1 0 1,-1 0-1,1 0 1,-1-1-1,1 1 1,-1 0-1,1 0 1,0 0 0,-1 0-1,1 0 1,0-1-1,0 1 1,0 0-1,0 0 1,0 0 0,0 0-1,0-1 1,1 1-1,-1 0 1,1-1-1,0-1 39,1 0 0,-1 1 0,1-1 0,0 0 0,0 1 0,0 0 0,1-1 0,-1 1 0,0 0 0,5-2 0,6-5 167,0 2 0,0-1 0,20-6 1,-27 12-174,68-24 655,-68 24-655,1 1-1,-1 0 1,1 0-1,-1 0 1,1 1-1,-1 0 0,1 0 1,-1 0-1,11 3 1,-16-3-50,1 1 1,-1-1-1,0 1 1,0 0-1,1-1 0,-1 1 1,0 0-1,0 0 1,0 0-1,0 0 1,0 0-1,0 0 1,0 0-1,0 0 0,0 0 1,-1 0-1,1 1 1,0-1-1,-1 0 1,1 1-1,-1-1 0,1 0 1,-1 1-1,0-1 1,1 0-1,-1 1 1,0-1-1,0 1 1,0-1-1,0 0 0,0 1 1,0-1-1,-1 1 1,1-1-1,0 0 1,-1 1-1,1-1 0,-1 0 1,1 0-1,-1 1 1,-1 1-1,-2 5 204,0 1 0,0-1-1,-1 0 1,-11 13 0,-23 19 645,29-31-619,1 0-1,0 0 1,0 1-1,1 0 1,-11 18 0,19-28-252,-1 1 0,1-1 0,0 0-1,0 1 1,0-1 0,0 0 0,-1 1 0,1-1 0,0 0 0,0 1 0,0-1 0,0 1 0,0-1 0,0 0 0,0 1 0,0-1 0,0 0 0,0 1 0,0-1 0,0 0 0,1 1 0,-1-1 0,0 0 0,0 1 0,0-1 0,0 0 0,1 1 0,-1-1-1,0 0 1,0 1 0,0-1 0,1 0 0,-1 0 0,0 1 0,1-1 0,-1 0 0,1 0 0,18 4 255,27-7-42,-42 2-179,60-8 271,66-7 576,-114 15-515,0 1 0,1 0 0,-1 1 0,0 1 0,26 6 0,-41-8-335,0 0-1,0 0 1,0 0 0,-1 0-1,1 0 1,0 1 0,0-1-1,0 0 1,-1 0 0,1 1-1,0-1 1,0 0 0,-1 1-1,1-1 1,0 1 0,-1-1-1,1 1 1,0-1 0,-1 1-1,1 0 1,-1-1-1,1 1 1,-1 0 0,1-1-1,-1 1 1,1 0 0,-1 0-1,0-1 1,1 1 0,-1 0-1,0 0 1,0 0 0,0 1-1,0-1 22,-1 1 0,0 0-1,0-1 1,0 1 0,0-1-1,-1 1 1,1-1 0,0 1 0,-1-1-1,1 0 1,-1 0 0,1 1-1,-4 0 1,-58 30 737,5-10-747,-93 23 0,122-39-1378,-53 4-1,65-9-166,-1-1-1,1 0 0,0-2 0,-19-4 0,10-4-2362,25 9 3743,0 0 0,1 1 0,-1-1 0,1 1 0,-1-1 0,1 0 0,-1 1 1,1-1-1,0 0 0,-1 0 0,1 1 0,0-1 0,-1 0 0,1 0 0,0 1 0,0-1 0,0 0 1,0 0-1,0 0 0,0 0 0,0 1 0,0-1 0,0 0 0,0 0 0,0 0 0,0 1 0,0-1 0,1 0 1,-1 0-1,1-1 0,9-14-770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13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32 12,'-82'9'2256,"50"-7"1204,29-2-991,12-1 548,54-2-2540,66-7-1677,-46-6-7761,-68 11 7953,3-2 514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14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159 204 56,'7'-53'2783,"-6"47"-2074,-1 1-1,0 0 0,-1-1 1,1 1-1,-1 0 1,0 0-1,0 0 0,-3-6 1,4 11-654,0-1 1,0 1-1,0 0 0,0-1 1,0 1-1,-1 0 1,1 0-1,0-1 0,0 1 1,0 0-1,-1 0 0,1-1 1,0 1-1,0 0 1,-1 0-1,1 0 0,0-1 1,-1 1-1,1 0 1,0 0-1,-1 0 0,1 0 1,0 0-1,-1 0 0,1 0 1,0 0-1,-1 0 1,1 0-1,0 0 0,-1 0 1,1 0-1,0 0 1,-1 0-1,1 0 0,0 0 1,-1 0-1,-14 10 654,-6 16-396,4 1-249,1 1-1,2 1 1,0 0-1,2 1 1,2 0-1,0 1 0,-8 53 1,17-82-64,1 0 0,0-1 1,-1 1-1,1 0 0,0-1 0,0 1 1,0 0-1,1 0 0,-1-1 0,0 1 1,1 0-1,-1-1 0,1 1 0,0 1 1,-1-3-2,1 1 1,-1-1-1,0 0 1,1 0-1,-1 0 1,1 0-1,-1 0 1,0 0-1,1 0 1,-1 0-1,1 0 1,-1 0-1,0 0 1,1 0-1,-1 0 1,1 0-1,-1 0 1,0 0-1,1 0 1,-1 0-1,1-1 1,-1 1-1,0 0 1,1 0 0,-1 0-1,0-1 1,1 1-1,-1 0 1,0 0-1,1-1 1,-1 1-1,0 0 1,1-1-1,3-4-2,0 0-1,1-1 1,-2 1-1,1-1 1,4-10 0,10-31-34,-3-1 1,-2 0 0,12-90 0,-8 40-45,-17 97 84,0 1 0,0-1 1,0 0-1,0 0 0,0 1 0,0-1 0,0 0 0,0 1 1,1-1-1,-1 0 0,0 1 0,0-1 0,0 0 0,1 1 0,-1-1 1,0 1-1,1-1 0,-1 0 0,1 1 0,-1-1 0,1 1 0,-1-1 1,1 1-1,-1 0 0,1-1 0,-1 1 0,1-1 0,-1 1 1,1 0-1,0-1 0,-1 1 0,1 0 0,0-1 0,15 19 128,8 37 91,64 145 467,-16-39-3781,-70-158 2743,-1 0-227,1 0-1,-1-1 1,0 1 0,0 0-1,0 0 1,0 0 0,0 0-1,-1 0 1,1 1 0,-1-1-1,0 0 1,0 0 0,0 0-1,0 0 1,-1 0 0,-1 5-1,-4-3 176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14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66 129 108,'-21'-7'360,"0"1"324,7 0 296,7-1 152,5-1-28,7 2-180,6-3-271,6-1-229,6 1-184,5-1-436,2 4-905,3-1-383,4 1 52,0-2 268,8-3 364,3-1 408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15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20 40,'-35'-3'674,"3"1"1315,25 1-180,12 0 704,132-3-1843,0-1-6873,-115 4 5294,1-1 390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15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216 105 160,'4'-8'772,"0"0"0,-1 1 0,0-1 0,-1 0-1,1 0 1,1-15 0,-4 21-548,0 1-1,0 0 1,0-1 0,0 1-1,-1 0 1,1-1-1,0 1 1,0 0-1,-1 0 1,1-1 0,-1 1-1,1 0 1,-1 0-1,0 0 1,1-1 0,-1 1-1,0 0 1,0 0-1,0 0 1,-1-1 0,0 1-47,0 0-1,0 0 1,-1 0 0,1 1 0,0-1 0,-1 0 0,1 1 0,0-1 0,-1 1 0,1 0 0,0 0 0,-1 0 0,1 0 0,-1 0 0,-2 1 0,-4 1-57,0 1 0,0 0 1,0 0-1,1 0 0,0 1 0,0 0 1,0 1-1,0 0 0,0 0 1,1 1-1,0 0 0,0 0 0,1 0 1,0 1-1,-11 15 0,10-13-95,1 0 0,0 0-1,1 1 1,0 0 0,0 0 0,1 0-1,1 0 1,-1 1 0,2 0 0,-1-1 0,2 1-1,-2 21 1,3-26-7,1-1 1,0 1-1,0-1 0,0 0 1,0 1-1,1-1 0,0 0 0,0 0 1,0 0-1,1 0 0,0 0 1,0-1-1,0 1 0,0-1 0,7 7 1,-4-6-9,1 1 0,0-1 1,0 0-1,1 0 0,0-1 0,-1 0 1,1 0-1,0-1 0,11 3 0,-5-2-24,1-1-1,-1-1 0,1 0 0,0-1 1,-1 0-1,1-1 0,0-1 0,0 0 0,-1-1 1,1-1-1,22-6 0,-35 8 12,0 0 0,0 1 0,0-1 0,0 0 0,0 0 0,0 0 0,0-1 0,0 1 0,0 0 0,0-1 0,-1 1 0,1-1 0,-1 0 0,1 1 0,1-4 0,-3 4 3,1 0 0,-1 0 0,0 0 0,0 0 0,1 0 0,-1 0 0,0 0 0,0-1 1,0 1-1,0 0 0,0 0 0,-1 0 0,1 0 0,0 0 0,0 0 0,-1 0 0,1 0 0,-1 0 0,1 0 0,-1 0 0,1 0 0,-2-1 0,-1-2 4,-1 0 0,0 0 0,0 1 0,0-1 0,0 1 0,0 0 0,-1 0 0,0 0 0,1 1 0,-1 0 0,-6-2 0,-69-17 50,73 20-53,0 0 0,0 0 0,0 0 0,-1 1 0,1 1 0,0-1 0,0 1 0,0 0 0,-9 3 0,2 6-3,22-2 16,26-1 7,52-20-23,-69 9-8,1 0 0,-1 2 0,1 0 0,0 1 0,-1 0 0,19 3 0,-33-1 29,-1 0-1,1-1 0,-1 1 1,1 0-1,-1 1 1,0-1-1,0 0 1,1 1-1,-1-1 1,0 1-1,0 0 0,0 0 1,-1-1-1,1 1 1,0 1-1,-1-1 1,1 0-1,-1 0 0,0 0 1,0 1-1,1-1 1,-2 1-1,1-1 1,0 1-1,0 3 1,3 9 212,-2 1 1,0 0 0,0 19-1,0 1 157,8 35-234,3-1 1,28 86-1,-39-150 580,3 2-8058,-1-21-3839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22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118 171 216,'-14'-25'2295,"2"0"0,0-1-1,-9-30 1,10 23 1765,10 32-4029,1 1 0,0 0 1,0 0-1,0 0 0,0-1 1,0 1-1,0 0 0,0 0 1,0 0-1,0-1 1,0 1-1,-1 0 0,1 0 1,0 0-1,0-1 0,0 1 1,0 0-1,-1 0 0,1 0 1,0 0-1,0 0 0,0 0 1,-1-1-1,1 1 1,0 0-1,0 0 0,0 0 1,-1 0-1,1 0 0,0 0 1,0 0-1,-1 0 0,1 0 1,0 0-1,0 0 1,-1 0-1,1 0 0,0 0 1,0 0-1,0 0 0,-1 0 1,1 1-1,-10 8 474,-5 15-286,10-1-218,2-1 0,0 1 0,1 0 0,1 0 0,1 0 0,1 0 1,6 30-1,-1 27-1990,-6-63 817,3 37-4017,-3-51 4794,0 0 0,1 0 1,-1 0-1,1-1 1,0 1-1,0 0 0,0 0 1,0-1-1,1 1 0,-1-1 1,1 1-1,-1-1 0,1 0 1,3 4-1,6-2-567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23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89 132 64,'-2'-10'382,"0"1"0,1-1-1,1 0 1,-1 0 0,1 1 0,1-1 0,2-14 0,-2 22-308,-1 0 1,0 0 0,1 1 0,-1-1 0,1 0 0,-1 0 0,1 0 0,0 1 0,0-1 0,0 0 0,0 1 0,0-1 0,0 1 0,0-1 0,1 1 0,-1 0 0,0-1 0,1 1 0,-1 0 0,1 0 0,-1 0 0,1 0 0,0 0 0,0 0 0,-1 1 0,1-1 0,0 1 0,0-1 0,0 1 0,-1-1 0,1 1 0,0 0 0,0 0 0,0 0 0,0 0 0,0 0 0,0 1-1,-1-1 1,1 0 0,0 1 0,0-1 0,0 1 0,-1 0 0,1 0 0,2 1 0,-2-1-20,0-1-1,0 1 1,0 0 0,0-1-1,0 1 1,0 0-1,0 0 1,0 1 0,0-1-1,-1 0 1,1 0-1,0 1 1,-1-1 0,0 1-1,1 0 1,-1-1-1,0 1 1,0 0-1,1 0 1,-1 0 0,-1 0-1,1 0 1,0 0-1,0 0 1,-1 0 0,1 0-1,-1 0 1,0 0-1,0 0 1,0 0 0,0 0-1,0 0 1,0 5-1,-2-4 43,0 1 0,1-1 0,-1 0 0,0 1 0,0-1 0,-1 0 0,1 0 0,-1 0 0,0-1 0,1 1 0,-1-1-1,0 1 1,0-1 0,-1 0 0,1 0 0,0 0 0,-1-1 0,-5 3 0,3-2-42,-1 0 0,1 0 0,-1-1 0,1 0 0,-1 0 0,0-1 0,0 0-1,1 0 1,-1 0 0,-7-2 0,12 1-193,-1 1 0,0-1 0,1 1 0,-1-1 0,0 0 0,1 0 0,-1 0 0,1 0 0,-1-1 0,1 1 0,0-1 0,0 1 0,-1-1 0,1 0 0,0 0 0,1 0 0,-1 0 0,0 0 0,0 0 0,1-1 0,0 1 0,-1 0 0,1-1 0,0 1 0,0-1 0,0 0 0,0-2 0,0 4 18,1 0 0,0 1-1,0-1 1,0 0 0,0 1-1,0-1 1,0 0 0,0 1-1,0-1 1,0 1 0,0-1-1,0 0 1,0 1 0,0-1-1,1 0 1,-1 1-1,0-1 1,0 1 0,1-1-1,-1 1 1,0-1 0,1 0-1,-1 1 1,1-1 0,-1 1-1,1 0 1,-1-1 0,1 1-1,-1-1 1,1 1 0,-1 0-1,1-1 1,-1 1 0,1 0-1,-1 0 1,2-1 0,0 1-42,0 0 1,0-1 0,0 1-1,-1 0 1,1 1 0,0-1-1,0 0 1,0 1 0,0-1-1,-1 1 1,1-1 0,2 2-1,16 9-277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23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62 36,'2'-3'388,"0"0"1,0 0-1,0 0 0,-1-1 0,1 1 1,-1-1-1,0 1 0,0-1 1,0 1-1,0-1 0,0-6 1,-1 9-241,0 0 1,0 1 0,0-1 0,0 1 0,0-1-1,0 1 1,0-1 0,0 0 0,0 1 0,0-1-1,0 1 1,-1-1 0,1 1 0,0-1 0,0 1-1,-1-1 1,1 1 0,0-1 0,-1 1 0,1-1-1,0 1 1,-1 0 0,1-1 0,-1 1 0,1 0-1,-1-1 1,0 1 0,0-1-45,-1 1 0,1 1 1,-1-1-1,1 0 0,0 0 0,-1 1 0,1-1 0,-1 0 1,1 1-1,0-1 0,0 1 0,-1 0 0,1-1 0,0 1 0,0 0 1,0 0-1,-2 1 0,-6 5 102,1 0 1,-1 1 0,1 0-1,1 1 1,-1-1-1,2 1 1,-1 1-1,1-1 1,-6 13-1,11-19-169,-1 0 0,1 0 1,0 0-1,0 0 0,0 0 0,0 0 0,0 1 1,1-1-1,-1 0 0,1 1 0,0-1 0,0 0 1,0 0-1,1 1 0,-1-1 0,1 0 0,0 1 1,0-1-1,0 0 0,0 0 0,0 0 0,1 0 1,-1 0-1,1 0 0,0-1 0,0 1 1,0 0-1,0-1 0,0 1 0,1-1 0,-1 0 1,1 0-1,0 0 0,-1 0 0,5 2 0,63 25 557,-58-25-410,0 0 1,0 1-1,-1 0 1,1 1 0,-1 0-1,16 13 1,-27-19-169,1 0 1,-1 1-1,0-1 1,0 0-1,1 0 1,-1 1-1,0-1 1,0 0-1,0 1 0,0-1 1,1 0-1,-1 0 1,0 1-1,0-1 1,0 0-1,0 1 1,0-1-1,0 0 1,0 1-1,0-1 1,0 0-1,0 1 0,0-1 1,0 0-1,0 1 1,0-1-1,0 0 1,0 1-1,0-1 1,-1 0-1,1 0 1,0 1-1,0-1 1,0 0-1,0 1 0,-1-1 1,1 0-1,0 0 1,0 0-1,-1 1 1,1-1-1,-19 12 329,-23 1-342,-33-8-3179,55-6 178,-1 0 0,1-2 1,-32-7-1,38 3 1762,10-1 629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2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15 462 152,'0'1'86,"0"-1"1,-1 0-1,1 0 0,-1 1 1,1-1-1,0 0 1,-1 0-1,1 1 0,-1-1 1,1 0-1,0 0 0,-1 0 1,1 0-1,-1 1 0,1-1 1,-1 0-1,1 0 0,-1 0 1,1 0-1,-1 0 1,1 0-1,0 0 0,-1 0 1,1-1-1,-1 1 0,1 0 1,-1 0-1,1 0 0,0 0 1,-1-1-1,1 1 0,-1 0 1,1 0-1,-1-1 1,12-14 1582,34-25-572,-38 34-981,16-15-55,0-1-1,-2-1 1,0-2 0,26-40-1,-36 48-29,0-1 0,-2 0 0,0 0 0,-1-1 0,-1 0 0,-1 0 0,-1-1 0,4-24 0,-9 42-29,1 0 0,-1 0 0,0 0 1,0 0-1,0 0 0,0 0 0,0 1 0,0-1 0,0 0 0,-1 0 0,1 0 0,-1 0 0,1 1 0,-1-1 0,0 0 0,0 0 1,1 1-1,-1-1 0,0 0 0,-1 1 0,1-1 0,0 1 0,0 0 0,-1-1 0,-1 0 0,0 0-1,1 1 0,-1 0 0,0 0 0,0 0 0,0 1-1,0-1 1,0 1 0,0 0 0,0-1 0,0 1 0,0 0 0,0 1 0,0-1-1,-4 2 1,-1-1 18,0 1-1,1 0 0,-1 1 0,1 0 0,0 0 0,0 0 1,0 1-1,0 0 0,1 0 0,-1 1 0,-9 10 1,13-13-3,1 1 1,0 0 0,0-1-1,0 1 1,0 0 0,1 1-1,-1-1 1,1 0 0,-1 0-1,1 1 1,0-1 0,1 1 0,-1-1-1,0 1 1,1-1 0,0 1-1,0-1 1,0 1 0,0-1-1,1 1 1,-1-1 0,1 1-1,0-1 1,2 5 0,-1-4 2,1 1 1,0-1 0,1 1-1,-1-1 1,1 0 0,-1-1 0,1 1-1,0-1 1,1 1 0,-1-1-1,1 0 1,-1-1 0,1 1-1,0-1 1,7 3 0,24 7 38,-20-7-28,0 0 1,-1 2-1,23 11 1,-35-15-5,1-1-1,0 1 1,-1-1 0,0 1-1,0 0 1,0 0 0,0 0 0,0 1-1,0-1 1,-1 1 0,0-1-1,0 1 1,0 0 0,0 0 0,0 0-1,-1 0 1,0 0 0,2 6-1,17 79 333,-19-84-359,1 0 0,0 1 0,0-1 0,0 0 0,1 0 0,0 0 0,0 0-1,0-1 1,0 1 0,1-1 0,0 0 0,0 0 0,7 6 0,-9-9-192,0 0 1,-1 0-1,1-1 0,0 1 1,0-1-1,-1 0 0,1 0 0,0 1 1,0-1-1,-1 0 0,1 0 0,0 0 1,0-1-1,0 1 0,-1 0 1,1-1-1,0 1 0,0-1 0,-1 0 1,1 1-1,1-2 0,33-24-3788,-31 22 3951,10-10-375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24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1 213 156,'0'-2'533,"0"0"0,0 0 0,1 0 0,-1 1 0,0-1 0,1 0 0,0 0 0,-1 0 0,1 1 0,0-1 0,0 1 0,1-3 0,21-18 2589,38-13-2709,-23 14 91,-34 18-480,43-33 161,-44 34-155,-1-1 0,1 1 0,0-1 0,-1 0 0,0 0-1,0 0 1,0-1 0,0 1 0,0 0 0,0-1-1,-1 1 1,2-7 0,-3 9-18,0 0-1,1 0 1,-1 0-1,0 0 1,-1 0-1,1 0 1,0 0 0,0 1-1,0-1 1,0 0-1,-1 0 1,1 0-1,0 0 1,-1 0-1,1 1 1,-1-1 0,1 0-1,-1 0 1,1 1-1,-1-1 1,1 0-1,-1 1 1,0-1-1,1 1 1,-1-1 0,0 0-1,0 1 1,1 0-1,-1-1 1,0 1-1,0-1 1,0 1-1,0 0 1,1 0 0,-1-1-1,0 1 1,0 0-1,0 0 1,0 0-1,0 0 1,0 0-1,0 0 1,1 0 0,-1 0-1,0 1 1,0-1-1,0 0 1,0 0-1,0 1 1,0 0-1,-47 15 231,37-9-213,1 1 1,0 0 0,0 0-1,1 1 1,0 0 0,0 1-1,1 0 1,1 0 0,0 1-1,0 0 1,1 0 0,-9 23-1,12-29-36,1 0-1,0 1 1,0-1-1,1 1 1,0-1-1,0 1 1,0-1-1,1 1 1,0 0-1,0-1 1,0 1-1,0 0 1,1-1-1,0 1 1,1-1-1,-1 1 1,1-1-1,0 1 1,0-1-1,0 0 1,1 0-1,0 0 1,0 0-1,0-1 1,1 1-1,0-1 1,-1 0-1,1 0 1,1 0-1,-1 0 1,7 3-1,-6-4-349,1 0 0,0 0 0,0-1 0,0 0 0,1 0 0,-1 0 0,0-1 0,1 0 0,-1 0 0,1-1 0,-1 0 0,1 0 0,-1 0 0,1-1 0,-1 0 0,1 0 0,9-3 0,-4 0-297,0-1 1,0 0-1,-1 0 1,0-1-1,0 0 1,0-1-1,0-1 1,10-9-1,7-9 281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25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65 156 156,'2'-14'651,"-1"0"1,0 0-1,-2-26 0,1 36-177,0 0 0,-1 0-1,1 0 1,-1 0-1,0 0 1,-1 0-1,1 0 1,-1 0 0,1 1-1,-1-1 1,0 0-1,-1 1 1,1 0-1,0-1 1,-1 1 0,0 0-1,-5-5 1,7 8-405,1 0 0,0-1 0,-1 1-1,1 0 1,-1-1 0,1 1 0,-1 0 0,1 0 0,-1 0 0,1-1 0,-1 1 0,1 0 0,-1 0 0,1 0 0,-1 0 0,1 0 0,-1 0 0,1 0 0,-1 0 0,0 0-1,1 0 1,-1 0 0,1 1 0,-1-1 0,1 0 0,-1 0 0,1 0 0,-1 1 0,1-1 0,0 0 0,-1 0 0,1 1 0,-1-1 0,1 0 0,-1 1 0,1 0 0,-10 24 881,4 36-683,6-58-162,9 202-176,0-66-3613,-9-100-1419,-6 61 0,5-84 4314,-1-5 404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26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44 214 136,'-8'-8'0,"3"4"390,1 0 0,-1 0 1,1 0-1,0 0 1,0-1-1,-3-6 0,6 11-328,1-1 0,0 0-1,-1 0 1,1 0 0,0 0-1,0 0 1,-1 0-1,1 0 1,0 0 0,0 0-1,0 0 1,0 0 0,1 0-1,-1 0 1,0 0 0,0 0-1,1 0 1,-1 0 0,0 0-1,1 0 1,-1 0-1,1 1 1,-1-1 0,1 0-1,-1 0 1,1 0 0,0 1-1,-1-1 1,1 0 0,0 1-1,0-1 1,-1 1-1,1-1 1,0 1 0,0-1-1,0 1 1,0-1 0,0 1-1,0 0 1,0-1 0,0 1-1,0 0 1,1 0 0,228-73 635,-133 45 671,-102 37-964,1 0 0,-1 0 0,1 0-1,1 0 1,0 1 0,-2 10 0,3-8-297,0 0 0,1 0-1,0 0 1,1 0 0,0 1 0,1-1 0,0 0 0,1 0-1,1 0 1,7 21 0,-9-28-76,1 0 0,0 0 1,0 0-1,0 0 0,0-1 0,1 1 0,0-1 1,0 1-1,0-1 0,1 0 0,-1 0 1,1 0-1,0-1 0,0 1 0,1-1 0,-1 0 1,0 0-1,1-1 0,0 1 0,0-1 0,0 0 1,0 0-1,0-1 0,0 0 0,0 1 0,0-2 1,6 2-1,-7-2-29,0 0-1,0-1 1,0 1 0,0-1-1,-1 1 1,1-1 0,0 0 0,-1 0-1,1-1 1,-1 1 0,1-1-1,-1 0 1,0 0 0,1 0 0,-1 0-1,0 0 1,0-1 0,-1 0 0,5-3-1,-4 0 2,1 1-1,-1-1 1,0 0-1,0 0 1,0 0-1,-1-1 1,0 1-1,0 0 1,-1-1-1,1-8 1,0-10 2,-1 1 0,-2-1 0,0 0 0,-9-44 0,7 63-17,3 26-16,5 31-9,-2-42 48,-1 0-1,1 0 0,1 0 0,-1-1 0,2 1 0,-1-1 1,1 0-1,0 0 0,10 11 0,-13-17-12,0 0-1,0 0 1,1 1-1,-1-1 1,1-1 0,0 1-1,-1 0 1,1-1-1,0 1 1,0-1 0,0 0-1,0 0 1,0 0-1,0 0 1,1 0 0,-1-1-1,0 0 1,0 0-1,1 1 1,-1-2 0,0 1-1,0 0 1,0-1-1,1 1 1,-1-1 0,0 0-1,0 0 1,0 0-1,0-1 1,0 1 0,2-2-1,4-3-5,-1 0 0,1 0 0,-2-1 0,1 0 0,-1 0 0,0-1 0,0 0 0,-1 0-1,0 0 1,0-1 0,-1 0 0,-1 0 0,1 0 0,-1-1 0,-1 1 0,0-1 0,0 0 0,-1 0 0,0 0 0,-1-1-1,0 1 1,0 0 0,-1 0 0,-3-20 0,3 29 9,0 0-1,0 1 1,0-1-1,0 0 1,0 0-1,0 1 0,0-1 1,-1 0-1,1 0 1,0 1-1,0-1 1,-1 0-1,1 1 1,0-1-1,-1 0 1,1 1-1,-1-1 1,1 1-1,-1-1 1,1 0-1,-1 1 1,1-1-1,-1 1 1,1 0-1,-1-1 1,0 1-1,1-1 1,-1 1-1,0 0 0,1-1 1,-1 1-1,0 0 1,0 0-1,1 0 1,-1 0-1,0 0 1,0-1-1,1 1 1,-1 0-1,0 1 1,0-1-1,1 0 1,-1 0-1,0 0 1,0 0-1,1 1 1,-1-1-1,0 0 1,1 0-1,-1 1 1,0-1-1,1 1 0,-1-1 1,0 1-1,1-1 1,-1 1-1,1-1 1,-1 1-1,1-1 1,-1 1-1,1 0 1,0-1-1,-1 2 1,-3 2 6,1 0 1,0 0-1,0 0 1,1 0-1,-1 1 1,1-1-1,0 1 1,-3 7-1,4-6 5,1 1 0,0 0-1,0 0 1,0 0 0,1-1-1,0 1 1,0 0 0,1 0-1,-1-1 1,2 1 0,3 7 0,5 10 27,26 38 0,-25-44-22,-1 0-1,16 38 1,-25-48-257,7 18 568,24 47-1,-1-29-1547,-28-41 684,-1 0 0,0-1 1,1 1-1,-1 0 0,1-1 0,0 0 0,-1 0 0,1 0 0,6 2 1,-9-4 429,-1 0 0,0 0 0,1 1 1,-1-1-1,1 0 0,-1 0 0,1 0 1,-1 0-1,1 0 0,-1 0 0,1 0 1,-1 0-1,1 0 0,-1 0 0,1 0 1,-1 0-1,1 0 0,-1 0 0,1 0 1,-1-1-1,1 1 0,-1 0 0,1 0 1,-1 0-1,1-1 0,-1 1 0,0 0 1,1-1-1,-1 1 0,0 0 0,1-1 1,-1 1-1,0-1 0,1 1 0,-1 0 1,0-1-1,0 1 0,1-1 0,-1 1 1,0-1-1,0 1 0,0-1 0,0 1 1,0-1-1,0 1 0,0-1 0,0 1 1,0-1-1,0 1 0,0-1 0,0 1 1,0-1-1,0 0 0,0-13-598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37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4,'13'-17'476,"-12"16"-325,0 0 0,0 0 0,0 0 0,0 0 0,0 0 0,-1 0 0,1-1 0,0 1 0,-1 0 0,1 0 0,-1-1 0,1 1 0,-1 0 0,0-1 0,1 1 0,-1 0 0,0-1 0,0 1 0,0-1 0,0 1 0,-1-2 0,9 77 1215,1 17-1125,-9-82-227,0-1 1,-1 1 0,0-1 0,0 1-1,-1-1 1,0 0 0,0 0-1,-5 11 1,1-14 90,4-18-70,4-19-40,4 9-19,0-1 1,16-39-1,-19 56 5,0 0 0,1 0 0,-1 0 0,1 1 0,1-1 0,-1 1 0,1 0 0,0 0 0,1 1 0,-1 0 0,1 0 0,0 0 0,7-4 0,-12 8 18,-1 1 0,1 0 0,-1-1 0,1 1 0,0 0 0,-1 0 1,1 0-1,0 0 0,0-1 0,-1 1 0,1 0 0,0 0 0,-1 0 0,1 0 0,0 0 0,-1 1 0,1-1 0,0 0 0,0 0 0,-1 0 0,1 1 0,-1-1 0,1 0 0,0 1 1,-1-1-1,1 0 0,-1 1 0,1-1 0,0 2 0,12 23-3,-1 40 31,-10-54-21,-1-1-5,0 2 11,1 0 0,0 0 0,1-1 0,0 1-1,9 21 1,-11-32-9,0 1 0,1 0 0,-1 0 0,0-1 0,0 1 0,1 0 0,-1-1 0,1 0 0,-1 1 0,1-1 0,0 0 0,-1 0 0,1 0 0,0 0 0,0 0 0,4 1 0,-4-1-1,1-1 0,0 0 1,0 0-1,0 0 0,0 0 0,0-1 0,0 1 1,-1-1-1,1 1 0,0-1 0,0 0 1,-1 0-1,1-1 0,-1 1 0,5-3 1,7-5-5,-1 0 0,-1 0 0,1-1 0,-2-1 0,1 0 1,-1-1-1,-1 0 0,0 0 0,-1-1 0,-1-1 0,0 1 1,0-1-1,-1-1 0,5-15 0,-12 28 4,1 0 1,0 0-1,-1 0 0,1 0 1,-1 0-1,0 0 0,0 0 1,0 0-1,0 0 0,0 0 1,0 0-1,0 0 0,-1-3 1,1 5-1,-1-1 0,1 1 0,0-1 0,-1 1 0,1-1-1,0 1 1,-1-1 0,1 1 0,-1 0 0,1-1 0,-1 1 0,1 0 0,-1-1 0,1 1 0,-1 0 0,1-1 0,-1 1 0,1 0 0,-1 0 0,1 0 0,-1 0 0,0-1 0,1 1 0,-1 0 0,1 0 0,-1 0 0,0 0 0,0 0 0,-2 1 3,-1 0 1,1 0-1,0 0 1,0 1-1,0-1 0,0 1 1,0 0-1,0-1 1,0 1-1,0 1 0,1-1 1,-1 0-1,1 0 0,-3 4 1,2-3-2,0 0 1,0 1-1,1-1 1,-1 1 0,1 0-1,-1-1 1,1 1-1,1 0 1,-1 0-1,0 0 1,1 1-1,0-1 1,0 0-1,0 0 1,1 1-1,-1-1 1,1 0 0,0 1-1,0-1 1,1 1-1,-1-1 1,1 0-1,0 0 1,0 1-1,0-1 1,1 0-1,-1 0 1,1 0-1,0 0 1,1 0-1,-1-1 1,0 1 0,1-1-1,0 1 1,0-1-1,0 0 1,0 0-1,0 0 1,1 0-1,-1-1 1,1 0-1,0 1 1,0-1-1,0 0 1,7 2 0,11 4-75,1-1 1,0 0 0,0-2 0,1-1 0,0 0 0,0-2 0,0-1 0,29-2 0,-29-1-552,1-1 0,0-1 0,-1-1 0,0-1 0,0-1 0,0-1 0,41-21 0,-36 12 384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37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286 485 72,'1'0'56,"0"-1"0,0 1 0,-1-1 0,1 0 0,0 0 0,0 1 0,-1-1 0,1 0 0,0 0 0,-1 0 0,1 0 0,-1 0 0,1 0 0,-1 0 0,0 0 0,1 0 0,-1 0 0,0 0 0,0 0 0,1 0 0,-1 0 0,0 0 0,0 0 0,0 0 0,0 0 0,-1 0 0,1 0 0,0-2 0,-2 2 69,1 0 0,0 0-1,-1 0 1,1 1 0,-1-1 0,1 0 0,0 1 0,-1-1 0,0 1 0,1 0 0,-1-1-1,1 1 1,-1 0 0,1 0 0,-1 0 0,-2 0 0,-10 1 639,0 1 1,0 0-1,-15 5 1,13-2-144,0 1 1,0 1 0,1 0-1,0 1 1,1 0-1,-25 19 1,34-23-528,0 0-1,0 1 1,0-1 0,0 1 0,1 0-1,-1 0 1,1 0 0,0 1-1,1 0 1,0-1 0,0 1-1,0 1 1,0-1 0,1 0-1,0 1 1,0-1 0,1 1-1,0-1 1,-1 12 0,3-15-90,-1-1 0,0 1 0,0-1 0,1 0 0,-1 1 0,1-1 0,0 0 0,0 1 1,-1-1-1,2 0 0,-1 0 0,0 0 0,0 0 0,1 0 0,-1 0 0,1 0 0,-1 0 0,1-1 0,0 1 0,0-1 0,2 3 0,0-2 7,0-1-1,0 1 1,0-1-1,0 1 1,1-1-1,-1-1 1,0 1-1,1 0 1,-1-1-1,0 0 1,5 0-1,5-2 13,-1 1 0,0-2 0,0 0 0,0 0-1,0-2 1,22-9 0,-22 7-19,-1 0 0,1-1 0,-2 0 0,1 0-1,-1-2 1,0 1 0,-1-1 0,0-1 0,-1 0 0,0 0-1,-1-1 1,0 0 0,0-1 0,6-15 0,-8 10 4,0 1 0,-1-1 0,-1 0 0,-1 0 0,0-1 0,-2 1 0,0 0 0,-1-1 0,0 1 0,-6-33 0,-45-231 544,71 495 436,-4-77-735,4 28-1617,5-60-3471,-23-98 4405,-1 0 1,1-1-1,0 1 1,0-1-1,0 0 0,1 0 1,0 0-1,0 0 1,0 0-1,1 0 1,0-1-1,0 1 0,0-1 1,0 0-1,0-1 1,1 1-1,0-1 1,0 0-1,7 4 0,12 0-119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38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110 122 116,'-1'-2'38,"-27"-67"3962,26 65-3318,0 0-1,0 0 1,-1 1 0,1-1-1,-1 1 1,0-1 0,0 1 0,0 0-1,-1 0 1,1 0 0,-1 1-1,1-1 1,-1 1 0,-6-3-1,9 5-636,0 0-1,0 0 0,0-1 1,0 1-1,0 1 0,0-1 0,0 0 1,0 0-1,0 0 0,1 0 1,-1 1-1,0-1 0,0 0 1,0 1-1,0-1 0,0 1 0,0-1 1,1 1-1,-1-1 0,0 1 1,1-1-1,-1 1 0,0 0 1,1-1-1,-1 1 0,0 0 1,1 0-1,-1 0 0,1-1 0,0 1 1,-1 0-1,1 0 0,0 0 1,-1 0-1,1 0 0,0 0 1,0 0-1,0 0 0,0 0 0,0 0 1,0 1-1,-4 43 117,4-45-141,2 54-512,2 0 0,14 69-1,-2-47-3674,5-3-3778,-14-51 6348,0-3 662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38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43 12,'0'0'128,"-1"0"-1,1 0 1,-1 0-1,1 0 1,0 0-1,-1 0 1,1 0-1,-1 0 1,1 0-1,-1-1 1,1 1-1,0 0 1,-1 0-1,1 0 1,-1-1 0,1 1-1,0 0 1,-1 0-1,1-1 1,0 1-1,-1 0 1,1-1-1,0 1 1,-1 0-1,1-1 1,0 1-1,0 0 1,-1-1-1,1 1 1,0-1-1,0 1 1,0 0 0,0-1-1,-1 1 1,1-1-1,0 1 1,0-1-1,0 1 1,0-1-1,0 1 1,0 0-1,0-1 1,0 1-1,1-1 1,-1 1-1,0-1 1,0 1 0,0 0-1,0-1 1,0 1-1,1-1 1,-1 1-1,0 0 1,0-1-1,1 1 1,-1 0-1,0-1 1,1 1-1,-1 0 1,0-1-1,1 1 1,-1 0 0,1-1-1,1-1 239,-1 0 1,1 0-1,-1 1 1,1-1-1,0 0 0,0 0 1,0 1-1,0 0 1,0-1-1,0 1 0,1 0 1,2-1-1,-2 1-243,-1 1 1,1 0-1,0 0 0,-1 0 1,1 0-1,-1 1 0,1-1 0,0 1 1,-1-1-1,1 1 0,-1 0 1,1 0-1,-1 0 0,0 0 0,1 1 1,-1-1-1,0 1 0,0-1 1,0 1-1,0 0 0,0 0 0,0 0 1,0 0-1,-1 0 0,1 0 1,-1 0-1,1 1 0,-1-1 0,0 0 1,1 4-1,-1-3-72,0-1-1,0 1 1,0 0-1,0 0 1,-1 0 0,1 0-1,-1-1 1,0 1 0,0 0-1,0 0 1,0 0-1,-1 0 1,1 0 0,-1 0-1,1 0 1,-1-1 0,0 1-1,0 0 1,0 0-1,-1-1 1,1 1 0,-1-1-1,1 1 1,-1-1-1,0 0 1,0 1 0,-3 2-1,-1-1 25,0 0-1,0-1 1,-1 0 0,1 0-1,-1 0 1,0-1-1,1 0 1,-1 0-1,0 0 1,-8 0 0,11-2-58,1 1 1,-1-1 0,0 0 0,1 0 0,-1 0 0,0 0 0,1-1-1,-1 0 1,0 1 0,1-1 0,-1-1 0,1 1 0,0 0-1,-1-1 1,1 0 0,0 1 0,0-1 0,0 0 0,0-1-1,0 1 1,-3-4 0,5 4-10,1 0-1,-1-1 1,0 1-1,1 0 1,-1-1-1,1 1 1,0-1 0,0 1-1,0-1 1,0 1-1,0-1 1,0 1-1,1-1 1,-1 1-1,1 0 1,0-1 0,-1 1-1,1 0 1,0 0-1,1-1 1,-1 1-1,0 0 1,0 0-1,1 0 1,1-2 0,-1 2-175,0 0 1,0 0-1,0-1 1,0 1-1,0 1 1,0-1-1,1 0 1,-1 0-1,1 1 1,2-2-1,-4 3-125,0-1 1,0 1-1,0 0 1,0-1-1,1 1 0,-1 0 1,0 0-1,0 0 0,0 0 1,1 0-1,-1 0 1,0 0-1,0 0 0,0 0 1,1 1-1,-1-1 0,0 0 1,0 1-1,0-1 0,0 1 1,0-1-1,0 1 1,1 1-1,-1-2-64,0 1 1,0 0-1,-1 0 0,1-1 0,0 1 1,-1 0-1,1 0 0,-1 0 0,1 0 1,-1 0-1,0 0 0,1 0 1,-1 0-1,0 0 0,0 0 0,0 0 1,1 2-1,-6 33-3076,3-28 2962,-3 17 24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58.2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30 112 28,'5'-28'1178,"4"-55"1,-26 186 1983,14 504 3738,6-301-4152,-14 14-1084,-1 0-487,10-222-943,0-33-50,3-1 0,10 73 0,17-6 140,4 22-232,-27-139-515,2-20-5203,-2-15-2112,-7 7 5323,-7-1 647,-4-1 772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7:59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63 357 80,'-6'1'316,"1"-1"1,-1 0-1,1-1 0,0 1 0,-1-1 1,1 0-1,0 0 0,0-1 1,-9-3-1,46-7 961,468-36 2078,-162 24-2972,123-41 307,-47 7 1011,90 11-652,9 4-907,-324 29-129,-98 9 192,118-14 1526,-191 15-1544,-12 2-108,1 0 0,-1 1-1,1 0 1,-1 0 0,1 1 0,10 0-1,-53 29-7253,-49 15 653,58-31 5784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8:00.4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54 60,'13'-15'562,"9"-10"1714,-7 11 2659,-13 24-802,2 15-2808,23 277 3598,-12 155-2614,-1-23-539,11-253-1282,-16-137-345,-2 0 0,-2 1-1,-2 77 1,-12-20 459,3-56-298,2-1 1,2 1-1,2 0 1,10 79-1,2-59 94,-2 1-1,0 80 0,-5-150-3258,-5 2 2564,1 0-1,-1 0 1,0 0-1,0 0 1,0 0-1,0 1 1,0-1-1,0 0 1,0 0-1,0 0 1,0 0-1,-1 0 1,1 1-1,0-1 1,0 0-1,-1 0 1,1 0-1,-1 1 1,1-1-1,0 0 1,-1 0-1,0 0 1,-2-3-777,-1 1 0,1 0 0,0 0 0,-1 0 0,0 1 0,0-1 0,0 1 0,0 0 0,0 0 0,-8-3 0,-51-12-2640,52 14 3263,-42-7-423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8:05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0 12,'-32'55'4033,"28"-32"-3603,2 0 0,0 0 0,2 0-1,1 1 1,0-1 0,9 42 0,-2-1 517,10 230 1509,-17-288-2435,0 1-1,0 0 1,0 0-1,1 0 1,0-1 0,1 1-1,-1-1 1,1 0-1,6 10 1,-7-13-3,0-1 1,0 1-1,1-1 1,-1 0-1,1 0 1,-1 0-1,1 0 1,0 0 0,0 0-1,0-1 1,0 1-1,0-1 1,0 0-1,0 0 1,0 0-1,1 0 1,-1 0-1,0-1 1,1 0-1,5 0 1,121-3 1043,217-35 0,281-14 257,-550 49-804,479-12 259,-447 8-333,-45 2-361,0 3-1,89 8 1,-77-2-2,0-4 0,0-2 1,141-25-1,-73 8-25,-48 7-200,140-12-419,-184 19 593,0-1 0,73-20 1,-106 22 8,-1 1-1,1 1 1,38 0 452,-75-50-370,-20-80-98,36 123-4,1 0-1,-1 1 0,1-1 1,1 0-1,0 0 1,3-14-1,2-25 157,-6 31-317,0-32 743,0 46-797,0 1 0,0-1 0,-1 1 1,1-1-1,-1 0 0,1 1 0,-1-1 0,0 1 0,0 0 0,0-1 0,0 1 0,-1 0 1,-1-4-1,2 5-161,0 1-1,0-1 1,0 1 0,0-1 0,0 1 0,0 0-1,0-1 1,0 1 0,0 0 0,0-1 0,0 1-1,0 0 1,0 0 0,0 0 0,0 0 0,0 0-1,0 0 1,0 1 0,0-1 0,-1 0 0,1 0-1,0 1 1,0-1 0,1 0 0,-1 1 0,0-1-1,-2 2 1,-21 19-3656,13-5 3313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12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2045 44,'-1'0'135,"1"1"-1,-1-1 1,1 1-1,-1-1 0,0 0 1,0 1-1,1-1 1,-1 0-1,0 0 1,0 1-1,1-1 1,-1 0-1,0 0 1,0 0-1,1 0 1,-1 0-1,0 0 1,0 0-1,0 0 1,1 0-1,-1 0 1,0-1-1,0 1 1,1 0-1,-1 0 1,0-1-1,1 1 1,-1-1-1,0 1 1,0-1-1,0 0 7,1 0-1,0-1 1,-1 1-1,1 0 0,0-1 1,0 1-1,-1 0 1,1-1-1,0 1 1,0-1-1,1 1 0,-1 0 1,0-1-1,0 1 1,1-2-1,20-48 1186,158-230 820,-141 225-1980,40-50-86,4 4-1,5 3 0,4 5 0,4 3 1,4 4-1,4 5 0,3 5 0,138-77 1,-98 74-47,4 7 0,4 6 0,1 7-1,4 7 1,1 7 0,174-27 0,-121 47-382,411 1 0,-603 27 433,-31 1 51,-36 1-56,22-5-97,16 0 14,-1 1 0,1-1 0,-1 2 0,1-1-1,0 1 1,-1 0 0,-12 5 0,-33-50 1643,26 16-950,1-1-158,-1 3 0,-1 0-1,-1 1 1,-47-28 0,68 47-480,6 4-39,1 0 0,-1 0 0,0 0 0,0 1 0,0-1 0,0 1 0,0 0 0,-1-1 0,-4 0 0,31 25-17,104 57-13,86 56-605,-204-129 622,-6-4 7,-1-1 0,1 0 0,0 1 0,0-1 0,0 0 0,0-1 0,0 1 0,0 0 0,1-1 0,4 2 0,-8-3 9,0 2-11,0 0-3,-45 12 156,36-11-37,-20 8 271,-1 3-1,2 0 1,0 1-1,0 2 1,2 1 0,-42 37-1,-32 20-86,94-71-381,-13 8 310,19-12-269,0 0-1,0 0 0,0 0 0,0 0 0,0 0 0,0-1 1,0 1-1,0 0 0,0 0 0,0 0 0,0 0 0,0 0 1,0-1-1,0 1 0,0 0 0,0 0 0,0 0 1,0 0-1,0 0 0,0 0 0,0 0 0,0-1 0,0 1 1,-1 0-1,1 0 0,0 0 0,0 0 0,0 0 1,0 0-1,0 0 0,0-1-281,1 1 0,-1-1 0,1 1 0,-1-1 0,0 1 0,1-1 0,-1 1 0,1-1 0,-1 0 0,0 1 0,0-1 0,1 0 0,-1 1 0,0-1 0,0 0 0,0 1 0,0-1 0,1 0 0,-1 1 0,0-1 0,0 0 0,-1 0 0,1 1 0,0-1 0,0 0 0,0 1 0,0-1 0,-1 0 0,1 1 0,0-1 0,0 0 0,-1 1 0,1-1 0,-1 1 0,1-1 0,0 1 0,-1-1 0,1 1 0,-1-1 0,0 1 0,1-1 0,-1 1 0,1-1 0,-1 1 0,1 0 0,-1 0 0,0-1 0,1 1 0,-1 0 0,-1-1 0,-9 3-721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13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74 16,'-1'-1'121,"0"0"0,0 0-1,0 0 1,0 0 0,0 0 0,0 0 0,0 0-1,0 0 1,0 0 0,0-1 0,1 1 0,-1 0-1,0-1 1,1 1 0,-1-1 0,1 1 0,0 0 0,0-1-1,-1 1 1,1-1 0,0 1 0,0-1 0,0 1-1,0-1 1,1 1 0,-1-1 0,0 1 0,1-3-1,0 3 126,-1-1 0,1 1 0,-1 0 0,0 0 0,0 0 0,0-1 0,1 1 0,-1 0 0,0 0 0,-1-1 0,1 1 0,0 0 0,0 0 0,0 0-1,-1-1 1,1 1 0,-1 0 0,1 0 0,-1 0 0,1 0 0,-1 0 0,0 0 0,1 0 0,-1 0 0,0 0 0,0 0 0,-1-1 0,1 2-164,0 0 0,-1 0 1,1 0-1,0 0 0,0 0 1,-1 1-1,1-1 0,0 0 1,0 1-1,-1-1 0,1 1 1,0-1-1,0 1 0,0-1 1,0 1-1,0 0 0,0 0 1,0 0-1,0-1 1,0 1-1,0 0 0,0 0 1,1 0-1,-1 0 0,0 0 1,1 0-1,-2 3 0,-17 32 922,-2 28-458,3 0 1,3 1 0,-11 112 0,25-172-659,0-1 9,0-1 0,1 0 1,-1 1-1,1-1 0,0 1 0,0-1 1,0 0-1,0 1 0,1-1 0,-1 1 1,1-1-1,2 6 0,-9-28-13275,-4 13 12450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33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67 60,'-26'2'359,"-33"4"1259,44-5-430,24-4 177,410-53 861,-374 51-2225,82-3-6,-127 8 10,-3-1-279,-1 0 0,0 0 0,0 1 0,0 0 0,0-1 0,0 1 0,0 1 1,-5 0-1,-94 14-3332,58-9 3008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34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78 4,'11'-21'1393,"-8"13"-748,1 0 0,0 1 1,1-1-1,0 1 0,9-11 0,-48 28 2510,-16 21-2819,2 2 0,-72 62 0,49-36-152,63-53-183,1 0-1,-1 0 1,1 0-1,0 1 1,0 0-1,1 0 0,-7 9 1,14-16-11,-1 1 0,1-1-1,0 0 1,-1 1 0,1-1 0,0 0 0,-1 0 0,1 1 0,0-1-1,-1 0 1,1 0 0,0 0 0,-1 0 0,1 0 0,0 0 0,-1 0-1,1 0 1,0 0 0,0 0 0,-1 0 0,1-1 0,0 1 0,-1 0-1,1-1 1,-1 1 0,2-1 0,23-5-2478,-23 5 2023,0 1 1,0-1 0,0 1 0,-1-1-1,1 1 1,0 0 0,0 0 0,0 0 0,0 0-1,0 1 1,0-1 0,0 0 0,3 2-1,-2 0 136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35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8,'0'-1'229,"0"1"0,0-1 0,0 1 0,1-1 0,-1 0 0,0 1 0,0-1 0,0 1 0,1-1 0,-1 1 0,0-1 0,1 1 0,-1-1 0,0 1 0,1-1 0,-1 1 0,1 0 0,-1-1 0,1 1 0,-1-1 0,1 1 0,-1 0 0,1 0 0,-1-1 0,1 1 0,-1 0 0,1 0 0,-1 0 0,1-1 0,-1 1 0,1 0 0,0 0 0,-1 0 0,1 0 0,-1 0 0,2 0 0,35 6 1740,33 22-1747,-34-8-55,-17-8-101,0-1 1,0-2-1,1 0 1,30 10 0,-32-13-154,18 5 528,-30-12-1201,-17-9-1438,10 9 1688,-1 0 0,0 1 0,0-1 0,0 0 0,0 1 0,1 0 0,-1-1 0,0 1 0,0 0 0,0 0 0,0 0 0,0 0 0,0 0 0,-2 1 0,-3 1-224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36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70 144 40,'-4'2'264,"1"-1"0,0-1 0,-1 1 0,1 0 0,-1-1 0,0 0 1,1 0-1,-1 0 0,1 0 0,-4-1 0,-21-3 4744,50 3-4881,0-2 0,0-1 1,-1-1-1,27-9 0,1 0-81,226-58-27,-266 70-5,-8 2-1,0 0 1,1 1 0,-1-1-1,0-1 1,0 1 0,0 0-1,0 0 1,0 0 0,0 0-1,0-1 1,0 1 0,0 0-1,0-1 1,0 1-1,0-1 1,0 1 0,-1-1-1,1 0 1,0 1 0,0-1-1,0 0 1,-1 0 0,1 1-1,0-1 1,-1 0 0,1 0-1,-1 0 1,1 0 0,-1 0-1,1 0 1,-1 0 0,0 0-1,1 0 1,-1-1 0,40-3-232,-68 2-8213,12 6 7966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107 186 24,'-29'-1'674,"-13"-1"1841,38 1-1752,0 1 0,0-1 0,1 0-1,-1 0 1,0 0 0,0-1 0,-5-2 0,9 0 2141,9 1-1896,9 1-687,6 4-194,27 4 83,81-2 0,-118-5-205,1 0 0,-1-1 1,0 0-1,0-1 0,0-1 1,0 0-1,-1 0 0,0-2 0,0 0 1,20-12-1,-31 17 33,-1 1 1,1-1-1,-1 0 1,1 0-1,-1 0 1,1 0-1,-1-1 0,0 1 1,1 0-1,-1-1 1,0 1-1,0 0 1,0-1-1,0 0 1,0 1-1,0-1 0,-1 1 1,1-1-1,0 0 1,-1 0-1,0 1 1,1-1-1,-1 0 0,0 0 1,0 0-1,0 1 1,0-1-1,0 0 1,0 0-1,0 0 1,-1 1-1,1-1 0,-1 0 1,1 1-1,-1-1 1,0 0-1,0 1 1,1-1-1,-1 0 0,0 1 1,0-1-1,-1 1 1,1 0-1,0-1 1,0 1-1,-1 0 1,1 0-1,-2-1 0,-5-4 242,1 0-1,-1 1 0,0 0 0,0 0 0,-1 1 1,0 0-1,-17-5 0,20 7-239,0 1-1,-1-1 1,1 2-1,0-1 1,-1 0-1,1 1 1,-1 1-1,1-1 1,0 1 0,-1 0-1,1 0 1,-7 2-1,10-1-37,0-1 1,0 1-1,1 0 0,-1-1 0,0 1 0,1 0 1,-1 1-1,1-1 0,0 0 0,-1 1 0,1-1 1,0 1-1,1 0 0,-1 0 0,0-1 0,1 1 1,0 0-1,-1 1 0,1-1 0,0 0 0,1 0 1,-1 0-1,0 0 0,1 1 0,0 3 0,1 243-10,4-99-6,-7-44-29,4 107-1806,-2-209 1508,4 36-2250,-3-40 2202,-1 1 1,0 0-1,0-1 1,1 1-1,-1-1 1,1 1-1,0-1 1,-1 1-1,1-1 1,0 0 0,0 1-1,0-1 1,0 0-1,0 0 1,0 1-1,0-1 1,0 0-1,0 0 1,1 0-1,1 1 1,-2-2 242,0 0 0,0 0 0,-1 0 1,1-1-1,0 1 0,0 0 0,0 0 0,0-1 1,0 1-1,-1 0 0,1-1 0,0 1 0,0-1 0,0 1 1,-1-1-1,1 1 0,0-1 0,-1 0 0,1 1 1,-1-1-1,1 0 0,0 1 0,-1-1 0,0 0 0,1 0 1,-1 0-1,1 1 0,-1-1 0,0 0 0,0 0 1,1 0-1,-1 0 0,0 0 0,0 1 0,0-1 1,0-1-1,4-15-289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40 162 220,'-6'-5'-19,"-23"-25"4224,28 29-4058,1 1 0,-1-1 0,1 1 0,0-1 0,-1 1 0,1-1 0,0 0 1,-1 1-1,1-1 0,0 0 0,0 1 0,0-1 0,-1 0 0,1 0 0,0 1 1,0-1-1,0 0 0,0 1 0,0-1 0,0 0 0,0 0 0,1 1 0,-1-1 1,0 0-1,0 1 0,0-1 0,1 0 0,-1 1 0,0-1 0,1 0 1,-1 1-1,1-1 0,-1 1 0,1-1 0,-1 1 0,1-1 0,-1 1 0,1-1 1,-1 1-1,1-1 0,-1 1 0,1 0 0,0-1 0,-1 1 0,1 0 0,0 0 1,0-1-1,79-26 1657,4 6-4448,37-12-5782,-95 23 7111,-2 2 576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50 220,'1'-27'1895,"-1"26"-1494,0 0 1,-1 0 0,1 0-1,0 0 1,-1-1 0,1 1-1,-1 0 1,1 0 0,-1 0-1,0 0 1,0 0 0,1 0 0,-1 0-1,0 0 1,0 0 0,0 1-1,0-1 1,0 0 0,0 0-1,-2 0 1,2 0-4,-1 1 1,1 0-1,0-1 1,-1 1-1,1 0 0,0 0 1,-1 0-1,1 0 1,0 0-1,-1 0 0,1 1 1,0-1-1,-1 0 1,1 1-1,0-1 0,-1 0 1,1 1-1,-2 1 1,-16 15-93,13-10-246,1 0-1,1 1 1,-1-1 0,1 1 0,1 0 0,0 0 0,0 0 0,0 0 0,1 1 0,0-1 0,1 1-1,0-1 1,0 1 0,1 11 0,0-16-144,1 1-1,-1 0 0,2 0 1,-1-1-1,0 1 1,1-1-1,0 1 0,0-1 1,0 1-1,0-1 1,1 0-1,0 0 0,0 0 1,0-1-1,0 1 1,1-1-1,-1 1 0,1-1 1,0 0-1,0-1 1,0 1-1,0-1 1,0 1-1,0-1 0,1-1 1,-1 1-1,6 1 1,8 1-2100,1-1 0,0 0 0,0-2 0,0 0 0,0-1 0,23-3 0,-12 1 949,-10 1 810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45 105 32,'-11'-22'560,"-7"-11"2116,2 14 2759,19 25-4603,0 0 1,-1 0-1,0 1 1,0-1-1,1 9 1,-1 54 237,-3-38-966,1-31-96,0 0 0,0 1 0,0-1 0,-1 0 0,1 0 0,0 0 0,0 1 0,0-1 1,0 0-1,0 0 0,0 0 0,0 1 0,0-1 0,0 0 0,0 0 0,0 0 0,0 1 0,0-1 0,0 0 0,0 0 0,0 0 0,0 1 0,0-1 0,1 0 0,-1 0 0,0 0 0,0 1 1,0-1-1,0 0 0,0 0 0,0 0 0,1 0 0,-1 1 0,0-1 0,0 0 0,0 0 0,0 0 0,1 0 0,-1 0 0,0 0 0,0 0 0,0 0 0,1 1 0,-1-1 0,0 0 0,0 0 1,0 0-1,1 0 0,-1 0 0,0 0 0,0 0 0,0 0 0,1 0 0,-1 0 0,0 0 0,0 0 0,0-1 0,1 1 0,12-14 751,10-20 422,-12 13-738,-2 3-219,2 0 0,12-17-1,-21 31-219,1 1-1,0-1 1,0 1-1,0 0 1,1 0-1,-1 0 1,0 0-1,1 1 1,0-1-1,0 1 1,0 0-1,0 0 1,0 0-1,0 1 1,6-2-1,-8 3-5,0 0 0,-1 0 0,1 0 1,0 0-1,-1 0 0,1 0 0,0 0 0,-1 1 0,1-1 0,0 1 0,-1-1 1,1 1-1,-1 0 0,1-1 0,-1 1 0,1 0 0,-1 0 0,1 0 0,-1 0 1,2 2-1,0 1 19,0-1 0,-1 1 0,1 0 0,-1 0 0,1 0 0,-1 0 0,2 7 0,0 2 82,0 0 0,-1 1 0,0 0 1,0 16-1,1 2 232,1 3-3729,4-56-11611,-6 12 14171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50 64,'0'-10'511,"0"-17"1621,-5 14 5065,12 22-1413,4 14-4116,0-1-994,-2-6-188,39 73 732,-43-80-1118,-1 1 0,-1-1-1,0 1 1,0 0-1,-1 0 1,0 0 0,0 16-1,-2-22-54,0-1 0,-1 1 1,1 0-1,-1 0 0,0-1 0,0 1 0,0 0 0,-1-1 0,1 1 0,-1-1 0,0 0 1,0 1-1,0-1 0,0 0 0,-1 0 0,1 0 0,-1-1 0,-5 5 0,-3 2-420,-1-1 0,-1 0 1,-21 9-1,-15 11-9309,48-28 9342,0 1-1,1-1 1,-1 1-1,0-1 1,1 1-1,-1-1 1,0 1 0,1-1-1,-1 1 1,1 0-1,-1-1 1,1 1 0,-1 0-1,1 0 1,0-1-1,-1 1 1,1 0-1,0 0 1,-1 0 0,1-1-1,0 1 1,0 0-1,0 0 1,0 0 0,0 1-1,2 4-699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29 208,'-49'-9'3813,"37"7"-1194,0 0 1,0 1-1,0 1 0,-16 1 1,28-1-2579,0 0 1,0 0 0,0 0 0,0 0 0,0 0-1,0 0 1,0 0 0,-1-1 0,1 1 0,0 0 0,0 0-1,0 0 1,0 0 0,0 0 0,-1 0 0,1 0-1,0 0 1,0 0 0,0 0 0,0 0 0,-1 0-1,1 0 1,0 0 0,0 0 0,0 0 0,0 0 0,0 1-1,-1-1 1,1 0 0,0 0 0,0 0 0,0 0-1,0 0 1,0 0 0,0 0 0,0 0 0,-1 0 0,1 1-1,0-1 1,0 0 0,0 0 0,0 0 0,0 0-1,0 0 1,0 0 0,0 1 0,0-1 0,0 0 0,0 0-1,0 0 1,0 0 0,0 0 0,0 1 0,0-1-1,0 0 1,0 0 0,0 0 0,0 0 0,0 1-1,0-1 1,0 0 0,12 5 626,20 3-663,0-8-396,1-2-1,-1-1 0,45-10 0,-32 5-3968,1 2-4218,-44 6 8319,-9 7-5304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0 140,'-9'3'256,"-33"10"1835,40-12-1790,1-1 0,-1 1 0,0 0-1,1-1 1,-1 1 0,1 0 0,-1 0 0,1 0-1,0 0 1,-1 0 0,1 0 0,0 0-1,0 1 1,-1-1 0,1 0 0,0 1 0,1-1-1,-3 3 1,4-3-99,-1 0-1,0 0 1,0 0 0,0 0 0,1 0-1,-1 0 1,0-1 0,1 1-1,-1 0 1,1 0 0,-1 0 0,1-1-1,-1 1 1,1 0 0,0-1-1,-1 1 1,1 0 0,0-1 0,0 1-1,-1-1 1,1 1 0,0-1-1,0 1 1,0-1 0,0 0-1,-1 1 1,1-1 0,0 0 0,0 0-1,0 0 1,0 0 0,0 1-1,1-1 1,33 3 2426,-6-5-1421,49-8 0,-25 2-4381,0 4-7824,-38 7 6135,-9-1 3936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257 134 92,'7'-36'2556,"-7"30"-1518,0 1 1,-1-1-1,1 0 0,-1 0 0,0 1 0,0-1 0,-4-9 1,4 13-574,0-1 0,0 0 1,-1 1-1,1-1 1,-1 1-1,0-1 0,1 1 1,-1 0-1,0 0 1,0 0-1,-1 0 0,1 0 1,0 0-1,-1 1 1,-3-3-1,4 3-383,-1 0 0,0 0 0,0 0 1,0 1-1,1-1 0,-1 1 0,0 0 0,0-1 0,0 1 0,0 1 1,-3-1-1,-5 2 2,1 1 0,0 0 1,1 1-1,-1 0 0,0 0 0,1 1 1,0 0-1,0 0 0,1 1 0,-12 10 1,14-11-85,0 0 0,0 1 0,0 0 1,1 0-1,0 0 0,0 1 0,0 0 1,1 0-1,0 0 0,1 0 0,-1 1 0,1-1 1,-3 15-1,6-20-32,-1 0 0,1 0 0,-1 0-1,1 1 1,0-1 0,0 0 0,0 0 0,0 1 0,1-1 0,-1 0 0,1 0 0,-1 0-1,1 1 1,0-1 0,0 0 0,0 0 0,0 0 0,0 0 0,2 3 0,-1-4-13,-1 0 0,1 0 1,0 0-1,0 0 0,-1 0 1,1 0-1,0 0 0,0-1 1,0 1-1,0-1 0,0 1 1,0-1-1,0 0 0,0 0 1,0 0-1,0 0 0,3 0 1,4-1-42,-1-1 1,1 0-1,-1-1 1,1 1 0,-1-2-1,0 1 1,0-1-1,9-6 1,15-14 77,-25 18 32,0 0 1,1 1 0,0 0-1,0 0 1,0 0-1,16-5 1,-22 9-8,0 1-1,1 0 1,-1 0-1,0 0 1,0 1 0,0-1-1,1 1 1,-1-1-1,0 1 1,0-1 0,0 1-1,0 0 1,0 0-1,0 0 1,0 0 0,-1 1-1,1-1 1,0 0-1,0 1 1,-1-1 0,1 1-1,-1 0 1,0-1-1,1 1 1,-1 0 0,0 0-1,0 0 1,1 3-1,3 4 103,0 1-1,-1-1 0,0 1 0,3 17 0,-2-5-51,-2 0-1,0 1 0,-2-1 1,-1 0-1,0 1 1,-2-1-1,0 0 0,-2 0 1,-11 40-1,12-52-63,-1 0 1,0-1-1,0 1 1,-1-1-1,-1 0 0,0-1 1,0 1-1,0-1 0,-1 0 1,-9 8-1,9-11 23,1 0 0,-1-1 1,0 0-1,0 0 0,0 0 1,-1-1-1,1 0 0,-1-1 0,0 1 1,0-1-1,1-1 0,-1 0 0,-1 0 1,-12 0-1,18-1-7,0 0 1,0 0-1,-1 0 0,1-1 1,0 1-1,0-1 0,-1 0 1,1 0-1,0 0 0,0 0 1,0 0-1,0-1 0,0 1 1,0-1-1,1 0 0,-1 0 1,0 0-1,1 0 0,0 0 1,-3-4-1,2 2 2,1 0 1,0 0-1,0 0 1,0-1-1,0 1 1,1-1-1,0 1 1,0-1-1,0 0 1,0 1-1,1-1 1,0-7 0,1-5-462,1 0 1,1 0-1,0 0 1,1 1-1,1-1 0,11-25 1,-4 16-4159,0 1 0,32-45 0,-5 23 1038,-17 26 2933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63 176,'5'-9'772,"8"-18"1162,-13 27-1535,1-1 0,-1 0 1,0 0-1,1 0 0,-1 1 0,0-1 0,0 0 0,0 0 1,0 0-1,1 0 0,-1 0 0,0 0 0,-1 1 1,1-1-1,0 0 0,0 0 0,0 0 0,0 0 1,-1 0-1,1 1 0,0-1 0,-1 0 0,0-1 0,1 2-57,-1-1-1,0 0 0,0 1 0,1-1 0,-1 1 0,0-1 0,0 1 0,0 0 0,0-1 0,0 1 0,0 0 0,0-1 0,1 1 0,-1 0 0,0 0 0,0 0 0,0 0 0,0 0 0,0 0 0,0 0 0,0 0 0,0 1 0,-2-1 0,-20 17 1809,17-11-2103,1 0 1,0 1-1,1-1 1,-8 15-1,9-13-23,-1 0 0,1 0-1,1 1 1,0-1 0,0 1-1,0 0 1,1-1 0,0 1 0,1 0-1,0 0 1,1 0 0,-1-1 0,2 1-1,-1 0 1,1-1 0,0 1 0,1-1-1,0 1 1,5 8 0,-3-8-366,0-1 0,0-1 0,1 1 0,0-1 0,0 0 0,0 0 1,13 9-1,-10-9-846,0 0 1,1-2 0,0 1-1,0-1 1,0 0 0,19 5-1,-15-6-1431,1-1 0,28 3 0,-29-5 1655,1 0-1,0-2 1,14-2 0,3-2 304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37 126 84,'-6'-9'410,"-18"-30"2770,23 38-2798,0 0 0,1 0 0,-1-1 0,0 1 0,1 0 0,-1-1-1,1 1 1,-1-1 0,1 1 0,0 0 0,-1-1 0,1 1 0,0-1-1,0 1 1,0-1 0,0 1 0,1-1 0,-1 1 0,0-1 0,1 1-1,-1 0 1,1-3 0,0 4-288,-1 0-1,1-1 1,0 1 0,-1 0-1,1-1 1,0 1-1,0 0 1,-1 0-1,1 0 1,0-1 0,0 1-1,-1 0 1,1 0-1,0 0 1,0 0 0,-1 0-1,1 0 1,0 1-1,-1-1 1,1 0 0,0 0-1,0 0 1,-1 1-1,1-1 1,0 0-1,-1 1 1,1-1 0,0 1-1,-1-1 1,1 1-1,-1-1 1,1 1 0,-1-1-1,1 1 1,-1-1-1,1 1 1,0 0 0,20 25 533,-21-25-536,7 9 76,-2 1 0,1 0 1,-1 1-1,-1-1 0,0 1 1,-1 0-1,0 0 0,1 16 1,3 8 260,-5-43-234,-1 0 0,1 0 1,0 0-1,1 0 0,-1 1 0,6-9 1,0-5-75,2-7-39,-7 16-80,0 0 1,1 0-1,1 0 0,0 1 1,0-1-1,1 1 0,0 1 0,1-1 1,0 1-1,11-11 0,-17 19-5,0 0-1,1 1 1,-1-1-1,0 0 1,1 1-1,-1-1 1,0 1-1,1 0 1,-1-1-1,1 1 1,-1 0 0,1 0-1,-1 0 1,1 0-1,-1 0 1,1 0-1,-1 1 1,0-1-1,1 0 1,-1 1-1,1-1 1,-1 1-1,0 0 1,1-1-1,-1 1 1,0 0 0,0 0-1,0-1 1,1 1-1,-1 0 1,0 0-1,0 1 1,0-1-1,0 0 1,-1 0-1,2 2 1,5 5-3,-1 2 0,0-1 0,7 16 0,-10-20 4,8 18-728,14 44 0,-16-36-3885,-2 0-5112,2-15 6170,-3-11 2937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74 204,'-17'-27'1733,"2"4"2548,1-1 5454,31 52-5341,15 12-2675,10 16-1180,-26-32-330,-6-9-53,0 0 0,-1 1 0,8 20 0,-15-31-159,-1 0 0,1 0 1,-1 0-1,0 0 0,0 0 0,0 0 0,-1 1 1,0-1-1,0 0 0,0 0 0,-1 1 1,0-1-1,0 0 0,0 0 0,-3 8 0,-26 40-2767,-4 5-7413,32-54 9493,1 0 1,-1-1-1,1 1 1,0 0-1,0 0 1,1-1 0,-1 1-1,1 0 1,0 0-1,0 0 1,0 0-1,0 0 1,2 6-1,3 4-21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29 124,'-64'5'5084,"-1"-3"8850,224-4-10817,3-9-5666,-161 11 2425,26-5-2933,-16-4-3044,-11 9 5895,0-1 0,0 1 1,0 0-1,0 0 1,0-1-1,0 1 1,0 0-1,0 0 0,0-1 1,-1 1-1,1 0 1,0 0-1,0 0 1,-20-5-6504,11 8 6036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68 228,'-29'-30'4038,"19"11"1187,12 1 4056,-1 19-9104,1 1-1,-1 0 1,1-1 0,-1 1-1,1 0 1,-1 0-1,0 0 1,0 0-1,0 0 1,0 0-1,0 1 1,0 1-1,5 20-219,-2 0-1,0 1 1,0 43-1,3 22-5140,-5-78 3257,0 0 0,1 0 0,0 0 0,1 0 1,7 13-1,-9-21 1522,0 0 1,1 1-1,-1-1 1,1 0 0,0 0-1,0-1 1,1 1-1,5 5 1,12 3-88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82 122 36,'-6'-28'639,"-4"-21"3631,-8 5 8067,-1 87-9723,10-1-2556,1 1 0,2-1 0,2 1-1,2 0 1,2 0 0,2 0-1,10 61 1,-10-95-54,-2-3 3,0-1-1,1 1 1,0-1 0,0 1 0,1-1-1,-1 1 1,1-1 0,0 0-1,1 0 1,-1 0 0,7 9 0,-8-14-4,-1 1 1,1-1 0,-1 0 0,1 0 0,-1 0 0,1 0 0,-1 1 0,1-1 0,0 0 0,-1 0-1,1 0 1,-1 0 0,1 0 0,0 0 0,-1 0 0,1-1 0,-1 1 0,1 0 0,0 0 0,-1 0 0,1 0-1,-1-1 1,1 1 0,-1 0 0,1-1 0,-1 1 0,1 0 0,-1-1 0,1 1 0,-1-1 0,0 1 0,1-1-1,-1 1 1,0-1 0,1 1 0,-1-1 0,0 1 0,1-1 0,-1 1 0,0-1 0,0 1 0,0-1-1,0 0 1,1 1 0,-1-2 0,10-30 60,-9 31-61,7-30-65,24-59-1,-29 83 5,0 1 1,0-1-1,0 1 0,1 0 1,0 0-1,0 1 1,0-1-1,1 1 0,0 0 1,0 0-1,0 0 0,1 1 1,-1 0-1,1 0 0,11-6 1,-14 9 36,0 0 0,0 1-1,-1-1 1,1 1 0,0-1 0,0 1 0,0 0 0,0 0 0,0 0 0,0 0 0,0 1 0,-1-1-1,1 1 1,0 0 0,0 0 0,0 0 0,-1 0 0,4 2 0,-1 0 7,0 1 1,0-1 0,-1 1-1,0 0 1,1 0 0,-2 1-1,1-1 1,5 9-1,0 3 5,0 1-1,-1-1 1,-1 1 0,9 32-1,-12-33 1599,1 2-3472,5 0-5744,-9-17 7232,0-1 0,0 1 0,0-1 0,0 1 0,-1-1 0,1 0-1,0 1 1,0-1 0,0 0 0,0 0 0,0 1 0,0-1 0,0 0 0,0 0 0,0 0 0,0 0-1,0 0 1,0-1 0,1 1 0,19-8-1978,-4 1 1620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52 204,'-1'-2'331,"1"-1"0,-1 1 0,1-1 0,-1 1 0,0-1 0,0 1 0,0-1 1,-1 1-1,1 0 0,-1 0 0,1 0 0,-1 0 0,1 0 0,-1 0 0,0 0 0,0 0 0,0 1 0,0-1 0,0 1 0,-1-1 0,1 1 0,0 0 1,-1 0-1,1 0 0,0 0 0,-1 0 0,1 1 0,-1-1 0,0 1 0,1 0 0,-1-1 0,1 1 0,-1 0 0,0 1 0,1-1 0,-1 0 1,1 1-1,-1-1 0,1 1 0,-1 0 0,1 0 0,-1 0 0,1 0 0,-5 3 0,-1 1 530,-1 0 0,1 0 0,0 1 0,-13 12 1,-19 27-484,33-35-263,0 1 0,1 0 0,0 0-1,1 1 1,1-1 0,-1 1 0,2 0 0,0 0 0,0 1 0,1-1 0,-1 23 0,3-29-176,0-1 0,1 1 0,0-1 1,0 1-1,0-1 0,1 1 0,-1-1 1,1 0-1,1 1 0,-1-1 0,1 0 1,0-1-1,0 1 0,0 0 1,0-1-1,1 0 0,0 0 0,0 0 1,0 0-1,0 0 0,1-1 0,-1 0 1,1 0-1,0 0 0,0-1 0,0 1 1,1-1-1,6 2 0,0-1-840,-1 0 0,1 0 0,17 1 0,-15-3-572,0-1-1,0-1 1,-1 0 0,1-1 0,0 0 0,-1-1 0,1 0 0,-1-1 0,13-6-1,-6 2 623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59 180,'-3'-4'651,"-12"-15"4831,15 19-5335,0 0-1,-1-1 1,1 1 0,0 0-1,0 0 1,-1 0 0,1 0-1,0 0 1,0-1 0,0 1-1,-1 0 1,1 0 0,0-1-1,0 1 1,0 0 0,0 0-1,0-1 1,-1 1 0,1 0-1,0 0 1,0-1 0,0 1-1,0 0 1,0 0 0,0-1-1,0 1 1,0 0 0,0 0-1,0-1 1,0 1-1,0 0 1,0-1 0,0 1-1,0 0 1,0 0 0,1-1-1,-1 1 1,0 0 0,0 0-1,0-1 1,0 1 0,0 0-1,1 0 1,-1 0 0,0-1-1,0 1 1,0 0 0,1 0-1,-1 0 1,0 0 0,0-1-1,1 1 1,-1 0 0,0 0-1,0 0 1,1 0 0,-1 0-1,11 42 2215,-4-10-1961,-3 0 1,2 49-1,-3-81 197,3-11-326,7-14-64,1-14-60,-8 22-136,0 0-1,1 1 1,1 0 0,0 0-1,1 1 1,14-19 0,-22 33-12,0 1 1,-1 0 0,1-1-1,0 1 1,-1-1-1,1 1 1,0 0 0,0-1-1,-1 1 1,1 0-1,0 0 1,0 0 0,-1-1-1,1 1 1,0 0-1,0 0 1,0 0-1,-1 0 1,1 0 0,0 0-1,0 1 1,-1-1-1,1 0 1,0 0 0,0 1-1,-1-1 1,1 0-1,0 1 1,-1-1 0,1 0-1,0 1 1,-1-1-1,1 1 1,0-1 0,-1 1-1,1 0 1,-1-1-1,1 1 1,-1 0 0,0-1-1,1 1 1,-1 0-1,0-1 1,1 2 0,22 41 20,-18-34-22,23 56-25,10 18-489,-4-37-6194,-34-45 6413,0-1 0,1 1-1,-1-1 1,1 0 0,-1 1-1,1-1 1,-1 0 0,1 1-1,-1-1 1,1 0 0,-1 0-1,1 1 1,0-1 0,-1 0 0,1 0-1,-1 0 1,1 0 0,0 0-1,-1 0 1,1 0 0,-1 0-1,1 0 1,0 0 0,-1 0 0,1 0-1,-1 0 1,1 0 0,-1-1-1,2 1 1,8-10-2218,-3-1 1692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40 240,'-8'-11'1029,"-4"-4"1952,6 1 4586,12 18-2660,24 19-2884,3 7-1465,-1 2 0,-2 0 0,49 71 0,-72-95-462,-2 2 1,1-1-1,-1 1 1,-1-1-1,0 1 1,0 1-1,-1-1 0,0 0 1,-1 1-1,0 0 1,-1-1-1,0 1 1,0 0-1,-2 16 1,-1-16-264,0 0 0,0 0-1,-1-1 1,0 1 0,-9 17 0,5-15-1176,0 0 0,-1-1 1,0 1-1,-14 13 0,-22 23-12363,42-46 12827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72 60,'7'-43'3002,"-7"40"-1928,1-1 1,-2 1-1,1 0 1,0 0-1,0 0 0,-1 0 1,-1-3-1,-7 38 2760,-2 18-3166,-5 60-1,7-4-2860,11-68-3696,-2-38 5630,0 1-1,0 0 0,0 0 1,0-1-1,1 1 0,-1 0 1,0 0-1,0-1 0,1 1 1,-1-1-1,1 1 0,-1 0 0,0-1 1,1 1-1,0-1 0,-1 1 1,1-1-1,0 2 0,0-2 127,0 0 0,-1 0 0,1 0 0,0 0 0,-1 0 0,1 0 0,0-1 0,-1 1-1,1 0 1,0 0 0,-1 0 0,1-1 0,0 1 0,-1 0 0,1-1 0,0 1 0,-1 0-1,1-1 1,-1 1 0,1-1 0,-1 1 0,1-1 0,-1 1 0,1-2 0,10-9-334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71 216,'-30'-12'1603,"-15"-6"6956,45 18-8491,0 0 0,0 0 1,0 0-1,1 0 0,-1 0 1,0 0-1,0 0 0,0 0 0,0 0 1,0 0-1,0 0 0,0 0 1,0 0-1,0 0 0,0 0 1,0 0-1,0 0 0,1 0 1,-1 0-1,0 0 0,0 0 1,0 0-1,0 0 0,0 0 0,0 0 1,0 0 272,0 0-272,0 0-1,0 0 0,0 0 1,0 0-1,0-1 0,1 1 1,-1 0-1,0 0 0,0 0 1,0 0-1,0 0 0,0 0 0,0 0 1,0 0-1,0 0 0,0 0 1,0 0-1,0 0 0,0-1 1,0 1-1,0 0 0,0 0 1,0 0-1,0 0 0,0 0 1,0 0-1,-1 0 0,1 0 0,0 0 1,0 0-1,0 0 0,0 0 1,0 0-1,0-1 0,13-1 1310,18-2-1348,-28 4 294,91-13 568,-35 5-352,-19 3-3034,-7 2-2510,0 1-3518,-21 2 7190,2 1 694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60 28,'-7'-31'1997,"-5"3"5956,11 28-7866,1 0 0,0 0 0,-1 0 0,1 0-1,-1 0 1,1 0 0,0-1 0,-1 1 0,1 0-1,0 0 1,-1 0 0,1 0 0,0 0 0,-1 1 0,1-1-1,-1 0 1,1 0 0,0 0 0,-1 0 0,1 0-1,0 0 1,-1 1 0,1-1 0,0 0 0,0 0 0,-1 0-1,1 1 1,0-1 0,-1 0 0,1 0 0,0 1-1,0-1 1,0 0 0,-1 1 0,1-1 0,0 0 0,0 1-1,0 0 1,-11 13 518,5-5-266,-6 9 482,-13 26 0,22-38-761,1 0 0,-1 0 0,1 0 0,1 1 0,-1-1 0,1 0 0,0 0 0,0 1 0,1 7 0,0-13-59,0 1 1,0-1 0,0 0 0,0 0-1,0 0 1,0 0 0,0 0 0,0 1-1,0-1 1,1 0 0,-1 0 0,0 0 0,1 0-1,-1 0 1,1 0 0,0 0 0,-1 0-1,1 0 1,0 0 0,-1 0 0,1 0 0,0-1-1,0 1 1,0 0 0,0 0 0,0-1-1,0 1 1,0 0 0,0-1 0,0 1-1,0-1 1,0 0 0,0 1 0,0-1 0,0 0-1,0 0 1,0 1 0,1-1 0,-1 0-1,0 0 1,0 0 0,0-1 0,0 1 0,0 0-1,1 0 1,1-1 0,1-1 12,0 1 0,0-1 1,0 0-1,0 0 0,-1 0 0,1 0 0,-1-1 1,1 0-1,-1 1 0,0-1 0,5-6 1,-3 2 199,0-1 0,-1 0 0,0 0 0,0 0 0,-1-1 0,0 1 1,0-1-1,-1 0 0,0 0 0,1-17 0,-1 17 597,2 9-425,7 18-341,0 0-66,-1-10-7,1 0 1,-1 0 0,1-1-1,0 0 1,1-1-1,0 0 1,0-1 0,0 0-1,16 3 1,-27-8 28,-1 1 0,0-1 0,1 0 0,-1 0 0,0 0 0,1 1 0,-1-1 1,0 0-1,1 0 0,-1 0 0,0 0 0,1 0 0,-1 0 0,1 0 0,-1 0 0,0 0 0,1 0 0,-1 0 0,1 0 1,-1 0-1,0 0 0,1 0 0,-1 0 0,0-1 0,1 1 0,-1 0 0,0 0 0,1 0 0,-1-1 0,0 1 1,1 0-1,-5-13 70,-21-21-14,18 25-139,5 6 565,-9-12-1639,-3-12-6150,14 27 7088,-1-1 1,1 0-1,0 1 0,0-1 0,-1 0 0,1 0 0,0 0 0,0 1 0,0-1 1,0 0-1,0 0 0,0 0 0,0 1 0,0-1 0,0 0 0,0 0 0,1 1 1,-1-1-1,0 0 0,0 0 0,1 1 0,-1-1 0,0 0 0,1 0 1,-1 1-1,1-1 0,-1 1 0,1-1 0,-1 0 0,1 1 0,0-1 0,-1 1 1,1-1-1,0 1 0,-1 0 0,1-1 0,0 1 0,-1 0 0,1-1 1,0 1-1,0 0 0,0 0 0,-1-1 0,1 1 0,0 0 0,0 0 0,-1 0 1,1 0-1,0 0 0,0 0 0,0 1 0,-1-1 0,2 0 0,12 1-221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81 92,'1'0'354,"0"-1"0,0 1 0,0-1-1,-1 1 1,1-1 0,0 1 0,0-1 0,0 0 0,-1 1 0,1-1 0,0 0-1,-1 0 1,1 0 0,-1 1 0,1-1 0,-1 0 0,1 0 0,-1 0-1,1 0 1,-1 0 0,0 0 0,0 0 0,1 0 0,-1 0 0,0 0 0,0 0-1,0 0 1,0 0 0,0 0 0,0 0 0,0 0 0,-1 0 0,1 0-1,0 0 1,-1 0 0,1 0 0,0 0 0,-1 0 0,1 0 0,-1-1 0,0 1 78,0 0 0,0 0 0,0 0 0,0 0 0,0 0 0,-1 1 0,1-1 0,0 0 0,0 0 0,0 1 0,-1-1 0,1 1 0,0-1 0,-1 1 1,-2-1-1,-15 3-429,16 0 46,0-1-1,-1 1 0,1-1 1,0 1-1,0 0 1,0 0-1,1 1 0,-1-1 1,0 0-1,1 1 0,0 0 1,-1-1-1,1 1 1,0 0-1,0 0 0,1 0 1,-1 1-1,1-1 0,-1 0 1,1 1-1,-1 4 1,2-5-52,0-1 1,0 1 0,0-1 0,0 0 0,0 1 0,0-1 0,1 1 0,-1-1 0,1 0 0,0 1 0,0-1 0,0 0-1,0 0 1,0 0 0,0 0 0,0 0 0,1 0 0,-1 0 0,1 0 0,0 0 0,-1 0 0,1-1 0,0 1-1,0-1 1,0 0 0,0 1 0,0-1 0,0 0 0,1 0 0,-1 0 0,0 0 0,3 0 0,-1 0 3,0 0 0,0 0 1,0-1-1,0 1 0,0-1 0,0 0 1,0 0-1,-1-1 0,1 1 0,0-1 1,0 0-1,0 0 0,0 0 0,0 0 1,-1-1-1,1 1 0,0-1 1,-1 0-1,0 0 0,1 0 0,-1-1 1,0 1-1,0-1 0,0 0 0,-1 0 1,1 0-1,0 0 0,-1 0 0,0 0 1,0-1-1,0 1 0,0-1 1,-1 1-1,1-1 0,-1 0 0,0 0 1,0 0-1,0 0 0,-1 0 0,0 0 1,1 0-1,-1 0 0,0 1 0,-1-1 1,1 0-1,-1 0 0,0 0 1,0 0-1,-1-4 0,1 6-442,0-1-1,0 1 1,-1 0 0,1 0-1,0 0 1,-1 0 0,0 0-1,1 0 1,-1 1 0,0-1-1,0 0 1,0 1-1,0-1 1,0 1 0,0 0-1,0 0 1,0 0 0,-1 0-1,1 0 1,0 0 0,-1 0-1,-2 0 1,1 1-457,-1-1-1,1 1 1,-1 0 0,1 0 0,-1 0 0,1 0-1,0 1 1,-1 0 0,1 0 0,0 0-1,-7 3 1,-5 5-484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68 256,'-4'-17'1060,"-9"-15"5758,3 13 304,10 19-7026,0 0 0,0 0 0,0 1 1,0-1-1,0 0 0,0 0 0,0 0 0,0 0 97,0 0-97,0 0 0,-1 0 0,1 0 0,0 0 0,0 0 1,0 0-1,0 1 0,0-1 0,0 0 0,0 0 0,0 0 0,0 0 1,-1 0-1,1 0 0,0 0 0,0 0 0,0 0 0,0 0 1,0 0-1,0 0 0,0 0 0,-1 0 0,1 0 0,0 0 1,0 0-1,0 0 0,0-1 0,0 1 0,0 0 0,0 0 1,0 0-1,0 0 0,-1 0 0,1 0 0,0 0 0,0 0 1,0 0-1,0 0 0,0 0 0,0 0 0,0-1 0,0 1 1,-5 116 297,1 26-1144,5-116-1194,7 41 0,0-34-2377,-7-31 3859,-1-1 0,1 1 0,0 0 0,-1-1 0,1 1-1,0-1 1,0 0 0,0 1 0,0-1 0,0 0 0,0 1 0,1-1 0,-1 0 0,0 0 0,1 0-1,2 2 1,-4-3 379,1 0 0,-1 0 0,0 0 0,1 0-1,-1 0 1,0 0 0,1 0 0,-1 1 0,1-1 0,-1 0-1,0-1 1,1 1 0,-1 0 0,0 0 0,1 0-1,-1 0 1,1 0 0,-1 0 0,0 0 0,1 0 0,-1-1-1,0 1 1,1 0 0,-1 0 0,0-1 0,0 1-1,1 0 1,-1 0 0,0-1 0,0 1 0,1 0 0,-1-1-1,0 1 1,0 0 0,0 0 0,1-1 0,-1 0-1,2-9-555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68 100,'0'-3'132,"0"0"0,1 0 1,-1 0-1,1 1 0,0-1 0,-1 0 0,1 0 1,0 0-1,1 1 0,-1-1 0,0 0 0,1 1 1,0-1-1,0 1 0,-1 0 0,1-1 0,0 1 1,1 0-1,-1 0 0,0 1 0,1-1 0,-1 0 1,1 1-1,-1-1 0,1 1 0,0 0 0,-1 0 1,1 0-1,0 0 0,0 0 0,0 1 0,0-1 1,0 1-1,5 0 0,0 0 239,1-1 1,0 2-1,-1-1 1,1 2-1,0-1 0,-1 1 1,10 3-1,-13-4-42,0 1 1,-1 0-1,1 0 0,0 0 1,-1 1-1,0 0 1,1 0-1,-1 0 0,0 0 1,-1 0-1,1 1 0,-1 0 1,6 6-1,-8-8-165,0 0 0,-1 0 0,1 0 0,0 0 0,-1 0 0,0 0 0,1 0 0,-1 0-1,0 0 1,0 0 0,0 0 0,0 0 0,0 1 0,-1-1 0,1 0 0,0 0 0,-1 0 0,0 0 0,0 0 0,1 0 0,-1-1 0,0 1-1,0 0 1,-1 0 0,1 0 0,0-1 0,0 1 0,-1-1 0,1 1 0,-1-1 0,-2 2 0,-6 6 160,0-1 0,-1-1 0,-19 11 0,27-16-279,2-2-50,-5 4-211,0-1-1,0 0 1,0 0-1,0 0 1,-12 2-1,14-7-4200,10-4 1489,10-5-1222,-5 5 2743,0 1-1,1 0 1,12-3-1,-4 2 957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183 60 76,'18'-12'293,"-7"-4"3823,-10 16-3835,-1-1 1,0 0-1,0 1 1,1-1-1,-1 0 1,0 0-1,0 1 1,0-1-1,0 0 1,0 1 0,0-1-1,0 0 1,0 0-1,0 1 1,-1-1-1,1 0 1,0 1-1,0-1 1,-1 0-1,0 0 1,0-1 121,0 1-1,0 0 1,0 0-1,0 0 1,0 0-1,-1 0 1,1 0-1,0 0 1,-1 1 0,1-1-1,0 0 1,-1 1-1,-1-1 1,-3 0-87,1 0-1,0 0 1,0 1 0,0 0 0,-1 0-1,1 0 1,0 0 0,0 1 0,0 0 0,0 0-1,0 1 1,0-1 0,0 1 0,0 0-1,0 1 1,1-1 0,-6 4 0,1-1-257,1 1 0,0 0 0,1 0 0,-1 1 0,1-1 0,0 2 0,1-1 0,-8 12 0,11-13-57,-1 0-1,2 0 1,-1 1 0,1-1-1,0 1 1,0-1 0,1 1-1,-1 10 1,2-16-11,0 0 0,-1 1-1,1-1 1,0 1 0,0-1 0,0 1 0,0-1-1,1 1 1,-1-1 0,0 1 0,1-1 0,-1 1-1,1-1 1,-1 0 0,1 1 0,0-1 0,-1 0-1,1 0 1,0 1 0,0-1 0,0 0-1,0 0 1,0 0 0,0 0 0,0 0 0,0 0-1,1 0 1,-1 0 0,0-1 0,0 1 0,1 0-1,-1-1 1,1 1 0,-1-1 0,0 0 0,1 1-1,-1-1 1,1 0 0,-1 0 0,1 0 0,-1 0-1,1 0 1,2 0 0,0-1-6,-1 1 0,1-1 0,-1 0 0,1 0-1,-1 0 1,1-1 0,-1 1 0,0-1 0,0 0 0,1 0 0,-1 0 0,-1 0 0,1 0-1,0-1 1,4-3 0,1-4 10,-1-1 0,0 1 0,7-15 0,-9 16 28,1-1 1,0 1-1,13-16 1,-18 25-24,-1-1 0,0 1 0,1 0 0,-1 0 0,1-1 0,-1 1 0,1 0 0,-1 0 0,1 0 0,-1-1 0,1 1 0,-1 0 0,1 0 0,-1 0 0,1 0 0,-1 0 0,1 0 0,-1 0 0,1 0 0,-1 0 0,1 0 0,-1 1 0,1-1 0,-1 0 0,1 0 0,-1 0 1,0 1-1,1-1 0,-1 0 0,1 0 0,-1 1 0,1-1 0,-1 0 0,0 1 0,1-1 0,-1 0 0,0 1 0,1-1 0,-1 1 0,0-1 0,0 1 0,1 0 0,13 23-72,-12-19 46,3 4 738,11 23-1689,-11-23-759,1 0 0,-1-1 0,13 14-1,-17-20 1334,1 0 0,-1-1-1,1 1 1,0 0 0,0 0-1,0-1 1,0 1 0,0-1-1,0 0 1,0 1 0,1-1-1,-1 0 1,0 0 0,1 0-1,-1-1 1,1 1 0,-1-1-1,1 1 1,-1-1 0,1 0-1,-1 0 1,1 0 0,-1 0-1,1 0 1,-1-1 0,1 1-1,-1-1 1,1 0 0,-1 1-1,1-1 1,-1 0 0,0-1-1,3 0 1,11-10-187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36 101 168,'2'-14'396,"3"-30"1161,-5 41-856,0-1 0,0 1 1,-1 0-1,1 0 0,0-1 0,-1 1 1,0 0-1,0 0 0,0 0 1,-2-5-1,3 8-558,0 0 1,-1 0-1,1-1 0,0 1 1,0 0-1,0 0 0,0 0 1,0 0-1,0-1 0,-1 1 1,1 0-1,0 0 1,0 0-1,0 0 0,0 0 1,-1 0-1,1 0 0,0-1 1,0 1-1,0 0 0,0 0 1,-1 0-1,1 0 0,0 0 1,0 0-1,0 0 1,-1 0-1,1 0 0,0 0 1,0 0-1,-1 0 0,1 0 1,0 0-1,0 0 0,0 0 1,-1 0-1,1 0 1,0 1-1,0-1 0,-7 9 2222,-2 13-881,5-6-1334,1 1 0,1-1 0,0 1 0,1 22-1,2-20-2894,5 31 0,4-9-4769,-9-39 7130,-1 0 0,1 0 0,0 0 0,0 0-1,0 0 1,0 0 0,0 0 0,0 0 0,1-1 0,-1 1 0,1 0-1,-1-1 1,1 1 0,0-1 0,-1 1 0,4 1 0,6-1-181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1 145 192,'6'-57'1274,"0"12"1448,1 2 4348,-6 56-644,2 33-4455,-4-12-1304,0-18-534,1 0-1,1 0 1,0 0-1,5 27 1,-6-42-131,1 0 1,-1 0 0,0 0 0,1 0 0,-1 0 0,0 0 0,1 0 0,-1 0-1,1 0 1,0 0 0,-1 0 0,1 0 0,0-1 0,-1 1 0,1 0 0,0 0-1,0-1 1,0 1 0,0-1 0,-1 1 0,1 0 0,0-1 0,1 1 0,23-2 21,-23 1-24,0-1-1,0 1 1,0-1 0,0 1-1,0 0 1,0 0 0,1 0-1,-1 0 1,0 0-1,0 1 1,0-1 0,0 1-1,0-1 1,0 1 0,0 0-1,4 2 1,-2 1 7,0 0 0,0 0 1,0 0-1,-1 1 0,1-1 0,-1 1 1,0 0-1,2 7 0,-1-6-781,-1 0 0,1 1 1,9 10-1,-10-49-16652,-8 17 16854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34 120,'-36'-12'2176,"12"5"4233,31 7 436,17-4-4776,5 0-3022,-10 2-1136,-3-1-1732,1 2 1,20 0 0,-6 5 1414,-11 2 1756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 72 96,'12'-10'685,"11"-13"994,-22 23-1333,-1-1 0,1 0-1,0 0 1,-1 1 0,1-1 0,0 0 0,-1 0 0,0 0 0,1 0 0,-1 0 0,1 0 0,-1 0 0,0 0-1,0 0 1,1 0 0,-1 0 0,0 0 0,0 0 0,0 0 0,0 0 0,0 0 0,-1 0 0,1-1 0,-1 1 26,1 0 1,-1 0 0,1 1-1,-1-1 1,0 0 0,1 0 0,-1 1-1,0-1 1,1 1 0,-1-1-1,0 1 1,0-1 0,0 1 0,0-1-1,-1 0 1,-20-3 1996,15 3-2139,1 1 1,0 0-1,0 1 0,-10 1 0,15-2-218,0 0 0,0 0-1,-1 1 1,1-1 0,0 0 0,0 0 0,0 1-1,0-1 1,-1 1 0,1 0 0,0-1-1,0 1 1,0 0 0,0-1 0,0 1 0,0 0-1,0 0 1,1 0 0,-1 0 0,0 0-1,0 0 1,1 0 0,-1 0 0,0 0-1,1 0 1,-1 0 0,1 0 0,0 1 0,-1-1-1,1 0 1,0 3 0,0-1 3,1 0 1,0 1-1,0-1 0,0 0 1,0 0-1,1 1 1,0-1-1,-1 0 0,1-1 1,4 6-1,8 9 85,29 27-1,-6-7 280,-36-36-353,-1-1 0,1 0 0,-1 1 0,0-1 1,1 0-1,-1 1 0,1-1 0,-1 1 0,0-1 0,1 1 0,-1-1 0,0 1 0,0-1 0,1 1 0,-1 0 0,0-1 0,0 1 0,0-1 0,0 1 0,0-1 0,1 1 0,-1 0 0,0-1 0,-1 1 0,1-1 0,0 1 0,0 0 1,0 0 3,-1-1 1,0 1 0,1-1 0,-1 0 0,1 1 0,-1-1-1,0 0 1,1 0 0,-1 1 0,0-1 0,0 0 0,1 0-1,-1 0 1,0 0 0,1 0 0,-1 0 0,0 0 0,0 0-1,-4 0-183,1 0 1,0-1-1,-1 0 0,1 0 0,0 0 0,-6-2 0,-10-15-7833,20 18 7703,-1-1 1,1 1-1,0 0 1,-1-1-1,1 1 1,-1 0-1,1-1 1,0 1-1,-1-1 1,1 1-1,0-1 1,-1 1-1,1-1 1,0 1-1,0-1 1,0 1-1,-1-1 1,1 1-1,0-1 1,0 1-1,0-1 1,0 1-1,0-1 1,0 0-1,0 1 1,0-1-1,0 1 1,0-1-1,0 1 1,1-1-1,-1 1 1,0-1-1,0 1 1,0-1 0,1 1-1,-1-1 1,0 1-1,1-1 1,-1 1-1,0-1 1,1 1-1,-1 0 1,1-1-1,6-1-747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0 131 224,'18'-65'3797,"-10"32"1681,2 2 3949,-10 31-9393,0 0-1,0 0 1,0 0-1,0 0 0,0-1 1,0 1-1,0 0 1,0 0-1,0 0 0,1 0 1,-1 0-1,0 0 0,0 0 1,0 0-1,0 0 1,0 0-1,0 0 0,0 0 1,0 0-1,0 0 1,0 0-1,0 0 0,0 0 1,1 0-1,-1 0 1,0 0-1,0 0 0,0 0 1,0 0-1,0 0 1,0 0-1,0 0 0,0 0 1,0 0-1,0 0 0,0 0 1,1 0-1,-1 0 1,0 0-1,0 0 0,0 0 1,0 0-1,0 0 1,0 0-1,0 0 0,0 0 1,0 0-1,0 0 1,0 0-1,0 0 0,0 1 1,0-1-1,0 0 1,1 0-1,-1 0 0,0 0 1,0 0-1,0 0 1,0 0-1,0 0 0,0 0 1,0 0-1,0 0 0,0 1 1,5 9 604,1 13-425,-3 15-48,-4 58 0,0-18-1859,2-57-1168,4 34 0,-3-49 1592,-1 0 0,1 0-1,0 0 1,0 0 0,4 7 0,-6-11 1020,1-1 1,0 0 0,0 1-1,-1-1 1,1 0-1,0 1 1,0-1-1,0 0 1,0 0 0,1 0-1,-1 0 1,0 0-1,0 0 1,1 0-1,-1 0 1,0-1-1,1 1 1,-1 0 0,1-1-1,-1 1 1,1-1-1,-1 0 1,1 1-1,-1-1 1,1 0-1,2 0 1,5-3-235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43 109 16,'-7'-3'148,"4"1"53,0 1 0,0-1-1,0 1 1,0-1 0,1 0 0,-1 0-1,0 0 1,1 0 0,-1 0-1,1-1 1,-3-4 0,4 7-123,1-1 0,0 1-1,0-1 1,1 1 0,-1-1 0,0 1 0,0-1-1,0 0 1,0 1 0,0-1 0,1 1 0,-1-1 0,0 1-1,0-1 1,1 1 0,-1 0 0,0-1 0,1 1-1,-1-1 1,0 1 0,1 0 0,-1-1 0,1 1 0,-1 0-1,1-1 1,-1 1 0,1 0 0,-1-1 0,1 1-1,0 0 1,19-8 579,-17 7-508,46-13 835,89-12 1,-134 25-918,-1 1 67,0-1 1,0 1 0,1-1 0,-1 1-1,0 0 1,0 0 0,0 0-1,0 1 1,0-1 0,0 1 0,0 0-1,0 0 1,0 0 0,4 2-1,-6-2 35,0 0 0,0 0 0,1 1 0,-1-1 0,0 1 0,0-1 0,0 1 0,-1-1 0,1 1 0,0 0 0,-1-1 0,1 1 0,-1 0 0,1-1 0,-1 1 0,0 0 0,1 0 0,-1-1 0,0 1 0,0 0 0,-1 0 0,1-1 0,0 1 0,0 0 0,-2 3 0,0 8 739,-1 0-456,0 0 1,1 1 0,1-1-1,0 1 1,2 16 0,-1-27-434,1 0 0,-1-1 0,1 1 1,-1 0-1,1-1 0,0 1 0,0 0 1,1-1-1,-1 1 0,0-1 0,1 1 1,-1-1-1,1 0 0,0 0 1,0 0-1,0 0 0,0 0 0,0 0 1,0 0-1,0-1 0,1 1 0,-1-1 1,1 1-1,-1-1 0,1 0 0,0 0 1,-1 0-1,1 0 0,0-1 1,-1 1-1,6-1 0,-6 1 11,0-1 0,0 0 0,0 1 0,0-1-1,0 0 1,0-1 0,0 1 0,0 0 0,0 0 0,0-1 0,0 1 0,-1-1-1,1 0 1,0 0 0,0 1 0,0-1 0,-1 0 0,1 0 0,0-1 0,-1 1-1,3-2 1,-3 1 24,1 0 0,-1-1-1,0 1 1,0 0-1,0-1 1,0 1 0,0-1-1,0 1 1,0-1 0,-1 1-1,0-1 1,1 0 0,-1 1-1,0-4 1,-1-3-140,0 1-1,0 0 1,-1-1 0,1 1-1,-2 0 1,1 0 0,-1 0-1,-1 1 1,-4-10 0,1 8-1393,1 0 1,-1 0-1,0 1 1,-1 0-1,-13-11 1,16 15 681,0 1 1,0-1 0,0 1-1,0 0 1,0 1 0,-1-1 0,1 1-1,-1 0 1,1 0 0,-1 1 0,-11-2-1,5 4 188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53 60,'0'-3'352,"0"1"0,-1 0 0,1-1 1,-1 1-1,0 0 0,1 0 0,-1-1 0,0 1 0,-1 0 0,1 0 0,0 0 1,0 0-1,-1 0 0,1 1 0,-1-1 0,0 0 0,0 1 0,1-1 1,-1 1-1,-2-2 0,0 1 297,0 1 1,1 0 0,-1-1 0,0 1-1,0 0 1,0 1 0,0-1-1,0 1 1,0 0 0,-8 0-1,2 1 600,-1 1-1,0 0 0,-14 4 0,-22 13-363,36-14-666,1 1 1,-1 1-1,-17 14 1,24-18-202,1 1 0,-1-1 0,1 1 0,-1-1-1,1 1 1,1 0 0,-1 0 0,0 1 0,1-1 0,0 1 0,0-1 0,-2 7 0,4-10-19,-1 1 1,1-1-1,0 0 1,0 0-1,0 0 1,0 0-1,0 0 1,0 0-1,0 0 1,0 0-1,0 0 0,0 0 1,0 1-1,1-1 1,-1 0-1,0 0 1,1 0-1,-1 0 1,1 0-1,-1 0 1,1-1-1,0 1 0,-1 0 1,1 0-1,0 0 1,1 1-1,0-1-2,0 0-1,0 0 1,0-1-1,0 1 1,0 0-1,0-1 1,0 0-1,0 1 1,0-1-1,1 0 1,-1 0 0,4-1-1,3 0-11,0 0 0,1-1 0,-1-1 0,0 0 0,10-4 0,-8 1 11,-1 0-1,1-1 1,-1-1 0,0 1-1,13-16 1,25-17 3,-48 40 0,1-1 0,-1 1 0,1 0 1,-1-1-1,0 1 0,1 0 1,-1 0-1,1 0 0,-1 0 0,1-1 1,-1 1-1,1 0 0,-1 0 1,1 0-1,-1 0 0,1 0 0,-1 0 1,0 0-1,1 0 0,-1 0 1,1 0-1,-1 1 0,1-1 0,-1 0 1,1 0-1,-1 0 0,1 1 1,-1-1-1,0 0 0,1 0 0,-1 1 1,1-1-1,-1 0 0,0 1 1,1-1-1,-1 0 0,0 1 0,0-1 1,1 1-1,-1-1 0,0 0 1,0 1-1,1-1 0,-1 1 0,0-1 1,0 1-1,0-1 0,0 1 1,0-1-1,0 1 0,0-1 0,0 1 1,4 29 42,-4-29-38,0 213 737,-1-91-597,1-100-138,-1-1 0,0 1 0,-2 0 0,-6 26 0,7-43 3,0 0-1,-1 1 1,1-1 0,-1 0 0,0-1 0,-1 1 0,1 0 0,-6 6 0,6-9-3,0 0 1,-1 0-1,1-1 1,0 1-1,-1-1 0,1 1 1,-1-1-1,0 0 1,0-1-1,0 1 1,0-1-1,0 0 1,0 1-1,-5-1 1,4 0-18,1-1 1,-1 0 0,0 0-1,1 0 1,-1-1 0,0 0-1,1 0 1,-1 0 0,1 0-1,0-1 1,-1 1-1,1-1 1,0 0 0,0 0-1,0-1 1,0 1 0,0-1-1,1 0 1,-1 0 0,1 0-1,0-1 1,0 1 0,0-1-1,0 0 1,0 0-1,1 0 1,0 0 0,-2-4-1,-1-2-59,1 1 0,0-1-1,1 0 1,0 0-1,1 0 1,0 0-1,1-1 1,0 1 0,0-1-1,1 1 1,2-16-1,-1 16-94,2 0 0,-1 0 1,1 0-1,1 0 0,6-13 0,-4 13-974,0 0 1,0 0 0,1 1-1,10-11 1,1 3-1654,0 1 0,0 1 0,2 0 0,25-14-1,-23 16 2172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119 85 152,'11'-21'1237,"-10"19"-557,0 0 1,-1 0-1,1 0 0,-1 0 1,0 0-1,1 0 1,-1 0-1,0 0 1,0 0-1,-1 0 1,1 0-1,-1-4 0,1 5-270,-1 0 0,1 0-1,-1 0 1,1 0 0,-1 0-1,0-1 1,1 1-1,-1 1 1,0-1 0,0 0-1,0 0 1,0 0 0,1 0-1,-1 0 1,0 1 0,-1-1-1,1 0 1,0 1-1,0-1 1,-2 0 0,1 1-326,-1-1-1,1 1 1,-1-1 0,1 1 0,0 0 0,-1 0 0,1 0 0,-5 1 0,2 0-33,1 1 0,-1 0 0,0-1 1,1 2-1,-1-1 0,1 0 0,0 1 1,0 0-1,0 0 0,0 0 0,0 0 0,1 1 1,0 0-1,-1-1 0,1 1 0,1 0 1,-1 1-1,0-1 0,1 0 0,0 1 0,0-1 1,0 1-1,1 0 0,0-1 0,0 1 0,0 0 1,0 0-1,1 0 0,-1 0 0,1 0 1,1 0-1,-1 0 0,1 0 0,0 0 0,0 0 1,0-1-1,0 1 0,4 7 0,-4-10-48,0 0-1,0 0 0,1-1 0,-1 1 0,0 0 1,0-1-1,1 1 0,-1-1 0,1 0 0,0 1 1,-1-1-1,1 0 0,0 0 0,0 0 1,-1 0-1,1 0 0,0-1 0,0 1 0,0-1 1,0 1-1,0-1 0,0 1 0,0-1 1,0 0-1,0 0 0,0 0 0,0 0 0,0-1 1,1 1-1,-1 0 0,-1-1 0,1 0 0,0 1 1,3-3-1,-1 2 0,-1-1 0,0 0 0,0 0 0,0 0 0,0 0 0,0-1 0,-1 1 0,1-1-1,-1 1 1,0-1 0,1 0 0,-1 0 0,0 0 0,-1 0 0,1-1 0,-1 1 0,1 0 0,1-8 0,-1 0-203,-1-1 1,0 1-1,-1-1 1,0 0-1,-3-15 0,-3 0-4288,-4 2-5513,12 30 4265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104 351 192,'1'-1'399,"0"0"-1,0 1 1,0-1 0,0 0 0,0 0-1,-1 0 1,1 1 0,0-1 0,0 0-1,-1 0 1,1 0 0,-1 0 0,1 0-1,-1 0 1,0 0 0,1-1 0,-1 1-1,0 0 1,0 0 0,1 0 0,-1 0-1,0 0 1,0 0 0,0-1 0,-1 1-1,1 0 1,0 0 0,0 0-1,-1 0 1,1 0 0,0 0 0,-1 0-1,1 0 1,-1 0 0,1 0 0,-1 0-1,0 0 1,1 0 0,-1 0 0,0 0-1,0 0 1,-1-1 0,1 1 59,-1 0 1,1 0-1,-1 0 0,1 0 1,-1 0-1,1 0 0,-1 0 1,0 0-1,0 1 0,1-1 0,-1 1 1,-3-1-1,4 0-437,-1 1 0,1 0 0,-1 0 0,1 0 0,0 1 0,-1-1 0,1 0 0,-1 0 0,1 1 0,-1-1 0,1 1 0,0-1 0,-1 1 0,1 0 0,0-1 0,-1 1 0,0 2-1,-4 2 24,1 0-1,0 1 1,0 0-1,1 0 1,0 0-1,0 0 1,1 1-1,-6 12 1,7-15-56,0 1 0,1 0 0,-1 0 1,1 0-1,0 0 0,0 0 0,1 0 1,0 0-1,0 0 0,0 0 0,0 0 1,1 0-1,2 10 0,-3-14 6,0 0 0,0 0 0,1-1 0,-1 1 0,0 0 0,1 0 0,-1 0-1,1 0 1,-1-1 0,1 1 0,-1 0 0,1-1 0,0 1 0,-1 0 0,1-1 0,0 1 0,-1-1-1,1 1 1,0-1 0,0 1 0,0-1 0,-1 1 0,1-1 0,0 0 0,0 1 0,0-1 0,1 0-1,0 0-2,-1 0 0,1-1 0,-1 1 0,1-1 0,0 1-1,-1-1 1,1 0 0,-1 1 0,0-1 0,1 0-1,-1 0 1,1 0 0,1-2 0,3-3-13,-1 0 1,1 0-1,-1-1 0,8-13 1,-2-4 20,6-11-30,-15 38 16,-1 0 0,1 0-1,0 1 1,-1-1 0,1 0-1,-1 1 1,0-1 0,1 7-1,0-3-16,-2-3-27,1-1-1,0 0 0,0 0 0,1 0 0,-1 0 0,0 0 1,1 0-1,0 0 0,0 0 0,0-1 0,0 1 0,0-1 1,0 1-1,1-1 0,-1 0 0,1 0 0,-1 0 0,1 0 1,0 0-1,0-1 0,0 1 0,0-1 0,0 0 0,0 0 1,1 0-1,-1 0 0,0 0 0,0-1 0,1 0 0,-1 1 0,0-1 1,1 0-1,-1-1 0,0 1 0,6-2 0,2 0 26,1 0-1,-1-1 1,0-1-1,0 0 1,0 0-1,-1-1 1,1-1 0,-1 0-1,-1 0 1,1-1-1,-1 0 1,0 0-1,0-1 1,-1 0-1,0-1 1,-1 0-1,0 0 1,0-1-1,-1 0 1,0 0-1,-1 0 1,0-1-1,0 0 1,-1 1 0,-1-2-1,0 1 1,-1 0-1,0-1 1,1-19-1,-2 17 62,-1 0-1,-1 1 0,0-1 1,-1 1-1,-1 0 0,0 0 1,-1 0-1,0 0 0,-1 0 1,0 1-1,-11-19 0,15 29-19,0 1 0,0-1 1,-1 0-1,1 1 0,0-1 0,-1 1 0,1-1 0,-1 1 0,0 0 0,1 0 1,-1 0-1,0 0 0,0 0 0,0 0 0,0 0 0,-2-1 0,2 2-2,1 0-1,-1 0 1,1 0-1,-1 1 1,1-1-1,-1 0 1,1 0-1,0 1 1,-1-1-1,1 1 1,0-1-1,-1 1 0,1 0 1,0-1-1,0 1 1,-1 0-1,1 0 1,-1 1-1,-2 2 3,0 1-1,0 0 0,0 0 1,0 0-1,1 1 0,0-1 1,1 1-1,-1 0 0,-2 7 1,-2 12-218,1 0 1,1 0 0,1 0 0,2 0-1,0 0 1,2 1 0,2 29 0,1-31-1703,1 0 0,1 0 1,0 0-1,13 30 1,-16-47 1232,1-1 1,0 1-1,0-1 1,0 0-1,1 0 1,0-1-1,0 1 1,1-1 0,-1 0-1,1 0 1,0 0-1,10 7 1,6-1 136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24 204,'-8'-6'1271,"-1"-3"5987,10 3-886,12 4-4225,-12 2-2090,-1 0 0,0 0 0,1-1 0,-1 1 0,1 0 0,-1 0 0,0 0 0,1 0 0,-1 0 0,1 0 0,-1 0 0,1 0 0,-1 0 0,0 1 0,1-1 0,-1 0 0,1 0 0,-1 0 0,0 0 0,1 1 0,-1-1 0,0 0 0,1 0 0,-1 0 0,0 1 0,1-1 0,-1 0 0,0 1 0,1-1 0,-1 0 0,0 1 0,0-1 0,1 0 0,-1 1 0,0-1 0,0 1 0,0-1 0,0 0 0,0 1-1,0-1 1,1 1 0,-1-1 0,0 0 0,0 1 0,0-1 0,0 1 0,0-1 0,0 1 0,-1-1 0,1 0 0,0 1 0,0-1 0,0 1 0,0-1 0,0 0 0,-1 1 0,1-1 0,0 1 0,-1 1 59,0-1-1,-1 1 1,1 0-1,0-1 1,-1 1-1,1 0 0,-1-1 1,1 0-1,-1 1 1,-2 1-1,1-2-18,1 0 0,-1 0 0,0 0 1,1 0-1,-1-1 0,0 1 0,0-1 0,-5 0 0,8 1-90,0-1 0,0 0 0,-1 0 0,1 0 0,0-1-1,0 1 1,-1 0 0,1 0 0,0 0 0,0 0 0,0 0-1,-1 0 1,1 0 0,0 0 0,0 0 0,-1 0 0,1-1 0,0 1-1,0 0 1,0 0 0,0 0 0,-1 0 0,1-1 0,0 1 0,0 0-1,0 0 1,0 0 0,0-1 0,0 1 0,-1 0 0,1 0-1,0-1 1,0 1 0,0 0 0,0-1 0,10-13-61,9 0 622,2 7-5020,-20 6 4119,0 1 0,-1 0 0,1 0-1,0 0 1,0 0 0,-1 0 0,1 0 0,0 0 0,0 1 0,-1-1 0,1 0 0,0 0 0,0 1-1,-1-1 1,1 0 0,0 1 0,-1-1 0,1 1 0,0-1 0,-1 0 0,1 2 0,0-1-115,0 0 0,-1 0 0,1 0 1,-1 1-1,1-1 0,-1 0 1,0 0-1,1 1 0,-1-1 0,0 0 1,0 0-1,0 1 0,0-1 1,0 0-1,0 1 0,0-1 0,-1 2 1,-6 31-2744,2-15 2718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22 76,'15'-9'3509,"-13"9"-2741,-1 0 0,1-1-1,-1 1 1,1 0 0,0 0 0,-1 0 0,1 0-1,0 0 1,-1 0 0,1 0 0,0 1-1,2 0 1,-3-1-334,0 1 0,1-1 0,-1 1 1,0-1-1,0 1 0,0 0 0,0 0 0,-1-1 0,1 1 0,0 0 0,0 0 1,0 0-1,-1 0 0,1 0 0,0 0 0,-1 0 0,2 2 0,-1 16-820,-1-19 416,0 1 0,0-1 0,0 1 0,0-1 0,0 1 0,0-1 0,0 1 0,0-1 0,-1 0 0,1 1 1,0-1-1,0 1 0,-1-1 0,1 1 0,0-1 0,0 0 0,-1 1 0,1-1 0,0 0 0,-1 1 0,1-1 0,-1 0 0,1 1 0,0-1 0,-1 0 0,1 0 0,-1 0 0,1 1 0,-1-1 1,1 0-1,-1 0 0,1 0 0,-1 0 0,1 0 0,-1 0 0,1 0 0,-1 0 0,1 0 0,-1 0 0,1 0 0,0 0 0,-2 0 0,1-1-18,0 1-1,0-1 0,0 1 1,0-1-1,0 1 0,0-1 1,0 0-1,1 1 0,-1-1 1,0 0-1,0 0 1,0 1-1,1-1 0,-1 0 1,1 0-1,-1 0 0,0 0 1,0-2-1,-1-20-455,0 3-3725,-13 37-7843,-5 19 7242,9-14 3835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95 56,'-6'-71'5917,"6"71"-5799,0 0-1,0-1 1,0 1-1,0 0 1,0 0-1,0 0 0,0-1 1,0 1-1,0 0 1,0 0-1,0 0 1,0 0-1,-1-1 1,1 1-1,0 0 1,0 0-1,0 0 1,0 0-1,0-1 0,0 1 1,-1 0-1,1 0 1,0 0-1,0 0 1,0 0-1,0 0 1,-1 0-1,1-1 1,0 1-1,0 0 1,0 0-1,0 0 0,-1 0 1,1 0-1,0 0 1,0 0-1,0 0 1,-1 0-1,1 0 1,0 0-1,0 0 1,0 0-1,-1 0 1,1 0-1,0 0 0,0 0 1,0 1-1,0-1 1,-1 0-1,1 0 1,0 0-1,0 0 1,0 0-1,0 0 1,-1 0-1,1 1 1,0-1-1,0 0 0,0 0 1,0 0-1,0 0 1,0 1-1,0-1 1,-1 0-1,1 0 1,0 0-1,0 0 1,0 1-1,-9 13 3169,5 8-3104,2 0-1,0 0 1,1 0 0,2 1 0,0-1 0,1 0 0,2 0 0,0 0 0,11 33 0,-12-46-128,1 3-340,-2-24-1757,-1-5-2304,6-35 0,-4 39 3451,-1-1-1,0 0 0,-1 0 0,-2-20 0,-1 19 1071,0 0-1,-1 0 1,-1 1-1,0-1 1,-1 1-1,-1 0 0,-14-26 1,47 61 6265,51 41-5263,-52-49-991,0-1 1,31 10-1,15 6 58,-59-24-170,-9-2 2021,-16-2-509,10 0-1553,-10 1 153,0 1 0,1-1 1,0 2-1,-1 0 0,1 0 0,0 1 0,-16 8 0,-70 41-212,44-22 645,24-15-1639,24-13-2643,31-15-9946,-22 8 12777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156 107 160,'1'-4'223,"0"0"-1,1 0 1,0 0-1,0 0 1,0 0-1,0 1 1,1-1-1,-1 1 1,1-1-1,0 1 1,0 0-1,0 0 1,1 0-1,-1 1 1,1-1-1,4-2 1,-2 1 211,0 0 1,-1 0 0,1-1-1,6-8 1,-12 13-338,1-1 0,-1 1 0,0 0 0,0 0 0,1-1 1,-1 1-1,0 0 0,0 0 0,0-1 0,0 1 0,1 0 0,-1-1 0,0 1 0,0 0 0,0-1 1,0 1-1,0 0 0,0-1 0,0 1 0,0 0 0,0-1 0,0 1 0,0 0 0,0-1 1,0 1-1,0 0 0,0 0 0,0-1 0,0 1 0,-1 0 0,1-1 0,0 1 0,0-1 1,-13-4 1603,-17 4-538,29 1-1087,-14 2 72,1-1 0,0 1-1,-1 1 1,1 1 0,0 0-1,0 1 1,1 0-1,0 1 1,-17 10 0,28-15-146,0 0 1,1 0 0,-1 0 0,0 0-1,1 0 1,-1 0 0,1 1 0,0-1-1,-1 1 1,1-1 0,0 1-1,0-1 1,0 1 0,0-1 0,0 1-1,0 0 1,0 0 0,1-1 0,-1 1-1,0 0 1,1 0 0,0 0 0,-1 0-1,1 0 1,0 0 0,0 0 0,0 0-1,0 0 1,1-1 0,-1 1-1,1 4 1,2-2-5,-1 1-1,1 0 1,0-1-1,0 0 1,0 0 0,1 0-1,0 0 1,-1 0-1,1-1 1,7 5-1,42 27 12,-39-27 122,1 1 0,-1 1 1,-1 0-1,0 1 0,14 14 0,-26-24-54,0 0 0,0 0 0,0 0 0,0 0 0,-1 0-1,1 1 1,0-1 0,-1 0 0,1 0 0,-1 0 0,1 1 0,-1-1-1,0 0 1,1 0 0,-1 1 0,0-1 0,0 0 0,0 1 0,0-1-1,0 0 1,0 1 0,0-1 0,0 0 0,-1 1 0,0 1 0,0-1 4,-1 0 0,1 0 0,-1 0 0,1 0 0,-1 0 0,0-1 0,0 1 0,0-1 0,0 1 0,0-1 1,0 0-1,-4 2 0,-8 3 59,0-1 1,0-1 0,-23 4 0,36-8-138,-16 4-127,-33 5 422,48-8-447,1-1 0,-1 0-1,0 0 1,0 0-1,0 0 1,1 0 0,-1 0-1,0-1 1,0 1-1,1 0 1,-1-1 0,0 0-1,1 1 1,-1-1-1,0 0 1,1 0 0,-1 0-1,1 0 1,-1 0-1,1 0 1,0 0-1,-2-2 1,3 1-382,-1 1 0,1-1-1,-1 0 1,1 0 0,0 1 0,-1-1-1,1 0 1,0 0 0,0 1 0,1-1 0,-1 0-1,0 0 1,1 1 0,-1-1 0,1 0-1,0-2 1,13-27-4501,-8 20 4215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97 35 24,'-59'-7'3109,"22"-2"5886,43 11-8515,1-2 1,0 1-1,0-1 0,0 0 1,10-1-1,8-1-332,66 2-726,132-18-1,-216 17-556,-10 11-10910,-2-6 11348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97 28,'1'-1'63,"9"-24"1205,-7 5 6854,-9 24-6161,-5 6-204,-11 22 346,-37 67 0,31-48-1885,24-44-210,-14 28 9,17-34-22,0 1 1,0 0-1,0 1 1,0-1-1,1 0 1,-1 0-1,1 0 1,0 0-1,-1 0 1,1 1-1,0-1 1,0 0-1,1 5 1,-1-7 3,1 0-1,-1 1 1,0-1-1,1 0 1,-1 0 0,0 1-1,0-1 1,1 0 0,-1 0-1,0 0 1,1 1 0,-1-1-1,1 0 1,-1 0-1,0 0 1,1 0 0,-1 0-1,0 0 1,1 0 0,-1 0-1,1 0 1,-1 0 0,0 0-1,1 0 1,-1 0-1,1 0 1,-1 0 0,0 0-1,1 0 1,-1 0 0,0 0-1,1-1 1,-1 1-1,1 0 1,-1 0 0,0 0-1,0-1 1,1 1 0,-1 0-1,0 0 1,1-1 0,-1 1-1,0 0 1,1-1-1,15-14-12,-15 14 9,8-9-6,-1 0 1,-1 0-1,1-1 1,-2 0-1,1 0 0,-2 0 1,8-21-1,0-7 72,7-43-1,-9 33 265,0 24 110,-3 20-54,-7 5-360,-1 1 0,1-1 1,-1 0-1,1 1 0,0-1 0,-1 0 1,1 1-1,-1-1 0,1 1 0,-1-1 1,1 1-1,-1-1 0,0 1 0,1 0 1,-1-1-1,0 1 0,1-1 0,-1 1 1,0 0-1,16 37 775,15 53 0,-20-53-751,28 60 1,-38-96-660,9 21 527,-8-16-2987,-18-16-13928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54 100,'-14'-3'360,"4"-1"348,3 2 464,3 2 1644,11 0-1379,0 0-153,6-1-244,4-1-256,0 0-216,4-1-364,-3 1-720,3 0-1376,-1-1-468,0-1 123,1-2 481,5-4 628,2 0 612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8 136,'-23'3'1073,"17"-3"419,0 1 1,0 0-1,0 0 1,-10 4-1,16-5-1359,0 1-1,0-1 0,0 0 0,1 1 0,-1-1 1,0 0-1,0 1 0,1-1 0,-1 0 0,0 0 0,1 1 1,-1-1-1,0 0 0,1 0 0,-1 1 0,0-1 0,1 0 1,-1 0-1,1 0 0,-1 0 0,0 0 0,1 0 1,-1 1-1,1-1 0,-1 0 0,0 0 0,1 0 0,-1 0 1,1-1-1,19 6 321,27-4 300,0-2 1,51-7 0,-23 2-319,-70 5-572,53-2 446,-34 2-3050,-43-4-9777,11 0 11883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202 45 24,'23'-25'1899,"-12"7"2110,-15 17 753,-16 8-2239,4 1-1827,0 1 1,1 1-1,0 0 0,-16 16 0,17-14-603,1 1 1,0 1-1,1-1 0,1 2 0,0 0 0,1 0 0,-12 25 1,20-35-96,0 1 1,0-1-1,0 0 1,1 1 0,0 0-1,0-1 1,0 1-1,1 0 1,0-1 0,0 1-1,0 0 1,1 0-1,1 7 1,-1-8-8,1-1 0,0 0 0,0 1-1,0-1 1,0 0 0,0 0 0,1 0 0,0 0-1,0-1 1,0 1 0,0-1 0,1 0 0,-1 0 0,1 0-1,0 0 1,0-1 0,4 3 0,1-1-61,-1 0 0,2 0 0,-1-1 0,0 0 1,1-1-1,18 3 0,-22-5 17,0 1 1,0-1-1,0 0 1,-1 0 0,1-1-1,0 0 1,0 0-1,0 0 1,0-1-1,0 0 1,-1 0 0,9-4-1,-13 5 52,-1 1 0,1-1-1,0 1 1,0-1 0,0 1 0,-1-1-1,1 1 1,0-1 0,0 0 0,-1 0-1,1 1 1,-1-1 0,1 0-1,-1 0 1,1 0 0,-1 0 0,1 0-1,-1 1 1,0-1 0,1 0 0,-1 0-1,0 0 1,0 0 0,0 0 0,0 0-1,0-2 1,0 1 2,-1 0 0,0 0 0,0 0 0,0 1 1,1-1-1,-2 0 0,1 0 0,0 1 0,0-1 0,0 0 0,-1 1 0,-1-2 0,-4-4 14,-1 1 0,0 1-1,0-1 1,-12-4-1,-2 0 7,-1 1 0,0 2-1,-31-7 1,67 16-158,-1-1-1,1-1 1,24-2 0,-23 1 120,-1 0 0,1 1 0,-1 0 0,1 1 0,-1 1 0,16 3 0,-26-4 36,-1 1-1,1-1 1,0 1 0,-1 0-1,1-1 1,-1 1-1,1 0 1,-1 0 0,0 1-1,0-1 1,0 0-1,0 1 1,0-1 0,-1 1-1,1 0 1,-1 0-1,0-1 1,1 1 0,-1 0-1,0 4 1,4 9 175,-2 1 0,3 27 0,-3-13-64,-1-23-393,0 8 376,1 0 0,1 0 0,9 22 0,-12-34-481,1 0 0,0 0 0,1-1 0,-1 1 0,0 0 0,1-1-1,5 6 1,-6-8-204,0 1 0,0-1 0,0 1 0,0-1 0,0 0 0,0 0 0,0 0 0,1 0 0,-1 0 0,0-1 0,0 1 0,1-1 0,-1 1 0,0-1-1,4 0 1,-5 0 370,0 0-1,0 0 0,0 0 0,0 0 0,0 0 0,0-1 0,1 1 0,-1 0 0,0-1 0,0 1 1,0-1-1,0 1 0,0-1 0,0 1 0,0-1 0,-1 0 0,1 1 0,1-2 0,6-6-568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110 121 44,'-56'-8'2586,"44"5"-88,1 0-1,-20-8 0,37 12-2228,0 0 0,0 0 0,0-1 0,0 0 1,8-1-1,2 0-157,18 1-99,9 1 8,0-2-1,0-1 0,44-10 0,-87 12-19,1 0 0,-1 0 0,1 0 1,-1 0-1,0 0 0,1 0 0,-1-1 0,1 1 0,-1 0 0,1 0 0,-1 0 1,0 0-1,1-1 0,-1 1 0,1 0 0,-1-1 0,0 1 0,1 0 0,-1-1 1,0 1-1,0 0 0,1-1 0,-1 1 0,0 0 0,0-1 0,1 1 0,-1-1 0,0 1 1,0-1-1,0 1 0,0 0 0,0-1 0,1 1 0,-1-1 0,0 1 0,0-1 1,0 1-1,0-1 0,-1 1 0,1-1 0,0 1 0,0 0 0,0-1 0,0 1 1,0-1-1,0 1 0,-1-1 0,1 1 0,0 0 0,0-1 0,-1 1 0,1-1 1,0 1-1,-1 0 0,1-1 0,0 1 0,-1 0 0,1 0 0,-1-1 0,-2-2 17,1 1 0,-1 0 0,1 0-1,-1 0 1,0 0 0,0 0 0,-4-2-1,-104-40 2780,147 58-2599,-1-1-1,2-2 1,44 7-1,-81-17-110,0-1-1,0 0 1,0 1-1,0-1 1,0 1-1,0-1 1,0 0-1,0 1 1,0-1-1,0 0 1,0 1-1,0-1 1,0 1-1,0-1 1,-1 0-1,1 1 1,0-1-1,0 0 0,0 1 1,-1-1-1,1 0 1,0 0-1,-1 1 1,1-1-1,0 0 1,0 0-1,-1 1 1,1-1-1,0 0 1,-1 0-1,1 0 1,-1 1-1,-19 16 443,12-10-256,0-1-363,-32 33 750,36-36-971,1 1 0,0 0 1,0 0-1,0 1 1,0-1-1,0 1 1,1-1-1,-2 6 1,18-15-12092,8-14 9176,-14 12 2235,5-3 468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235 78 120,'2'-2'83,"10"-9"1316,1 0 1,19-26-1,-32 37-1281,0-1-1,1 1 1,-1 0-1,0-1 1,0 1-1,1 0 1,-1-1-1,0 1 1,0-1-1,0 1 1,0-1-1,0 1 1,0 0-1,0-1 1,0 1-1,0-1 1,0 1-1,0-1 1,0 1 0,0-1-1,0 1 1,0 0-1,0-1 1,0 1-1,0-1 1,-1 1-1,1-1 1,0 1-1,0 0 1,-1-1-1,1 1 1,0 0-1,0-1 1,-1 1-1,1 0 1,0-1-1,-1 1 1,1 0-1,-1 0 1,1-1-1,0 1 1,-1 0 0,1 0-1,-1 0 1,1 0-1,0-1 1,-1 1-1,1 0 1,-1 0-1,1 0 1,-1 0-1,1 0 1,-1 0-1,1 0 1,0 0-1,-1 0 1,0 1-1,-27-2 2961,10 3-2448,1 0 0,-1 2-1,1 0 1,0 0 0,0 2 0,0 0-1,0 1 1,-30 18 0,41-21-596,1 0 0,-1 0 0,1 1 0,0 0 0,0 0 0,0 0 0,1 0 0,0 1 0,0 0 0,0 0 0,-3 6 0,5-6-28,0-1 0,1 1 0,-1-1-1,1 1 1,0 0 0,1-1 0,0 1 0,-1 0 0,2 0 0,-1-1 0,1 1 0,0 0 0,0-1 0,0 1 0,3 6 0,-2-4-23,1-1 1,0 0-1,0 1 1,1-1-1,0 0 1,0-1-1,1 1 1,10 11-1,-12-15-27,0-1-1,0 1 1,1 0-1,0-1 1,-1 0 0,1 0-1,0 0 1,0 0-1,0-1 1,0 0 0,0 1-1,1-1 1,-1-1-1,0 1 1,1-1 0,-1 1-1,9-2 1,-2 0-221,1-1-1,0 0 1,-1-1 0,1-1 0,-1 0 0,0 0 0,0-1-1,-1 0 1,1-1 0,-1 0 0,0-1 0,-1 0 0,13-11-1,-5-6 293,-13 10 349,-4 14-352,0-1 0,0 1 0,0 0 0,0-1 0,0 1 1,0 0-1,0-1 0,0 1 0,0 0 0,0 0 0,0-1 0,0 1 0,-1 0 0,1-1 0,0 1 0,0 0 0,0 0 0,0 0 0,-1-1 0,1 1 0,0 0 0,0 0 0,-1 0 1,1-1-1,0 1 0,0 0 0,-1 0 0,1 0 0,0 0 0,0 0 0,-1 0 0,1-1 0,0 1 0,-1 0 0,1 0 0,-1 0 15,0 1-1,0-1 1,0 0-1,0 0 1,0 1-1,0-1 1,0 0-1,0 1 1,0-1-1,0 1 1,1-1-1,-1 1 1,0-1-1,0 1 0,1 0 1,-1 0-1,0-1 1,1 1-1,-1 0 1,1 0-1,-1-1 1,1 1-1,-1 0 1,1 0-1,-1 0 1,1 0-1,0 0 1,0 0-1,-1 1 1,0 1-11,0 1 1,0-1-1,1 1 1,-1-1-1,1 0 0,0 1 1,0 4-1,0-6-35,0-1 0,1 1 0,0 0 0,-1 0-1,1 0 1,0-1 0,0 1 0,0 0 0,0-1 0,0 1-1,0-1 1,0 1 0,1-1 0,-1 1 0,0-1-1,1 0 1,-1 0 0,1 0 0,0 0 0,-1 0 0,1 0-1,0 0 1,0 0 0,-1 0 0,1-1 0,0 1-1,0-1 1,0 0 0,0 1 0,0-1 0,0 0 0,-1 0-1,1 0 1,0-1 0,0 1 0,0 0 0,0-1-1,0 1 1,0-1 0,-1 1 0,1-1 0,0 0 0,0 0-1,-1 0 1,1 0 0,0 0 0,-1 0 0,1 0-1,-1-1 1,0 1 0,1 0 0,-1-1 0,0 1 0,0-1-1,0 0 1,2-2 0,-3 2 8,1 0 1,-1 0-1,0 0 0,1-1 1,-1 1-1,0 0 0,0 0 1,0 0-1,-1 0 0,1 0 0,0 0 1,-1 0-1,0 0 0,1 0 1,-1 0-1,0 0 0,0 0 1,0 0-1,0 1 0,0-1 1,0 0-1,-1 1 0,1-1 1,0 1-1,-4-3 0,-1-2 4,0 1 1,-1-1-1,1 2 0,-1-1 0,-10-4 0,11 6-283,-1 1 0,1-1 1,-1 1-1,0 0 0,-7 0 0,23 4-7909,9 1 3422,12 0 2089,-10-3 1971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 2 216,'-13'-1'9276,"-8"3"-4305,9 1-3765,-1 0 1,1 0 0,0 1-1,-20 10 1,28-12-1118,0 1 0,0-1 1,1 1-1,-1 0 0,0 0 0,1 0 0,-5 5 1,7-6-75,0-1 1,0 1 0,0 0 0,0 0-1,0-1 1,0 1 0,0 0-1,1 0 1,-1 0 0,1 0 0,-1 0-1,1 0 1,0 0 0,0 1-1,-1-1 1,2 0 0,-1 2 0,1-1-17,0 0 1,0 0-1,1 0 1,-1-1-1,1 1 1,-1 0-1,1-1 1,0 1-1,0-1 1,0 1-1,0-1 1,1 0-1,-1 0 1,0 0-1,1 0 1,0-1-1,4 3 1,7 4-22,1-2 0,15 6 0,-29-11 20,17 5-9,-12-5 13,0 1-1,0 0 1,0 0 0,-1 1-1,1 0 1,9 6 0,-15-8 0,0-1 0,0 1 0,0-1-1,0 1 1,0-1 0,0 1 0,0-1 0,0 1 0,0-1 0,0 1 0,0-1 0,-1 1 0,1-1 0,0 0 0,0 1 0,-1-1 0,1 1 0,0-1 0,-1 0 0,1 1 0,0-1 0,-1 0 0,1 1 0,0-1 0,-1 0 0,1 0 0,-1 1 0,1-1-1,-1 0 1,1 0 0,-1 0 0,1 0 0,-1 1 0,1-1 0,0 0 0,-2 0 0,-19 8 52,-2-2-247,-33 5-98,20-9-4695,36-2 4756,0 0-1,-1 0 1,1 0-1,0 0 1,0 0-1,-1 0 1,1 0-1,0 0 0,-1 0 1,1 0-1,0 0 1,0 0-1,-1 0 1,1-1-1,0 1 0,0 0 1,-1 0-1,1 0 1,0 0-1,0 0 1,-1-1-1,1 1 1,0 0-1,0 0 0,0 0 1,-1-1-1,1 1 1,0 0-1,0 0 1,0-1-1,0 1 1,0 0-1,0 0 0,-1-1 1,1 1-1,0 0 1,0-1-1,0 1 1,0 0-1,0 0 0,0-1 1,0 1-1,0-1 1,8-10-4790,0 4 4247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51 56,'-3'-27'3714,"-1"13"2127,-3 5 3318,8 11-8932,0 1-1,-1 0 0,1 0 0,-1 1 0,0-1 0,0 0 1,0 3-1,0 5-131,5 48-175,7 59 19,-8-96-1663,11 33 0,-11-43-785,3 4-2713,-5-9-2289,1-10 5823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65 68,'-14'-4'606,"10"3"334,0 0-1,0-1 1,1 1 0,-1-1 0,0 1 0,-4-4 0,15 2 3336,14 0-3330,-1 2-1319,0-1-1,35-8 0,-45 7-2175,1-1-1,-1 0 1,18-9-1,-18 8 1614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5 36,'-22'1'969,"-19"0"7091,34 0-3722,17-1-1081,66-4-3315,-38 2-3118,0 1-6414,-41 3 6628,-4 0 2308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10 108,'-3'4'220,"3"-1"104,0 0 88,3-1 92,2-1 48,1-2 12,5-1-24,2 1-68,2-1-104,4 1-120,3-2-128,0 0-300,1 0-600,1 2-240,-4 0 64,-1-1 196,-5-1 252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155 122 116,'-8'-4'1028,"-1"1"1,0 0-1,1 0 1,-1 1-1,-18-2 0,19 4-44,0-2-1,0 1 1,0-1-1,1 0 1,-1 0-1,0-1 1,-10-5-1,18 7-943,-1 1 0,1 0 0,0-1 1,-1 1-1,1 0 0,-1-1 0,1 1 0,0-1 0,-1 1 0,1 0 1,0-1-1,-1 1 0,1-1 0,0 1 0,0-1 0,0 1 0,-1-1 0,1 1 1,0-1-1,0 1 0,0-1 0,0 1 0,0-1 0,0 0 0,0 1 1,0-1-1,0 1 0,0-1 0,0 1 0,0-1 0,1 1 0,-1-1 1,0 1-1,0-1 0,0 1 0,1-1 0,-1 1 0,0-1 0,1 1 1,-1 0-1,0-1 0,1 1 0,-1-1 0,1 1 0,-1 0 0,0-1 1,1 1-1,-1 0 0,2-1 0,23-15 117,-10 9-163,0 0 0,1 1 0,1 0 0,-1 1 0,0 1 0,1 1 0,0 0 0,0 1 0,0 1 0,30 2 0,-46-1 10,0 0-1,0 0 0,1 0 1,-1 1-1,0-1 0,0 0 1,0 0-1,0 1 0,0-1 1,0 1-1,0-1 0,0 1 1,0-1-1,-1 1 1,1 0-1,0-1 0,0 1 1,0 0-1,-1 0 0,1 0 1,0-1-1,-1 1 0,1 0 1,-1 0-1,1 2 1,0-2 20,-1 1 1,0 0 0,0 0 0,0 0-1,0-1 1,0 1 0,0 0-1,-1 0 1,1 0 0,-1-1 0,1 1-1,-1 0 1,-1 2 0,-4 6 224,0 0 0,0-1 0,-13 15 0,18-22-185,-32 36 770,10-13-259,-24 36 0,41-54-509,1 1 0,1 0 0,0 0-1,0 1 1,1-1 0,-1 1 0,2 0-1,-1 0 1,-1 14 0,4-20-62,0-1 1,0 1-1,0-1 0,0 1 1,0-1-1,0 1 1,1-1-1,-1 1 0,1-1 1,-1 1-1,1-1 0,0 0 1,0 1-1,0-1 1,1 0-1,-1 0 0,0 0 1,1 0-1,0 0 1,-1 0-1,1 0 0,0 0 1,0-1-1,0 1 0,0-1 1,0 1-1,0-1 1,0 0-1,1 0 0,-1 0 1,0 0-1,1 0 1,-1 0-1,1-1 0,-1 1 1,1-1-1,-1 0 0,1 1 1,-1-1-1,1 0 1,-1-1-1,5 0 0,-3 1-7,0 0-1,0-1 0,0 0 0,0 0 0,0 0 0,-1 0 0,1 0 1,0-1-1,-1 0 0,1 0 0,-1 0 0,0 0 0,1 0 0,-1-1 1,0 1-1,0-1 0,-1 0 0,1 0 0,0 0 0,-1 0 1,0 0-1,0-1 0,0 1 0,0-1 0,0 1 0,-1-1 0,2-6 1,-2 5-1,-1 1 1,0-1 0,0 0 0,0 1 0,-1-1-1,1 0 1,-1 1 0,0-1 0,0 0-1,-1 1 1,1 0 0,-1-1 0,-5-7 0,2 4 12,0 1 1,0 1 0,-1-1 0,0 1-1,0 0 1,0 0 0,-8-5-1,-3 0-1188,1 0-1,-23-9 0,-28-10-9717,63 29 10180,0-1 1,1 1-1,-1-1 0,1-1 1,-1 1-1,-3-3 0,0-2-199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65 40,'0'-3'146,"-2"-28"3589,-1 11 3939,3 20-7482,-1-1 0,1 0 0,0 1 0,0-1-1,0 1 1,0 0 0,0-1 0,-1 1 0,1-1 0,0 1 0,0-1-1,-1 1 1,1-1 0,0 1 0,-1 0 0,1-1 0,0 1 0,-1 0-1,1-1 1,-1 1 0,1 0 0,-1-1 0,1 1 0,0 0 0,-1 0-1,0-1 1,-7 10 987,0 22-1403,-5 151 384,13-154-259,1-27 82,-1-1 0,0 0 0,0 1-1,0-1 1,0 0 0,0 1 0,0-1-1,0 0 1,1 1 0,-1-1 0,0 0-1,0 0 1,1 1 0,-1-1-1,0 0 1,0 0 0,1 1 0,-1-1-1,0 0 1,0 0 0,1 0 0,-1 1-1,0-1 1,1 0 0,-1 0 0,1 0-1,0 0-50,0 0-1,0 0 0,-1-1 0,1 1 0,0 0 0,0-1 1,0 1-1,0 0 0,-1-1 0,1 1 0,0-1 0,0 1 1,-1-1-1,1 1 0,1-2 0,0 0-234,0 0 0,0-1 0,0 1 0,0-1-1,0 1 1,-1-1 0,1 1 0,-1-1 0,0 0 0,1 0-1,-1 0 1,-1 0 0,1 0 0,0 0 0,-1 0 0,1 0-1,-1 0 1,0 0 0,0-4 0,-2-5-109,1 1 1,-2-1-1,-6-20 0,-3-10 461,0-26 828,12 68-856,0-1 0,0 1 1,0 0-1,0-1 0,0 1 1,0-1-1,0 1 1,0-1-1,0 1 0,0-1 1,1 1-1,-1 0 1,0-1-1,0 1 0,0-1 1,0 1-1,1 0 0,-1-1 1,0 1-1,0-1 1,1 1-1,-1 0 0,0 0 1,1-1-1,-1 1 0,0 0 1,1-1-1,-1 1 1,1 0-1,-1 0 0,0 0 1,1-1-1,-1 1 1,1 0-1,-1 0 0,1 0 1,-1 0-1,0 0 0,1 0 1,-1 0-1,1 0 1,-1 0-1,1 0 0,-1 0 1,1 0-1,-1 0 1,0 0-1,1 1 0,-1-1 1,1 0-1,0 0 0,27 9 1179,-24-8-1093,8 4 72,-1 0 1,0 1-1,0 0 1,0 1 0,-1 0-1,0 1 1,0 0-1,-1 0 1,11 13 0,-9-10-139,-1 0 1,1-1-1,1-1 0,0 0 1,1-1-1,14 9 1,-26-17-43,-1 0 0,0 0 0,0 0 1,0 1-1,0-1 0,0 0 0,1 0 0,-1 0 1,0 0-1,0 0 0,0 1 0,1-1 0,-1 0 0,0 0 1,0 0-1,0 0 0,1 0 0,-1 0 0,0 0 1,0 0-1,1 0 0,-1 0 0,0 0 0,0 0 0,1 0 1,-1 0-1,0 0 0,0 0 0,0 0 0,1 0 0,-1 0 1,0 0-1,0-1 0,0 1 0,1 0 0,-1 0 1,0 0-1,0 0 0,0 0 0,0-1 0,1 1 0,-1 0 1,0 0-1,0 0 0,0 0 0,0-1 0,0 1 1,1 0-1,-1 0 0,0 0 0,0-1 0,0 1 0,0 0 1,-5-15 9,4 14-5,0 0-1,0 0 1,0 1-1,0-1 1,0 0 0,-1 1-1,1-1 1,0 0-1,0 1 1,0 0-1,-1-1 1,1 1-1,0 0 1,0 0-1,-1-1 1,1 1 0,0 0-1,-1 0 1,1 0-1,0 1 1,0-1-1,-1 0 1,1 0-1,0 1 1,-2 0-1,-33 11 127,-1 3-415,-84 35 1179,39-20-6365,75-29 2576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165 14 56,'-4'-2'263,"0"0"0,0 0 0,0 1 0,0-1 0,0 1 0,0 0 0,0 0 0,-1 1 0,1-1 0,0 1 0,0 0-1,-1 0 1,1 0 0,0 0 0,-1 1 0,1 0 0,-7 2 0,6-2 211,-1 1 0,1 0 0,-1 0 0,1 1-1,0-1 1,0 1 0,0 0 0,0 1 0,0-1 0,1 1-1,-1 0 1,-5 6 0,9-8-359,-1 0 1,1 0-1,0 0 0,0 0 1,0 1-1,0-1 0,0 0 1,1 0-1,-1 1 0,0-1 0,1 0 1,0 1-1,0-1 0,0 0 1,0 1-1,0-1 0,0 0 1,1 3-1,0 0-16,0-1 0,1 1 1,0-1-1,0 0 0,0 0 0,0 0 0,1 0 1,5 6-1,2 2-13,2-1 1,0 0 0,0-1-1,17 12 1,-1-4 169,-11-7 539,0 0 0,26 25 0,-42-36-724,-1 1 0,1-1 1,-1 1-1,0-1 0,1 1 1,-1-1-1,1 1 0,-1-1 0,0 1 1,1 0-1,-1-1 0,0 1 0,0-1 1,1 1-1,-1 0 0,0-1 1,0 1-1,0 0 0,0-1 0,0 1 1,0 0-1,0-1 0,0 1 1,0 0-1,0-1 0,-1 2 0,1-1 5,-1 0 0,0 0 0,1 0 0,-1 0 0,0 0-1,0 0 1,0 0 0,0 0 0,0 0 0,0 0 0,0 0-1,-2 0 1,-5 3 86,-1 0 0,1-1-1,-11 4 1,13-6-46,-19 8 14,12-4-227,-1-1 0,1 0 1,-1 0-1,0-2 1,-15 2-1,29-4-50,-1 0-1,1 0 1,-1 0 0,1 1-1,-1-1 1,1 0 0,-1 0 0,1 0-1,-1 0 1,1 0 0,0-1-1,-1 1 1,1 0 0,-1 0 0,1 0-1,-1 0 1,1 0 0,-1-1-1,1 1 1,0 0 0,-1 0-1,1-1 1,0 1 0,-1 0 0,1-1-1,0 1 1,-1 0 0,1-1-1,0 1 1,-1 0 0,1-1 0,0 1-1,0-1 1,0 1 0,-1-1-1,1 1 1,0 0 0,0-1 0,0 1-1,0-1 1,0 1 0,0-1-1,0 1 1,0-1 0,9-22-9686,-2 10 6441,-7 7 2927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16 36,'-37'6'1579,"-1"0"3273,-15 1 5880,53-7-10702,0 1-1,0-1 1,0 0-1,0 0 1,0 0 0,0 0-1,0 0 1,0 0 0,0 0-1,0 0 1,0 0 0,0 0-1,0 0 1,0 0 0,0 0-1,0 0 1,0 0 0,0 0-1,0 0 1,0 0 0,0 0-1,0 0 1,0 1-1,0-1 1,0 0 0,0 0-1,0 0 1,0 0 0,0 0-1,0 0 1,0 0 0,0 0-1,0 0 1,0 0 0,0 0-1,0 0 1,0 0 0,0 0-1,0 0 1,0 0-1,0 0 1,-1 0 0,1 0-1,0 0 1,0 0 0,0 0-1,0 0 1,9 2 319,11 1-336,19-2-282,-1-2 0,73-10 0,-72 3-4722,-1-2-4641,-20 2 6604,-7 3 2526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34 40,'-8'-9'1381,"-2"-4"2563,10 13-3793,0 0 0,0-1 1,0 1-1,0 0 0,-1-1 1,1 1-1,0-1 0,0 1 1,0 0-1,0-1 0,0 1 1,0-1-1,0 1 0,0 0 1,0-1-1,0 1 0,0-1 1,0 1-1,1 0 0,-1-1 0,0 1 1,0 0-1,0-1 0,0 1 1,1 0-1,-1-1 0,0 1 1,0 0-1,1-1 0,-1 1 1,1-1-1,-1 1-38,0 1 0,1-1-1,-1 0 1,0 0 0,1 0 0,-1 0 0,0 1 0,1-1-1,-1 0 1,0 0 0,0 0 0,1 1 0,-1-1 0,0 0-1,0 1 1,1-1 0,-1 0 0,0 1 0,0-1 0,0 0-1,1 1 1,-1-1 0,0 0 0,0 1 0,0-1 0,0 0-1,0 1 1,0-1 0,0 0 0,0 1 0,0-1 0,0 1-1,0-1 1,0 0 0,0 1 0,2 15 1009,2 19-907,10 37 0,-6-33-4744,-3 15-6066,-2-47 10026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67 236,'-6'-5'-106,"3"2"860,1 1 1,-1-1 0,0 1 0,1-1-1,-1 0 1,-2-4 0,5 6-640,0 1 0,0-1 0,0 0 0,-1 1-1,1-1 1,0 1 0,0-1 0,0 0 0,0 1 0,0-1 0,0 1 0,0-1 0,0 0 0,1 1 0,-1-1 0,0 0 0,0 1 0,0-1 0,1 1 0,-1-1 0,0 1 0,1-1-1,-1 1 1,0-1 0,1 1 0,-1-1 0,1 1 0,-1-1 0,1 1 0,-1 0 0,1-1 0,-1 1 0,1 0 0,-1-1 0,1 1 0,-1 0 0,1 0 0,0-1 0,-1 1 0,1 0-1,-1 0 1,1 0 0,1 0 0,11-5 95,1 1 1,1 1-1,15-2 0,-24 4-150,1 0 1,-1 1 0,1 0-1,-1 0 1,1 1 0,-1 0-1,1 0 1,-1 0-1,8 3 1,-13-3 41,0-1-1,0 0 0,0 1 1,0-1-1,0 1 1,0-1-1,0 1 1,-1 0-1,1-1 0,0 1 1,0 0-1,0-1 1,-1 1-1,1 0 1,-1 0-1,1 0 1,0 0-1,-1 0 0,1 0 1,-1 0-1,0 0 1,1 0-1,-1 0 1,0 0-1,0 0 1,1 0-1,-1 0 0,0 0 1,0 0-1,0 0 1,0 0-1,-1 0 1,1 0-1,0 0 1,0 0-1,-1 0 0,1 0 1,0 0-1,-1 0 1,1 0-1,-1 0 1,1 0-1,-1 0 0,-1 2 1,-4 5 524,-1 1 0,1-1 0,-16 13 0,7-6-171,15-14-440,-1 0 0,1-1-1,-1 1 1,1 0 0,-1-1 0,1 1 0,-1 0-1,1-1 1,0 1 0,0 0 0,-1 0 0,1 0-1,0-1 1,0 1 0,0 0 0,0 0-1,0 0 1,0 0 0,0-1 0,0 1 0,0 0-1,0 0 1,0 0 0,1 0 0,-1 1 1,1-1 1,0 1 0,0-1 0,0 0-1,0 1 1,0-1 0,1 0-1,-1 0 1,0 0 0,0 0-1,3 2 1,6 2 28,0-1 0,0 1 1,13 3-1,-12-5 20,-6-1-29,35 15 229,-38-16-188,0 0 1,0 0-1,0 0 1,0 1 0,0-1-1,0 1 1,0-1-1,0 1 1,-1 0-1,1 0 1,-1 0 0,1 0-1,-1 0 1,2 2-1,-3-2-25,0-1 0,0 0-1,0 0 1,0 0-1,0 0 1,0 0 0,0 0-1,-1 1 1,1-1 0,0 0-1,-1 0 1,1 0 0,-1 0-1,1 0 1,-1 0 0,1 0-1,-1 0 1,0 0-1,1 0 1,-1-1 0,0 1-1,0 0 1,0 0 0,1-1-1,-1 1 1,0 0 0,-2 0-1,-30 17 586,28-16-574,-8 4-39,0-1 1,0 0-1,-1-1 1,-26 4-1,35-7-426,-1-1-1,0 0 0,1 0 1,-1 0-1,0-1 0,-9-1 1,13 1-217,-1 0 1,1 0 0,-1 0 0,1 0-1,-1 0 1,1-1 0,0 1-1,-1-1 1,1 1 0,0-1 0,0 0-1,0 0 1,0 0 0,-2-4-1,3 5 216,0 0 0,1 0-1,-1 0 1,1 0 0,-1 0-1,1 0 1,-1-1 0,1 1 0,0 0-1,-1 0 1,1-1 0,0 1-1,0 0 1,0 0 0,0-1-1,0 1 1,0 0 0,0 0-1,1-1 1,-1 1 0,0 0-1,1 0 1,-1 0 0,1 0-1,-1-1 1,1 1 0,1-1-1,5-2-159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19 220,'-6'0'520,"-16"-1"3363,10-3 3156,18 5-2863,10-2-3194,-3 0-545,85-3 2032,-49 2-4392,1 1-9803,-38-2 6797,-6 0 3937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68 20,'2'-5'732,"0"0"1,0 0-1,0 0 1,-1-1-1,2-7 0,-3 11 593,0-1 0,0 1-1,0-1 1,0 1-1,0-1 1,-1 1-1,1 0 1,-2-5-1,2 7-1252,0 0 0,0 0 0,0 0-1,0 0 1,0 0 0,0-1 0,0 1-1,0 0 1,0 0 0,0 0 0,0 0-1,-1 0 1,1-1 0,0 1 0,0 0-1,0 0 1,0 0 0,0 0-1,0 0 1,-1 0 0,1 0 0,0 0-1,0 0 1,0-1 0,0 1 0,0 0-1,-1 0 1,1 0 0,0 0 0,0 0-1,0 0 1,0 0 0,-1 0 0,1 0-1,0 0 1,0 0 0,0 0-1,0 0 1,-1 0 0,1 0 0,0 1-1,0-1 1,0 0 0,-8 7 1035,-3 10-576,2 7-400,2 0 1,0 0-1,2 0 0,-4 41 1,0-5-87,5-35-39,0-6-176,0 1 0,1 23 1,3-43 148,-1 0 0,1 0 1,0 0-1,0 0 1,0 0-1,0 0 1,0 0-1,0 0 1,0 0-1,0 1 0,0-1 1,0 0-1,0 0 1,0 0-1,0 0 1,0 0-1,0 0 1,0 0-1,0 1 0,0-1 1,0 0-1,0 0 1,0 0-1,0 0 1,0 0-1,0 0 0,0 0 1,0 0-1,0 1 1,0-1-1,0 0 1,0 0-1,0 0 1,0 0-1,0 0 0,0 0 1,0 0-1,0 0 1,0 0-1,0 1 1,1-1-1,-1 0 0,0 0 1,0 0-1,0 0 1,0 0-1,0 0 1,0 0-1,0 0 1,0 0-1,1 0 0,-1 0 1,0 0-1,0 0 1,0 0-1,0 0 1,0 0-1,0 0 0,0 0 1,0 0-1,1 0 1,-1 0-1,0 0 1,0 0-1,0 0 1,6-9-708,4-15-32,-3-3 438,-1 0-1,-1 0 0,2-45 0,-4 36 615,9-40 1,-12 75-272,0 1 1,0 0 0,0-1 0,0 1 0,0 0-1,0-1 1,0 1 0,0 0 0,0-1 0,1 1-1,-1 0 1,0 0 0,0-1 0,0 1 0,0 0-1,1-1 1,-1 1 0,0 0 0,0 0 0,0 0-1,1-1 1,-1 1 0,0 0 0,0 0 0,1 0-1,-1 0 1,0-1 0,1 1 0,-1 0 0,0 0-1,1 0 1,-1 0 0,0 0 0,0 0 0,1 0-1,-1 0 1,0 0 0,1 0 0,-1 0 0,0 0-1,1 0 1,-1 0 0,0 0 0,1 0 0,-1 0-1,0 0 1,0 1 0,1-1 0,-1 0 0,0 0-1,1 0 1,-1 0 0,0 1 0,0-1 0,1 0-1,-1 0 1,0 1 0,0-1 0,0 0 0,0 0-1,1 1 1,-1-1 0,0 0 0,0 0 0,0 1-1,16 22 541,-14-20-480,18 28 156,-2 1 0,23 58 0,-20-23-5223,-19-50-1140,-2-16 5950,0-1-1,0 0 0,0 0 0,0 1 0,0-1 0,0 0 0,1 1 0,-1-1 0,0 0 1,0 0-1,0 1 0,0-1 0,-1 0 0,1 1 0,0-1 0,0 0 0,0 1 0,0-1 1,0 0-1,0 0 0,0 1 0,0-1 0,-1 0 0,1 0 0,0 1 0,0-1 0,0 0 1,-1 0-1,1 0 0,0 1 0,0-1 0,-1 0 0,1 0 0,0 0 0,0 0 1,-1 1-1,1-1 0,0 0 0,0 0 0,-1 0 0,1 0 0,0 0 0,-1 0 0,1 0 1,0 0-1,-1 0 0,1 0 0,0 0 0,-1 0 0,-2-2-438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20 102 32,'-17'-9'863,"17"8"-731,0 1-1,0 0 1,0 0-1,-1 0 1,1 0-1,0-1 1,0 1-1,0 0 0,0 0 1,-1 0-1,1-1 1,0 1-1,0 0 1,0 0-1,0-1 1,0 1-1,0 0 1,0 0-1,0-1 1,0 1-1,0 0 0,0 0 1,0-1-1,0 1 1,0 0-1,0-1 1,0 1-1,0 0 1,0 0-1,0-1 1,0 1-1,0 0 1,2-2 632,0 0 1,1 0 0,-1 1 0,0-1 0,1 1 0,-1 0-1,1-1 1,-1 1 0,5-1 0,37-13 2909,27-2-8633,-9 2-2820,-5 0 4464,-28 8 2828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6 32,'-59'15'5078,"9"-4"9211,111-8-11163,-38-4-3498,110-7 1106,-89 4-3515,-2-1-3748,-39 5 5703,-2 0 419,0 0 1,0 0-1,0 0 1,0 0-1,0 0 1,0 0 0,0 0-1,0 0 1,-1 0-1,1-1 1,0 1-1,0 0 1,0-1-1,0 1 1,0-1-1,-1 1 1,1-1-1,0 1 1,-1-1-1,1 1 1,0-1-1,-1 0 1,1 1 0,0-1-1,-1 0 1,1 0-1,-1 1 1,0-1-1,2-2 1,-2 0-131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271 41 8,'7'-13'-434,"-3"-2"7321,-4 14-6565,0 1 1,0-1-1,0 1 0,0 0 1,0-1-1,0 1 0,0-1 1,0 1-1,-1-1 0,1 1 1,0 0-1,0-1 1,0 1-1,-1 0 0,1-1 1,0 1-1,0 0 0,-1-1 1,1 1-1,0 0 0,-1-1 1,0 1-1,-16-4 3492,5 5-3492,0 0 0,0 1 0,0 0 1,1 1-1,-1 0 0,1 1 0,-1 0 0,1 1 0,1 0 0,-1 1 0,1 0 1,-17 13-1,19-13-246,0 1 0,0 0 0,0 1 0,1-1 0,0 2 0,1-1 0,-1 1 0,2 0 0,-1 0 0,1 0 0,1 1 0,0 0 0,0 0 0,-3 16 0,6-23-75,0 1-1,1-1 0,-1 1 0,1-1 0,0 1 0,0-1 1,0 1-1,1-1 0,-1 1 0,1-1 0,0 1 1,0-1-1,0 0 0,1 1 0,-1-1 0,1 0 0,-1 0 1,5 6-1,-3-6-34,1 0 0,-1 0 1,1 0-1,0 0 0,0-1 1,0 1-1,0-1 1,0 0-1,0-1 0,1 1 1,-1-1-1,9 2 0,1 0-107,0-2-1,0 0 1,1-1-1,-1 0 1,0-1-1,0 0 1,0-2-1,19-4 1,-26 5 96,-1 0 1,0-1-1,1 0 1,-2 0-1,1 0 1,8-6-1,-13 8 41,0 0-1,0 0 1,0 0-1,0 1 1,0-1-1,-1 0 0,1 0 1,0 0-1,-1 0 1,1 0-1,-1 0 1,1 0-1,-1 0 1,1-1-1,-1 1 0,0 0 1,1-2-1,-1 1 3,-1 1-1,1 0 1,0 0-1,-1 0 1,1 0-1,-1-1 1,1 1-1,-1 0 1,0 0-1,1 0 1,-1 0-1,0 0 1,0 0-1,0 0 1,0 1-1,0-1 1,0 0-1,0 0 1,0 1-1,0-1 1,-2 0-1,-4-3 4,0 1 0,0 0 0,0 0-1,-1 0 1,0 1 0,1 1 0,-14-2 0,-57 0 129,67 3-159,38-2-1027,34-6 0,-35 3 1231,0 2 0,48 0 0,-73 3-123,0 0 0,1 0-1,-1 0 1,0 1-1,0-1 1,1 0-1,-1 1 1,0-1 0,0 1-1,1-1 1,-1 1-1,0 0 1,0 0-1,0-1 1,0 1 0,0 0-1,0 0 1,0 0-1,0 0 1,-1 0-1,1 0 1,0 0 0,0 1-1,-1-1 1,1 0-1,-1 0 1,1 0-1,0 3 1,0 2 193,0 1 0,0 0 1,0 0-1,-1 10 0,0 5 81,4 2 43,0 0-1,10 29 0,1 2-2736,-7 0-7751,-8-52 9115,0 0 1,0-1-1,0 1 1,0 0 0,0 0-1,-1 0 1,1 0-1,-1-1 1,-1 6-1,-2-1 107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30 88,'-34'4'2245,"-52"8"12834,150-12-13485,-17-3-1993,64-14 1,-45 4-3776,-68 6-4575,-13 1 4040,11 6 4236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10 8,'-34'-6'2634,"13"2"4723,28 7-4278,122 38-1434,-97-33-828,-31-7-707,1-1 1,-1 0-1,0 0 0,0 1 1,0-1-1,0 1 0,0-1 0,1 1 1,-1-1-1,0 1 0,0 0 1,0-1-1,-1 1 0,1 0 1,0 0-1,0 0 0,0 0 0,1 2 1,-2-3-27,0 1 1,0 0-1,0 0 1,0 0-1,0-1 1,0 1-1,0 0 1,0 0-1,0-1 1,0 1-1,-1 0 1,1 0-1,0-1 1,-1 1-1,1 0 1,0-1-1,-1 1 1,1 0-1,-1-1 1,1 1-1,-2 0 1,-4 5 292,0-1 0,0 0 0,0 0 0,-11 5 0,9-5-480,-35 18-1702,16-10-3101,3 2-4484,21-10 4943,7-3 3778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83 88,'0'-2'314,"1"0"1,-1 0-1,1 0 1,0 0-1,0 0 1,0 0-1,0 0 1,0 0-1,1 0 1,-1 1-1,0-1 1,3-2-1,-2 2 224,0 1-1,-1-1 1,1 0-1,-1 0 1,0 0 0,1-1-1,-1 1 1,0 0-1,1-4 1,-2 5-375,0 0 1,0 0-1,0 0 1,-1 0 0,1 0-1,0 0 1,-1 0-1,1 1 1,0-1-1,-1 0 1,1 0-1,-1 0 1,1 0-1,-1 1 1,0-1-1,1 0 1,-1 0-1,0 1 1,0-1-1,1 1 1,-1-1 0,0 0-1,0 1 1,0 0-1,0-1 1,1 1-1,-1-1 1,0 1-1,0 0 1,-2 0-1,-5-3 241,0 1-1,0 0 1,0 1-1,-1 0 1,1 0-1,0 1 1,-1 0-1,1 0 1,0 1-1,-9 1 1,4 1-156,0 0 1,0 1 0,1 0 0,-1 0 0,-19 12 0,24-11-218,1 0 0,0 1 1,0 0-1,0 0 0,1 0 1,0 1-1,0 0 0,1 1 1,0-1-1,0 1 1,1 0-1,0 0 0,0 0 1,-5 17-1,8-20-27,-1-1 1,1 1-1,0 0 1,1 0-1,-1-1 0,1 1 1,-1 0-1,2 0 0,-1 0 1,0-1-1,1 1 1,0 0-1,0 0 0,0-1 1,1 1-1,0-1 1,0 1-1,0-1 0,0 0 1,0 0-1,1 0 0,0 0 1,0 0-1,0 0 1,0-1-1,1 1 0,-1-1 1,1 0-1,7 4 1,-4-4-146,0 0 0,0 0 1,0-1-1,1 0 0,-1 0 1,1-1-1,0 0 0,-1 0 1,1-1-1,0 0 0,-1 0 1,15-3-1,-7 1-1211,0-1 0,15-5-1,20-13-7729,-9-4 3394,-27 16 5209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4 124,'-4'-1'1209,"1"0"0,-1 0-1,0 1 1,0-1 0,-1 1 0,1 0-1,0 0 1,0 1 0,0-1 0,-7 3-1,4-1-406,1 0 0,0 1-1,0 0 1,0 0-1,0 0 1,-7 6 0,7-4-599,0 0 1,0 0-1,1 0 1,0 1 0,0 0-1,0 0 1,1 0 0,-1 1-1,2-1 1,-1 1-1,1 0 1,-4 9 0,6-13-187,1-1-1,-1 1 1,1-1 0,-1 1 0,1-1 0,0 1 0,0-1 0,0 1 0,0-1-1,0 1 1,0 0 0,1-1 0,-1 1 0,1-1 0,0 1 0,0-1 0,1 4-1,0-5-23,-1 1-1,1 0 0,-1 0 1,1-1-1,0 1 0,-1-1 1,1 1-1,0-1 1,0 0-1,0 0 0,0 0 1,0 0-1,1 0 0,-1 0 1,4 0-1,1 0-78,0 0 0,1 0-1,-1-1 1,0 0 0,0-1 0,0 1 0,0-2 0,1 1-1,-1-1 1,-1 0 0,8-3 0,-8 3 34,0-1 0,0 0 0,-1 0 0,1-1 0,-1 0 0,0 0 0,0 0 0,0 0 0,-1-1 0,0 0 0,0 0 0,4-6 0,-6 8-66,-1 1-1,1-1 1,-1 0 0,0 0 0,0 0 0,0 0 0,0 0 0,0 0 0,-1-1 0,0 1 0,1 0 0,-1 0 0,0 0 0,0 0-1,-1-1 1,1 1 0,-1 0 0,0 0 0,0 0 0,0 0 0,0 0 0,0 0 0,0 0 0,-1 0 0,0 1 0,-3-5 0,4 5-998,-1 0 1,0 0 0,1 0-1,-1 1 1,0-1 0,0 1-1,0 0 1,-1-1-1,1 1 1,0 0 0,0 0-1,-1 0 1,-3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68,'2'5'17631,"-3"-5"-17561,1 1-1,-1-1 1,1 1 0,-1-1-1,1 1 1,-1-1-1,1 1 1,0 0 0,-1-1-1,1 1 1,0-1-1,-1 1 1,1 0 0,0-1-1,0 1 1,0 0-1,-1 0 1,1-1 0,0 1-1,0 0 1,0-1-1,0 1 1,0 0 0,0-1-1,0 1 1,1 0-1,-1-1 1,0 1 0,0 0-1,0 0 1,1-1-1,-1 1 1,0-1 0,1 2-1,2 1-61,0 0 0,-1 0-1,1 0 1,1 0 0,-1 0 0,0-1 0,1 1-1,-1-1 1,1 0 0,0 0 0,4 1-1,3 1-14,1 0-1,17 2 0,-19-5 76,0 1 0,0 1 0,-1 0 0,16 6 0,-24-5 580,-8 2-249,-16 3-75,17-7-271,0 1-248,-24 9-567,29-11 360,0-1-1,-1 0 1,1 0-1,0 1 1,0-1-1,-1 0 1,1 0-1,0 0 1,0-1-1,-1 1 0,1 0 1,-2-1-1,3 1 119,-1 0 0,1 0-1,0 0 1,0-1-1,-1 1 1,1 0-1,0 0 1,0-1-1,-1 1 1,1 0-1,0 0 1,0-1 0,-1 1-1,1 0 1,0 0-1,0-1 1,0 1-1,0 0 1,0-1-1,0 1 1,-1 0-1,1-1 1,0 1 0,0 0-1,0-1 1,0 0-1,4-10-4024,8-9 1025,-3 11 2794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64 224,'-1'-38'6568,"-1"12"7206,9 89-11404,-1-23-2263,1 51 54,9 69-2792,-15-156 2108,4 26-3709,-4-29 3435,-1 1 0,1-1 0,-1 1 0,1-1 0,0 1 0,-1-1 1,1 1-1,0-1 0,0 0 0,0 1 0,0-1 0,0 0 0,0 0 0,3 2 0,-4-3 728,0 0 0,0 0-1,0 0 1,0 0 0,1 0-1,-1 0 1,0 0 0,0 0-1,0 1 1,0-2-1,1 1 1,-1 0 0,0 0-1,0 0 1,0 0 0,1 0-1,-1 0 1,0 0 0,0 0-1,0 0 1,0 0 0,1 0-1,-1 0 1,0 0 0,0 0-1,0-1 1,0 1 0,0 0-1,0 0 1,1 0-1,-1 0 1,0 0 0,0-1-1,0 1 1,0 0 0,0 0-1,0 0 1,0 0 0,0-1-1,0 1 1,0 0 0,0 0-1,0 0 1,0-1 0,1 0-130,3-6-318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52,'12'-2'15120,"11"-1"-11693,4-1-3728,18-7-8615,-53 9 1643,1 0 6324,-5 0-11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7 8,'2'1'408,"1"-1"1,-1 0-1,0 0 1,1-1-1,-1 1 1,1-1-1,-1 1 1,0-1-1,1 0 1,-1 1-1,5-4 1867,-10 5-1753,0-1 0,0 1 0,0 0 0,1 0 1,-1 0-1,0 0 0,1 0 0,-1 0 0,1 1 0,-4 2 0,-5 2 297,9-5-905,-33 16 594,19-5-2702,7 1-4638,13-14 2630,1-3 3750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55 132,'-18'-4'3084,"13"3"-1173,0 0 0,0-1 0,0 1 0,0-1 0,0 0 1,0 0-1,1-1 0,-8-4 0,29 3-814,27 0-1195,-3 0-71,-13 1-2726,-6-2-2561,-1-2-3744,-16 4 6040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17 104,'0'0'115,"-1"1"1,0-1-1,0 1 1,0 0-1,1-1 1,-1 1-1,0 0 1,1 0-1,-1-1 1,0 1-1,1 0 1,-1 0-1,1 0 0,-1 0 1,1-1-1,0 1 1,-1 0-1,1 0 1,0 0-1,0 0 1,0 0-1,-1 0 1,1 1-1,1-1 80,-1 0 0,1-1 1,0 1-1,-1-1 0,1 1 0,0-1 0,-1 1 1,1-1-1,0 1 0,-1-1 0,1 0 0,0 1 1,0-1-1,-1 0 0,1 0 0,0 0 0,0 1 1,0-1-1,-1 0 0,3 0 0,8 0 1389,0 0 0,19-3 0,-30 3-1615,55-9 741,27-8-6586,-19 4 240,-46 10 4883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49 104,'-24'-1'933,"-12"-2"3136,3-5 6030,36 9-9731,1-1 0,-1 0 1,0 1-1,0-1 0,1 0 1,-1-1-1,4 1 0,5-1-141,27-1 222,-1 0-1,0-3 0,0-1 1,51-16-1,-100 67 1085,-6 43-1357,8-49-881,-5 53 0,14-73-321,5 2-4470,-5-20 5255,0-1-1,1 1 1,-1 0 0,0-1 0,0 1-1,0 0 1,1-1 0,-1 1-1,0-1 1,1 1 0,-1-1-1,1 1 1,-1-1 0,0 1-1,1-1 1,-1 1 0,1-1-1,0 1 1,-1-1 0,1 0-1,-1 1 1,1-1 0,-1 0 0,1 1-1,0-1 1,-1 0 0,1 0-1,0 0 1,-1 0 0,1 0-1,0 1 1,-1-1 0,1 0-1,0 0 1,-1-1 0,1 1-1,0 0 1,-1 0 0,1 0-1,0 0 1,-1-1 0,1 1 0,-1 0-1,1 0 1,0-1 0,-1 1-1,1-1 1,-1 1 0,1 0-1,-1-1 1,1 1 0,-1-1-1,1 1 1,0-2 0,5-6-656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43 104,'-26'-1'977,"-1"1"1713,0 3 8847,27-3-11433,8 2 1527,13 2-890,20-3-877,54-7-1,-27-5-4973,-5-8-4177,-46 11 7378,-6 1 888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80 80,'-2'-1'-114,"-1"0"609,0 0 1,0 0 0,1 0 1,-1 0-1,1 0 0,-1-1 0,1 1 1,-3-3-1,5 4-373,0-1 1,-1 1 0,1 0-1,0 0 1,0-1 0,0 1-1,0 0 1,0-1 0,-1 1-1,1 0 1,0-1 0,0 1-1,0 0 1,0-1 0,0 1-1,0 0 1,0-1 0,0 1-1,0 0 1,0-1 0,0 1-1,0 0 1,1-1 0,-1 1-1,0 0 1,0-1 0,13-12 1005,-3 8-1040,0-1-1,1 1 0,0 1 0,-1 0 1,1 0-1,1 1 0,-1 1 0,18-3 0,93 0-101,-119 5 23,-1 0-7,-1-1 0,0 1 0,1 0 0,-1 0 0,0 0 0,0 1 0,1-1 0,-1 0 0,0 0 0,1 1 0,-1-1 0,0 1 0,0-1 0,0 1 0,1-1 1,-1 1-1,0 0 0,0-1 0,0 1 0,0 0 0,0 0 0,0 0 0,1 2 0,-2-2-1,1 1 0,-1-1-1,0 0 1,1 1 0,-1-1 0,0 1 0,0-1-1,0 1 1,0-1 0,-1 1 0,1-1 0,0 1 0,-1-1-1,1 1 1,-1-1 0,1 1 0,-2 0 0,-3 9 120,-1-1 1,-1 0 0,-14 17-1,-18 16 1347,18-21-901,1 1 0,-20 30 0,36-46-531,0-1-1,0 0 1,1 1 0,0-1 0,0 1 0,1 0 0,0 0 0,0 0 0,0 0 0,1 1-1,0-1 1,1 0 0,-1 0 0,2 10 0,0-11-16,0-1 0,1 1 1,0-1-1,0 0 0,0 1 0,0-1 0,1 0 0,0-1 1,0 1-1,0 0 0,1-1 0,0 0 0,-1 0 1,1 0-1,1 0 0,-1 0 0,0-1 0,9 5 1,7 3-6,1-1 0,0-1 0,29 9 0,-22-9 58,-34-9 216,-1 0 0,1 0 0,-1 1 0,0 0 0,1 0 0,0 0 0,-1 1 0,1 0 0,0 0 0,0 1 1,-7 3-1,7-3-274,0 1 0,0 0 0,0 0 0,0 1 0,1 0 0,0 0 1,0 0-1,0 0 0,1 1 0,-1 0 0,1 0 0,-4 9 0,4-5 15,0 0 0,0 0 1,1 0-1,1 0 0,0 1 0,0-1 0,0 17 0,3 3 124,1 0 1,1 0 0,1 0-1,17 55 1,-12-56-30,-5-18-62,0 0 1,-1 1 0,2 16-1,-5-27-55,0 1-1,-1-1 1,1 0-1,0 0 1,-1 0-1,1 1 1,0-1-1,-1 0 1,0 0-1,1 0 1,-1 0-1,1 0 0,-1 0 1,0 0-1,0 0 1,0 0-1,0 0 1,0-1-1,0 1 1,0 0-1,0 0 1,0-1-1,0 1 0,0-1 1,0 1-1,0-1 1,0 1-1,-1-1 1,1 0-1,0 0 1,0 1-1,0-1 1,-2 0-1,-8 1-23,0 0 0,-19-1 0,21 0-45,-22-1-454,-2-5-4683,30 5 4473,-1 0 0,1 0-1,0 0 1,0 0 0,0-1-1,1 1 1,-1-1 0,0 0 0,0 0-1,1 0 1,-1 0 0,1 0-1,0 0 1,0-1 0,0 1-1,0-1 1,-3-4 0,1-4-221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67 36,'0'-2'477,"0"-1"0,0 0 1,0 1-1,0-1 0,0 0 0,-1 1 0,1-1 0,-1 1 1,0-1-1,0 1 0,0-1 0,0 1 0,0-1 0,0 1 1,-1 0-1,1 0 0,-1 0 0,0 0 0,0 0 1,1 0-1,-1 0 0,0 0 0,-1 1 0,1-1 0,0 1 1,-4-2-1,3 2 95,0 0 0,0 0 0,0 0 1,-1 1-1,1-1 0,0 1 0,0 0 1,-7 0-1,5 0-539,0 1 1,0 0-1,0 1 1,0-1-1,-9 4 1,7-1 9,1 0 0,0 0 1,0 0-1,0 1 0,1 0 0,-1 0 0,1 1 1,1-1-1,-1 1 0,1 0 0,0 0 0,0 1 1,0-1-1,1 1 0,0 0 0,-3 10 0,5-14-48,0 0-1,0 1 1,0-1-1,0 1 1,1-1-1,0 1 1,-1 0-1,1-1 1,0 1 0,1 0-1,-1-1 1,1 1-1,-1-1 1,1 1-1,0-1 1,1 1-1,-1-1 1,0 0-1,1 1 1,0-1-1,0 0 1,0 0-1,0 0 1,0 0-1,1-1 1,-1 1-1,1-1 1,0 1-1,-1-1 1,1 0-1,0 0 1,0 0-1,1 0 1,-1-1-1,4 2 1,-4-2-2,0 1 0,0-1 1,0 0-1,1 0 0,-1 0 0,0-1 1,1 1-1,-1-1 0,1 0 0,-1 0 1,1 0-1,-1 0 0,0-1 1,1 1-1,-1-1 0,0 0 0,1 0 1,-1 0-1,0-1 0,0 1 0,0-1 1,0 1-1,0-1 0,0 0 0,0 0 1,-1 0-1,1-1 0,-1 1 1,4-5-1,-2 1 5,0 0 0,-1 0 0,0 0 0,0 0 0,0-1 0,-1 1 0,0-1 1,0 1-1,0-1 0,-1 0 0,0 0 0,-1 0 0,0-11 0,-3-26-1260,2 33-3444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66 4,'-5'-20'1673,"5"-8"5592,0 10-1669,0 65-3618,1 79 11,1-84-2608,1 1-1,13 60 1,-16-103 601,9 30-3021,-8-29 2510,-1 0 0,1 1 0,0-1 0,0 0 0,-1 0 0,1 0 0,0 0 0,0 0-1,0 0 1,0 0 0,2 1 0,-3-1 387,0-1 0,1 0 0,-1 0 0,0 0 0,1-1 0,-1 1 0,1 0 0,-1 0 0,0 0 0,1 0 0,-1 0 0,0 0 0,1 0 0,-1-1 0,0 1 0,1 0 0,-1 0 0,0 0 0,0-1 0,1 1 0,-1 0 0,0-1 0,0 1 0,1 0 0,-1 0 0,0-1 0,0 1 0,0 0 0,0-1 0,1 1 0,-1 0 0,0-1 0,0 1 0,0-1 0,0 1 0,0 0 0,0-1 0,0 1 0,0 0 0,0-1 0,0 1 0,0 0 0,0-2 0,0-8-619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68,'0'-4'194,"0"1"0,1 0 0,-1-1 0,1 1 0,-1 0-1,1-1 1,0 1 0,1 0 0,-1 0 0,0 0 0,1 0 0,0 0 0,0 0 0,0 0 0,0 0 0,0 1 0,0-1-1,1 1 1,4-4 0,-5 5-83,0 0 0,0-1 0,0 2 0,0-1 0,0 0 0,0 0 0,0 1 0,1-1 0,-1 1-1,0-1 1,1 1 0,-1 0 0,0 0 0,0 0 0,1 0 0,-1 1 0,0-1 0,0 1 0,1-1 0,-1 1 0,0 0-1,0-1 1,0 1 0,0 1 0,0-1 0,0 0 0,0 0 0,0 1 0,0-1 0,2 3 0,-2-2 54,0 0 0,0 0 0,0-1 0,0 2 0,0-1 1,-1 0-1,1 0 0,-1 0 0,1 1 0,-1-1 0,0 1 1,0-1-1,0 1 0,0-1 0,0 1 0,-1 0 0,1-1 1,-1 1-1,0 0 0,0 0 0,0-1 0,0 1 0,0 0 1,0 0-1,-1-1 0,1 1 0,-1 0 0,0-1 0,0 1 1,0-1-1,0 1 0,0-1 0,-1 1 0,1-1 0,-4 4 0,-2 2 91,1 0 0,-2-1-1,1 0 1,-1-1 0,0 0-1,0 0 1,-1 0 0,-13 6-1,13-9-2094,20-11-9047,-3 5 10184,5 0-641,1-1 618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7 100 60,'-3'-51'3134,"0"27"1858,2-1 3913,8 92-7328,-8-26-1702,4 81-95,-1-103-809,1-1 0,6 24 1,-9-39 423,2 0 0,-1 0-1,0 0 1,0 0 0,1 0 0,0 0 0,0 0 0,0-1 0,0 1 0,2 2 0,-3-4 325,0 0 0,0 0-1,0 0 1,1 0 0,-1-1 0,0 1 0,0 0 0,0-1 0,1 1 0,-1-1 0,0 1 0,0-1-1,1 0 1,-1 1 0,0-1 0,1 0 0,-1 0 0,0 0 0,1 0 0,-1 0 0,0-1 0,1 1-1,-1 0 1,0 0 0,1-1 0,1 0 0,5-4-490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51 8,'-10'-2'277,"8"1"26,0 1 1,-1-1-1,1 1 0,-1-1 1,1 0-1,0 0 1,0 0-1,0 0 0,-1 0 1,1 0-1,0-1 1,-3-2-1,5 4-216,1-1 0,-1 1 0,0-1 0,0 1 0,1 0 0,-1-1 1,0 1-1,0-1 0,1 1 0,-1 0 0,0-1 0,1 1 0,-1 0 0,1-1 0,-1 1 0,0 0 0,1-1 0,-1 1 0,1 0 0,-1 0 0,1 0 0,-1 0 1,1-1-1,-1 1 0,1 0 0,0 0 0,19-5 470,-16 4-333,13-3 184,44-10 322,-57 13-701,1 1 0,0-1 0,-1 1 0,1 0 0,0 1 0,-1-1 0,1 1 0,0 0 0,-1 0 0,7 2 0,-9-2-11,0 1 0,0-1 0,-1 1-1,1 0 1,0-1 0,-1 1 0,1 0 0,-1 0-1,1 0 1,-1 0 0,0 0 0,0 0 0,0 1 0,0-1-1,0 0 1,-1 1 0,1-1 0,-1 0 0,1 1-1,-1-1 1,0 4 0,1 8-72,-1-1 0,-2 19-1,2-30 18,-1 5-690,1-1-1,0 1 0,0 0 1,2 11-1,-2-16 520,0 0 0,1 0 1,0-1-1,-1 1 0,1 0 0,0-1 1,0 1-1,-1 0 0,1-1 0,0 1 1,1-1-1,-1 0 0,0 1 0,0-1 1,1 0-1,-1 0 0,1 0 0,-1 1 0,1-2 1,-1 1-1,1 0 0,2 1 0,12 2-321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61 44,'-1'-8'419,"-3"-14"1746,6 11 2720,2 12-2283,-1 7-1396,-1 10 276,-2-17-1320,-1 1 0,1-1 0,-1 1 0,0-1 0,1 1 0,-1-1-1,0 0 1,0 1 0,0-1 0,0 0 0,0 0 0,0 0 0,-1 0 0,1 0 0,0 0 0,0 0-1,-1 0 1,1 0 0,-1-1 0,1 1 0,-1 0 0,1-1 0,-1 1 0,-2-1 0,3 1-141,0-2 1,0 1 0,0 0-1,1 0 1,-1 0-1,0 0 1,0-1 0,0 1-1,0 0 1,0-1-1,0 1 1,1 0 0,-1-1-1,0 1 1,0-1 0,1 0-1,-1 1 1,0-1-1,1 0 1,-1 1 0,1-1-1,-1 0 1,0 0 0,1 1-1,0-1 1,-1 0-1,1 0 1,-1 0 0,1 0-1,0 1 1,0-1-1,0 0 1,-1 0 0,1 0-1,0 0 1,0 0 0,0 0-1,0 0 1,0 0-1,1 0 1,-1 0 0,0 0-1,7-29-1804,2 14-4626,-3 36-1632,-2-3 7009,1 4 541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0 114 172,'1'-15'2096,"4"2"5531,-5 12-7381,1 1 0,-1 0 0,0 0 0,1 0 0,-1-1 0,1 1 0,-1 0 0,1 0 0,-1 0 0,1 0 0,-1 0 0,1 0 0,-1 0-1,1 0 1,-1 0 0,1 0 0,-1 0 0,1 0 0,-1 0 0,1 0 0,-1 0 0,0 1 0,1-1 0,0 0 0,12 8-831,-9-5 619,-1 0 0,0 1 0,0-1 0,0 1 0,0 0 0,0 0 0,-1 0 0,0 0 0,0 1 0,0-1 0,0 1 0,-1-1 0,1 1 0,-1-1 0,0 1 0,-1 0 0,1 0 0,-1 8 0,16-54-22,-16 39-13,26-65 57,-23 62-51,0-1 1,0 1-1,0 0 0,1-1 0,-1 2 0,1-1 1,0 0-1,1 1 0,7-6 0,-12 9-4,1 1-1,-1 0 1,1-1 0,-1 1-1,1 0 1,-1 0-1,1-1 1,0 1 0,-1 0-1,1 0 1,-1 0-1,1 0 1,0 0 0,-1 0-1,1 0 1,-1 0-1,1 0 1,0 0 0,-1 0-1,1 0 1,-1 0-1,1 1 1,0-1 0,-1 0-1,1 0 1,-1 1-1,2 0 1,12 16 77,2 24 192,-14-32-195,1-1-17,-1 1-1,1-1 0,-2 0 1,1 1-1,-1-1 0,-1 1 1,1 0-1,-2 8 0,2-62 69,2 34-147,1 0-1,0 1 0,0-1 0,11-18 1,-12 25 15,-1 0 1,0 1-1,1-1 0,0 0 1,0 1-1,0 0 1,0 0-1,1 0 1,-1 0-1,1 0 1,0 1-1,-1-1 1,1 1-1,0 0 0,6-2 1,-8 4 5,0 0 1,1-1 0,-1 1-1,0 0 1,0 0-1,1 0 1,-1 1-1,0-1 1,0 1-1,0-1 1,1 1-1,-1 0 1,0-1-1,0 1 1,0 0-1,0 0 1,0 1 0,-1-1-1,1 0 1,0 1-1,0-1 1,-1 1-1,1-1 1,-1 1-1,1 0 1,-1 0-1,0-1 1,0 1-1,0 0 1,0 0 0,1 4-1,1 0-269,-1 0 0,0 0-1,0 0 1,2 9 0,-3 21-4388,-3-23 1722,1-10 2416,1-1 1,-1 1-1,1 0 1,-1 0-1,1 0 0,0 0 1,0-1-1,0 1 1,1 0-1,-1 0 1,1 0-1,-1 0 1,1-1-1,1 4 0,3-1 118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214 267 68,'0'-2'332,"0"0"0,0 1-1,0-1 1,-1 0 0,1 0 0,0 0 0,-1 0 0,1 1-1,-1-1 1,0 0 0,1 1 0,-1-1 0,0 0 0,0 1-1,0-1 1,0 1 0,0-1 0,-1 1 0,1 0 0,0-1-1,-1 1 1,-2-2 0,1 2 225,0-1 1,0 1-1,0 0 0,-1 0 1,1 0-1,-1 0 1,1 1-1,-1-1 0,1 1 1,-1 0-1,-4 0 0,-1 1 573,0 0 0,-1 1 0,-14 4 0,-17 11-50,36-13-1004,-1 0 0,0 1 1,1 0-1,0 0 0,-8 9 0,11-12-75,1 0-1,-1 0 1,1-1-1,0 1 1,-1 0-1,1 1 0,0-1 1,0 0-1,1 0 1,-1 0-1,0 1 1,1-1-1,-1 0 0,1 1 1,0-1-1,-1 0 1,1 1-1,1-1 1,-1 1-1,1 3 1,-1-5-4,0 0 0,1-1 0,-1 1 1,1 0-1,-1 0 0,1 0 0,-1 0 1,1-1-1,0 1 0,-1 0 0,1-1 1,0 1-1,-1 0 0,1-1 0,0 1 1,0-1-1,0 1 0,-1-1 0,1 1 1,0-1-1,0 0 0,2 1 0,-1-1-3,1 0 0,-1 0-1,0 0 1,1 0-1,-1 0 1,0 0-1,1-1 1,-1 1-1,3-2 1,3-1-40,1-1 0,-1 0 0,14-10 0,-11 7 0,-8 4 25,0 1 0,0-1 0,0 1 0,1 1 0,-1-1 0,1 0 0,5-1 0,-8 3 17,0 0 1,0 0-1,0 0 0,0 0 1,1 0-1,-1 0 0,0 0 1,0 0-1,0 1 0,0-1 1,1 1-1,-1-1 0,0 1 1,0-1-1,0 1 0,0-1 1,0 1-1,0 0 0,0 0 1,0-1-1,-1 1 0,1 0 1,0 0-1,0 0 0,-1 0 1,1 0-1,0 0 0,0 2 0,1 2-38,1-1 0,0 0 0,-1 0-1,2 0 1,-1-1 0,0 1-1,1-1 1,-1 0 0,1 0-1,0 0 1,8 4 0,-8-5-25,0-1 1,0 1-1,0-1 1,1-1 0,-1 1-1,0-1 1,0 1-1,0-1 1,1 0-1,-1-1 1,0 1 0,0-1-1,1 0 1,4-1-1,0-1 41,0 0-1,0-1 0,0 0 1,0-1-1,0 0 1,-1 0-1,0-1 0,0 0 1,-1 0-1,1-1 1,-1 0-1,-1 0 0,1-1 1,-1 1-1,-1-1 0,0-1 1,0 1-1,0-1 1,5-14-1,-7 14 66,1-1 1,-2 0-1,1 1 1,-1-1-1,0 0 1,-1-1-1,-1 1 0,1 0 1,-2 0-1,1 0 1,-1-1-1,-1 1 0,0 0 1,0 0-1,-1 1 1,0-1-1,-1 1 1,-9-19-1,12 27-33,1 0-1,0 0 0,-1 1 1,1-1-1,-1 0 1,0 0-1,1 0 1,-1 0-1,0 1 1,1-1-1,-1 0 1,0 0-1,0 1 1,0-1-1,1 1 1,-1-1-1,0 1 1,0-1-1,0 1 1,0 0-1,0-1 1,0 1-1,0 0 0,0 0 1,0-1-1,-2 1 1,2 1-3,-1-1 0,1 1 0,0 0 0,-1 0 0,1 0 0,0-1 0,0 1 0,-1 0 0,1 1 0,0-1 0,0 0 0,0 0 0,0 0 0,1 1 0,-2 1 0,-3 7 0,0 1-1,1-1 1,-5 19 0,2-6 21,2 1 1,1 0 0,1-1 0,0 1-1,2 0 1,2 30 0,0-45-164,0 0-1,1 0 1,0 0 0,1 1-1,-1-2 1,2 1 0,-1 0-1,1-1 1,0 1 0,1-1-1,0 0 1,0-1 0,1 1-1,0-1 1,0 0 0,1 0-1,0-1 1,14 10-1,-8-8-2346,0 0 0,28 12-1,-34-18 1626,0 1-1,0-1 0,0 0 1,0-1-1,1 0 1,-1 0-1,0 0 1,10-1-1,-2-2-56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2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52 68,'-1'-5'662,"-1"0"-1,1 0 1,-1 0 0,0 1 0,-1-1-1,1 1 1,-6-7 0,8 10-474,-1 0 0,1 1-1,-1-1 1,1 1 0,-1-1 0,1 1 0,-1 0 0,0-1-1,1 1 1,-1-1 0,0 1 0,1 0 0,-1 0 0,0-1-1,1 1 1,-1 0 0,0 0 0,0 0 0,1 0 0,-1 0-1,0 0 1,-1 0 0,1 1-91,0-1-1,-1 1 1,1 0-1,0 0 1,-1-1-1,1 1 1,0 0 0,0 0-1,0 0 1,0 1-1,0-1 1,0 0-1,0 0 1,0 0-1,-1 3 1,-8 16 109,1 0 0,1 0 1,0 1-1,2 0 0,0 0 0,-4 34 0,-6 134-275,15-173 88,-3 59 17,10 123-1,-2-167-1278,13 51 1,-16-80 882,0 1 1,-1 0-1,1-1 1,0 1-1,0-1 1,1 0-1,-1 1 1,0-1-1,1 0 1,-1 1-1,1-1 1,0 0-1,2 2 1,-4-4 266,0 0 1,1 0-1,-1 0 0,0 0 1,1 0-1,-1 0 0,0 0 1,1 1-1,-1-1 0,0 0 1,1 0-1,-1 0 0,0 0 1,1 0-1,-1 0 1,0 0-1,1-1 0,-1 1 1,0 0-1,0 0 0,1 0 1,-1 0-1,0 0 0,1 0 1,-1-1-1,0 1 0,0 0 1,1 0-1,-1 0 0,0-1 1,0 1-1,1 0 0,-1 0 1,0-1-1,8-22-1246,-4-3 816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3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37 117 12,'-16'-16'306,"-4"-10"3635,20 25-3871,0 0-1,0 0 0,0 0 1,0 0-1,1 1 1,-1-1-1,0 0 0,1 0 1,-1 0-1,0 0 1,1 1-1,-1-1 0,1 0 1,-1 0-1,1 1 0,-1-1 1,1 0-1,0 1 1,-1-1-1,1 0 0,0 1 1,0-1-1,0 1 1,-1 0-1,1-1 0,0 1 1,0-1-1,0 1 1,0 0-1,-1 0 0,1 0 1,0-1-1,0 1 0,0 0 1,1 0-1,66-17 506,1 4 0,133-11-1,-141 26-2483,-60-2 1755,0 0 1,0 0-1,0 0 0,1 1 0,-1-1 0,0 1 0,0-1 0,0 0 0,0 1 0,0 0 0,0-1 0,0 1 0,0 0 0,0-1 0,-1 1 0,1 0 0,0 0 1,1 1-1,-2 0 27,0-1 1,0 0 0,0 0-1,0 0 1,0 0 0,0 0 0,0 0-1,0 1 1,-1-1 0,1 0-1,0 0 1,-1 0 0,1 0 0,-1 0-1,1 0 1,-1 0 0,1 0-1,-1 0 1,0 0 0,0 0 0,1-1-1,-1 1 1,-2 1 0,-10 11-395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3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50 176,'-2'1'260,"0"0"1,0 0-1,0 0 1,0-1-1,0 1 0,0-1 1,0 1-1,0-1 1,0 0-1,0 1 1,0-1-1,0 0 0,-3-1 1,0-3 3422,20-4-1698,18-3-1401,-1 2 1,1 1-1,44-4 0,-17 8-3994,-3 5-3790,-44 0 6283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2 145 48,'-2'-24'2402,"3"2"3348,0 20-5591,1 1 0,-1-1 1,1 1-1,-1-1 0,1 1 0,0 0 0,0 0 0,-1 0 0,1 0 1,0 0-1,0 0 0,0 0 0,3 0 0,3-1-59,-1 0-1,1 0 1,-1 1-1,1 0 1,0 0 0,-1 1-1,1 0 1,0 0-1,0 1 1,-1 0-1,1 1 1,-1-1-1,1 1 1,-1 1-1,0-1 1,0 1 0,11 7-1,-13-8-10,-1 1 0,0 0-1,1 0 1,-2 1 0,1-1 0,0 1-1,-1 0 1,1 0 0,-1 0 0,0 0-1,0 1 1,-1-1 0,0 1 0,1-1 0,-1 1-1,-1 0 1,1 0 0,-1 0 0,0 0-1,0 0 1,0 1 0,-1-1 0,0 0-1,0 0 1,0 0 0,-2 9 0,1 14 941,1-28-1004,1 0-1,-1 0 1,0 0 0,1 0 0,-1 0 0,1 0-1,-1 0 1,0 0 0,1 0 0,-1 0 0,0 0-1,1 0 1,-1 0 0,0-1 0,1 1 0,-1 0-1,0 0 1,1 0 0,-1-1 0,0 1 0,0 0-1,1 0 1,-1-1 0,0 1 0,0 0 0,1-1 0,-1 1-1,0 0 1,0-1 0,0 1 0,0 0 0,1-1-1,-1 1 1,0-1 0,26-49 417,-21 39-614,7-16-295,14-46 0,-23 64-840,-1 1 0,-1-1 0,0 1-1,0-1 1,-1-17 0,-5 12-5623,1 19 6073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16,'21'-3'5621,"-21"18"2394,-3 9-8264,3-15 379,-2 104 1829,3-103-2508,0 0-1,0 1 1,1-1 0,0 0 0,1 0 0,0 0 0,1 0 0,7 15 0,-11-25 395,0 1 1,1 0-1,-1-1 0,0 1 0,0 0 0,1-1 0,-1 1 0,0-1 0,1 1 1,-1-1-1,0 1 0,1-1 0,-1 1 0,1-1 0,-1 1 0,1-1 0,-1 1 1,1-1-1,-1 0 0,1 1 0,0-1 0,-1 0 0,1 1 0,-1-1 0,1 0 1,0 0-1,-1 0 0,1 0 0,0 1 0,-1-1 0,1 0 0,0 0 1,-1 0-1,1 0 0,0-1 0,-1 1 0,1 0 0,0 0 0,-1 0 0,1 0 1,-1-1-1,1 1 0,0 0 0,-1-1 0,1 1 0,-1 0 0,1-1 0,-1 1 1,1-1-1,-1 1 0,1-1 0,-1 1 0,1-1 0,-1 1 0,0-1 0,1 1 1,-1-1-1,0 0 0,0 1 0,1-2 0,4-14-726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53 196,'-1'-2'253,"0"0"-1,0-1 1,1 1-1,-1 0 1,1 0-1,-1 0 1,1-1 0,0 1-1,-1 0 1,1 0-1,0-1 1,1 1 0,-1 0-1,0 0 1,1-1-1,-1 1 1,1 0-1,1-3 1,-1 5-146,0-1 0,0 0 0,0 0 0,0 0 1,0 1-1,1-1 0,-1 1 0,0-1 0,1 1 0,-1-1 0,0 1 0,1 0 1,-1 0-1,0 0 0,1 0 0,-1 0 0,1 0 0,-1 0 0,0 0 0,1 0 0,-1 0 1,0 1-1,1-1 0,-1 1 0,0-1 0,0 1 0,1-1 0,-1 1 0,0 0 1,0 0-1,2 1 0,-2-2-22,0 1 0,1-1 0,-1 1 0,0-1 1,0 1-1,0 0 0,0-1 0,0 1 0,0 0 0,0 0 1,0 0-1,0 0 0,0 0 0,-1 0 0,1 0 0,0 0 1,-1 0-1,1 0 0,0 0 0,-1 1 0,1-1 0,-1 0 1,0 0-1,1 0 0,-1 3 0,0-2 72,-1 0 1,1 0-1,-1 0 0,0-1 1,1 1-1,-1 0 1,0-1-1,0 1 0,0-1 1,0 1-1,-1-1 0,1 1 1,0-1-1,-1 1 0,-1 0 1,-2 3 96,-1-2-1,1 1 1,-1-1 0,1 0 0,-1 0 0,0 0 0,0-1 0,0 0 0,-9 2-1,4-5 566,3-4-6470,8 5 5439,0-1 0,0 1 1,0-1-1,0 1 0,0 0 0,1-1 1,-1 1-1,0 0 0,0-1 0,1 1 1,-1 0-1,0-1 0,0 1 0,1 0 1,-1-1-1,0 1 0,1 0 0,-1 0 1,0 0-1,1-1 0,-1 1 0,0 0 1,1 0-1,-1 0 0,1 0 0,-1-1 0,0 1 1,1 0-1,-1 0 0,1 0 0,-1 0 1,0 0-1,1 0 0,-1 0 0,1 0 1,-1 0-1,0 1 0,1-1 0,-1 0 1,1 0-1,-1 0 0,0 0 0,1 1 1,-1-1-1,1 0 0,10 2-696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5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13 183 260,'-12'3'14504,"31"16"-12740,-11-7-1530,0 1 0,-2 0-1,0 1 1,0-1 0,-1 1-1,-1 0 1,0 0 0,-1 1-1,0-1 1,-1 1 0,-1 21-1,0-68-207,2 1-1,0-1 0,12-42 0,-11 54-84,2 0 0,1 0 0,0 1-1,2 0 1,0 1 0,21-33 0,-28 49 42,0-1-1,0 1 1,0-1 0,0 1-1,0 0 1,1 0 0,-1 0-1,1 0 1,-1 0 0,1 0-1,-1 1 1,1-1 0,0 1-1,0 0 1,0 0 0,0 0-1,4-1 1,-5 3 10,-1-1-1,1 0 1,0 1 0,-1-1-1,1 1 1,-1-1 0,1 1-1,-1 0 1,1-1 0,-1 1-1,0 0 1,1 0 0,-1 0-1,0 0 1,0 0-1,1 1 1,-1-1 0,0 0-1,0 0 1,-1 1 0,1-1-1,0 1 1,0-1 0,-1 1-1,1-1 1,0 1 0,-1-1-1,0 1 1,1-1-1,-1 1 1,0 0 0,0-1-1,0 1 1,0 1 0,1 12-3,-1 0-1,0 1 1,-1-1 0,-4 23 0,2-27-89,1 0 0,1 0 0,0 0 0,0 0 0,1 0 0,1 0 0,0 0-1,0 0 1,5 18 0,-5-28-18,0 1 0,0 0 0,0-1-1,0 0 1,0 1 0,0-1 0,1 1-1,-1-1 1,0 0 0,1 0 0,-1 0 0,1 0-1,-1 0 1,1 0 0,0 0 0,-1-1-1,1 1 1,0 0 0,-1-1 0,1 1 0,0-1-1,0 0 1,0 0 0,-1 0 0,1 0-1,0 0 1,0 0 0,0 0 0,-1 0-1,1-1 1,0 1 0,0-1 0,-1 1 0,4-2-1,6-2-599,0 0 0,-1-1 0,20-11 0,2-4-329,-1-2 1,31-26-1,-48 36 982,-1-1 0,0 0 0,-1-1 0,-1 0 0,0 0 0,13-24 0,-23 36 115,0-1-1,0 1 1,1 0-1,-1 0 1,0-1 0,-1 1-1,1-1 1,0 1 0,-1 0-1,1-1 1,-1 1 0,0-1-1,0 0 1,0 1-1,0-1 1,0 1 0,-1-1-1,1 1 1,-1-1 0,0-2-1,-1 4 49,1-1 0,0 1-1,0 0 1,-1-1 0,1 1-1,0 0 1,-1 0 0,1 0-1,-1 0 1,0 0 0,1 0-1,-1 0 1,0 1 0,0-1-1,1 0 1,-1 1 0,0 0-1,0-1 1,0 1 0,-3 0-1,-2 0 162,1 0-1,-1 0 0,0 1 0,0 0 1,0 1-1,1-1 0,-1 1 1,1 0-1,-1 1 0,1 0 0,0 0 1,0 0-1,-8 6 0,10-6-211,0 0 0,1 0 1,0 0-1,-1 0 0,1 1 0,0-1 0,1 1 0,-1 0 0,1 0 0,0 0 1,0 0-1,0 0 0,0 0 0,1 1 0,-1-1 0,1 0 0,0 1 0,1-1 1,-1 1-1,1 0 0,0-1 0,0 1 0,1 5 0,0-3-42,2-1 1,-1 1-1,1 0 0,0-1 0,0 0 1,1 0-1,0 0 0,0 0 0,0-1 1,0 1-1,1-1 0,0 0 1,1 0-1,7 5 0,3 3 11,0 0 0,0 1-1,-1 0 1,-1 2 0,16 21-1,-25-29 44,0 1 0,0 0 0,-1 0 0,-1 0 0,1 0 0,-1 1 0,-1-1 0,0 1-1,0 0 1,-1-1 0,0 1 0,-1 0 0,-1 14 0,-2 14 663,-11 56 1,11-79-494,-1 1-1,-1-1 1,0-1-1,-1 1 1,0-1-1,-12 20 1,16-31-190,0-1 1,0 1-1,0-1 1,0 1-1,-1-1 0,1 0 1,-1 0-1,1 0 1,-1 0-1,0 0 0,1 0 1,-1-1-1,0 1 1,0-1-1,0 0 0,-6 2 1,8-3-33,-1 0 1,1 0-1,0 0 1,0 0-1,0-1 1,0 1 0,0 0-1,0 0 1,0-1-1,0 1 1,0 0-1,0-1 1,0 1-1,0-1 1,0 1-1,0-1 1,0 0 0,0 1-1,0-1 1,0-1-1,-1 0-9,1 0 0,-1 0 0,1 0 0,0-1-1,0 1 1,0 0 0,0 0 0,1-1 0,-1 1 0,1-1 0,-1 1 0,1-5-1,-1-8-277,1 0-1,1 0 0,0 0 0,4-17 1,17-62-4638,-4 24-518,16-86-1820,-26 111 6610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6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0 220 136,'7'7'2634,"3"0"5203,5-9-5775,59-24 2275,5-15-3283,-70 36-1063,0-1 0,0 0 0,0-1 0,-1 1 0,0-2 0,0 1 0,-1-1 0,0 0 1,0-1-1,-1 0 0,0 0 0,-1 0 0,6-15 0,-10 23 32,0 0-1,-1 0 1,1 0-1,-1 0 1,1 0 0,-1 0-1,0-1 1,1 1 0,-1 0-1,0 0 1,0 0-1,0-1 1,0 1 0,0 0-1,0 0 1,0-1 0,-1 1-1,1 0 1,0 0-1,-1 0 1,1 0 0,0-1-1,-1 1 1,0 0-1,1 0 1,-1 0 0,0 0-1,1 0 1,-1 0 0,0 0-1,0 0 1,0 1-1,0-1 1,0 0 0,0 0-1,0 1 1,0-1-1,0 1 1,0-1 0,0 1-1,0-1 1,-1 1 0,1 0-1,0-1 1,0 1-1,0 0 1,-1 0 0,1 0-1,-2 0 1,-3 0 73,0 0 0,-1 1 0,1 0 0,0 0 1,0 0-1,-1 1 0,1-1 0,-7 5 0,-1 2-32,0 0 0,1 1 0,0 1 0,0 0 0,1 1 0,1 0 0,0 1 0,0 0 0,1 1 0,1 0 0,-9 16 0,14-22-57,0 0-1,1 0 1,0 0-1,1 0 1,-1 1-1,2-1 1,-1 1-1,1 0 1,0-1 0,0 1-1,1 9 1,1-12-5,-1 0 0,2 0 0,-1 0 0,0 0 0,1 0 0,0 0 0,0-1 0,0 1 0,1 0 0,-1-1 0,1 0 0,0 0 0,1 0 0,-1 0 0,1 0 0,-1-1 0,1 0 1,7 5-1,-3-3-153,1 0 1,1-1 0,-1 0-1,0 0 1,1-1 0,0 0 0,0-1-1,0 0 1,0-1 0,0 0 0,0 0-1,10-2 1,-11 1-562,-1-1 0,0 0 0,0 0 0,0-1 0,0 0 0,15-6 0,-19 6 6,-1 0-1,1 0 0,0-1 1,0 1-1,-1-1 1,0 1-1,1-1 0,-1 0 1,0 0-1,0-1 0,-1 1 1,1-1-1,2-4 0,-4 7 629,-1 1-1,0-1 1,1 1-1,-1-1 1,0 1 0,1-1-1,-1 1 1,0-1-1,0 1 1,0-1-1,1 1 1,-1-1-1,0 1 1,0-1-1,0 0 1,0 1-1,0-1 1,0 1-1,0-1 1,0 1-1,0-1 1,0 0-1,0 1 1,-1-1-1,1 1 1,0-1-1,0 1 1,0-1 0,-1 1-1,1-1 1,0 1-1,-1-1 1,1 1-1,0-1 1,-1 1-1,1 0 1,-1-1-1,1 1 1,-1 0-1,1-1 1,-1 1-1,1 0 1,-1-1-1,-12-4-430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7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78 72,'-76'2'2807,"61"0"-27,52 3-1786,208 3-389,334-31 0,-527 20-687,-29 4-54,0-2 0,0-1 0,-1-1 0,1 0 0,-1-2 0,0-1 0,31-12 0,-52 18 10,0 0-1,-1 0 1,1 0-1,0-1 1,0 1-1,-1 0 1,1-1-1,0 1 1,-1 0-1,1-1 0,-1 1 1,1-1-1,-1 1 1,1-1-1,-1 1 1,1-1-1,-1 0 1,1 1-1,-1-1 1,1 0-1,-1 1 1,0-1-1,0 0 1,1 1-1,-1-1 1,0 0-1,0 0 0,0 1 1,0-1-1,0 0 1,0 0-1,0 1 1,0-1-1,0 0 1,0 0-1,0 1 1,0-1-1,0 0 1,-1 0-1,1 1 1,0-1-1,-1 0 0,1 1 1,-1-2-1,-4-2-616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8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 84,'-89'3'2737,"-6"2"4677,93-4-6002,7 1-574,21 4-360,34 1-633,-50-6 120,21 1-36,0-2 0,0 0 0,47-8-1,-78 8-87,-1 0-1,1 0 1,0-1-1,0 1 0,0 0 1,-2-3-2714,2 3 2713,0-1 0,-1 1 1,1 0-1,0 0 0,1 0 1,-1-1-1,0 1 1,0 0-1,0 0 0,0-1 1,0 1-1,0 0 1,0 0-1,0 0 0,0-1 1,0 1-1,0 0 0,4-2-2553,-24-5 155,6 5 2069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1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22 101 60,'1'-28'1615,"0"25"-874,0 0-1,-1 0 1,1-1 0,-1 1 0,0 0 0,0 0 0,0 0 0,-1-1-1,1 1 1,-1 0 0,0 0 0,1 0 0,-1 0 0,-1 0 0,1 0-1,0 0 1,-1 0 0,1 0 0,-1 1 0,0-1 0,0 1 0,-4-4-1,4 42-433,2 38-1058,4 0 0,19 112 0,-20-173-123,6 42-2892,-8-53 3143,-1 0 0,0 0 1,0 0-1,0 1 0,-1-1 1,1 0-1,0 0 0,-1 0 1,0 0-1,1 0 0,-3 4 1,3-6 528,-1 0 1,1 1 0,0-1-1,-1 0 1,1 0 0,-1 0-1,1 0 1,-1 1 0,1-1-1,-1 0 1,1 0-1,-1 0 1,1 0 0,-1 0-1,1 0 1,-1 0 0,1 0-1,-1 0 1,1-1 0,-1 1-1,1 0 1,-1 0 0,1 0-1,-1 0 1,1-1-1,0 1 1,-1 0 0,1-1-1,-1 1 1,1 0 0,0-1-1,-1 1 1,1 0 0,0-1-1,-1 1 1,1-1 0,0 1-1,0 0 1,-1-1-1,1 1 1,0-1 0,0 1-1,-1-2 1,-4-11-363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1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30 110 120,'-13'-25'1758,"-4"-15"9102,21 38-10650,-1 0 0,0 0 0,1 1 1,-1-1-1,1 1 0,0-1 0,0 1 1,-1 0-1,1 1 0,0-1 0,5 0 0,-5 1-33,35-8-79,-15 2-213,1 1 0,-1 1 0,1 1 0,-1 1 0,1 1 0,38 4 0,-63-3-25,1 0 1,-1 0-1,0 0 0,1 1 0,-1-1 0,0 0 1,1 0-1,-1 0 0,0 0 0,0 0 1,1 0-1,-1 0 0,0 1 0,0-1 1,1 0-1,-1 0 0,0 0 0,0 1 1,1-1-1,-1 0 0,0 0 0,0 1 1,0-1-1,0 0 0,1 0 0,-1 1 1,0-1-1,0 0 0,0 1 0,0-1 1,0 0-1,0 1 0,0-1 0,0 0 1,0 1-1,0-1 0,0 0 0,0 0 1,0 1-1,-9 16-4024,-25 17-115,26-27 3993,-8 10-117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12,'-9'8'-776,"-11"12"7451,23-15-2616,16-5-2582,1-3-1014,78-8 667,-34 13-5497,-63-2 4180,0 0 1,0 0-1,0-1 1,0 1-1,-1 1 1,1-1 0,0 0-1,0 0 1,0 0-1,0 0 1,0 1-1,-1-1 1,1 0-1,0 1 1,0-1-1,0 0 1,-1 1-1,1-1 1,0 1-1,-1-1 1,1 1 0,0 0-1,-1-1 1,1 1-1,-1 0 1,1-1-1,-1 1 1,1 0-1,-1 0 1,1-1-1,-1 1 1,0 0-1,0 0 1,1 0-1,-1 0 1,0-1 0,0 1-1,0 0 1,0 0-1,0 0 1,0 0-1,0 1 1,-6 8-385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44,'-4'4'367,"0"1"0,1-1 0,-1 1 1,1 0-1,1 0 0,-1 0 0,-3 10 0,6-14-210,0-1 0,0 1-1,0 0 1,-1 0 0,1 0 0,0-1 0,1 1-1,-1 0 1,0 0 0,0 0 0,0-1-1,0 1 1,1 0 0,-1-1 0,0 1-1,1 0 1,-1 0 0,0-1 0,1 1 0,-1 0-1,1-1 1,-1 1 0,2 0 0,0 0 94,0 0 0,0 1 1,0-2-1,0 1 1,0 0-1,0 0 0,0-1 1,1 1-1,-1-1 0,0 0 1,0 1-1,3-1 1,33 0 1320,-1-1-1,41-6 1,-27-2-4657,-4-1-4491,-19 1 4191,-16 3 2764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33 60,'-1'-13'202,"-5"-6"16230,-1 33-15647,-12 35-925,-38 72-1,24-68-3308,-5-5-4201,38-47 7563,-1-1 1,1 0-1,0 0 1,0 0 0,-1 0-1,1 1 1,0-1 0,0 0-1,-1 0 1,1 0-1,0 0 1,0 0 0,-1 0-1,1 0 1,0 0 0,0 0-1,-1 0 1,1 0-1,0 0 1,0 0 0,-1 0-1,1 0 1,0 0 0,0 0-1,-1 0 1,1-1 0,0 1-1,0 0 1,-1 0-1,1 0 1,0 0 0,0 0-1,-1-1 1,1 1 0,0 0-1,0 0 1,0 0-1,0-1 1,-1 1 0,1 0-1,0 0 1,0-1 0,0 1-1,0 0 1,0 0-1,0-1 1,0 1 0,0 0-1,0 0 1,0-1 0,0 1-1,0 0 1,0-1-1,0 1 1,0 0 0,0 0-1,0-1 1,0 1 0,0 0-1,0 0 1,0-1 0,0 1-1,0 0 1,0 0-1,1-1 1,-2-9-276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3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49 220,'0'-2'47,"-13"-34"3037,10 25 780,9 20 1734,33 54-1254,35 25-2910,-9-13-1381,-31-24-1517,-5-7-3417,4-7-4112,-11-24 6156,-9-11 2384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3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1 105 140,'13'-63'3943,"-11"42"1575,-1 0 4800,18 62-8644,-6 13-1484,-2-1-1,-3 2 0,2 77 1,-9-84-615,2-1 0,3 0 0,2 0 0,1-1 0,20 56-1,-18-79-577,13 3-6855,-23-25 7578,-1-1-1,1 1 1,0-1-1,-1 0 1,1 1-1,0-1 1,0 0 0,-1 0-1,1 1 1,0-1-1,0 0 1,-1 0 0,1 0-1,0 0 1,0 0-1,-1 0 1,1 0 0,0 0-1,0 0 1,0 0-1,-1 0 1,1-1 0,0 1-1,0 0 1,1-1-1,-1-1 79,1 1-1,-1-1 1,0 0-1,1 1 1,-1-1-1,0 0 0,0 0 1,0 0-1,0 0 1,0 0-1,-1 0 1,1 0-1,0 0 1,0-3-1,4-22-351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4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2 145 48,'-1'-5'164,"1"0"0,-1-1 0,1 1 0,1 0 0,-1-1 0,1 1 0,0 0 0,0 0 0,1-1 0,-1 1 0,1 0 0,0 0 0,0 1 0,1-1 0,0 0 0,0 1 0,0-1 0,0 1 0,6-5 0,-6 5 138,0 0 0,1 1 0,0 0 0,0 0 0,0 0 1,0 0-1,1 0 0,-1 1 0,1 0 0,-1 0 0,1 0 0,0 1 0,0-1 0,-1 1 1,1 0-1,0 0 0,0 1 0,0 0 0,1 0 0,-1 0 0,5 1 0,-8-1-149,0 1 1,-1-1-1,1 1 0,0 0 0,0 0 0,0 0 0,0 0 0,-1 0 1,1 0-1,0 0 0,-1 1 0,1-1 0,-1 0 0,1 1 0,-1-1 1,0 1-1,0 0 0,0 0 0,0-1 0,0 1 0,0 0 0,0 0 1,0 0-1,-1 0 0,1 0 0,-1 0 0,0 0 0,1 0 0,-1 0 1,0 0-1,0 0 0,0 0 0,0 0 0,-1 0 0,1 0 1,-2 4-1,0 4 311,0 0 1,-1 0 0,0 0 0,-1 0-1,-9 17 1,-4 2 36,-2 0-1,-28 33 1,5-18-4111,62-60-5751,13-6 5092,-7 4 2603,2-1 805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6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64 151 52,'-5'-19'1578,"1"0"1,-3-30-1,0-3 5573,3 41-2815,0 10-1757,-5 23-1066,-2 34-1729,-1 202 575,12-148-3095,0-66 302,0-40 1671,0 0 0,0 0 0,1 0 0,-1 0 0,1 0 0,0 0-1,0 0 1,0 0 0,3 5 0,-4-8 562,1 0 0,0 0 1,-1 0-1,1-1 0,0 1 0,0 0 1,0 0-1,0 0 0,0-1 0,0 1 1,0 0-1,0-1 0,0 1 0,0-1 1,0 1-1,1-1 0,-1 0 0,0 1 1,0-1-1,0 0 0,1 0 0,-1 0 0,0 0 1,0 0-1,0 0 0,1 0 0,-1 0 1,0 0-1,0-1 0,0 1 0,1-1 1,-1 1-1,1-1 0,13-5-465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6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41 80,'4'-16'546,"-5"-4"4319,1 20-4727,0 0-1,0-1 1,-1 1-1,1 0 0,0 0 1,0-1-1,0 1 0,0 0 1,-1 0-1,1-1 1,0 1-1,0 0 0,-1 0 1,1-1-1,0 1 0,0 0 1,-1 0-1,1 0 1,0 0-1,-1 0 0,1-1 1,0 1-1,0 0 0,-1 0 1,1 0-1,0 0 1,-1 0-1,1 0 0,0 0 1,-1 0-1,1 0 0,0 0 1,-1 0-1,-18 12 2046,14-7-2008,1 0 0,0 0 0,1 1 0,-1-1-1,1 1 1,0-1 0,0 1 0,1 0 0,0 0 0,0 0-1,0 0 1,1 1 0,0-1 0,0 0 0,1 1 0,-1-1 0,1 1-1,1-1 1,-1 0 0,1 1 0,0-1 0,1 0 0,0 1-1,0-1 1,0 0 0,0 0 0,7 10 0,-7-11-173,0-1 1,1 1-1,-1-1 1,1 1-1,0-1 0,0 0 1,1 0-1,-1-1 1,1 1-1,-1-1 1,1 0-1,0 1 0,1-2 1,-1 1-1,0 0 1,1-1-1,0 0 1,-1 0-1,1 0 0,0-1 1,0 0-1,0 0 1,0 0-1,0 0 1,0-1-1,0 0 0,0 0 1,0 0-1,1-1 1,-1 1-1,0-1 1,0 0-1,-1-1 0,1 1 1,5-3-1,-6 1 23,-1 1 0,1-1 0,-1 0 0,1 0 0,-1 0 0,0 0 0,0 0-1,-1-1 1,1 1 0,-1-1 0,0 0 0,0 0 0,0 0 0,0 0 0,0 0 0,-1 0 0,0 0-1,0-1 1,0 1 0,-1 0 0,1-1 0,-1 1 0,0 0 0,0-1 0,0 1 0,-1 0 0,-2-9-1,1 2-353,0-1 0,-1 1 0,0-1 0,-6-11 0,5 14-1346,0 1 0,0 0 1,-1 0-1,-10-13 0,-3 7-5417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7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16,'18'0'998,"-1"-1"1165,1 1 0,0 2 0,22 3-1,-33-3-1566,1 0 1,-1 1-1,0-1 0,0 1 0,0 1 0,-1 0 0,1 0 0,-1 0 0,0 1 0,10 9 0,-4-2 177,-1 2 0,-1-1-1,0 1 1,-1 1 0,0 0 0,-1 0-1,-1 1 1,6 19 0,-12-53-785,0 1-1,2-1 1,0 1 0,0 0 0,10-25 0,-9 30-1075,1 1 1,0 0-1,1 0 0,0 0 1,7-9-1,-11 18 596,-1 1 0,0-1 0,0 1-1,0 0 1,0-1 0,1 1 0,-1 0-1,1 0 1,-1 0 0,1 0 0,-1 0 0,1 1-1,0-1 1,-1 0 0,1 1 0,0-1-1,-1 1 1,1-1 0,0 1 0,0 0 0,0 0-1,-1 0 1,1 0 0,0 0 0,0 0-1,1 1 1,18 8-2085,-7 1 1919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7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49 60,'1'2'272,"1"-1"-1,-1 1 1,1-1 0,-1 0 0,1 0-1,0 0 1,-1 0 0,1 0-1,0 0 1,0 0 0,0 0-1,0-1 1,0 1 0,0-1 0,0 0-1,0 1 1,0-1 0,0 0-1,0 0 1,0 0 0,0 0-1,0-1 1,0 1 0,0 0 0,0-1-1,0 0 1,3-1 0,1 0 290,0 0 1,-1-1-1,1 0 1,-1 0-1,0 0 0,0-1 1,0 0-1,6-5 1,-11 8-503,1 1-1,-1 0 1,1-1 0,-1 1 0,1 0 0,-1-1-1,0 1 1,1-1 0,-1 1 0,1-1 0,-1 1-1,0-1 1,0 1 0,1-1 0,-1 1-1,0-1 1,0 1 0,0-1 0,1 0 0,-1 1-1,0-1 1,0 1 0,0-1 0,0 0 0,0 1-1,0-1 1,0 1 0,0-1 0,0 0 0,-1 1-1,1-1 1,0 1 0,0-1 0,0 1-1,-1-1 1,1 1 0,0-1 0,-1 1 0,1-1-1,0 1 1,-1-1 0,1 1 0,-1-1 0,1 1-1,0 0 1,-1-1 0,1 1 0,-1 0 0,0-1-1,1 1 1,-1 0 0,1 0 0,-1-1-1,1 1 1,-1 0 0,1 0 0,-1 0 0,0 0-1,1 0 1,-1 0 0,1 0 0,-1 0 0,0 0-1,0 0 1,-40 1 684,35 1-737,1 0-1,0 1 0,0-1 1,0 1-1,1 0 1,-1 1-1,1-1 1,-1 1-1,1 0 0,0 0 1,1 0-1,-1 0 1,1 1-1,0 0 0,0-1 1,0 1-1,0 0 1,1 1-1,0-1 0,0 0 1,1 1-1,-2 6 1,2-9-165,1 0 0,0 0 0,0 0-1,0 0 1,0 1 0,0-1 0,0 0 0,1 0 0,0 0 0,-1 0 0,1 0 0,0 0 0,1 0 0,-1 0 0,0 0 0,1 0 0,0-1 0,0 1 0,0 0 0,0-1 0,0 0 0,0 1 0,0-1 0,1 0 0,-1 0 0,1 0 0,0-1 0,-1 1 0,1-1 0,0 1 0,0-1 0,0 0 0,0 0 0,0 0 0,0 0-1,0-1 1,0 1 0,1-1 0,-1 0 0,3 0 0,21 1-2268,1-1 0,37-4 0,56-13-618,-106 14 2901,52-9-332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8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379 575 212,'1'-2'159,"0"-1"0,0 1 0,0 0 0,0-1 0,-1 1-1,1-1 1,0 1 0,-1-1 0,0 1 0,0-1 0,0 1 0,0-1 0,0 1 0,0-1 0,-1 1-1,1 0 1,-1-1 0,0 1 0,1-1 0,-1 1 0,-3-5 0,2 4 154,-1-1-1,0 0 1,-1 1 0,1 0-1,0 0 1,-1 0-1,0 0 1,0 0 0,0 1-1,0 0 1,-5-3 0,-3 0 343,0 1 1,-1 0-1,0 0 1,0 1 0,1 1-1,-2 0 1,-21 0 0,23 4-540,1-1 0,-1 1 1,1 1-1,0 0 0,0 0 1,0 1-1,0 0 0,1 1 1,-12 8-1,15-10-116,1 1-1,0 1 0,0-1 0,0 1 1,1 0-1,0 0 0,-1 1 1,2-1-1,-1 1 0,1 1 1,0-1-1,0 0 0,1 1 1,0 0-1,-3 9 0,5-14-5,0 0-1,0 0 1,1 0 0,-1 0-1,1 1 1,-1-1-1,1 0 1,0 0-1,0 1 1,0-1 0,0 0-1,1 0 1,-1 0-1,0 1 1,1-1-1,0 0 1,-1 0-1,1 0 1,0 0 0,0 0-1,0 0 1,0 0-1,1 0 1,-1 0-1,1-1 1,-1 1 0,1 0-1,-1-1 1,1 1-1,0-1 1,0 0-1,-1 0 1,1 1 0,0-1-1,0 0 1,0-1-1,0 1 1,1 0-1,-1-1 1,0 1 0,0-1-1,0 1 1,4-1-1,2 1 3,0-1 0,1 0 0,-1 0 0,1-1 0,-1 0 0,0 0-1,1-1 1,-1 0 0,0-1 0,11-5 0,-11 4 76,-1 0 0,1 0 0,-1-1 0,0-1 0,-1 1 1,1-1-1,-1 0 0,0 0 0,0-1 0,-1 0 0,0 0 0,7-13 0,-6 7 162,0 0-1,-2 0 1,0 0 0,0 0-1,-1-1 1,-1 1-1,2-19 1,-4-15 414,-2 0-1,-1 0 1,-17-76 0,17 109-673,-5-26 251,-25-75 0,45 219-178,41 87 330,-5-23-2250,-25-54-5014,-22-103 5929,1 0-1,-2 1 0,1-1 1,-2 1-1,1-1 0,-2 0 0,1 0 1,-2 1-1,1-1 0,-7 15 1,-4 2 381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114 130 64,'-38'-10'1883,"-1"-1"2845,2-2 4203,51 16-8422,-1-1 0,1 0 0,0-1 0,18-1 0,-11 0-289,123-1-274,158-24 1,-139 9-276,84-2 146,242-26 227,-512 47-6079,-38 5-2116,-1 0 5232,23 0 2308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9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53 12,'-22'-2'1271,"17"2"-183,1-1 0,-1 1 0,1-1 1,-1 1-1,0-1 0,1-1 0,0 1 0,-8-4 0,20 3 2220,20-1-3006,-22 2 14,464-29 427,-447 29-721,4 0-516,19-1 903,-31 2-3709,0 1-3359,-9 1 1755,-3 0 4560,4 0-115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86 60,'-1'1'230,"0"-1"1,0 0-1,-1 0 0,1 0 1,0 0-1,0 0 0,0 0 1,-1-1-1,1 1 0,0 0 1,0 0-1,0-1 0,0 1 1,0-1-1,0 1 0,-1-1 0,1 0 1,0 1-1,-1-2 0,2 1-108,0 1 0,0-1 0,0 0 0,0 1 0,0-1 0,0 0 0,0 1 0,1-1 0,-1 1-1,0-1 1,0 0 0,0 1 0,1-1 0,-1 0 0,0 1 0,1-1 0,-1 1 0,0-1 0,1 1-1,-1-1 1,1 1 0,-1-1 0,1 1 0,0-1 0,51-37 3418,-34 26-1961,-18 12-1532,0 0 0,1-1 1,-1 1-1,0 0 1,0-1-1,0 1 1,0 0-1,0 0 1,0-1-1,1 1 1,-1 0-1,0-1 1,0 1-1,0 0 1,0-1-1,0 1 1,0 0-1,0-1 1,0 1-1,0 0 1,0-1-1,-1 1 1,1 0-1,0 0 1,0-1-1,0 1 1,0 0-1,0-1 1,-1 1-1,1 0 1,0 0-1,0-1 0,0 1 1,-1 0-1,1 0 1,0 0-1,0-1 1,-1 1-1,1 0 1,0 0-1,0 0 1,-1 0-1,1 0 1,0-1-1,-1 1 1,1 0-1,0 0 1,0 0-1,-1 0 1,1 0-1,0 0 1,-1 0-1,1 0 1,0 0-1,-1 0 1,1 0-1,0 0 1,-1 1-1,-22-5 961,2 5-737,0 0 1,0 2 0,-38 9 0,49-10-265,0 1-1,1 0 1,-1 1-1,1 0 0,0 1 1,0 0-1,0 0 1,1 1-1,-1 0 1,-7 8-1,14-12-9,0 0-1,1 1 1,-1-1 0,1 0-1,0 1 1,0-1-1,0 1 1,0 0-1,0-1 1,0 1-1,1 0 1,-1-1 0,1 1-1,0 0 1,0 0-1,0-1 1,0 1-1,0 0 1,1 0-1,-1-1 1,1 1 0,0 0-1,0-1 1,0 1-1,0-1 1,0 1-1,0-1 1,1 1 0,-1-1-1,4 4 1,6 8 5,0 0 0,0-1 0,22 19 0,-24-24 4,40 34 34,-33-30 6,0 1-1,-1 1 1,0 0 0,-1 1 0,-1 1-1,-1 0 1,14 22 0,-26-37-10,1 0 1,0 0 0,-1 1 0,1-1 0,-1 1-1,1-1 1,-1 0 0,0 1 0,0-1-1,1 1 1,-1-1 0,0 1 0,0-1 0,-1 1-1,1-1 1,0 0 0,0 1 0,-1-1-1,1 1 1,-1-1 0,1 0 0,-1 1 0,0 1-1,-1-1 4,0 0-1,0-1 0,0 1 0,0 0 0,0-1 1,0 1-1,0-1 0,0 0 0,-1 1 0,1-1 1,0 0-1,-4 1 0,-10 2 35,0-1 0,0 0-1,-26 0 1,26-2-79,-80 13 52,-19 1-4541,114-15 3942,-1 0 1,0 0 0,0 0-1,0 0 1,0 0 0,1 0-1,-1-1 1,0 1 0,0-1-1,0 1 1,1-1 0,-1 0-1,0 0 1,1 0 0,-1 0-1,1 0 1,-1 0 0,1 0-1,-1 0 1,1 0 0,-3-3-1,-5-13-1899,5 4 1759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911 49 136,'-3'-2'217,"0"0"0,0 1 0,0-1 0,0 1 0,0-1 0,0 1 0,-1 0 0,1 0 0,0 1 0,-1-1 0,1 1 0,-1-1 0,1 1 0,0 0 0,-1 0 0,-6 2 0,-61 14 2386,50-10-1841,-216 62 4432,194-53-4931,1 2-1,0 2 0,-55 34 0,65-32-76,1 1 1,1 2-1,0 0 0,2 3 1,1 0-1,2 2 0,-39 54 0,59-74-136,1-1 0,0 1 0,1 0 0,0 0-1,0 0 1,1 1 0,0-1 0,1 0 0,0 1-1,0 0 1,1-1 0,0 1 0,1-1 0,0 1-1,1-1 1,0 1 0,0-1 0,1 0 0,0 0-1,0 0 1,1 0 0,0-1 0,1 1 0,8 10 0,-2-2-16,1-1 1,1-1 0,0 0-1,1 0 1,1-2 0,0 0-1,1 0 1,0-1 0,1-1-1,31 15 1,-16-14-20,0-1-1,0-1 0,1-2 1,1-1-1,-1-2 0,1-1 1,0-1-1,46-3 0,-36-3-29,0-1-1,0-3 1,-1-1-1,0-2 1,82-31-1,-108 34 9,-1-1 0,0 0 0,0-1-1,-1-1 1,0 0 0,0-2 0,-1 1 0,-1-2-1,19-21 1,-24 25 16,-1-1-1,-1-1 1,1 1-1,-2-1 1,1 0-1,-2 0 0,1-1 1,-2 0-1,1 1 1,-2-1-1,1 0 1,-2-1-1,0 1 1,0 0-1,-2-14 1,-2-6 0,-1 1 0,-2 0 0,-1 0 0,-1 1 0,-2 0 0,-1 1 0,-1 0 1,-2 0-1,0 1 0,-2 1 0,-1 1 0,-2 0 0,0 1 0,-2 1 0,-44-40 1,54 55-185,-1 1 0,0 1 0,0 0 0,0 0 1,-1 1-1,0 1 0,-1 0 0,-15-3 0,13 5-590,0 1 0,0 0-1,0 1 1,0 1-1,0 1 1,0 0-1,1 1 1,-1 0 0,0 2-1,1 0 1,-1 0-1,1 2 1,0 0-1,1 0 1,-1 2 0,1-1-1,1 2 1,-19 14-1,-15 16 143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457 104 148,'15'-30'10885,"-7"18"-9254,-5 11-1409,-1-1 0,1 0 0,-1 0 0,0 0 0,0 0 0,0 0 0,0 0 0,0 0 0,0-1 0,-1 1 0,1-1 0,-1 1 0,0-1 0,1 0 0,0-2 0,-2 4-153,0 0-1,0 1 1,-1-1-1,1 0 1,0 1 0,0-1-1,0 1 1,0-1-1,-1 0 1,1 1-1,0-1 1,-1 1 0,1-1-1,0 0 1,-1 1-1,1-1 1,-1 1 0,1 0-1,0-1 1,-1 1-1,1-1 1,-1 1 0,0-1-1,0 1 1,-29-8 658,9 7-604,0 1 0,-1 0 0,1 2 0,0 1 0,0 0-1,0 1 1,1 2 0,-1 0 0,1 1 0,1 1 0,-1 1-1,-28 17 1,45-24-117,1 0 1,-1 0-1,1 0 0,-1 0 1,1 0-1,0 0 0,0 1 1,0-1-1,0 1 0,0-1 1,1 1-1,-1 0 0,1 0 0,0 0 1,-1 0-1,1 0 0,1 0 1,-1 0-1,0 0 0,1 0 1,-1 4-1,2-3 1,0 0-1,0 0 1,0 0 0,0 0-1,1 0 1,-1 0-1,1 0 1,0 0 0,0-1-1,0 1 1,1-1 0,0 0-1,-1 0 1,4 3 0,10 9 20,0-2 0,1 0 0,0-1 0,1-1 0,20 10 1,42 15 32,-56-27-1,-1 1-1,0 2 0,0 0 1,-1 1-1,24 20 0,-45-33-35,0 1 0,0-1 0,-1 1 0,1 0 0,0-1 0,-1 1 0,1 0 0,0 0 0,-1-1 0,1 1 0,-1 0 0,1 0 0,-1 0 0,1 0 0,-1 0 0,0 0 0,1 0 0,-1 0 0,0 0 0,0 0 0,0 0 0,0 0 0,0 0 0,0 0 0,0 0 0,0 0 0,0 0 0,0 0 0,-1 1 0,0 0 12,-1 0-1,1 0 1,0-1-1,-1 1 1,0-1 0,1 1-1,-1-1 1,0 1 0,0-1-1,0 0 1,1 0-1,-5 2 1,-6 1 54,1 0 0,-1 0 0,-21 3 0,-23 0-668,1-3 1,-82-3-1,55-8-5415,1-5-6371,61 7 10766,2 0 826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107 186 24,'-29'-1'674,"-13"-1"1841,38 1-1752,0 1 0,0-1 0,1 0-1,-1 0 1,0 0 0,0-1 0,-5-2 0,9 0 2141,9 1-1896,9 1-687,6 4-194,27 4 83,81-2 0,-118-5-205,1 0 0,-1-1 1,0 0-1,0-1 0,0-1 1,0 0-1,-1 0 0,0-2 0,0 0 1,20-12-1,-31 17 33,-1 1 1,1-1-1,-1 0 1,1 0-1,-1 0 1,1 0-1,-1-1 0,0 1 1,1 0-1,-1-1 1,0 1-1,0 0 1,0-1-1,0 0 1,0 1-1,0-1 0,-1 1 1,1-1-1,0 0 1,-1 0-1,0 1 1,1-1-1,-1 0 0,0 0 1,0 0-1,0 1 1,0-1-1,0 0 1,0 0-1,0 0 1,-1 1-1,1-1 0,-1 0 1,1 1-1,-1-1 1,0 0-1,0 1 1,1-1-1,-1 0 0,0 1 1,0-1-1,-1 1 1,1 0-1,0-1 1,0 1-1,-1 0 1,1 0-1,-2-1 0,-5-4 242,1 0-1,-1 1 0,0 0 0,0 0 0,-1 1 1,0 0-1,-17-5 0,20 7-239,0 1-1,-1-1 1,1 2-1,0-1 1,-1 0-1,1 1 1,-1 1-1,1-1 1,0 1 0,-1 0-1,1 0 1,-7 2-1,10-1-37,0-1 1,0 1-1,1 0 0,-1-1 0,0 1 0,1 0 1,-1 1-1,1-1 0,0 0 0,-1 1 0,1-1 1,0 1-1,1 0 0,-1 0 0,0-1 0,1 1 1,0 0-1,-1 1 0,1-1 0,0 0 0,1 0 1,-1 0-1,0 0 0,1 1 0,0 3 0,1 243-10,4-99-6,-7-44-29,4 107-1806,-2-209 1508,4 36-2250,-3-40 2202,-1 1 1,0 0-1,0-1 1,1 1-1,-1-1 1,1 1-1,0-1 1,-1 1-1,1-1 1,0 0 0,0 1-1,0-1 1,0 0-1,0 0 1,0 1-1,0-1 1,0 0-1,0 0 1,1 0-1,1 1 1,-2-2 242,0 0 0,0 0 0,-1 0 1,1-1-1,0 1 0,0 0 0,0 0 0,0-1 1,0 1-1,-1 0 0,1-1 0,0 1 0,0-1 0,0 1 1,-1-1-1,1 1 0,0-1 0,-1 0 0,1 1 1,-1-1-1,1 0 0,0 1 0,-1-1 0,0 0 0,1 0 1,-1 0-1,1 1 0,-1-1 0,0 0 0,0 0 1,1 0-1,-1 0 0,0 0 0,0 1 0,0-1 1,0-1-1,4-15-289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40 162 220,'-6'-5'-19,"-23"-25"4224,28 29-4058,1 1 0,-1-1 0,1 1 0,0-1 0,-1 1 0,1-1 0,0 0 1,-1 1-1,1-1 0,0 0 0,0 1 0,0-1 0,-1 0 0,1 0 0,0 1 1,0-1-1,0 0 0,0 1 0,0-1 0,0 0 0,0 0 0,1 1 0,-1-1 1,0 0-1,0 1 0,0-1 0,1 0 0,-1 1 0,0-1 0,1 0 1,-1 1-1,1-1 0,-1 1 0,1-1 0,-1 1 0,1-1 0,-1 1 0,1-1 1,-1 1-1,1-1 0,-1 1 0,1 0 0,0-1 0,-1 1 0,1 0 0,0 0 1,0-1-1,79-26 1657,4 6-4448,37-12-5782,-95 23 7111,-2 2 576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50 220,'1'-27'1895,"-1"26"-1494,0 0 1,-1 0 0,1 0-1,0 0 1,-1-1 0,1 1-1,-1 0 1,1 0 0,-1 0-1,0 0 1,0 0 0,1 0 0,-1 0-1,0 0 1,0 0 0,0 1-1,0-1 1,0 0 0,0 0-1,-2 0 1,2 0-4,-1 1 1,1 0-1,0-1 1,-1 1-1,1 0 0,0 0 1,-1 0-1,1 0 1,0 0-1,-1 0 0,1 1 1,0-1-1,-1 0 1,1 1-1,0-1 0,-1 0 1,1 1-1,-2 1 1,-16 15-93,13-10-246,1 0-1,1 1 1,-1-1 0,1 1 0,1 0 0,0 0 0,0 0 0,0 0 0,1 1 0,0-1 0,1 1-1,0-1 1,0 1 0,1 11 0,0-16-144,1 1-1,-1 0 0,2 0 1,-1-1-1,0 1 1,1-1-1,0 1 0,0-1 1,0 1-1,0-1 1,1 0-1,0 0 0,0 0 1,0-1-1,0 1 1,1-1-1,-1 1 0,1-1 1,0 0-1,0-1 1,0 1-1,0-1 1,0 1-1,0-1 0,1-1 1,-1 1-1,6 1 1,8 1-2100,1-1 0,0 0 0,0-2 0,0 0 0,0-1 0,23-3 0,-12 1 949,-10 1 810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45 105 32,'-11'-22'560,"-7"-11"2116,2 14 2759,19 25-4603,0 0 1,-1 0-1,0 1 1,0-1-1,1 9 1,-1 54 237,-3-38-966,1-31-96,0 0 0,0 1 0,0-1 0,-1 0 0,1 0 0,0 0 0,0 1 0,0-1 1,0 0-1,0 0 0,0 0 0,0 1 0,0-1 0,0 0 0,0 0 0,0 0 0,0 1 0,0-1 0,0 0 0,0 0 0,0 0 0,0 1 0,0-1 0,1 0 0,-1 0 0,0 0 0,0 1 1,0-1-1,0 0 0,0 0 0,0 0 0,1 0 0,-1 1 0,0-1 0,0 0 0,0 0 0,0 0 0,1 0 0,-1 0 0,0 0 0,0 0 0,0 0 0,1 1 0,-1-1 0,0 0 0,0 0 1,0 0-1,1 0 0,-1 0 0,0 0 0,0 0 0,0 0 0,1 0 0,-1 0 0,0 0 0,0 0 0,0-1 0,1 1 0,12-14 751,10-20 422,-12 13-738,-2 3-219,2 0 0,12-17-1,-21 31-219,1 1-1,0-1 1,0 1-1,0 0 1,1 0-1,-1 0 1,0 0-1,1 1 1,0-1-1,0 1 1,0 0-1,0 0 1,0 0-1,0 1 1,6-2-1,-8 3-5,0 0 0,-1 0 0,1 0 1,0 0-1,-1 0 0,1 0 0,0 0 0,-1 1 0,1-1 0,0 1 0,-1-1 1,1 1-1,-1 0 0,1-1 0,-1 1 0,1 0 0,-1 0 0,1 0 0,-1 0 1,2 2-1,0 1 19,0-1 0,-1 1 0,1 0 0,-1 0 0,1 0 0,-1 0 0,2 7 0,0 2 82,0 0 0,-1 1 0,0 0 1,0 16-1,1 2 232,1 3-3729,4-56-11611,-6 12 14171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50 64,'0'-10'511,"0"-17"1621,-5 14 5065,12 22-1413,4 14-4116,0-1-994,-2-6-188,39 73 732,-43-80-1118,-1 1 0,-1-1-1,0 1 1,0 0-1,-1 0 1,0 0 0,0 16-1,-2-22-54,0-1 0,-1 1 1,1 0-1,-1 0 0,0-1 0,0 1 0,0 0 0,-1-1 0,1 1 0,-1-1 0,0 0 1,0 1-1,0-1 0,0 0 0,-1 0 0,1 0 0,-1-1 0,-5 5 0,-3 2-420,-1-1 0,-1 0 1,-21 9-1,-15 11-9309,48-28 9342,0 1-1,1-1 1,-1 1-1,0-1 1,1 1-1,-1-1 1,0 1 0,1-1-1,-1 1 1,1 0-1,-1-1 1,1 1 0,-1 0-1,1 0 1,0-1-1,-1 1 1,1 0-1,0 0 1,-1 0 0,1-1-1,0 1 1,0 0-1,0 0 1,0 0 0,0 1-1,2 4-699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29 208,'-49'-9'3813,"37"7"-1194,0 0 1,0 1-1,0 1 0,-16 1 1,28-1-2579,0 0 1,0 0 0,0 0 0,0 0 0,0 0-1,0 0 1,0 0 0,-1-1 0,1 1 0,0 0 0,0 0-1,0 0 1,0 0 0,0 0 0,-1 0 0,1 0-1,0 0 1,0 0 0,0 0 0,0 0 0,-1 0-1,1 0 1,0 0 0,0 0 0,0 0 0,0 0 0,0 1-1,-1-1 1,1 0 0,0 0 0,0 0 0,0 0-1,0 0 1,0 0 0,0 0 0,0 0 0,-1 0 0,1 1-1,0-1 1,0 0 0,0 0 0,0 0 0,0 0-1,0 0 1,0 0 0,0 1 0,0-1 0,0 0 0,0 0-1,0 0 1,0 0 0,0 0 0,0 1 0,0-1-1,0 0 1,0 0 0,0 0 0,0 0 0,0 1-1,0-1 1,0 0 0,12 5 626,20 3-663,0-8-396,1-2-1,-1-1 0,45-10 0,-32 5-3968,1 2-4218,-44 6 8319,-9 7-5304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0 140,'-9'3'256,"-33"10"1835,40-12-1790,1-1 0,-1 1 0,0 0-1,1-1 1,-1 1 0,1 0 0,-1 0 0,1 0-1,0 0 1,-1 0 0,1 0 0,0 0-1,0 1 1,-1-1 0,1 0 0,0 1 0,1-1-1,-3 3 1,4-3-99,-1 0-1,0 0 1,0 0 0,0 0 0,1 0-1,-1 0 1,0-1 0,1 1-1,-1 0 1,1 0 0,-1 0 0,1-1-1,-1 1 1,1 0 0,0-1-1,-1 1 1,1 0 0,0-1 0,0 1-1,-1-1 1,1 1 0,0-1-1,0 1 1,0-1 0,0 0-1,-1 1 1,1-1 0,0 0 0,0 0-1,0 0 1,0 0 0,0 1-1,1-1 1,33 3 2426,-6-5-1421,49-8 0,-25 2-4381,0 4-7824,-38 7 6135,-9-1 3936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257 134 92,'7'-36'2556,"-7"30"-1518,0 1 1,-1-1-1,1 0 0,-1 0 0,0 1 0,0-1 0,-4-9 1,4 13-574,0-1 0,0 0 1,-1 1-1,1-1 1,-1 1-1,0-1 0,1 1 1,-1 0-1,0 0 1,0 0-1,-1 0 0,1 0 1,0 0-1,-1 1 1,-3-3-1,4 3-383,-1 0 0,0 0 0,0 0 1,0 1-1,1-1 0,-1 1 0,0 0 0,0-1 0,0 1 0,0 1 1,-3-1-1,-5 2 2,1 1 0,0 0 1,1 1-1,-1 0 0,0 0 0,1 1 1,0 0-1,0 0 0,1 1 0,-12 10 1,14-11-85,0 0 0,0 1 0,0 0 1,1 0-1,0 0 0,0 1 0,0 0 1,1 0-1,0 0 0,1 0 0,-1 1 0,1-1 1,-3 15-1,6-20-32,-1 0 0,1 0 0,-1 0-1,1 1 1,0-1 0,0 0 0,0 0 0,0 1 0,1-1 0,-1 0 0,1 0 0,-1 0-1,1 1 1,0-1 0,0 0 0,0 0 0,0 0 0,0 0 0,2 3 0,-1-4-13,-1 0 0,1 0 1,0 0-1,0 0 0,-1 0 1,1 0-1,0 0 0,0-1 1,0 1-1,0-1 0,0 1 1,0-1-1,0 0 0,0 0 1,0 0-1,0 0 0,3 0 1,4-1-42,-1-1 1,1 0-1,-1-1 1,1 1 0,-1-2-1,0 1 1,0-1-1,9-6 1,15-14 77,-25 18 32,0 0 1,1 1 0,0 0-1,0 0 1,0 0-1,16-5 1,-22 9-8,0 1-1,1 0 1,-1 0-1,0 0 1,0 1 0,0-1-1,1 1 1,-1-1-1,0 1 1,0-1 0,0 1-1,0 0 1,0 0-1,0 0 1,0 0 0,-1 1-1,1-1 1,0 0-1,0 1 1,-1-1 0,1 1-1,-1 0 1,0-1-1,1 1 1,-1 0 0,0 0-1,0 0 1,1 3-1,3 4 103,0 1-1,-1-1 0,0 1 0,3 17 0,-2-5-51,-2 0-1,0 1 0,-2-1 1,-1 0-1,0 1 1,-2-1-1,0 0 0,-2 0 1,-11 40-1,12-52-63,-1 0 1,0-1-1,0 1 1,-1-1-1,-1 0 0,0-1 1,0 1-1,0-1 0,-1 0 1,-9 8-1,9-11 23,1 0 0,-1-1 1,0 0-1,0 0 0,0 0 1,-1-1-1,1 0 0,-1-1 0,0 1 1,0-1-1,1-1 0,-1 0 0,-1 0 1,-12 0-1,18-1-7,0 0 1,0 0-1,-1 0 0,1-1 1,0 1-1,0-1 0,-1 0 1,1 0-1,0 0 0,0 0 1,0 0-1,0-1 0,0 1 1,0-1-1,1 0 0,-1 0 1,0 0-1,1 0 0,0 0 1,-3-4-1,2 2 2,1 0 1,0 0-1,0 0 1,0-1-1,0 1 1,1-1-1,0 1 1,0-1-1,0 0 1,0 1-1,1-1 1,0-7 0,1-5-462,1 0 1,1 0-1,0 0 1,1 1-1,1-1 0,11-25 1,-4 16-4159,0 1 0,32-45 0,-5 23 1038,-17 26 2933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63 176,'5'-9'772,"8"-18"1162,-13 27-1535,1-1 0,-1 0 1,0 0-1,1 0 0,-1 1 0,0-1 0,0 0 0,0 0 1,0 0-1,1 0 0,-1 0 0,0 0 0,-1 1 1,1-1-1,0 0 0,0 0 0,0 0 0,0 0 1,-1 0-1,1 1 0,0-1 0,-1 0 0,0-1 0,1 2-57,-1-1-1,0 0 0,0 1 0,1-1 0,-1 1 0,0-1 0,0 1 0,0 0 0,0-1 0,0 1 0,0 0 0,0-1 0,1 1 0,-1 0 0,0 0 0,0 0 0,0 0 0,0 0 0,0 0 0,0 0 0,0 0 0,0 1 0,-2-1 0,-20 17 1809,17-11-2103,1 0 1,0 1-1,1-1 1,-8 15-1,9-13-23,-1 0 0,1 0-1,1 1 1,0-1 0,0 1-1,0 0 1,1-1 0,0 1 0,1 0-1,0 0 1,1 0 0,-1-1 0,2 1-1,-1 0 1,1-1 0,0 1 0,1-1-1,0 1 1,5 8 0,-3-8-366,0-1 0,0-1 0,1 1 0,0-1 0,0 0 0,0 0 1,13 9-1,-10-9-846,0 0 1,1-2 0,0 1-1,0-1 1,0 0 0,19 5-1,-15-6-1431,1-1 0,28 3 0,-29-5 1655,1 0-1,0-2 1,14-2 0,3-2 304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37 126 84,'-6'-9'410,"-18"-30"2770,23 38-2798,0 0 0,1 0 0,-1-1 0,0 1 0,1 0 0,-1-1-1,1 1 1,-1-1 0,1 1 0,0 0 0,-1-1 0,1 1 0,0-1-1,0 1 1,0-1 0,0 1 0,1-1 0,-1 1 0,0-1 0,1 1-1,-1 0 1,1-3 0,0 4-288,-1 0-1,1-1 1,0 1 0,-1 0-1,1-1 1,0 1-1,0 0 1,-1 0-1,1 0 1,0-1 0,0 1-1,-1 0 1,1 0-1,0 0 1,0 0 0,-1 0-1,1 0 1,0 1-1,-1-1 1,1 0 0,0 0-1,0 0 1,-1 1-1,1-1 1,0 0-1,-1 1 1,1-1 0,0 1-1,-1-1 1,1 1-1,-1-1 1,1 1 0,-1-1-1,1 1 1,-1-1-1,1 1 1,0 0 0,20 25 533,-21-25-536,7 9 76,-2 1 0,1 0 1,-1 1-1,-1-1 0,0 1 1,-1 0-1,0 0 0,1 16 1,3 8 260,-5-43-234,-1 0 0,1 0 1,0 0-1,1 0 0,-1 1 0,6-9 1,0-5-75,2-7-39,-7 16-80,0 0 1,1 0-1,1 0 0,0 1 1,0-1-1,1 1 0,0 1 0,1-1 1,0 1-1,11-11 0,-17 19-5,0 0-1,1 1 1,-1-1-1,0 0 1,1 1-1,-1-1 1,0 1-1,1 0 1,-1-1-1,1 1 1,-1 0 0,1 0-1,-1 0 1,1 0-1,-1 0 1,1 0-1,-1 1 1,0-1-1,1 0 1,-1 1-1,1-1 1,-1 1-1,0 0 1,1-1-1,-1 1 1,0 0 0,0 0-1,0-1 1,1 1-1,-1 0 1,0 0-1,0 1 1,0-1-1,0 0 1,-1 0-1,2 2 1,5 5-3,-1 2 0,0-1 0,7 16 0,-10-20 4,8 18-728,14 44 0,-16-36-3885,-2 0-5112,2-15 6170,-3-11 2937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74 204,'-17'-27'1733,"2"4"2548,1-1 5454,31 52-5341,15 12-2675,10 16-1180,-26-32-330,-6-9-53,0 0 0,-1 1 0,8 20 0,-15-31-159,-1 0 0,1 0 1,-1 0-1,0 0 0,0 0 0,0 0 0,-1 1 1,0-1-1,0 0 0,0 0 0,-1 1 1,0-1-1,0 0 0,0 0 0,-3 8 0,-26 40-2767,-4 5-7413,32-54 9493,1 0 1,-1-1-1,1 1 1,0 0-1,0 0 1,1-1 0,-1 1-1,1 0 1,0 0-1,0 0 1,0 0-1,0 0 1,2 6-1,3 4-21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29 124,'-64'5'5084,"-1"-3"8850,224-4-10817,3-9-5666,-161 11 2425,26-5-2933,-16-4-3044,-11 9 5895,0-1 0,0 1 1,0 0-1,0 0 1,0-1-1,0 1 1,0 0-1,0 0 0,0-1 1,-1 1-1,1 0 1,0 0-1,0 0 1,-20-5-6504,11 8 6036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68 228,'-29'-30'4038,"19"11"1187,12 1 4056,-1 19-9104,1 1-1,-1 0 1,1-1 0,-1 1-1,1 0 1,-1 0-1,0 0 1,0 0-1,0 0 1,0 0-1,0 1 1,0 1-1,5 20-219,-2 0-1,0 1 1,0 43-1,3 22-5140,-5-78 3257,0 0 0,1 0 0,0 0 0,1 0 1,7 13-1,-9-21 1522,0 0 1,1 1-1,-1-1 1,1 0 0,0 0-1,0-1 1,1 1-1,5 5 1,12 3-88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82 122 36,'-6'-28'639,"-4"-21"3631,-8 5 8067,-1 87-9723,10-1-2556,1 1 0,2-1 0,2 1-1,2 0 1,2 0 0,2 0-1,10 61 1,-10-95-54,-2-3 3,0-1-1,1 1 1,0-1 0,0 1 0,1-1-1,-1 1 1,1-1 0,0 0-1,1 0 1,-1 0 0,7 9 0,-8-14-4,-1 1 1,1-1 0,-1 0 0,1 0 0,-1 0 0,1 0 0,-1 1 0,1-1 0,0 0 0,-1 0-1,1 0 1,-1 0 0,1 0 0,0 0 0,-1 0 0,1-1 0,-1 1 0,1 0 0,0 0 0,-1 0 0,1 0-1,-1-1 1,1 1 0,-1 0 0,1-1 0,-1 1 0,1 0 0,-1-1 0,1 1 0,-1-1 0,0 1 0,1-1-1,-1 1 1,0-1 0,1 1 0,-1-1 0,0 1 0,1-1 0,-1 1 0,0-1 0,0 1 0,0-1-1,0 0 1,1 1 0,-1-2 0,10-30 60,-9 31-61,7-30-65,24-59-1,-29 83 5,0 1 1,0-1-1,0 1 0,1 0 1,0 0-1,0 1 1,0-1-1,1 1 0,0 0 1,0 0-1,0 0 0,1 1 1,-1 0-1,1 0 0,11-6 1,-14 9 36,0 0 0,0 1-1,-1-1 1,1 1 0,0-1 0,0 1 0,0 0 0,0 0 0,0 0 0,0 0 0,0 1 0,-1-1-1,1 1 1,0 0 0,0 0 0,0 0 0,-1 0 0,4 2 0,-1 0 7,0 1 1,0-1 0,-1 1-1,0 0 1,1 0 0,-2 1-1,1-1 1,5 9-1,0 3 5,0 1-1,-1-1 1,-1 1 0,9 32-1,-12-33 1599,1 2-3472,5 0-5744,-9-17 7232,0-1 0,0 1 0,0-1 0,0 1 0,-1-1 0,1 0-1,0 1 1,0-1 0,0 0 0,0 0 0,0 1 0,0-1 0,0 0 0,0 0 0,0 0 0,0 0-1,0 0 1,0-1 0,1 1 0,19-8-1978,-4 1 1620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52 204,'-1'-2'331,"1"-1"0,-1 1 0,1-1 0,-1 1 0,0-1 0,0 1 0,0-1 1,-1 1-1,1 0 0,-1 0 0,1 0 0,-1 0 0,1 0 0,-1 0 0,0 0 0,0 0 0,0 1 0,0-1 0,0 1 0,-1-1 0,1 1 0,0 0 1,-1 0-1,1 0 0,0 0 0,-1 0 0,1 1 0,-1-1 0,0 1 0,1 0 0,-1-1 0,1 1 0,-1 0 0,0 1 0,1-1 0,-1 0 1,1 1-1,-1-1 0,1 1 0,-1 0 0,1 0 0,-1 0 0,1 0 0,-5 3 0,-1 1 530,-1 0 0,1 0 0,0 1 0,-13 12 1,-19 27-484,33-35-263,0 1 0,1 0 0,0 0-1,1 1 1,1-1 0,-1 1 0,2 0 0,0 0 0,0 1 0,1-1 0,-1 23 0,3-29-176,0-1 0,1 1 0,0-1 1,0 1-1,0-1 0,1 1 0,-1-1 1,1 0-1,1 1 0,-1-1 0,1 0 1,0-1-1,0 1 0,0 0 1,0-1-1,1 0 0,0 0 0,0 0 1,0 0-1,0 0 0,1-1 0,-1 0 1,1 0-1,0 0 0,0-1 0,0 1 1,1-1-1,6 2 0,0-1-840,-1 0 0,1 0 0,17 1 0,-15-3-572,0-1-1,0-1 1,-1 0 0,1-1 0,0 0 0,-1-1 0,1 0 0,-1-1 0,13-6-1,-6 2 623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59 180,'-3'-4'651,"-12"-15"4831,15 19-5335,0 0-1,-1-1 1,1 1 0,0 0-1,0 0 1,-1 0 0,1 0-1,0 0 1,0-1 0,0 1-1,-1 0 1,1 0 0,0-1-1,0 1 1,0 0 0,0 0-1,0-1 1,-1 1 0,1 0-1,0 0 1,0-1 0,0 1-1,0 0 1,0 0 0,0-1-1,0 1 1,0 0 0,0 0-1,0-1 1,0 1-1,0 0 1,0-1 0,0 1-1,0 0 1,0 0 0,1-1-1,-1 1 1,0 0 0,0 0-1,0-1 1,0 1 0,0 0-1,1 0 1,-1 0 0,0-1-1,0 1 1,0 0 0,1 0-1,-1 0 1,0 0 0,0-1-1,1 1 1,-1 0 0,0 0-1,0 0 1,1 0 0,-1 0-1,11 42 2215,-4-10-1961,-3 0 1,2 49-1,-3-81 197,3-11-326,7-14-64,1-14-60,-8 22-136,0 0-1,1 1 1,1 0 0,0 0-1,1 1 1,14-19 0,-22 33-12,0 1 1,-1 0 0,1-1-1,0 1 1,-1-1-1,1 1 1,0 0 0,0-1-1,-1 1 1,1 0-1,0 0 1,0 0 0,-1-1-1,1 1 1,0 0-1,0 0 1,0 0-1,-1 0 1,1 0 0,0 0-1,0 1 1,-1-1-1,1 0 1,0 0 0,0 1-1,-1-1 1,1 0-1,0 1 1,-1-1 0,1 0-1,0 1 1,-1-1-1,1 1 1,0-1 0,-1 1-1,1 0 1,-1-1-1,1 1 1,-1 0 0,0-1-1,1 1 1,-1 0-1,0-1 1,1 2 0,22 41 20,-18-34-22,23 56-25,10 18-489,-4-37-6194,-34-45 6413,0-1 0,1 1-1,-1-1 1,1 0 0,-1 1-1,1-1 1,-1 0 0,1 1-1,-1-1 1,1 0 0,-1 0-1,1 1 1,0-1 0,-1 0 0,1 0-1,-1 0 1,1 0 0,0 0-1,-1 0 1,1 0 0,-1 0-1,1 0 1,0 0 0,-1 0 0,1 0-1,-1 0 1,1 0 0,-1-1-1,2 1 1,8-10-2218,-3-1 1692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40 240,'-8'-11'1029,"-4"-4"1952,6 1 4586,12 18-2660,24 19-2884,3 7-1465,-1 2 0,-2 0 0,49 71 0,-72-95-462,-2 2 1,1-1-1,-1 1 1,-1-1-1,0 1 1,0 1-1,-1-1 0,0 0 1,-1 1-1,0 0 1,-1-1-1,0 1 1,0 0-1,-2 16 1,-1-16-264,0 0 0,0 0-1,-1-1 1,0 1 0,-9 17 0,5-15-1176,0 0 0,-1-1 1,0 1-1,-14 13 0,-22 23-12363,42-46 12827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72 60,'7'-43'3002,"-7"40"-1928,1-1 1,-2 1-1,1 0 1,0 0-1,0 0 0,-1 0 1,-1-3-1,-7 38 2760,-2 18-3166,-5 60-1,7-4-2860,11-68-3696,-2-38 5630,0 1-1,0 0 0,0 0 1,0-1-1,1 1 0,-1 0 1,0 0-1,0-1 0,1 1 1,-1-1-1,1 1 0,-1 0 0,0-1 1,1 1-1,0-1 0,-1 1 1,1-1-1,0 2 0,0-2 127,0 0 0,-1 0 0,1 0 0,0 0 0,-1 0 0,1 0 0,0-1 0,-1 1-1,1 0 1,0 0 0,-1 0 0,1-1 0,0 1 0,-1 0 0,1-1 0,0 1 0,-1 0-1,1-1 1,-1 1 0,1-1 0,-1 1 0,1-1 0,-1 1 0,1-2 0,10-9-334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71 216,'-30'-12'1603,"-15"-6"6956,45 18-8491,0 0 0,0 0 1,0 0-1,1 0 0,-1 0 1,0 0-1,0 0 0,0 0 0,0 0 1,0 0-1,0 0 0,0 0 1,0 0-1,0 0 0,0 0 1,0 0-1,0 0 0,1 0 1,-1 0-1,0 0 0,0 0 1,0 0-1,0 0 0,0 0 0,0 0 1,0 0 272,0 0-272,0 0-1,0 0 0,0 0 1,0 0-1,0-1 0,1 1 1,-1 0-1,0 0 0,0 0 1,0 0-1,0 0 0,0 0 0,0 0 1,0 0-1,0 0 0,0 0 1,0 0-1,0 0 0,0-1 1,0 1-1,0 0 0,0 0 1,0 0-1,0 0 0,0 0 1,0 0-1,-1 0 0,1 0 0,0 0 1,0 0-1,0 0 0,0 0 1,0 0-1,0-1 0,13-1 1310,18-2-1348,-28 4 294,91-13 568,-35 5-352,-19 3-3034,-7 2-2510,0 1-3518,-21 2 7190,2 1 694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60 28,'-7'-31'1997,"-5"3"5956,11 28-7866,1 0 0,0 0 0,-1 0 0,1 0-1,-1 0 1,1 0 0,0-1 0,-1 1 0,1 0-1,0 0 1,-1 0 0,1 0 0,0 0 0,-1 1 0,1-1-1,-1 0 1,1 0 0,0 0 0,-1 0 0,1 0-1,0 0 1,-1 1 0,1-1 0,0 0 0,0 0 0,-1 0-1,1 1 1,0-1 0,-1 0 0,1 0 0,0 1-1,0-1 1,0 0 0,-1 1 0,1-1 0,0 0 0,0 1-1,0 0 1,-11 13 518,5-5-266,-6 9 482,-13 26 0,22-38-761,1 0 0,-1 0 0,1 0 0,1 1 0,-1-1 0,1 0 0,0 0 0,0 1 0,1 7 0,0-13-59,0 1 1,0-1 0,0 0 0,0 0-1,0 0 1,0 0 0,0 0 0,0 1-1,0-1 1,1 0 0,-1 0 0,0 0 0,1 0-1,-1 0 1,1 0 0,0 0 0,-1 0-1,1 0 1,0 0 0,-1 0 0,1 0 0,0-1-1,0 1 1,0 0 0,0 0 0,0-1-1,0 1 1,0 0 0,0-1 0,0 1-1,0-1 1,0 0 0,0 1 0,0-1 0,0 0-1,0 0 1,0 1 0,1-1 0,-1 0-1,0 0 1,0 0 0,0-1 0,0 1 0,0 0-1,1 0 1,1-1 0,1-1 12,0 1 0,0-1 1,0 0-1,0 0 0,-1 0 0,1 0 0,-1-1 1,1 0-1,-1 1 0,0-1 0,5-6 1,-3 2 199,0-1 0,-1 0 0,0 0 0,0 0 0,-1-1 0,0 1 1,0-1-1,-1 0 0,0 0 0,1-17 0,-1 17 597,2 9-425,7 18-341,0 0-66,-1-10-7,1 0 1,-1 0 0,1-1-1,0 0 1,1-1-1,0 0 1,0-1 0,0 0-1,16 3 1,-27-8 28,-1 1 0,0-1 0,1 0 0,-1 0 0,0 0 0,1 1 0,-1-1 1,0 0-1,1 0 0,-1 0 0,0 0 0,1 0 0,-1 0 0,1 0 0,-1 0 0,0 0 0,1 0 0,-1 0 0,1 0 1,-1 0-1,0 0 0,1 0 0,-1 0 0,0-1 0,1 1 0,-1 0 0,0 0 0,1 0 0,-1-1 0,0 1 1,1 0-1,-5-13 70,-21-21-14,18 25-139,5 6 565,-9-12-1639,-3-12-6150,14 27 7088,-1-1 1,1 0-1,0 1 0,0-1 0,-1 0 0,1 0 0,0 0 0,0 1 0,0-1 1,0 0-1,0 0 0,0 0 0,0 1 0,0-1 0,0 0 0,0 0 0,1 1 1,-1-1-1,0 0 0,0 0 0,1 1 0,-1-1 0,0 0 0,1 0 1,-1 1-1,1-1 0,-1 1 0,1-1 0,-1 0 0,1 1 0,0-1 0,-1 1 1,1-1-1,0 1 0,-1 0 0,1-1 0,0 1 0,-1 0 0,1-1 1,0 1-1,0 0 0,0 0 0,-1-1 0,1 1 0,0 0 0,0 0 0,-1 0 1,1 0-1,0 0 0,0 0 0,0 1 0,-1-1 0,2 0 0,12 1-221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81 92,'1'0'354,"0"-1"0,0 1 0,0-1-1,-1 1 1,1-1 0,0 1 0,0-1 0,0 0 0,-1 1 0,1-1 0,0 0-1,-1 0 1,1 0 0,-1 1 0,1-1 0,-1 0 0,1 0 0,-1 0-1,1 0 1,-1 0 0,0 0 0,0 0 0,1 0 0,-1 0 0,0 0 0,0 0-1,0 0 1,0 0 0,0 0 0,0 0 0,0 0 0,-1 0 0,1 0-1,0 0 1,-1 0 0,1 0 0,0 0 0,-1 0 0,1 0 0,-1-1 0,0 1 78,0 0 0,0 0 0,0 0 0,0 0 0,0 0 0,-1 1 0,1-1 0,0 0 0,0 0 0,0 1 0,-1-1 0,1 1 0,0-1 0,-1 1 1,-2-1-1,-15 3-429,16 0 46,0-1-1,-1 1 0,1-1 1,0 1-1,0 0 1,0 0-1,1 1 0,-1-1 1,0 0-1,1 1 0,0 0 1,-1-1-1,1 1 1,0 0-1,0 0 0,1 0 1,-1 1-1,1-1 0,-1 0 1,1 1-1,-1 4 1,2-5-52,0-1 1,0 1 0,0-1 0,0 0 0,0 1 0,0-1 0,1 1 0,-1-1 0,1 0 0,0 1 0,0-1 0,0 0-1,0 0 1,0 0 0,0 0 0,0 0 0,1 0 0,-1 0 0,1 0 0,0 0 0,-1 0 0,1-1 0,0 1-1,0-1 1,0 0 0,0 1 0,0-1 0,0 0 0,1 0 0,-1 0 0,0 0 0,3 0 0,-1 0 3,0 0 0,0 0 1,0-1-1,0 1 0,0-1 0,0 0 1,0 0-1,-1-1 0,1 1 0,0-1 1,0 0-1,0 0 0,0 0 0,0 0 1,-1-1-1,1 1 0,0-1 1,-1 0-1,0 0 0,1 0 0,-1-1 1,0 1-1,0-1 0,0 0 0,-1 0 1,1 0-1,0 0 0,-1 0 0,0 0 1,0-1-1,0 1 0,0-1 1,-1 1-1,1-1 0,-1 0 0,0 0 1,0 0-1,0 0 0,-1 0 0,0 0 1,1 0-1,-1 0 0,0 1 0,-1-1 1,1 0-1,-1 0 0,0 0 1,0 0-1,-1-4 0,1 6-442,0-1-1,0 1 1,-1 0 0,1 0-1,0 0 1,-1 0 0,0 0-1,1 0 1,-1 1 0,0-1-1,0 0 1,0 1-1,0-1 1,0 1 0,0 0-1,0 0 1,0 0 0,-1 0-1,1 0 1,0 0 0,-1 0-1,-2 0 1,1 1-457,-1-1-1,1 1 1,-1 0 0,1 0 0,-1 0 0,1 0-1,0 1 1,-1 0 0,1 0 0,0 0-1,-7 3 1,-5 5-484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68 256,'-4'-17'1060,"-9"-15"5758,3 13 304,10 19-7026,0 0 0,0 0 0,0 1 1,0-1-1,0 0 0,0 0 0,0 0 0,0 0 97,0 0-97,0 0 0,-1 0 0,1 0 0,0 0 0,0 0 1,0 0-1,0 1 0,0-1 0,0 0 0,0 0 0,0 0 0,0 0 1,-1 0-1,1 0 0,0 0 0,0 0 0,0 0 0,0 0 1,0 0-1,0 0 0,0 0 0,-1 0 0,1 0 0,0 0 1,0 0-1,0 0 0,0-1 0,0 1 0,0 0 0,0 0 1,0 0-1,0 0 0,-1 0 0,1 0 0,0 0 0,0 0 1,0 0-1,0 0 0,0 0 0,0 0 0,0-1 0,0 1 1,-5 116 297,1 26-1144,5-116-1194,7 41 0,0-34-2377,-7-31 3859,-1-1 0,1 1 0,0 0 0,-1-1 0,1 1-1,0-1 1,0 0 0,0 1 0,0-1 0,0 0 0,0 1 0,1-1 0,-1 0 0,0 0 0,1 0-1,2 2 1,-4-3 379,1 0 0,-1 0 0,0 0 0,1 0-1,-1 0 1,0 0 0,1 0 0,-1 1 0,1-1 0,-1 0-1,0-1 1,1 1 0,-1 0 0,0 0 0,1 0-1,-1 0 1,1 0 0,-1 0 0,0 0 0,1 0 0,-1-1-1,0 1 1,1 0 0,-1 0 0,0-1 0,0 1-1,1 0 1,-1 0 0,0-1 0,0 1 0,1 0 0,-1-1-1,0 1 1,0 0 0,0 0 0,1-1 0,-1 0-1,2-9-555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68 100,'0'-3'132,"0"0"0,1 0 1,-1 0-1,1 1 0,0-1 0,-1 0 0,1 0 1,0 0-1,1 1 0,-1-1 0,0 0 0,1 1 1,0-1-1,0 1 0,-1 0 0,1-1 0,0 1 1,1 0-1,-1 0 0,0 1 0,1-1 0,-1 0 1,1 1-1,-1-1 0,1 1 0,0 0 0,-1 0 1,1 0-1,0 0 0,0 0 0,0 1 0,0-1 1,0 1-1,5 0 0,0 0 239,1-1 1,0 2-1,-1-1 1,1 2-1,0-1 0,-1 1 1,10 3-1,-13-4-42,0 1 1,-1 0-1,1 0 0,0 0 1,-1 1-1,0 0 1,1 0-1,-1 0 0,0 0 1,-1 0-1,1 1 0,-1 0 1,6 6-1,-8-8-165,0 0 0,-1 0 0,1 0 0,0 0 0,-1 0 0,0 0 0,1 0 0,-1 0-1,0 0 1,0 0 0,0 0 0,0 0 0,0 1 0,-1-1 0,1 0 0,0 0 0,-1 0 0,0 0 0,0 0 0,1 0 0,-1-1 0,0 1-1,0 0 1,-1 0 0,1 0 0,0-1 0,0 1 0,-1-1 0,1 1 0,-1-1 0,-2 2 0,-6 6 160,0-1 0,-1-1 0,-19 11 0,27-16-279,2-2-50,-5 4-211,0-1-1,0 0 1,0 0-1,0 0 1,-12 2-1,14-7-4200,10-4 1489,10-5-1222,-5 5 2743,0 1-1,1 0 1,12-3-1,-4 2 957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183 60 76,'18'-12'293,"-7"-4"3823,-10 16-3835,-1-1 1,0 0-1,0 1 1,1-1-1,-1 0 1,0 0-1,0 1 1,0-1-1,0 0 1,0 1 0,0-1-1,0 0 1,0 0-1,0 1 1,-1-1-1,1 0 1,0 1-1,0-1 1,-1 0-1,0 0 1,0-1 121,0 1-1,0 0 1,0 0-1,0 0 1,0 0-1,-1 0 1,1 0-1,0 0 1,-1 1 0,1-1-1,0 0 1,-1 1-1,-1-1 1,-3 0-87,1 0-1,0 0 1,0 1 0,0 0 0,-1 0-1,1 0 1,0 0 0,0 1 0,0 0 0,0 0-1,0 1 1,0-1 0,0 1 0,0 0-1,0 1 1,1-1 0,-6 4 0,1-1-257,1 1 0,0 0 0,1 0 0,-1 1 0,1-1 0,0 2 0,1-1 0,-8 12 0,11-13-57,-1 0-1,2 0 1,-1 1 0,1-1-1,0 1 1,0-1 0,1 1-1,-1 10 1,2-16-11,0 0 0,-1 1-1,1-1 1,0 1 0,0-1 0,0 1 0,0-1-1,1 1 1,-1-1 0,0 1 0,1-1 0,-1 1-1,1-1 1,-1 0 0,1 1 0,0-1 0,-1 0-1,1 0 1,0 1 0,0-1 0,0 0-1,0 0 1,0 0 0,0 0 0,0 0 0,0 0-1,1 0 1,-1 0 0,0-1 0,0 1 0,1 0-1,-1-1 1,1 1 0,-1-1 0,0 0 0,1 1-1,-1-1 1,1 0 0,-1 0 0,1 0 0,-1 0-1,1 0 1,2 0 0,0-1-6,-1 1 0,1-1 0,-1 0 0,1 0-1,-1 0 1,1-1 0,-1 1 0,0-1 0,0 0 0,1 0 0,-1 0 0,-1 0 0,1 0-1,0-1 1,4-3 0,1-4 10,-1-1 0,0 1 0,7-15 0,-9 16 28,1-1 1,0 1-1,13-16 1,-18 25-24,-1-1 0,0 1 0,1 0 0,-1 0 0,1-1 0,-1 1 0,1 0 0,-1 0 0,1 0 0,-1-1 0,1 1 0,-1 0 0,1 0 0,-1 0 0,1 0 0,-1 0 0,1 0 0,-1 0 0,1 0 0,-1 0 0,1 0 0,-1 1 0,1-1 0,-1 0 0,1 0 0,-1 0 1,0 1-1,1-1 0,-1 0 0,1 0 0,-1 1 0,1-1 0,-1 0 0,0 1 0,1-1 0,-1 0 0,0 1 0,1-1 0,-1 1 0,0-1 0,0 1 0,1 0 0,13 23-72,-12-19 46,3 4 738,11 23-1689,-11-23-759,1 0 0,-1-1 0,13 14-1,-17-20 1334,1 0 0,-1-1-1,1 1 1,0 0 0,0 0-1,0-1 1,0 1 0,0-1-1,0 0 1,0 1 0,1-1-1,-1 0 1,0 0 0,1 0-1,-1-1 1,1 1 0,-1-1-1,1 1 1,-1-1 0,1 0-1,-1 0 1,1 0 0,-1 0-1,1 0 1,-1-1 0,1 1-1,-1-1 1,1 0 0,-1 1-1,1-1 1,-1 0 0,0-1-1,3 0 1,11-10-187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36 101 168,'2'-14'396,"3"-30"1161,-5 41-856,0-1 0,0 1 1,-1 0-1,1 0 0,0-1 0,-1 1 1,0 0-1,0 0 0,0 0 1,-2-5-1,3 8-558,0 0 1,-1 0-1,1-1 0,0 1 1,0 0-1,0 0 0,0 0 1,0 0-1,0-1 0,-1 1 1,1 0-1,0 0 1,0 0-1,0 0 0,0 0 1,-1 0-1,1 0 0,0-1 1,0 1-1,0 0 0,0 0 1,-1 0-1,1 0 0,0 0 1,0 0-1,0 0 1,-1 0-1,1 0 0,0 0 1,0 0-1,-1 0 0,1 0 1,0 0-1,0 0 0,0 0 1,-1 0-1,1 0 1,0 1-1,0-1 0,-7 9 2222,-2 13-881,5-6-1334,1 1 0,1-1 0,0 1 0,1 22-1,2-20-2894,5 31 0,4-9-4769,-9-39 7130,-1 0 0,1 0 0,0 0 0,0 0-1,0 0 1,0 0 0,0 0 0,0 0 0,1-1 0,-1 1 0,1 0-1,-1-1 1,1 1 0,0-1 0,-1 1 0,4 1 0,6-1-181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1 145 192,'6'-57'1274,"0"12"1448,1 2 4348,-6 56-644,2 33-4455,-4-12-1304,0-18-534,1 0-1,1 0 1,0 0-1,5 27 1,-6-42-131,1 0 1,-1 0 0,0 0 0,1 0 0,-1 0 0,0 0 0,1 0 0,-1 0-1,1 0 1,0 0 0,-1 0 0,1 0 0,0-1 0,-1 1 0,1 0 0,0 0-1,0-1 1,0 1 0,0-1 0,-1 1 0,1 0 0,0-1 0,1 1 0,23-2 21,-23 1-24,0-1-1,0 1 1,0-1 0,0 1-1,0 0 1,0 0 0,1 0-1,-1 0 1,0 0-1,0 1 1,0-1 0,0 1-1,0-1 1,0 1 0,0 0-1,4 2 1,-2 1 7,0 0 0,0 0 1,0 0-1,-1 1 0,1-1 0,-1 1 1,0 0-1,2 7 0,-1-6-781,-1 0 0,1 1 1,9 10-1,-10-49-16652,-8 17 16854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34 120,'-36'-12'2176,"12"5"4233,31 7 436,17-4-4776,5 0-3022,-10 2-1136,-3-1-1732,1 2 1,20 0 0,-6 5 1414,-11 2 1756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 72 96,'12'-10'685,"11"-13"994,-22 23-1333,-1-1 0,1 0-1,0 0 1,-1 1 0,1-1 0,0 0 0,-1 0 0,0 0 0,1 0 0,-1 0 0,1 0 0,-1 0 0,0 0-1,0 0 1,1 0 0,-1 0 0,0 0 0,0 0 0,0 0 0,0 0 0,0 0 0,-1 0 0,1-1 0,-1 1 26,1 0 1,-1 0 0,1 1-1,-1-1 1,0 0 0,1 0 0,-1 1-1,0-1 1,1 1 0,-1-1-1,0 1 1,0-1 0,0 1 0,0-1-1,-1 0 1,-20-3 1996,15 3-2139,1 1 1,0 0-1,0 1 0,-10 1 0,15-2-218,0 0 0,0 0-1,-1 1 1,1-1 0,0 0 0,0 0 0,0 1-1,0-1 1,-1 1 0,1 0 0,0-1-1,0 1 1,0 0 0,0-1 0,0 1 0,0 0-1,0 0 1,1 0 0,-1 0 0,0 0-1,0 0 1,1 0 0,-1 0 0,0 0-1,1 0 1,-1 0 0,1 0 0,0 1 0,-1-1-1,1 0 1,0 3 0,0-1 3,1 0 1,0 1-1,0-1 0,0 0 1,0 0-1,1 1 1,0-1-1,-1 0 0,1-1 1,4 6-1,8 9 85,29 27-1,-6-7 280,-36-36-353,-1-1 0,1 0 0,-1 1 0,0-1 1,1 0-1,-1 1 0,1-1 0,-1 1 0,0-1 0,1 1 0,-1-1 0,0 1 0,0-1 0,1 1 0,-1 0 0,0-1 0,0 1 0,0-1 0,0 1 0,0-1 0,1 1 0,-1 0 0,0-1 0,-1 1 0,1-1 0,0 1 0,0 0 1,0 0 3,-1-1 1,0 1 0,1-1 0,-1 0 0,1 1 0,-1-1-1,0 0 1,1 0 0,-1 1 0,0-1 0,0 0 0,1 0-1,-1 0 1,0 0 0,1 0 0,-1 0 0,0 0 0,0 0-1,-4 0-183,1 0 1,0-1-1,-1 0 0,1 0 0,0 0 0,-6-2 0,-10-15-7833,20 18 7703,-1-1 1,1 1-1,0 0 1,-1-1-1,1 1 1,-1 0-1,1-1 1,0 1-1,-1-1 1,1 1-1,0-1 1,-1 1-1,1-1 1,0 1-1,0-1 1,0 1-1,-1-1 1,1 1-1,0-1 1,0 1-1,0-1 1,0 1-1,0-1 1,0 0-1,0 1 1,0-1-1,0 1 1,0-1-1,0 1 1,1-1-1,-1 1 1,0-1-1,0 1 1,0-1 0,1 1-1,-1-1 1,0 1-1,1-1 1,-1 1-1,0-1 1,1 1-1,-1 0 1,1-1-1,6-1-747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0 131 224,'18'-65'3797,"-10"32"1681,2 2 3949,-10 31-9393,0 0-1,0 0 1,0 0-1,0 0 0,0-1 1,0 1-1,0 0 1,0 0-1,0 0 0,1 0 1,-1 0-1,0 0 0,0 0 1,0 0-1,0 0 1,0 0-1,0 0 0,0 0 1,0 0-1,0 0 1,0 0-1,0 0 0,0 0 1,1 0-1,-1 0 1,0 0-1,0 0 0,0 0 1,0 0-1,0 0 1,0 0-1,0 0 0,0 0 1,0 0-1,0 0 0,0 0 1,1 0-1,-1 0 1,0 0-1,0 0 0,0 0 1,0 0-1,0 0 1,0 0-1,0 0 0,0 0 1,0 0-1,0 0 1,0 0-1,0 0 0,0 1 1,0-1-1,0 0 1,1 0-1,-1 0 0,0 0 1,0 0-1,0 0 1,0 0-1,0 0 0,0 0 1,0 0-1,0 0 0,0 1 1,5 9 604,1 13-425,-3 15-48,-4 58 0,0-18-1859,2-57-1168,4 34 0,-3-49 1592,-1 0 0,1 0-1,0 0 1,0 0 0,4 7 0,-6-11 1020,1-1 1,0 0 0,0 1-1,-1-1 1,1 0-1,0 1 1,0-1-1,0 0 1,0 0 0,1 0-1,-1 0 1,0 0-1,0 0 1,1 0-1,-1 0 1,0-1-1,1 1 1,-1 0 0,1-1-1,-1 1 1,1-1-1,-1 0 1,1 1-1,-1-1 1,1 0-1,2 0 1,5-3-235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43 109 16,'-7'-3'148,"4"1"53,0 1 0,0-1-1,0 1 1,0-1 0,1 0 0,-1 0-1,0 0 1,1 0 0,-1 0-1,1-1 1,-3-4 0,4 7-123,1-1 0,0 1-1,0-1 1,1 1 0,-1-1 0,0 1 0,0-1-1,0 0 1,0 1 0,0-1 0,1 1 0,-1-1 0,0 1-1,0-1 1,1 1 0,-1 0 0,0-1 0,1 1-1,-1-1 1,0 1 0,1 0 0,-1-1 0,1 1 0,-1 0-1,1-1 1,-1 1 0,1 0 0,-1-1 0,1 1-1,0 0 1,19-8 579,-17 7-508,46-13 835,89-12 1,-134 25-918,-1 1 67,0-1 1,0 1 0,1-1 0,-1 1-1,0 0 1,0 0 0,0 0-1,0 1 1,0-1 0,0 1 0,0 0-1,0 0 1,0 0 0,4 2-1,-6-2 35,0 0 0,0 0 0,1 1 0,-1-1 0,0 1 0,0-1 0,0 1 0,-1-1 0,1 1 0,0 0 0,-1-1 0,1 1 0,-1 0 0,1-1 0,-1 1 0,0 0 0,1 0 0,-1-1 0,0 1 0,0 0 0,-1 0 0,1-1 0,0 1 0,0 0 0,-2 3 0,0 8 739,-1 0-456,0 0 1,1 1 0,1-1-1,0 1 1,2 16 0,-1-27-434,1 0 0,-1-1 0,1 1 1,-1 0-1,1-1 0,0 1 0,0 0 1,1-1-1,-1 1 0,0-1 0,1 1 1,-1-1-1,1 0 0,0 0 1,0 0-1,0 0 0,0 0 0,0 0 1,0 0-1,0-1 0,1 1 0,-1-1 1,1 1-1,-1-1 0,1 0 0,0 0 1,-1 0-1,1 0 0,0-1 1,-1 1-1,6-1 0,-6 1 11,0-1 0,0 0 0,0 1 0,0-1-1,0 0 1,0-1 0,0 1 0,0 0 0,0 0 0,0-1 0,0 1 0,-1-1-1,1 0 1,0 0 0,0 1 0,0-1 0,-1 0 0,1 0 0,0-1 0,-1 1-1,3-2 1,-3 1 24,1 0 0,-1-1-1,0 1 1,0 0-1,0-1 1,0 1 0,0-1-1,0 1 1,0-1 0,-1 1-1,0-1 1,1 0 0,-1 1-1,0-4 1,-1-3-140,0 1-1,0 0 1,-1-1 0,1 1-1,-2 0 1,1 0 0,-1 0-1,-1 1 1,-4-10 0,1 8-1393,1 0 1,-1 0-1,0 1 1,-1 0-1,-13-11 1,16 15 681,0 1 1,0-1 0,0 1-1,0 0 1,0 1 0,-1-1 0,1 1-1,-1 0 1,1 0 0,-1 1 0,-11-2-1,5 4 188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53 60,'0'-3'352,"0"1"0,-1 0 0,1-1 1,-1 1-1,0 0 0,1 0 0,-1-1 0,0 1 0,-1 0 0,1 0 0,0 0 1,0 0-1,-1 0 0,1 1 0,-1-1 0,0 0 0,0 1 0,1-1 1,-1 1-1,-2-2 0,0 1 297,0 1 1,1 0 0,-1-1 0,0 1-1,0 0 1,0 1 0,0-1-1,0 1 1,0 0 0,-8 0-1,2 1 600,-1 1-1,0 0 0,-14 4 0,-22 13-363,36-14-666,1 1 1,-1 1-1,-17 14 1,24-18-202,1 1 0,-1-1 0,1 1 0,-1-1-1,1 1 1,1 0 0,-1 0 0,0 1 0,1-1 0,0 1 0,0-1 0,-2 7 0,4-10-19,-1 1 1,1-1-1,0 0 1,0 0-1,0 0 1,0 0-1,0 0 1,0 0-1,0 0 1,0 0-1,0 0 0,0 0 1,0 1-1,1-1 1,-1 0-1,0 0 1,1 0-1,-1 0 1,1 0-1,-1 0 1,1-1-1,0 1 0,-1 0 1,1 0-1,0 0 1,1 1-1,0-1-2,0 0-1,0 0 1,0-1-1,0 1 1,0 0-1,0-1 1,0 0-1,0 1 1,0-1-1,1 0 1,-1 0 0,4-1-1,3 0-11,0 0 0,1-1 0,-1-1 0,0 0 0,10-4 0,-8 1 11,-1 0-1,1-1 1,-1-1 0,0 1-1,13-16 1,25-17 3,-48 40 0,1-1 0,-1 1 0,1 0 1,-1-1-1,0 1 0,1 0 1,-1 0-1,1 0 0,-1 0 0,1-1 1,-1 1-1,1 0 0,-1 0 1,1 0-1,-1 0 0,1 0 0,-1 0 1,0 0-1,1 0 0,-1 0 1,1 0-1,-1 1 0,1-1 0,-1 0 1,1 0-1,-1 0 0,1 1 1,-1-1-1,0 0 0,1 0 0,-1 1 1,1-1-1,-1 0 0,0 1 1,1-1-1,-1 0 0,0 1 0,0-1 1,1 1-1,-1-1 0,0 0 1,0 1-1,1-1 0,-1 1 0,0-1 1,0 1-1,0-1 0,0 1 1,0-1-1,0 1 0,0-1 0,0 1 1,4 29 42,-4-29-38,0 213 737,-1-91-597,1-100-138,-1-1 0,0 1 0,-2 0 0,-6 26 0,7-43 3,0 0-1,-1 1 1,1-1 0,-1 0 0,0-1 0,-1 1 0,1 0 0,-6 6 0,6-9-3,0 0 1,-1 0-1,1-1 1,0 1-1,-1-1 0,1 1 1,-1-1-1,0 0 1,0-1-1,0 1 1,0-1-1,0 0 1,0 1-1,-5-1 1,4 0-18,1-1 1,-1 0 0,0 0-1,1 0 1,-1-1 0,0 0-1,1 0 1,-1 0 0,1 0-1,0-1 1,-1 1-1,1-1 1,0 0 0,0 0-1,0-1 1,0 1 0,0-1-1,1 0 1,-1 0 0,1 0-1,0-1 1,0 1 0,0-1-1,0 0 1,0 0-1,1 0 1,0 0 0,-2-4-1,-1-2-59,1 1 0,0-1-1,1 0 1,0 0-1,1 0 1,0 0-1,1-1 1,0 1 0,0-1-1,1 1 1,2-16-1,-1 16-94,2 0 0,-1 0 1,1 0-1,1 0 0,6-13 0,-4 13-974,0 0 1,0 0 0,1 1-1,10-11 1,1 3-1654,0 1 0,0 1 0,2 0 0,25-14-1,-23 16 2172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119 85 152,'11'-21'1237,"-10"19"-557,0 0 1,-1 0-1,1 0 0,-1 0 1,0 0-1,1 0 1,-1 0-1,0 0 1,0 0-1,-1 0 1,1 0-1,-1-4 0,1 5-270,-1 0 0,1 0-1,-1 0 1,1 0 0,-1 0-1,0-1 1,1 1-1,-1 1 1,0-1 0,0 0-1,0 0 1,0 0 0,1 0-1,-1 0 1,0 1 0,-1-1-1,1 0 1,0 1-1,0-1 1,-2 0 0,1 1-326,-1-1-1,1 1 1,-1-1 0,1 1 0,0 0 0,-1 0 0,1 0 0,-5 1 0,2 0-33,1 1 0,-1 0 0,0-1 1,1 2-1,-1-1 0,1 0 0,0 1 1,0 0-1,0 0 0,0 0 0,0 0 0,1 1 1,0 0-1,-1-1 0,1 1 0,1 0 1,-1 1-1,0-1 0,1 0 0,0 1 0,0-1 1,0 1-1,1 0 0,0-1 0,0 1 0,0 0 1,0 0-1,1 0 0,-1 0 0,1 0 1,1 0-1,-1 0 0,1 0 0,0 0 0,0 0 1,0-1-1,0 1 0,4 7 0,-4-10-48,0 0-1,0 0 0,1-1 0,-1 1 0,0 0 1,0-1-1,1 1 0,-1-1 0,1 0 0,0 1 1,-1-1-1,1 0 0,0 0 0,0 0 1,-1 0-1,1 0 0,0-1 0,0 1 0,0-1 1,0 1-1,0-1 0,0 1 0,0-1 1,0 0-1,0 0 0,0 0 0,0 0 0,0-1 1,1 1-1,-1 0 0,-1-1 0,1 0 0,0 1 1,3-3-1,-1 2 0,-1-1 0,0 0 0,0 0 0,0 0 0,0 0 0,0-1 0,-1 1 0,1-1-1,-1 1 1,0-1 0,1 0 0,-1 0 0,0 0 0,-1 0 0,1-1 0,-1 1 0,1 0 0,1-8 0,-1 0-203,-1-1 1,0 1-1,-1-1 1,0 0-1,-3-15 0,-3 0-4288,-4 2-5513,12 30 4265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104 351 192,'1'-1'399,"0"0"-1,0 1 1,0-1 0,0 0 0,0 0-1,-1 0 1,1 1 0,0-1 0,0 0-1,-1 0 1,1 0 0,-1 0 0,1 0-1,-1 0 1,0 0 0,1-1 0,-1 1-1,0 0 1,0 0 0,1 0 0,-1 0-1,0 0 1,0 0 0,0-1 0,-1 1-1,1 0 1,0 0 0,0 0-1,-1 0 1,1 0 0,0 0 0,-1 0-1,1 0 1,-1 0 0,1 0 0,-1 0-1,0 0 1,1 0 0,-1 0 0,0 0-1,0 0 1,-1-1 0,1 1 59,-1 0 1,1 0-1,-1 0 0,1 0 1,-1 0-1,1 0 0,-1 0 1,0 0-1,0 1 0,1-1 0,-1 1 1,-3-1-1,4 0-437,-1 1 0,1 0 0,-1 0 0,1 0 0,0 1 0,-1-1 0,1 0 0,-1 0 0,1 1 0,-1-1 0,1 1 0,0-1 0,-1 1 0,1 0 0,0-1 0,-1 1 0,0 2-1,-4 2 24,1 0-1,0 1 1,0 0-1,1 0 1,0 0-1,0 0 1,1 1-1,-6 12 1,7-15-56,0 1 0,1 0 0,-1 0 1,1 0-1,0 0 0,0 0 0,1 0 1,0 0-1,0 0 0,0 0 0,0 0 1,1 0-1,2 10 0,-3-14 6,0 0 0,0 0 0,1-1 0,-1 1 0,0 0 0,1 0 0,-1 0-1,1 0 1,-1-1 0,1 1 0,-1 0 0,1-1 0,0 1 0,-1 0 0,1-1 0,0 1 0,-1-1-1,1 1 1,0-1 0,0 1 0,0-1 0,-1 1 0,1-1 0,0 0 0,0 1 0,0-1 0,1 0-1,0 0-2,-1 0 0,1-1 0,-1 1 0,1-1 0,0 1-1,-1-1 1,1 0 0,-1 1 0,0-1 0,1 0-1,-1 0 1,1 0 0,1-2 0,3-3-13,-1 0 1,1 0-1,-1-1 0,8-13 1,-2-4 20,6-11-30,-15 38 16,-1 0 0,1 0-1,0 1 1,-1-1 0,1 0-1,-1 1 1,0-1 0,1 7-1,0-3-16,-2-3-27,1-1-1,0 0 0,0 0 0,1 0 0,-1 0 0,0 0 1,1 0-1,0 0 0,0 0 0,0-1 0,0 1 0,0-1 1,0 1-1,1-1 0,-1 0 0,1 0 0,-1 0 0,1 0 1,0 0-1,0-1 0,0 1 0,0-1 0,0 0 0,0 0 1,1 0-1,-1 0 0,0 0 0,0-1 0,1 0 0,-1 1 0,0-1 1,1 0-1,-1-1 0,0 1 0,6-2 0,2 0 26,1 0-1,-1-1 1,0-1-1,0 0 1,0 0-1,-1-1 1,1-1 0,-1 0-1,-1 0 1,1-1-1,-1 0 1,0 0-1,0-1 1,-1 0-1,0-1 1,-1 0-1,0 0 1,0-1-1,-1 0 1,0 0-1,-1 0 1,0-1-1,0 0 1,-1 1 0,-1-2-1,0 1 1,-1 0-1,0-1 1,1-19-1,-2 17 62,-1 0-1,-1 1 0,0-1 1,-1 1-1,-1 0 0,0 0 1,-1 0-1,0 0 0,-1 0 1,0 1-1,-11-19 0,15 29-19,0 1 0,0-1 1,-1 0-1,1 1 0,0-1 0,-1 1 0,1-1 0,-1 1 0,0 0 0,1 0 1,-1 0-1,0 0 0,0 0 0,0 0 0,0 0 0,-2-1 0,2 2-2,1 0-1,-1 0 1,1 0-1,-1 1 1,1-1-1,-1 0 1,1 0-1,0 1 1,-1-1-1,1 1 1,0-1-1,-1 1 0,1 0 1,0-1-1,0 1 1,-1 0-1,1 0 1,-1 1-1,-2 2 3,0 1-1,0 0 0,0 0 1,0 0-1,1 1 0,0-1 1,1 1-1,-1 0 0,-2 7 1,-2 12-218,1 0 1,1 0 0,1 0 0,2 0-1,0 0 1,2 1 0,2 29 0,1-31-1703,1 0 0,1 0 1,0 0-1,13 30 1,-16-47 1232,1-1 1,0 1-1,0-1 1,0 0-1,1 0 1,0-1-1,0 1 1,1-1 0,-1 0-1,1 0 1,0 0-1,10 7 1,6-1 136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24 204,'-8'-6'1271,"-1"-3"5987,10 3-886,12 4-4225,-12 2-2090,-1 0 0,0 0 0,1-1 0,-1 1 0,1 0 0,-1 0 0,0 0 0,1 0 0,-1 0 0,1 0 0,-1 0 0,1 0 0,-1 0 0,0 1 0,1-1 0,-1 0 0,1 0 0,-1 0 0,0 0 0,1 1 0,-1-1 0,0 0 0,1 0 0,-1 0 0,0 1 0,1-1 0,-1 0 0,0 1 0,1-1 0,-1 0 0,0 1 0,0-1 0,1 0 0,-1 1 0,0-1 0,0 1 0,0-1 0,0 0 0,0 1-1,0-1 1,1 1 0,-1-1 0,0 0 0,0 1 0,0-1 0,0 1 0,0-1 0,0 1 0,-1-1 0,1 0 0,0 1 0,0-1 0,0 1 0,0-1 0,0 0 0,-1 1 0,1-1 0,0 1 0,-1 1 59,0-1-1,-1 1 1,1 0-1,0-1 1,-1 1-1,1 0 0,-1-1 1,1 0-1,-1 1 1,-2 1-1,1-2-18,1 0 0,-1 0 0,0 0 1,1 0-1,-1-1 0,0 1 0,0-1 0,-5 0 0,8 1-90,0-1 0,0 0 0,-1 0 0,1 0 0,0-1-1,0 1 1,-1 0 0,1 0 0,0 0 0,0 0 0,0 0-1,-1 0 1,1 0 0,0 0 0,0 0 0,-1 0 0,1-1 0,0 1-1,0 0 1,0 0 0,0 0 0,-1 0 0,1-1 0,0 1 0,0 0-1,0 0 1,0 0 0,0-1 0,0 1 0,-1 0 0,1 0-1,0-1 1,0 1 0,0 0 0,0-1 0,10-13-61,9 0 622,2 7-5020,-20 6 4119,0 1 0,-1 0 0,1 0-1,0 0 1,0 0 0,-1 0 0,1 0 0,0 0 0,0 1 0,-1-1 0,1 0 0,0 0 0,0 1-1,-1-1 1,1 0 0,0 1 0,-1-1 0,1 1 0,0-1 0,-1 0 0,1 2 0,0-1-115,0 0 0,-1 0 0,1 0 1,-1 1-1,1-1 0,-1 0 1,0 0-1,1 1 0,-1-1 0,0 0 1,0 0-1,0 1 0,0-1 1,0 0-1,0 1 0,0-1 0,-1 2 1,-6 31-2744,2-15 2718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22 76,'15'-9'3509,"-13"9"-2741,-1 0 0,1-1-1,-1 1 1,1 0 0,0 0 0,-1 0 0,1 0-1,0 0 1,-1 0 0,1 0 0,0 1-1,2 0 1,-3-1-334,0 1 0,1-1 0,-1 1 1,0-1-1,0 1 0,0 0 0,0 0 0,-1-1 0,1 1 0,0 0 0,0 0 1,0 0-1,-1 0 0,1 0 0,0 0 0,-1 0 0,2 2 0,-1 16-820,-1-19 416,0 1 0,0-1 0,0 1 0,0-1 0,0 1 0,0-1 0,0 1 0,0-1 0,-1 0 0,1 1 1,0-1-1,0 1 0,-1-1 0,1 1 0,0-1 0,0 0 0,-1 1 0,1-1 0,0 0 0,-1 1 0,1-1 0,-1 0 0,1 1 0,0-1 0,-1 0 0,1 0 0,-1 0 0,1 1 0,-1-1 1,1 0-1,-1 0 0,1 0 0,-1 0 0,1 0 0,-1 0 0,1 0 0,-1 0 0,1 0 0,-1 0 0,1 0 0,0 0 0,-2 0 0,1-1-18,0 1-1,0-1 0,0 1 1,0-1-1,0 1 0,0-1 1,0 0-1,1 1 0,-1-1 1,0 0-1,0 0 1,0 1-1,1-1 0,-1 0 1,1 0-1,-1 0 0,0 0 1,0-2-1,-1-20-455,0 3-3725,-13 37-7843,-5 19 7242,9-14 3835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95 56,'-6'-71'5917,"6"71"-5799,0 0-1,0-1 1,0 1-1,0 0 1,0 0-1,0 0 0,0-1 1,0 1-1,0 0 1,0 0-1,0 0 1,0 0-1,-1-1 1,1 1-1,0 0 1,0 0-1,0 0 1,0 0-1,0-1 0,0 1 1,-1 0-1,1 0 1,0 0-1,0 0 1,0 0-1,0 0 1,-1 0-1,1-1 1,0 1-1,0 0 1,0 0-1,0 0 0,-1 0 1,1 0-1,0 0 1,0 0-1,0 0 1,-1 0-1,1 0 1,0 0-1,0 0 1,0 0-1,-1 0 1,1 0-1,0 0 0,0 0 1,0 1-1,0-1 1,-1 0-1,1 0 1,0 0-1,0 0 1,0 0-1,0 0 1,-1 0-1,1 1 1,0-1-1,0 0 0,0 0 1,0 0-1,0 0 1,0 1-1,0-1 1,-1 0-1,1 0 1,0 0-1,0 0 1,0 1-1,-9 13 3169,5 8-3104,2 0-1,0 0 1,1 0 0,2 1 0,0-1 0,1 0 0,2 0 0,0 0 0,11 33 0,-12-46-128,1 3-340,-2-24-1757,-1-5-2304,6-35 0,-4 39 3451,-1-1-1,0 0 0,-1 0 0,-2-20 0,-1 19 1071,0 0-1,-1 0 1,-1 1-1,0-1 1,-1 1-1,-1 0 0,-14-26 1,47 61 6265,51 41-5263,-52-49-991,0-1 1,31 10-1,15 6 58,-59-24-170,-9-2 2021,-16-2-509,10 0-1553,-10 1 153,0 1 0,1-1 1,0 2-1,-1 0 0,1 0 0,0 1 0,-16 8 0,-70 41-212,44-22 645,24-15-1639,24-13-2643,31-15-9946,-22 8 12777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156 107 160,'1'-4'223,"0"0"-1,1 0 1,0 0-1,0 0 1,0 0-1,0 1 1,1-1-1,-1 1 1,1-1-1,0 1 1,0 0-1,0 0 1,1 0-1,-1 1 1,1-1-1,4-2 1,-2 1 211,0 0 1,-1 0 0,1-1-1,6-8 1,-12 13-338,1-1 0,-1 1 0,0 0 0,0 0 0,1-1 1,-1 1-1,0 0 0,0 0 0,0-1 0,0 1 0,1 0 0,-1-1 0,0 1 0,0 0 0,0-1 1,0 1-1,0 0 0,0-1 0,0 1 0,0 0 0,0-1 0,0 1 0,0 0 0,0-1 1,0 1-1,0 0 0,0 0 0,0-1 0,0 1 0,-1 0 0,1-1 0,0 1 0,0-1 1,-13-4 1603,-17 4-538,29 1-1087,-14 2 72,1-1 0,0 1-1,-1 1 1,1 1 0,0 0-1,0 1 1,1 0-1,0 1 1,-17 10 0,28-15-146,0 0 1,1 0 0,-1 0 0,0 0-1,1 0 1,-1 0 0,1 1 0,0-1-1,-1 1 1,1-1 0,0 1-1,0-1 1,0 1 0,0-1 0,0 1-1,0 0 1,0 0 0,1-1 0,-1 1-1,0 0 1,1 0 0,0 0 0,-1 0-1,1 0 1,0 0 0,0 0 0,0 0-1,0 0 1,1-1 0,-1 1-1,1 4 1,2-2-5,-1 1-1,1 0 1,0-1-1,0 0 1,0 0 0,1 0-1,0 0 1,-1 0-1,1-1 1,7 5-1,42 27 12,-39-27 122,1 1 0,-1 1 1,-1 0-1,0 1 0,14 14 0,-26-24-54,0 0 0,0 0 0,0 0 0,0 0 0,-1 0-1,1 1 1,0-1 0,-1 0 0,1 0 0,-1 0 0,1 1 0,-1-1-1,0 0 1,1 0 0,-1 1 0,0-1 0,0 0 0,0 1 0,0-1-1,0 0 1,0 1 0,0-1 0,0 0 0,-1 1 0,0 1 0,0-1 4,-1 0 0,1 0 0,-1 0 0,1 0 0,-1 0 0,0-1 0,0 1 0,0-1 0,0 1 0,0-1 1,0 0-1,-4 2 0,-8 3 59,0-1 1,0-1 0,-23 4 0,36-8-138,-16 4-127,-33 5 422,48-8-447,1-1 0,-1 0-1,0 0 1,0 0-1,0 0 1,1 0 0,-1 0-1,0-1 1,0 1-1,1 0 1,-1-1 0,0 0-1,1 1 1,-1-1-1,0 0 1,1 0 0,-1 0-1,1 0 1,-1 0-1,1 0 1,0 0-1,-2-2 1,3 1-382,-1 1 0,1-1-1,-1 0 1,1 0 0,0 1 0,-1-1-1,1 0 1,0 0 0,0 1 0,1-1 0,-1 0-1,0 0 1,1 1 0,-1-1 0,1 0-1,0-2 1,13-27-4501,-8 20 4215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97 35 24,'-59'-7'3109,"22"-2"5886,43 11-8515,1-2 1,0 1-1,0-1 0,0 0 1,10-1-1,8-1-332,66 2-726,132-18-1,-216 17-556,-10 11-10910,-2-6 11348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97 28,'1'-1'63,"9"-24"1205,-7 5 6854,-9 24-6161,-5 6-204,-11 22 346,-37 67 0,31-48-1885,24-44-210,-14 28 9,17-34-22,0 1 1,0 0-1,0 1 1,0-1-1,1 0 1,-1 0-1,1 0 1,0 0-1,-1 0 1,1 1-1,0-1 1,0 0-1,1 5 1,-1-7 3,1 0-1,-1 1 1,0-1-1,1 0 1,-1 0 0,0 1-1,0-1 1,1 0 0,-1 0-1,0 0 1,1 1 0,-1-1-1,1 0 1,-1 0-1,0 0 1,1 0 0,-1 0-1,0 0 1,1 0 0,-1 0-1,1 0 1,-1 0 0,0 0-1,1 0 1,-1 0-1,1 0 1,-1 0 0,0 0-1,1 0 1,-1 0 0,0 0-1,1-1 1,-1 1-1,1 0 1,-1 0 0,0 0-1,0-1 1,1 1 0,-1 0-1,0 0 1,1-1 0,-1 1-1,0 0 1,1-1-1,15-14-12,-15 14 9,8-9-6,-1 0 1,-1 0-1,1-1 1,-2 0-1,1 0 0,-2 0 1,8-21-1,0-7 72,7-43-1,-9 33 265,0 24 110,-3 20-54,-7 5-360,-1 1 0,1-1 1,-1 0-1,1 1 0,0-1 0,-1 0 1,1 1-1,-1-1 0,1 1 0,-1-1 1,1 1-1,-1-1 0,0 1 0,1 0 1,-1-1-1,0 1 0,1-1 0,-1 1 1,0 0-1,16 37 775,15 53 0,-20-53-751,28 60 1,-38-96-660,9 21 527,-8-16-2987,-18-16-13928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54 100,'-14'-3'360,"4"-1"348,3 2 464,3 2 1644,11 0-1379,0 0-153,6-1-244,4-1-256,0 0-216,4-1-364,-3 1-720,3 0-1376,-1-1-468,0-1 123,1-2 481,5-4 628,2 0 612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8 136,'-23'3'1073,"17"-3"419,0 1 1,0 0-1,0 0 1,-10 4-1,16-5-1359,0 1-1,0-1 0,0 0 0,1 1 0,-1-1 1,0 0-1,0 1 0,1-1 0,-1 0 0,0 0 0,1 1 1,-1-1-1,0 0 0,1 0 0,-1 1 0,0-1 0,1 0 1,-1 0-1,1 0 0,-1 0 0,0 0 0,1 0 1,-1 1-1,1-1 0,-1 0 0,0 0 0,1 0 0,-1 0 1,1-1-1,19 6 321,27-4 300,0-2 1,51-7 0,-23 2-319,-70 5-572,53-2 446,-34 2-3050,-43-4-9777,11 0 11883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202 45 24,'23'-25'1899,"-12"7"2110,-15 17 753,-16 8-2239,4 1-1827,0 1 1,1 1-1,0 0 0,-16 16 0,17-14-603,1 1 1,0 1-1,1-1 0,1 2 0,0 0 0,1 0 0,-12 25 1,20-35-96,0 1 1,0-1-1,0 0 1,1 1 0,0 0-1,0-1 1,0 1-1,1 0 1,0-1 0,0 1-1,0 0 1,1 0-1,1 7 1,-1-8-8,1-1 0,0 0 0,0 1-1,0-1 1,0 0 0,0 0 0,1 0 0,0 0-1,0-1 1,0 1 0,0-1 0,1 0 0,-1 0 0,1 0-1,0 0 1,0-1 0,4 3 0,1-1-61,-1 0 0,2 0 0,-1-1 0,0 0 1,1-1-1,18 3 0,-22-5 17,0 1 1,0-1-1,0 0 1,-1 0 0,1-1-1,0 0 1,0 0-1,0 0 1,0-1-1,0 0 1,-1 0 0,9-4-1,-13 5 52,-1 1 0,1-1-1,0 1 1,0-1 0,0 1 0,-1-1-1,1 1 1,0-1 0,0 0 0,-1 0-1,1 1 1,-1-1 0,1 0-1,-1 0 1,1 0 0,-1 0 0,1 0-1,-1 1 1,0-1 0,1 0 0,-1 0-1,0 0 1,0 0 0,0 0 0,0 0-1,0-2 1,0 1 2,-1 0 0,0 0 0,0 0 0,0 1 1,1-1-1,-2 0 0,1 0 0,0 1 0,0-1 0,0 0 0,-1 1 0,-1-2 0,-4-4 14,-1 1 0,0 1-1,0-1 1,-12-4-1,-2 0 7,-1 1 0,0 2-1,-31-7 1,67 16-158,-1-1-1,1-1 1,24-2 0,-23 1 120,-1 0 0,1 1 0,-1 0 0,1 1 0,-1 1 0,16 3 0,-26-4 36,-1 1-1,1-1 1,0 1 0,-1 0-1,1-1 1,-1 1-1,1 0 1,-1 0 0,0 1-1,0-1 1,0 0-1,0 1 1,0-1 0,-1 1-1,1 0 1,-1 0-1,0-1 1,1 1 0,-1 0-1,0 4 1,4 9 175,-2 1 0,3 27 0,-3-13-64,-1-23-393,0 8 376,1 0 0,1 0 0,9 22 0,-12-34-481,1 0 0,0 0 0,1-1 0,-1 1 0,0 0 0,1-1-1,5 6 1,-6-8-204,0 1 0,0-1 0,0 1 0,0-1 0,0 0 0,0 0 0,0 0 0,1 0 0,-1 0 0,0-1 0,0 1 0,1-1 0,-1 1 0,0-1-1,4 0 1,-5 0 370,0 0-1,0 0 0,0 0 0,0 0 0,0 0 0,0-1 0,1 1 0,-1 0 0,0-1 0,0 1 1,0-1-1,0 1 0,0-1 0,0 1 0,0-1 0,-1 0 0,1 1 0,1-2 0,6-6-568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110 121 44,'-56'-8'2586,"44"5"-88,1 0-1,-20-8 0,37 12-2228,0 0 0,0 0 0,0-1 0,0 0 1,8-1-1,2 0-157,18 1-99,9 1 8,0-2-1,0-1 0,44-10 0,-87 12-19,1 0 0,-1 0 0,1 0 1,-1 0-1,0 0 0,1 0 0,-1-1 0,1 1 0,-1 0 0,1 0 0,-1 0 1,0 0-1,1-1 0,-1 1 0,1 0 0,-1-1 0,0 1 0,1 0 0,-1-1 1,0 1-1,0 0 0,1-1 0,-1 1 0,0 0 0,0-1 0,1 1 0,-1-1 0,0 1 1,0-1-1,0 1 0,0 0 0,0-1 0,1 1 0,-1-1 0,0 1 0,0-1 1,0 1-1,0-1 0,-1 1 0,1-1 0,0 1 0,0 0 0,0-1 0,0 1 1,0-1-1,0 1 0,-1-1 0,1 1 0,0 0 0,0-1 0,-1 1 0,1-1 1,0 1-1,-1 0 0,1-1 0,0 1 0,-1 0 0,1 0 0,-1-1 0,-2-2 17,1 1 0,-1 0 0,1 0-1,-1 0 1,0 0 0,0 0 0,-4-2-1,-104-40 2780,147 58-2599,-1-1-1,2-2 1,44 7-1,-81-17-110,0-1-1,0 0 1,0 1-1,0-1 1,0 1-1,0-1 1,0 0-1,0 1 1,0-1-1,0 0 1,0 1-1,0-1 1,0 1-1,0-1 1,-1 0-1,1 1 1,0-1-1,0 0 0,0 1 1,-1-1-1,1 0 1,0 0-1,-1 1 1,1-1-1,0 0 1,0 0-1,-1 1 1,1-1-1,0 0 1,-1 0-1,1 0 1,-1 1-1,-19 16 443,12-10-256,0-1-363,-32 33 750,36-36-971,1 1 0,0 0 1,0 0-1,0 1 1,0-1-1,0 1 1,1-1-1,-2 6 1,18-15-12092,8-14 9176,-14 12 2235,5-3 468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235 78 120,'2'-2'83,"10"-9"1316,1 0 1,19-26-1,-32 37-1281,0-1-1,1 1 1,-1 0-1,0-1 1,0 1-1,1 0 1,-1-1-1,0 1 1,0-1-1,0 1 1,0-1-1,0 1 1,0 0-1,0-1 1,0 1-1,0-1 1,0 1-1,0-1 1,0 1 0,0-1-1,0 1 1,0 0-1,0-1 1,0 1-1,0-1 1,-1 1-1,1-1 1,0 1-1,0 0 1,-1-1-1,1 1 1,0 0-1,0-1 1,-1 1-1,1 0 1,0-1-1,-1 1 1,1 0-1,-1 0 1,1-1-1,0 1 1,-1 0 0,1 0-1,-1 0 1,1 0-1,0-1 1,-1 1-1,1 0 1,-1 0-1,1 0 1,-1 0-1,1 0 1,-1 0-1,1 0 1,0 0-1,-1 0 1,0 1-1,-27-2 2961,10 3-2448,1 0 0,-1 2-1,1 0 1,0 0 0,0 2 0,0 0-1,0 1 1,-30 18 0,41-21-596,1 0 0,-1 0 0,1 1 0,0 0 0,0 0 0,0 0 0,1 0 0,0 1 0,0 0 0,0 0 0,-3 6 0,5-6-28,0-1 0,1 1 0,-1-1-1,1 1 1,0 0 0,1-1 0,0 1 0,-1 0 0,2 0 0,-1-1 0,1 1 0,0 0 0,0-1 0,0 1 0,3 6 0,-2-4-23,1-1 1,0 0-1,0 1 1,1-1-1,0 0 1,0-1-1,1 1 1,10 11-1,-12-15-27,0-1-1,0 1 1,1 0-1,0-1 1,-1 0 0,1 0-1,0 0 1,0 0-1,0-1 1,0 0 0,0 1-1,1-1 1,-1-1-1,0 1 1,1-1 0,-1 1-1,9-2 1,-2 0-221,1-1-1,0 0 1,-1-1 0,1-1 0,-1 0 0,0 0 0,0-1-1,-1 0 1,1-1 0,-1 0 0,0-1 0,-1 0 0,13-11-1,-5-6 293,-13 10 349,-4 14-352,0-1 0,0 1 0,0 0 0,0-1 0,0 1 1,0 0-1,0-1 0,0 1 0,0 0 0,0 0 0,0-1 0,0 1 0,-1 0 0,1-1 0,0 1 0,0 0 0,0 0 0,0 0 0,-1-1 0,1 1 0,0 0 0,0 0 0,-1 0 1,1-1-1,0 1 0,0 0 0,-1 0 0,1 0 0,0 0 0,0 0 0,-1 0 0,1-1 0,0 1 0,-1 0 0,1 0 0,-1 0 15,0 1-1,0-1 1,0 0-1,0 0 1,0 1-1,0-1 1,0 0-1,0 1 1,0-1-1,0 1 1,1-1-1,-1 1 1,0-1-1,0 1 0,1 0 1,-1 0-1,0-1 1,1 1-1,-1 0 1,1 0-1,-1-1 1,1 1-1,-1 0 1,1 0-1,-1 0 1,1 0-1,0 0 1,0 0-1,-1 1 1,0 1-11,0 1 1,0-1-1,1 1 1,-1-1-1,1 0 0,0 1 1,0 4-1,0-6-35,0-1 0,1 1 0,0 0 0,-1 0-1,1 0 1,0-1 0,0 1 0,0 0 0,0-1 0,0 1-1,0-1 1,0 1 0,1-1 0,-1 1 0,0-1-1,1 0 1,-1 0 0,1 0 0,0 0 0,-1 0 0,1 0-1,0 0 1,0 0 0,-1 0 0,1-1 0,0 1-1,0-1 1,0 0 0,0 1 0,0-1 0,0 0 0,-1 0-1,1 0 1,0-1 0,0 1 0,0 0 0,0-1-1,0 1 1,0-1 0,-1 1 0,1-1 0,0 0 0,0 0-1,-1 0 1,1 0 0,0 0 0,-1 0 0,1 0-1,-1-1 1,0 1 0,1 0 0,-1-1 0,0 1 0,0-1-1,0 0 1,2-2 0,-3 2 8,1 0 1,-1 0-1,0 0 0,1-1 1,-1 1-1,0 0 0,0 0 1,0 0-1,-1 0 0,1 0 0,0 0 1,-1 0-1,0 0 0,1 0 1,-1 0-1,0 0 0,0 0 1,0 0-1,0 1 0,0-1 1,0 0-1,-1 1 0,1-1 1,0 1-1,-4-3 0,-1-2 4,0 1 1,-1-1-1,1 2 0,-1-1 0,-10-4 0,11 6-283,-1 1 0,1-1 1,-1 1-1,0 0 0,-7 0 0,23 4-7909,9 1 3422,12 0 2089,-10-3 1971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 2 216,'-13'-1'9276,"-8"3"-4305,9 1-3765,-1 0 1,1 0 0,0 1-1,-20 10 1,28-12-1118,0 1 0,0-1 1,1 1-1,-1 0 0,0 0 0,1 0 0,-5 5 1,7-6-75,0-1 1,0 1 0,0 0 0,0 0-1,0-1 1,0 1 0,0 0-1,1 0 1,-1 0 0,1 0 0,-1 0-1,1 0 1,0 0 0,0 1-1,-1-1 1,2 0 0,-1 2 0,1-1-17,0 0 1,0 0-1,1 0 1,-1-1-1,1 1 1,-1 0-1,1-1 1,0 1-1,0-1 1,0 1-1,0-1 1,1 0-1,-1 0 1,0 0-1,1 0 1,0-1-1,4 3 1,7 4-22,1-2 0,15 6 0,-29-11 20,17 5-9,-12-5 13,0 1-1,0 0 1,0 0 0,-1 1-1,1 0 1,9 6 0,-15-8 0,0-1 0,0 1 0,0-1-1,0 1 1,0-1 0,0 1 0,0-1 0,0 1 0,0-1 0,0 1 0,0-1 0,-1 1 0,1-1 0,0 0 0,0 1 0,-1-1 0,1 1 0,0-1 0,-1 0 0,1 1 0,0-1 0,-1 0 0,1 1 0,0-1 0,-1 0 0,1 0 0,-1 1 0,1-1-1,-1 0 1,1 0 0,-1 0 0,1 0 0,-1 1 0,1-1 0,0 0 0,-2 0 0,-19 8 52,-2-2-247,-33 5-98,20-9-4695,36-2 4756,0 0-1,-1 0 1,1 0-1,0 0 1,0 0-1,-1 0 1,1 0-1,0 0 0,-1 0 1,1 0-1,0 0 1,0 0-1,-1 0 1,1-1-1,0 1 0,0 0 1,-1 0-1,1 0 1,0 0-1,0 0 1,-1-1-1,1 1 1,0 0-1,0 0 0,0 0 1,-1-1-1,1 1 1,0 0-1,0 0 1,0-1-1,0 1 1,0 0-1,0 0 0,-1-1 1,1 1-1,0 0 1,0-1-1,0 1 1,0 0-1,0 0 0,0-1 1,0 1-1,0-1 1,8-10-4790,0 4 4247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51 56,'-3'-27'3714,"-1"13"2127,-3 5 3318,8 11-8932,0 1-1,-1 0 0,1 0 0,-1 1 0,0-1 0,0 0 1,0 3-1,0 5-131,5 48-175,7 59 19,-8-96-1663,11 33 0,-11-43-785,3 4-2713,-5-9-2289,1-10 5823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65 68,'-14'-4'606,"10"3"334,0 0-1,0-1 1,1 1 0,-1-1 0,0 1 0,-4-4 0,15 2 3336,14 0-3330,-1 2-1319,0-1-1,35-8 0,-45 7-2175,1-1-1,-1 0 1,18-9-1,-18 8 1614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5 36,'-22'1'969,"-19"0"7091,34 0-3722,17-1-1081,66-4-3315,-38 2-3118,0 1-6414,-41 3 6628,-4 0 2308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10 108,'-3'4'220,"3"-1"104,0 0 88,3-1 92,2-1 48,1-2 12,5-1-24,2 1-68,2-1-104,4 1-120,3-2-128,0 0-300,1 0-600,1 2-240,-4 0 64,-1-1 196,-5-1 252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155 122 116,'-8'-4'1028,"-1"1"1,0 0-1,1 0 1,-1 1-1,-18-2 0,19 4-44,0-2-1,0 1 1,0-1-1,1 0 1,-1 0-1,0-1 1,-10-5-1,18 7-943,-1 1 0,1 0 0,0-1 1,-1 1-1,1 0 0,-1-1 0,1 1 0,0-1 0,-1 1 0,1 0 1,0-1-1,-1 1 0,1-1 0,0 1 0,0-1 0,0 1 0,-1-1 0,1 1 1,0-1-1,0 1 0,0-1 0,0 1 0,0-1 0,0 0 0,0 1 1,0-1-1,0 1 0,0-1 0,0 1 0,0-1 0,1 1 0,-1-1 1,0 1-1,0-1 0,0 1 0,1-1 0,-1 1 0,0-1 0,1 1 1,-1 0-1,0-1 0,1 1 0,-1-1 0,1 1 0,-1 0 0,0-1 1,1 1-1,-1 0 0,2-1 0,23-15 117,-10 9-163,0 0 0,1 1 0,1 0 0,-1 1 0,0 1 0,1 1 0,0 0 0,0 1 0,0 1 0,30 2 0,-46-1 10,0 0-1,0 0 0,1 0 1,-1 1-1,0-1 0,0 0 1,0 0-1,0 1 0,0-1 1,0 1-1,0-1 0,0 1 1,0-1-1,-1 1 1,1 0-1,0-1 0,0 1 1,0 0-1,-1 0 0,1 0 1,0-1-1,-1 1 0,1 0 1,-1 0-1,1 2 1,0-2 20,-1 1 1,0 0 0,0 0 0,0 0-1,0-1 1,0 1 0,0 0-1,-1 0 1,1 0 0,-1-1 0,1 1-1,-1 0 1,-1 2 0,-4 6 224,0 0 0,0-1 0,-13 15 0,18-22-185,-32 36 770,10-13-259,-24 36 0,41-54-509,1 1 0,1 0 0,0 0-1,0 1 1,1-1 0,-1 1 0,2 0-1,-1 0 1,-1 14 0,4-20-62,0-1 1,0 1-1,0-1 0,0 1 1,0-1-1,0 1 1,1-1-1,-1 1 0,1-1 1,-1 1-1,1-1 0,0 0 1,0 1-1,0-1 1,1 0-1,-1 0 0,0 0 1,1 0-1,0 0 1,-1 0-1,1 0 0,0 0 1,0-1-1,0 1 0,0-1 1,0 1-1,0-1 1,0 0-1,1 0 0,-1 0 1,0 0-1,1 0 1,-1 0-1,1-1 0,-1 1 1,1-1-1,-1 0 0,1 1 1,-1-1-1,1 0 1,-1-1-1,5 0 0,-3 1-7,0 0-1,0-1 0,0 0 0,0 0 0,0 0 0,-1 0 0,1 0 1,0-1-1,-1 0 0,1 0 0,-1 0 0,0 0 0,1 0 0,-1-1 1,0 1-1,0-1 0,-1 0 0,1 0 0,0 0 0,-1 0 1,0 0-1,0-1 0,0 1 0,0-1 0,0 1 0,-1-1 0,2-6 1,-2 5-1,-1 1 1,0-1 0,0 0 0,0 1 0,-1-1-1,1 0 1,-1 1 0,0-1 0,0 0-1,-1 1 1,1 0 0,-1-1 0,-5-7 0,2 4 12,0 1 1,0 1 0,-1-1 0,0 1-1,0 0 1,0 0 0,-8-5-1,-3 0-1188,1 0-1,-23-9 0,-28-10-9717,63 29 10180,0-1 1,1 1-1,-1-1 0,1-1 1,-1 1-1,-3-3 0,0-2-199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65 40,'0'-3'146,"-2"-28"3589,-1 11 3939,3 20-7482,-1-1 0,1 0 0,0 1 0,0-1-1,0 1 1,0 0 0,0-1 0,-1 1 0,1-1 0,0 1 0,0-1-1,-1 1 1,1-1 0,0 1 0,-1 0 0,1-1 0,0 1 0,-1 0-1,1-1 1,-1 1 0,1 0 0,-1-1 0,1 1 0,0 0 0,-1 0-1,0-1 1,-7 10 987,0 22-1403,-5 151 384,13-154-259,1-27 82,-1-1 0,0 0 0,0 1-1,0-1 1,0 0 0,0 1 0,0-1-1,0 0 1,1 1 0,-1-1 0,0 0-1,0 0 1,1 1 0,-1-1-1,0 0 1,0 0 0,1 1 0,-1-1-1,0 0 1,0 0 0,1 0 0,-1 1-1,0-1 1,1 0 0,-1 0 0,1 0-1,0 0-50,0 0-1,0 0 0,-1-1 0,1 1 0,0 0 0,0-1 1,0 1-1,0 0 0,-1-1 0,1 1 0,0-1 0,0 1 1,-1-1-1,1 1 0,1-2 0,0 0-234,0 0 0,0-1 0,0 1 0,0-1-1,0 1 1,-1-1 0,1 1 0,-1-1 0,0 0 0,1 0-1,-1 0 1,-1 0 0,1 0 0,0 0 0,-1 0 0,1 0-1,-1 0 1,0 0 0,0-4 0,-2-5-109,1 1 1,-2-1-1,-6-20 0,-3-10 461,0-26 828,12 68-856,0-1 0,0 1 1,0 0-1,0-1 0,0 1 1,0-1-1,0 1 1,0-1-1,0 1 0,0-1 1,1 1-1,-1 0 1,0-1-1,0 1 0,0-1 1,0 1-1,1 0 0,-1-1 1,0 1-1,0-1 1,1 1-1,-1 0 0,0 0 1,1-1-1,-1 1 0,0 0 1,1-1-1,-1 1 1,1 0-1,-1 0 0,0 0 1,1-1-1,-1 1 1,1 0-1,-1 0 0,1 0 1,-1 0-1,0 0 0,1 0 1,-1 0-1,1 0 1,-1 0-1,1 0 0,-1 0 1,1 0-1,-1 0 1,0 0-1,1 1 0,-1-1 1,1 0-1,0 0 0,27 9 1179,-24-8-1093,8 4 72,-1 0 1,0 1-1,0 0 1,0 1 0,-1 0-1,0 1 1,0 0-1,-1 0 1,11 13 0,-9-10-139,-1 0 1,1-1-1,1-1 0,0 0 1,1-1-1,14 9 1,-26-17-43,-1 0 0,0 0 0,0 0 1,0 1-1,0-1 0,0 0 0,1 0 0,-1 0 1,0 0-1,0 0 0,0 1 0,1-1 0,-1 0 0,0 0 1,0 0-1,0 0 0,1 0 0,-1 0 0,0 0 1,0 0-1,1 0 0,-1 0 0,0 0 0,0 0 0,1 0 1,-1 0-1,0 0 0,0 0 0,0 0 0,1 0 0,-1 0 1,0 0-1,0-1 0,0 1 0,1 0 0,-1 0 1,0 0-1,0 0 0,0 0 0,0-1 0,1 1 0,-1 0 1,0 0-1,0 0 0,0 0 0,0-1 0,0 1 1,1 0-1,-1 0 0,0 0 0,0-1 0,0 1 0,0 0 1,-5-15 9,4 14-5,0 0-1,0 0 1,0 1-1,0-1 1,0 0 0,-1 1-1,1-1 1,0 0-1,0 1 1,0 0-1,-1-1 1,1 1-1,0 0 1,0 0-1,-1-1 1,1 1 0,0 0-1,-1 0 1,1 0-1,0 1 1,0-1-1,-1 0 1,1 0-1,0 1 1,-2 0-1,-33 11 127,-1 3-415,-84 35 1179,39-20-6365,75-29 2576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165 14 56,'-4'-2'263,"0"0"0,0 0 0,0 1 0,0-1 0,0 1 0,0 0 0,0 0 0,-1 1 0,1-1 0,0 1 0,0 0-1,-1 0 1,1 0 0,0 0 0,-1 1 0,1 0 0,-7 2 0,6-2 211,-1 1 0,1 0 0,-1 0 0,1 1-1,0-1 1,0 1 0,0 0 0,0 1 0,0-1 0,1 1-1,-1 0 1,-5 6 0,9-8-359,-1 0 1,1 0-1,0 0 0,0 0 1,0 1-1,0-1 0,0 0 1,1 0-1,-1 1 0,0-1 0,1 0 1,0 1-1,0-1 0,0 0 1,0 1-1,0-1 0,0 0 1,1 3-1,0 0-16,0-1 0,1 1 1,0-1-1,0 0 0,0 0 0,0 0 0,1 0 1,5 6-1,2 2-13,2-1 1,0 0 0,0-1-1,17 12 1,-1-4 169,-11-7 539,0 0 0,26 25 0,-42-36-724,-1 1 0,1-1 1,-1 1-1,0-1 0,1 1 1,-1-1-1,1 1 0,-1-1 0,0 1 1,1 0-1,-1-1 0,0 1 0,0-1 1,1 1-1,-1 0 0,0-1 1,0 1-1,0 0 0,0-1 0,0 1 1,0 0-1,0-1 0,0 1 1,0 0-1,0-1 0,-1 2 0,1-1 5,-1 0 0,0 0 0,1 0 0,-1 0 0,0 0-1,0 0 1,0 0 0,0 0 0,0 0 0,0 0 0,0 0-1,-2 0 1,-5 3 86,-1 0 0,1-1-1,-11 4 1,13-6-46,-19 8 14,12-4-227,-1-1 0,1 0 1,-1 0-1,0-2 1,-15 2-1,29-4-50,-1 0-1,1 0 1,-1 0 0,1 1-1,-1-1 1,1 0 0,-1 0 0,1 0-1,-1 0 1,1 0 0,0-1-1,-1 1 1,1 0 0,-1 0 0,1 0-1,-1 0 1,1 0 0,-1-1-1,1 1 1,0 0 0,-1 0-1,1-1 1,0 1 0,-1 0 0,1-1-1,0 1 1,-1 0 0,1-1-1,0 1 1,-1 0 0,1-1 0,0 1-1,0-1 1,0 1 0,-1-1-1,1 1 1,0 0 0,0-1 0,0 1-1,0-1 1,0 1 0,0-1-1,0 1 1,0-1 0,9-22-9686,-2 10 6441,-7 7 2927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16 36,'-37'6'1579,"-1"0"3273,-15 1 5880,53-7-10702,0 1-1,0-1 1,0 0-1,0 0 1,0 0 0,0 0-1,0 0 1,0 0 0,0 0-1,0 0 1,0 0 0,0 0-1,0 0 1,0 0 0,0 0-1,0 0 1,0 0 0,0 0-1,0 0 1,0 0 0,0 0-1,0 0 1,0 1-1,0-1 1,0 0 0,0 0-1,0 0 1,0 0 0,0 0-1,0 0 1,0 0 0,0 0-1,0 0 1,0 0 0,0 0-1,0 0 1,0 0 0,0 0-1,0 0 1,0 0-1,0 0 1,-1 0 0,1 0-1,0 0 1,0 0 0,0 0-1,0 0 1,9 2 319,11 1-336,19-2-282,-1-2 0,73-10 0,-72 3-4722,-1-2-4641,-20 2 6604,-7 3 2526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34 40,'-8'-9'1381,"-2"-4"2563,10 13-3793,0 0 0,0-1 1,0 1-1,0 0 0,-1-1 1,1 1-1,0-1 0,0 1 1,0 0-1,0-1 0,0 1 1,0-1-1,0 1 0,0 0 1,0-1-1,0 1 0,0-1 1,0 1-1,1 0 0,-1-1 0,0 1 1,0 0-1,0-1 0,0 1 1,1 0-1,-1-1 0,0 1 1,0 0-1,1-1 0,-1 1 1,1-1-1,-1 1-38,0 1 0,1-1-1,-1 0 1,0 0 0,1 0 0,-1 0 0,0 1 0,1-1-1,-1 0 1,0 0 0,0 0 0,1 1 0,-1-1 0,0 0-1,0 1 1,1-1 0,-1 0 0,0 1 0,0-1 0,0 0-1,1 1 1,-1-1 0,0 0 0,0 1 0,0-1 0,0 0-1,0 1 1,0-1 0,0 0 0,0 1 0,0-1 0,0 1-1,0-1 1,0 0 0,0 1 0,2 15 1009,2 19-907,10 37 0,-6-33-4744,-3 15-6066,-2-47 10026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67 236,'-6'-5'-106,"3"2"860,1 1 1,-1-1 0,0 1 0,1-1-1,-1 0 1,-2-4 0,5 6-640,0 1 0,0-1 0,0 0 0,-1 1-1,1-1 1,0 1 0,0-1 0,0 0 0,0 1 0,0-1 0,0 1 0,0-1 0,0 0 0,1 1 0,-1-1 0,0 0 0,0 1 0,0-1 0,1 1 0,-1-1 0,0 1 0,1-1-1,-1 1 1,0-1 0,1 1 0,-1-1 0,1 1 0,-1-1 0,1 1 0,-1 0 0,1-1 0,-1 1 0,1 0 0,-1-1 0,1 1 0,-1 0 0,1 0 0,0-1 0,-1 1 0,1 0-1,-1 0 1,1 0 0,1 0 0,11-5 95,1 1 1,1 1-1,15-2 0,-24 4-150,1 0 1,-1 1 0,1 0-1,-1 0 1,1 1 0,-1 0-1,1 0 1,-1 0-1,8 3 1,-13-3 41,0-1-1,0 0 0,0 1 1,0-1-1,0 1 1,0-1-1,0 1 1,-1 0-1,1-1 0,0 1 1,0 0-1,0-1 1,-1 1-1,1 0 1,-1 0-1,1 0 1,0 0-1,-1 0 0,1 0 1,-1 0-1,0 0 1,1 0-1,-1 0 1,0 0-1,0 0 1,1 0-1,-1 0 0,0 0 1,0 0-1,0 0 1,0 0-1,-1 0 1,1 0-1,0 0 1,0 0-1,-1 0 0,1 0 1,0 0-1,-1 0 1,1 0-1,-1 0 1,1 0-1,-1 0 0,-1 2 1,-4 5 524,-1 1 0,1-1 0,-16 13 0,7-6-171,15-14-440,-1 0 0,1-1-1,-1 1 1,1 0 0,-1-1 0,1 1 0,-1 0-1,1-1 1,0 1 0,0 0 0,-1 0 0,1 0-1,0-1 1,0 1 0,0 0 0,0 0-1,0 0 1,0 0 0,0-1 0,0 1 0,0 0-1,0 0 1,0 0 0,1 0 0,-1 1 1,1-1 1,0 1 0,0-1 0,0 0-1,0 1 1,0-1 0,1 0-1,-1 0 1,0 0 0,0 0-1,3 2 1,6 2 28,0-1 0,0 1 1,13 3-1,-12-5 20,-6-1-29,35 15 229,-38-16-188,0 0 1,0 0-1,0 0 1,0 1 0,0-1-1,0 1 1,0-1-1,0 1 1,-1 0-1,1 0 1,-1 0 0,1 0-1,-1 0 1,2 2-1,-3-2-25,0-1 0,0 0-1,0 0 1,0 0-1,0 0 1,0 0 0,0 0-1,-1 1 1,1-1 0,0 0-1,-1 0 1,1 0 0,-1 0-1,1 0 1,-1 0 0,1 0-1,-1 0 1,0 0-1,1 0 1,-1-1 0,0 1-1,0 0 1,0 0 0,1-1-1,-1 1 1,0 0 0,-2 0-1,-30 17 586,28-16-574,-8 4-39,0-1 1,0 0-1,-1-1 1,-26 4-1,35-7-426,-1-1-1,0 0 0,1 0 1,-1 0-1,0-1 0,-9-1 1,13 1-217,-1 0 1,1 0 0,-1 0 0,1 0-1,-1 0 1,1-1 0,0 1-1,-1-1 1,1 1 0,0-1 0,0 0-1,0 0 1,0 0 0,-2-4-1,3 5 216,0 0 0,1 0-1,-1 0 1,1 0 0,-1 0-1,1 0 1,-1-1 0,1 1 0,0 0-1,-1 0 1,1-1 0,0 1-1,0 0 1,0 0 0,0-1-1,0 1 1,0 0 0,0 0-1,1-1 1,-1 1 0,0 0-1,1 0 1,-1 0 0,1 0-1,-1-1 1,1 1 0,1-1-1,5-2-159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19 220,'-6'0'520,"-16"-1"3363,10-3 3156,18 5-2863,10-2-3194,-3 0-545,85-3 2032,-49 2-4392,1 1-9803,-38-2 6797,-6 0 3937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68 20,'2'-5'732,"0"0"1,0 0-1,0 0 1,-1-1-1,2-7 0,-3 11 593,0-1 0,0 1-1,0-1 1,0 1-1,0-1 1,-1 1-1,1 0 1,-2-5-1,2 7-1252,0 0 0,0 0 0,0 0-1,0 0 1,0 0 0,0-1 0,0 1-1,0 0 1,0 0 0,0 0 0,0 0-1,-1 0 1,1-1 0,0 1 0,0 0-1,0 0 1,0 0 0,0 0-1,0 0 1,-1 0 0,1 0 0,0 0-1,0 0 1,0-1 0,0 1 0,0 0-1,-1 0 1,1 0 0,0 0 0,0 0-1,0 0 1,0 0 0,-1 0 0,1 0-1,0 0 1,0 0 0,0 0-1,0 0 1,-1 0 0,1 0 0,0 1-1,0-1 1,0 0 0,-8 7 1035,-3 10-576,2 7-400,2 0 1,0 0-1,2 0 0,-4 41 1,0-5-87,5-35-39,0-6-176,0 1 0,1 23 1,3-43 148,-1 0 0,1 0 1,0 0-1,0 0 1,0 0-1,0 0 1,0 0-1,0 0 1,0 0-1,0 1 0,0-1 1,0 0-1,0 0 1,0 0-1,0 0 1,0 0-1,0 0 1,0 0-1,0 1 0,0-1 1,0 0-1,0 0 1,0 0-1,0 0 1,0 0-1,0 0 0,0 0 1,0 0-1,0 1 1,0-1-1,0 0 1,0 0-1,0 0 1,0 0-1,0 0 0,0 0 1,0 0-1,0 0 1,0 0-1,0 1 1,1-1-1,-1 0 0,0 0 1,0 0-1,0 0 1,0 0-1,0 0 1,0 0-1,0 0 1,0 0-1,1 0 0,-1 0 1,0 0-1,0 0 1,0 0-1,0 0 1,0 0-1,0 0 0,0 0 1,0 0-1,1 0 1,-1 0-1,0 0 1,0 0-1,0 0 1,6-9-708,4-15-32,-3-3 438,-1 0-1,-1 0 0,2-45 0,-4 36 615,9-40 1,-12 75-272,0 1 1,0 0 0,0-1 0,0 1 0,0 0-1,0-1 1,0 1 0,0 0 0,0-1 0,1 1-1,-1 0 1,0 0 0,0-1 0,0 1 0,0 0-1,1-1 1,-1 1 0,0 0 0,0 0 0,0 0-1,1-1 1,-1 1 0,0 0 0,0 0 0,1 0-1,-1 0 1,0-1 0,1 1 0,-1 0 0,0 0-1,1 0 1,-1 0 0,0 0 0,0 0 0,1 0-1,-1 0 1,0 0 0,1 0 0,-1 0 0,0 0-1,1 0 1,-1 0 0,0 0 0,1 0 0,-1 0-1,0 0 1,0 1 0,1-1 0,-1 0 0,0 0-1,1 0 1,-1 0 0,0 1 0,0-1 0,1 0-1,-1 0 1,0 1 0,0-1 0,0 0 0,0 0-1,1 1 1,-1-1 0,0 0 0,0 0 0,0 1-1,16 22 541,-14-20-480,18 28 156,-2 1 0,23 58 0,-20-23-5223,-19-50-1140,-2-16 5950,0-1-1,0 0 0,0 0 0,0 1 0,0-1 0,0 0 0,1 1 0,-1-1 0,0 0 1,0 0-1,0 1 0,0-1 0,-1 0 0,1 1 0,0-1 0,0 0 0,0 1 0,0-1 1,0 0-1,0 0 0,0 1 0,0-1 0,-1 0 0,1 0 0,0 1 0,0-1 0,0 0 1,-1 0-1,1 0 0,0 1 0,0-1 0,-1 0 0,1 0 0,0 0 0,0 0 1,-1 1-1,1-1 0,0 0 0,0 0 0,-1 0 0,1 0 0,0 0 0,-1 0 0,1 0 1,0 0-1,-1 0 0,1 0 0,0 0 0,-1 0 0,-2-2-438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20 102 32,'-17'-9'863,"17"8"-731,0 1-1,0 0 1,0 0-1,-1 0 1,1 0-1,0-1 1,0 1-1,0 0 0,0 0 1,-1 0-1,1-1 1,0 1-1,0 0 1,0 0-1,0-1 1,0 1-1,0 0 1,0 0-1,0-1 1,0 1-1,0 0 0,0 0 1,0-1-1,0 1 1,0 0-1,0-1 1,0 1-1,0 0 1,0 0-1,0-1 1,0 1-1,0 0 1,2-2 632,0 0 1,1 0 0,-1 1 0,0-1 0,1 1 0,-1 0-1,1-1 1,-1 1 0,5-1 0,37-13 2909,27-2-8633,-9 2-2820,-5 0 4464,-28 8 2828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6 32,'-59'15'5078,"9"-4"9211,111-8-11163,-38-4-3498,110-7 1106,-89 4-3515,-2-1-3748,-39 5 5703,-2 0 419,0 0 1,0 0-1,0 0 1,0 0-1,0 0 1,0 0 0,0 0-1,0 0 1,-1 0-1,1-1 1,0 1-1,0 0 1,0-1-1,0 1 1,0-1-1,-1 1 1,1-1-1,0 1 1,-1-1-1,1 1 1,0-1-1,-1 0 1,1 1 0,0-1-1,-1 0 1,1 0-1,-1 1 1,0-1-1,2-2 1,-2 0-131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271 41 8,'7'-13'-434,"-3"-2"7321,-4 14-6565,0 1 1,0-1-1,0 1 0,0 0 1,0-1-1,0 1 0,0-1 1,0 1-1,-1-1 0,1 1 1,0 0-1,0-1 1,0 1-1,-1 0 0,1-1 1,0 1-1,0 0 0,-1-1 1,1 1-1,0 0 0,-1-1 1,0 1-1,-16-4 3492,5 5-3492,0 0 0,0 1 0,0 0 1,1 1-1,-1 0 0,1 1 0,-1 0 0,1 1 0,1 0 0,-1 1 0,1 0 1,-17 13-1,19-13-246,0 1 0,0 0 0,0 1 0,1-1 0,0 2 0,1-1 0,-1 1 0,2 0 0,-1 0 0,1 0 0,1 1 0,0 0 0,0 0 0,-3 16 0,6-23-75,0 1-1,1-1 0,-1 1 0,1-1 0,0 1 0,0-1 1,0 1-1,1-1 0,-1 1 0,1-1 0,0 1 1,0-1-1,0 0 0,1 1 0,-1-1 0,1 0 0,-1 0 1,5 6-1,-3-6-34,1 0 0,-1 0 1,1 0-1,0 0 0,0-1 1,0 1-1,0-1 1,0 0-1,0-1 0,1 1 1,-1-1-1,9 2 0,1 0-107,0-2-1,0 0 1,1-1-1,-1 0 1,0-1-1,0 0 1,0-2-1,19-4 1,-26 5 96,-1 0 1,0-1-1,1 0 1,-2 0-1,1 0 1,8-6-1,-13 8 41,0 0-1,0 0 1,0 0-1,0 1 1,0-1-1,-1 0 0,1 0 1,0 0-1,-1 0 1,1 0-1,-1 0 1,1 0-1,-1 0 1,1-1-1,-1 1 0,0 0 1,1-2-1,-1 1 3,-1 1-1,1 0 1,0 0-1,-1 0 1,1 0-1,-1-1 1,1 1-1,-1 0 1,0 0-1,1 0 1,-1 0-1,0 0 1,0 0-1,0 0 1,0 1-1,0-1 1,0 0-1,0 0 1,0 1-1,0-1 1,-2 0-1,-4-3 4,0 1 0,0 0 0,0 0-1,-1 0 1,0 1 0,1 1 0,-14-2 0,-57 0 129,67 3-159,38-2-1027,34-6 0,-35 3 1231,0 2 0,48 0 0,-73 3-123,0 0 0,1 0-1,-1 0 1,0 1-1,0-1 1,1 0-1,-1 1 1,0-1 0,0 1-1,1-1 1,-1 1-1,0 0 1,0 0-1,0-1 1,0 1 0,0 0-1,0 0 1,0 0-1,0 0 1,-1 0-1,1 0 1,0 0 0,0 1-1,-1-1 1,1 0-1,-1 0 1,1 0-1,0 3 1,0 2 193,0 1 0,0 0 1,0 0-1,-1 10 0,0 5 81,4 2 43,0 0-1,10 29 0,1 2-2736,-7 0-7751,-8-52 9115,0 0 1,0-1-1,0 1 1,0 0 0,0 0-1,-1 0 1,1 0-1,-1-1 1,-1 6-1,-2-1 107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30 88,'-34'4'2245,"-52"8"12834,150-12-13485,-17-3-1993,64-14 1,-45 4-3776,-68 6-4575,-13 1 4040,11 6 4236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10 8,'-34'-6'2634,"13"2"4723,28 7-4278,122 38-1434,-97-33-828,-31-7-707,1-1 1,-1 0-1,0 0 0,0 1 1,0-1-1,0 1 0,0-1 0,1 1 1,-1-1-1,0 1 0,0 0 1,0-1-1,-1 1 0,1 0 1,0 0-1,0 0 0,0 0 0,1 2 1,-2-3-27,0 1 1,0 0-1,0 0 1,0 0-1,0-1 1,0 1-1,0 0 1,0 0-1,0-1 1,0 1-1,-1 0 1,1 0-1,0-1 1,-1 1-1,1 0 1,0-1-1,-1 1 1,1 0-1,-1-1 1,1 1-1,-2 0 1,-4 5 292,0-1 0,0 0 0,0 0 0,-11 5 0,9-5-480,-35 18-1702,16-10-3101,3 2-4484,21-10 4943,7-3 3778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83 88,'0'-2'314,"1"0"1,-1 0-1,1 0 1,0 0-1,0 0 1,0 0-1,0 0 1,0 0-1,1 0 1,-1 1-1,0-1 1,3-2-1,-2 2 224,0 1-1,-1-1 1,1 0-1,-1 0 1,0 0 0,1-1-1,-1 1 1,0 0-1,1-4 1,-2 5-375,0 0 1,0 0-1,0 0 1,-1 0 0,1 0-1,0 0 1,-1 0-1,1 1 1,0-1-1,-1 0 1,1 0-1,-1 0 1,1 0-1,-1 1 1,0-1-1,1 0 1,-1 0-1,0 1 1,0-1-1,1 1 1,-1-1 0,0 0-1,0 1 1,0 0-1,0-1 1,1 1-1,-1-1 1,0 1-1,0 0 1,-2 0-1,-5-3 241,0 1-1,0 0 1,0 1-1,-1 0 1,1 0-1,0 1 1,-1 0-1,1 0 1,0 1-1,-9 1 1,4 1-156,0 0 1,0 1 0,1 0 0,-1 0 0,-19 12 0,24-11-218,1 0 0,0 1 1,0 0-1,0 0 0,1 0 1,0 1-1,0 0 0,1 1 1,0-1-1,0 1 1,1 0-1,0 0 0,0 0 1,-5 17-1,8-20-27,-1-1 1,1 1-1,0 0 1,1 0-1,-1-1 0,1 1 1,-1 0-1,2 0 0,-1 0 1,0-1-1,1 1 1,0 0-1,0 0 0,0-1 1,1 1-1,0-1 1,0 1-1,0-1 0,0 0 1,0 0-1,1 0 0,0 0 1,0 0-1,0 0 1,0-1-1,1 1 0,-1-1 1,1 0-1,7 4 1,-4-4-146,0 0 0,0 0 1,0-1-1,1 0 0,-1 0 1,1-1-1,0 0 0,-1 0 1,1-1-1,0 0 0,-1 0 1,15-3-1,-7 1-1211,0-1 0,15-5-1,20-13-7729,-9-4 3394,-27 16 5209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4 124,'-4'-1'1209,"1"0"0,-1 0-1,0 1 1,0-1 0,-1 1 0,1 0-1,0 0 1,0 1 0,0-1 0,-7 3-1,4-1-406,1 0 0,0 1-1,0 0 1,0 0-1,0 0 1,-7 6 0,7-4-599,0 0 1,0 0-1,1 0 1,0 1 0,0 0-1,0 0 1,1 0 0,-1 1-1,2-1 1,-1 1-1,1 0 1,-4 9 0,6-13-187,1-1-1,-1 1 1,1-1 0,-1 1 0,1-1 0,0 1 0,0-1 0,0 1 0,0-1-1,0 1 1,0 0 0,1-1 0,-1 1 0,1-1 0,0 1 0,0-1 0,1 4-1,0-5-23,-1 1-1,1 0 0,-1 0 1,1-1-1,0 1 0,-1-1 1,1 1-1,0-1 1,0 0-1,0 0 0,0 0 1,0 0-1,1 0 0,-1 0 1,4 0-1,1 0-78,0 0 0,1 0-1,-1-1 1,0 0 0,0-1 0,0 1 0,0-2 0,1 1-1,-1-1 1,-1 0 0,8-3 0,-8 3 34,0-1 0,0 0 0,-1 0 0,1-1 0,-1 0 0,0 0 0,0 0 0,0 0 0,-1-1 0,0 0 0,0 0 0,4-6 0,-6 8-66,-1 1-1,1-1 1,-1 0 0,0 0 0,0 0 0,0 0 0,0 0 0,0 0 0,-1-1 0,0 1 0,1 0 0,-1 0 0,0 0 0,0 0-1,-1-1 1,1 1 0,-1 0 0,0 0 0,0 0 0,0 0 0,0 0 0,0 0 0,0 0 0,-1 0 0,0 1 0,-3-5 0,4 5-998,-1 0 1,0 0 0,1 0-1,-1 1 1,0-1 0,0 1-1,0 0 1,-1-1-1,1 1 1,0 0 0,0 0-1,-1 0 1,-3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68,'2'5'17631,"-3"-5"-17561,1 1-1,-1-1 1,1 1 0,-1-1-1,1 1 1,-1-1-1,1 1 1,0 0 0,-1-1-1,1 1 1,0-1-1,-1 1 1,1 0 0,0-1-1,0 1 1,0 0-1,-1 0 1,1-1 0,0 1-1,0 0 1,0-1-1,0 1 1,0 0 0,0-1-1,0 1 1,1 0-1,-1-1 1,0 1 0,0 0-1,0 0 1,1-1-1,-1 1 1,0-1 0,1 2-1,2 1-61,0 0 0,-1 0-1,1 0 1,1 0 0,-1 0 0,0-1 0,1 1-1,-1-1 1,1 0 0,0 0 0,4 1-1,3 1-14,1 0-1,17 2 0,-19-5 76,0 1 0,0 1 0,-1 0 0,16 6 0,-24-5 580,-8 2-249,-16 3-75,17-7-271,0 1-248,-24 9-567,29-11 360,0-1-1,-1 0 1,1 0-1,0 1 1,0-1-1,-1 0 1,1 0-1,0 0 1,0-1-1,-1 1 0,1 0 1,-2-1-1,3 1 119,-1 0 0,1 0-1,0 0 1,0-1-1,-1 1 1,1 0-1,0 0 1,0-1-1,-1 1 1,1 0-1,0 0 1,0-1 0,-1 1-1,1 0 1,0 0-1,0-1 1,0 1-1,0 0 1,0-1-1,0 1 1,-1 0-1,1-1 1,0 1 0,0 0-1,0-1 1,0 0-1,4-10-4024,8-9 1025,-3 11 2794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64 224,'-1'-38'6568,"-1"12"7206,9 89-11404,-1-23-2263,1 51 54,9 69-2792,-15-156 2108,4 26-3709,-4-29 3435,-1 1 0,1-1 0,-1 1 0,1-1 0,0 1 0,-1-1 1,1 1-1,0-1 0,0 0 0,0 1 0,0-1 0,0 0 0,0 0 0,3 2 0,-4-3 728,0 0 0,0 0-1,0 0 1,0 0 0,1 0-1,-1 0 1,0 0 0,0 0-1,0 1 1,0-2-1,1 1 1,-1 0 0,0 0-1,0 0 1,0 0 0,1 0-1,-1 0 1,0 0 0,0 0-1,0 0 1,0 0 0,1 0-1,-1 0 1,0 0 0,0 0-1,0-1 1,0 1 0,0 0-1,0 0 1,1 0-1,-1 0 1,0 0 0,0-1-1,0 1 1,0 0 0,0 0-1,0 0 1,0 0 0,0-1-1,0 1 1,0 0 0,0 0-1,0 0 1,0-1 0,1 0-130,3-6-318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52,'12'-2'15120,"11"-1"-11693,4-1-3728,18-7-8615,-53 9 1643,1 0 6324,-5 0-11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7 8,'2'1'408,"1"-1"1,-1 0-1,0 0 1,1-1-1,-1 1 1,1-1-1,-1 1 1,0-1-1,1 0 1,-1 1-1,5-4 1867,-10 5-1753,0-1 0,0 1 0,0 0 0,1 0 1,-1 0-1,0 0 0,1 0 0,-1 0 0,1 1 0,-4 2 0,-5 2 297,9-5-905,-33 16 594,19-5-2702,7 1-4638,13-14 2630,1-3 3750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55 132,'-18'-4'3084,"13"3"-1173,0 0 0,0-1 0,0 1 0,0-1 0,0 0 1,0 0-1,1-1 0,-8-4 0,29 3-814,27 0-1195,-3 0-71,-13 1-2726,-6-2-2561,-1-2-3744,-16 4 6040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17 104,'0'0'115,"-1"1"1,0-1-1,0 1 1,0 0-1,1-1 1,-1 1-1,0 0 1,1 0-1,-1-1 1,0 1-1,1 0 1,-1 0-1,1 0 0,-1 0 1,1-1-1,0 1 1,-1 0-1,1 0 1,0 0-1,0 0 1,0 0-1,-1 0 1,1 1-1,1-1 80,-1 0 0,1-1 1,0 1-1,-1-1 0,1 1 0,0-1 0,-1 1 1,1-1-1,0 1 0,-1-1 0,1 0 0,0 1 1,0-1-1,-1 0 0,1 0 0,0 0 0,0 1 1,0-1-1,-1 0 0,3 0 0,8 0 1389,0 0 0,19-3 0,-30 3-1615,55-9 741,27-8-6586,-19 4 240,-46 10 4883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49 104,'-24'-1'933,"-12"-2"3136,3-5 6030,36 9-9731,1-1 0,-1 0 1,0 1-1,0-1 0,1 0 1,-1-1-1,4 1 0,5-1-141,27-1 222,-1 0-1,0-3 0,0-1 1,51-16-1,-100 67 1085,-6 43-1357,8-49-881,-5 53 0,14-73-321,5 2-4470,-5-20 5255,0-1-1,1 1 1,-1 0 0,0-1 0,0 1-1,0 0 1,1-1 0,-1 1-1,0-1 1,1 1 0,-1-1-1,1 1 1,-1-1 0,0 1-1,1-1 1,-1 1 0,1-1-1,0 1 1,-1-1 0,1 0-1,-1 1 1,1-1 0,-1 0 0,1 1-1,0-1 1,-1 0 0,1 0-1,0 0 1,-1 0 0,1 0-1,0 1 1,-1-1 0,1 0-1,0 0 1,-1-1 0,1 1-1,0 0 1,-1 0 0,1 0-1,0 0 1,-1-1 0,1 1 0,-1 0-1,1 0 1,0-1 0,-1 1-1,1-1 1,-1 1 0,1 0-1,-1-1 1,1 1 0,-1-1-1,1 1 1,0-2 0,5-6-656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43 104,'-26'-1'977,"-1"1"1713,0 3 8847,27-3-11433,8 2 1527,13 2-890,20-3-877,54-7-1,-27-5-4973,-5-8-4177,-46 11 7378,-6 1 888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80 80,'-2'-1'-114,"-1"0"609,0 0 1,0 0 0,1 0 1,-1 0-1,1 0 0,-1-1 0,1 1 1,-3-3-1,5 4-373,0-1 1,-1 1 0,1 0-1,0 0 1,0-1 0,0 1-1,0 0 1,0-1 0,-1 1-1,1 0 1,0-1 0,0 1-1,0 0 1,0-1 0,0 1-1,0 0 1,0-1 0,0 1-1,0 0 1,0-1 0,0 1-1,0 0 1,1-1 0,-1 1-1,0 0 1,0-1 0,13-12 1005,-3 8-1040,0-1-1,1 1 0,0 1 0,-1 0 1,1 0-1,1 1 0,-1 1 0,18-3 0,93 0-101,-119 5 23,-1 0-7,-1-1 0,0 1 0,1 0 0,-1 0 0,0 0 0,0 1 0,1-1 0,-1 0 0,0 0 0,1 1 0,-1-1 0,0 1 0,0-1 0,0 1 0,1-1 1,-1 1-1,0 0 0,0-1 0,0 1 0,0 0 0,0 0 0,0 0 0,1 2 0,-2-2-1,1 1 0,-1-1-1,0 0 1,1 1 0,-1-1 0,0 1 0,0-1-1,0 1 1,0-1 0,-1 1 0,1-1 0,0 1 0,-1-1-1,1 1 1,-1-1 0,1 1 0,-2 0 0,-3 9 120,-1-1 1,-1 0 0,-14 17-1,-18 16 1347,18-21-901,1 1 0,-20 30 0,36-46-531,0-1-1,0 0 1,1 1 0,0-1 0,0 1 0,1 0 0,0 0 0,0 0 0,0 0 0,1 1-1,0-1 1,1 0 0,-1 0 0,2 10 0,0-11-16,0-1 0,1 1 1,0-1-1,0 0 0,0 1 0,0-1 0,1 0 0,0-1 1,0 1-1,0 0 0,1-1 0,0 0 0,-1 0 1,1 0-1,1 0 0,-1 0 0,0-1 0,9 5 1,7 3-6,1-1 0,0-1 0,29 9 0,-22-9 58,-34-9 216,-1 0 0,1 0 0,-1 1 0,0 0 0,1 0 0,0 0 0,-1 1 0,1 0 0,0 0 0,0 1 1,-7 3-1,7-3-274,0 1 0,0 0 0,0 0 0,0 1 0,1 0 0,0 0 1,0 0-1,0 0 0,1 1 0,-1 0 0,1 0 0,-4 9 0,4-5 15,0 0 0,0 0 1,1 0-1,1 0 0,0 1 0,0-1 0,0 17 0,3 3 124,1 0 1,1 0 0,1 0-1,17 55 1,-12-56-30,-5-18-62,0 0 1,-1 1 0,2 16-1,-5-27-55,0 1-1,-1-1 1,1 0-1,0 0 1,-1 0-1,1 1 1,0-1-1,-1 0 1,0 0-1,1 0 1,-1 0-1,1 0 0,-1 0 1,0 0-1,0 0 1,0 0-1,0 0 1,0-1-1,0 1 1,0 0-1,0 0 1,0-1-1,0 1 0,0-1 1,0 1-1,0-1 1,0 1-1,-1-1 1,1 0-1,0 0 1,0 1-1,0-1 1,-2 0-1,-8 1-23,0 0 0,-19-1 0,21 0-45,-22-1-454,-2-5-4683,30 5 4473,-1 0 0,1 0-1,0 0 1,0 0 0,0-1-1,1 1 1,-1-1 0,0 0 0,0 0-1,1 0 1,-1 0 0,1 0-1,0 0 1,0-1 0,0 1-1,0-1 1,-3-4 0,1-4-221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67 36,'0'-2'477,"0"-1"0,0 0 1,0 1-1,0-1 0,0 0 0,-1 1 0,1-1 0,-1 1 1,0-1-1,0 1 0,0-1 0,0 1 0,0-1 0,0 1 1,-1 0-1,1 0 0,-1 0 0,0 0 0,0 0 1,1 0-1,-1 0 0,0 0 0,-1 1 0,1-1 0,0 1 1,-4-2-1,3 2 95,0 0 0,0 0 0,0 0 1,-1 1-1,1-1 0,0 1 0,0 0 1,-7 0-1,5 0-539,0 1 1,0 0-1,0 1 1,0-1-1,-9 4 1,7-1 9,1 0 0,0 0 1,0 0-1,0 1 0,1 0 0,-1 0 0,1 1 1,1-1-1,-1 1 0,1 0 0,0 0 0,0 1 1,0-1-1,1 1 0,0 0 0,-3 10 0,5-14-48,0 0-1,0 1 1,0-1-1,0 1 1,1-1-1,0 1 1,-1 0-1,1-1 1,0 1 0,1 0-1,-1-1 1,1 1-1,-1-1 1,1 1-1,0-1 1,1 1-1,-1-1 1,0 0-1,1 1 1,0-1-1,0 0 1,0 0-1,0 0 1,0 0-1,1-1 1,-1 1-1,1-1 1,0 1-1,-1-1 1,1 0-1,0 0 1,0 0-1,1 0 1,-1-1-1,4 2 1,-4-2-2,0 1 0,0-1 1,0 0-1,1 0 0,-1 0 0,0-1 1,1 1-1,-1-1 0,1 0 0,-1 0 1,1 0-1,-1 0 0,0-1 1,1 1-1,-1-1 0,0 0 0,1 0 1,-1 0-1,0-1 0,0 1 0,0-1 1,0 1-1,0-1 0,0 0 0,0 0 1,-1 0-1,1-1 0,-1 1 1,4-5-1,-2 1 5,0 0 0,-1 0 0,0 0 0,0 0 0,0-1 0,-1 1 0,0-1 1,0 1-1,0-1 0,-1 0 0,0 0 0,-1 0 0,0-11 0,-3-26-1260,2 33-3444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66 4,'-5'-20'1673,"5"-8"5592,0 10-1669,0 65-3618,1 79 11,1-84-2608,1 1-1,13 60 1,-16-103 601,9 30-3021,-8-29 2510,-1 0 0,1 1 0,0-1 0,0 0 0,-1 0 0,1 0 0,0 0 0,0 0-1,0 0 1,0 0 0,2 1 0,-3-1 387,0-1 0,1 0 0,-1 0 0,0 0 0,1-1 0,-1 1 0,1 0 0,-1 0 0,0 0 0,1 0 0,-1 0 0,0 0 0,1 0 0,-1-1 0,0 1 0,1 0 0,-1 0 0,0 0 0,0-1 0,1 1 0,-1 0 0,0-1 0,0 1 0,1 0 0,-1 0 0,0-1 0,0 1 0,0 0 0,0-1 0,1 1 0,-1 0 0,0-1 0,0 1 0,0-1 0,0 1 0,0 0 0,0-1 0,0 1 0,0 0 0,0-1 0,0 1 0,0 0 0,0-2 0,0-8-619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68,'0'-4'194,"0"1"0,1 0 0,-1-1 0,1 1 0,-1 0-1,1-1 1,0 1 0,1 0 0,-1 0 0,0 0 0,1 0 0,0 0 0,0 0 0,0 0 0,0 0 0,0 1 0,0-1-1,1 1 1,4-4 0,-5 5-83,0 0 0,0-1 0,0 2 0,0-1 0,0 0 0,0 0 0,0 1 0,1-1 0,-1 1-1,0-1 1,1 1 0,-1 0 0,0 0 0,0 0 0,1 0 0,-1 1 0,0-1 0,0 1 0,1-1 0,-1 1 0,0 0-1,0-1 1,0 1 0,0 1 0,0-1 0,0 0 0,0 0 0,0 1 0,0-1 0,2 3 0,-2-2 54,0 0 0,0 0 0,0-1 0,0 2 0,0-1 1,-1 0-1,1 0 0,-1 0 0,1 1 0,-1-1 0,0 1 1,0-1-1,0 1 0,0-1 0,0 1 0,-1 0 0,1-1 1,-1 1-1,0 0 0,0 0 0,0-1 0,0 1 0,0 0 1,0 0-1,-1-1 0,1 1 0,-1 0 0,0-1 0,0 1 1,0-1-1,0 1 0,0-1 0,-1 1 0,1-1 0,-4 4 0,-2 2 91,1 0 0,-2-1-1,1 0 1,-1-1 0,0 0-1,0 0 1,-1 0 0,-13 6-1,13-9-2094,20-11-9047,-3 5 10184,5 0-641,1-1 618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7 100 60,'-3'-51'3134,"0"27"1858,2-1 3913,8 92-7328,-8-26-1702,4 81-95,-1-103-809,1-1 0,6 24 1,-9-39 423,2 0 0,-1 0-1,0 0 1,0 0 0,1 0 0,0 0 0,0 0 0,0-1 0,0 1 0,2 2 0,-3-4 325,0 0 0,0 0-1,0 0 1,1 0 0,-1-1 0,0 1 0,0 0 0,0-1 0,1 1 0,-1-1 0,0 1 0,0-1-1,1 0 1,-1 1 0,0-1 0,1 0 0,-1 0 0,0 0 0,1 0 0,-1 0 0,0-1 0,1 1-1,-1 0 1,0 0 0,1-1 0,1 0 0,5-4-490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51 8,'-10'-2'277,"8"1"26,0 1 1,-1-1-1,1 1 0,-1-1 1,1 0-1,0 0 1,0 0-1,0 0 0,-1 0 1,1 0-1,0-1 1,-3-2-1,5 4-216,1-1 0,-1 1 0,0-1 0,0 1 0,1 0 0,-1-1 1,0 1-1,0-1 0,1 1 0,-1 0 0,0-1 0,1 1 0,-1 0 0,1-1 0,-1 1 0,0 0 0,1-1 0,-1 1 0,1 0 0,-1 0 0,1 0 0,-1 0 1,1-1-1,-1 1 0,1 0 0,0 0 0,19-5 470,-16 4-333,13-3 184,44-10 322,-57 13-701,1 1 0,0-1 0,-1 1 0,1 0 0,0 1 0,-1-1 0,1 1 0,0 0 0,-1 0 0,7 2 0,-9-2-11,0 1 0,0-1 0,-1 1-1,1 0 1,0-1 0,-1 1 0,1 0 0,-1 0-1,1 0 1,-1 0 0,0 0 0,0 0 0,0 1 0,0-1-1,0 0 1,-1 1 0,1-1 0,-1 0 0,1 1-1,-1-1 1,0 4 0,1 8-72,-1-1 0,-2 19-1,2-30 18,-1 5-690,1-1-1,0 1 0,0 0 1,2 11-1,-2-16 520,0 0 0,1 0 1,0-1-1,-1 1 0,1 0 0,0-1 1,0 1-1,-1 0 0,1-1 0,0 1 1,1-1-1,-1 0 0,0 1 0,0-1 1,1 0-1,-1 0 0,1 0 0,-1 1 0,1-2 1,-1 1-1,1 0 0,2 1 0,12 2-321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61 44,'-1'-8'419,"-3"-14"1746,6 11 2720,2 12-2283,-1 7-1396,-1 10 276,-2-17-1320,-1 1 0,1-1 0,-1 1 0,0-1 0,1 1 0,-1-1-1,0 0 1,0 1 0,0-1 0,0 0 0,0 0 0,0 0 0,-1 0 0,1 0 0,0 0 0,0 0-1,-1 0 1,1 0 0,-1-1 0,1 1 0,-1 0 0,1-1 0,-1 1 0,-2-1 0,3 1-141,0-2 1,0 1 0,0 0-1,1 0 1,-1 0-1,0 0 1,0-1 0,0 1-1,0 0 1,0-1-1,0 1 1,1 0 0,-1-1-1,0 1 1,0-1 0,1 0-1,-1 1 1,0-1-1,1 0 1,-1 1 0,1-1-1,-1 0 1,0 0 0,1 1-1,0-1 1,-1 0-1,1 0 1,-1 0 0,1 0-1,0 1 1,0-1-1,0 0 1,-1 0 0,1 0-1,0 0 1,0 0 0,0 0-1,0 0 1,0 0-1,1 0 1,-1 0 0,0 0-1,7-29-1804,2 14-4626,-3 36-1632,-2-3 7009,1 4 541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0 114 172,'1'-15'2096,"4"2"5531,-5 12-7381,1 1 0,-1 0 0,0 0 0,1 0 0,-1-1 0,1 1 0,-1 0 0,1 0 0,-1 0 0,1 0 0,-1 0 0,1 0 0,-1 0-1,1 0 1,-1 0 0,1 0 0,-1 0 0,1 0 0,-1 0 0,1 0 0,-1 0 0,0 1 0,1-1 0,0 0 0,12 8-831,-9-5 619,-1 0 0,0 1 0,0-1 0,0 1 0,0 0 0,0 0 0,-1 0 0,0 0 0,0 1 0,0-1 0,0 1 0,-1-1 0,1 1 0,-1-1 0,0 1 0,-1 0 0,1 0 0,-1 8 0,16-54-22,-16 39-13,26-65 57,-23 62-51,0-1 1,0 1-1,0 0 0,1-1 0,-1 2 0,1-1 1,0 0-1,1 1 0,7-6 0,-12 9-4,1 1-1,-1 0 1,1-1 0,-1 1-1,1 0 1,-1 0-1,1-1 1,0 1 0,-1 0-1,1 0 1,-1 0-1,1 0 1,0 0 0,-1 0-1,1 0 1,-1 0-1,1 0 1,0 0 0,-1 0-1,1 0 1,-1 0-1,1 1 1,0-1 0,-1 0-1,1 0 1,-1 1-1,2 0 1,12 16 77,2 24 192,-14-32-195,1-1-17,-1 1-1,1-1 0,-2 0 1,1 1-1,-1-1 0,-1 1 1,1 0-1,-2 8 0,2-62 69,2 34-147,1 0-1,0 1 0,0-1 0,11-18 1,-12 25 15,-1 0 1,0 1-1,1-1 0,0 0 1,0 1-1,0 0 1,0 0-1,1 0 1,-1 0-1,1 0 1,0 1-1,-1-1 1,1 1-1,0 0 0,6-2 1,-8 4 5,0 0 1,1-1 0,-1 1-1,0 0 1,0 0-1,1 0 1,-1 1-1,0-1 1,0 1-1,0-1 1,1 1-1,-1 0 1,0-1-1,0 1 1,0 0-1,0 0 1,0 1 0,-1-1-1,1 0 1,0 1-1,0-1 1,-1 1-1,1-1 1,-1 1-1,1 0 1,-1 0-1,0-1 1,0 1-1,0 0 1,0 0 0,1 4-1,1 0-269,-1 0 0,0 0-1,0 0 1,2 9 0,-3 21-4388,-3-23 1722,1-10 2416,1-1 1,-1 1-1,1 0 1,-1 0-1,1 0 0,0 0 1,0-1-1,0 1 1,1 0-1,-1 0 1,1 0-1,-1 0 1,1-1-1,1 4 0,3-1 118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214 267 68,'0'-2'332,"0"0"0,0 1-1,0-1 1,-1 0 0,1 0 0,0 0 0,-1 0 0,1 1-1,-1-1 1,0 0 0,1 1 0,-1-1 0,0 0 0,0 1-1,0-1 1,0 1 0,0-1 0,-1 1 0,1 0 0,0-1-1,-1 1 1,-2-2 0,1 2 225,0-1 1,0 1-1,0 0 0,-1 0 1,1 0-1,-1 0 1,1 1-1,-1-1 0,1 1 1,-1 0-1,-4 0 0,-1 1 573,0 0 0,-1 1 0,-14 4 0,-17 11-50,36-13-1004,-1 0 0,0 1 1,1 0-1,0 0 0,-8 9 0,11-12-75,1 0-1,-1 0 1,1-1-1,0 1 1,-1 0-1,1 1 0,0-1 1,0 0-1,1 0 1,-1 0-1,0 1 1,1-1-1,-1 0 0,1 1 1,0-1-1,-1 0 1,1 1-1,1-1 1,-1 1-1,1 3 1,-1-5-4,0 0 0,1-1 0,-1 1 1,1 0-1,-1 0 0,1 0 0,-1 0 1,1-1-1,0 1 0,-1 0 0,1-1 1,0 1-1,-1 0 0,1-1 0,0 1 1,0-1-1,0 1 0,-1-1 0,1 1 1,0-1-1,0 0 0,2 1 0,-1-1-3,1 0 0,-1 0-1,0 0 1,1 0-1,-1 0 1,0 0-1,1-1 1,-1 1-1,3-2 1,3-1-40,1-1 0,-1 0 0,14-10 0,-11 7 0,-8 4 25,0 1 0,0-1 0,0 1 0,1 1 0,-1-1 0,1 0 0,5-1 0,-8 3 17,0 0 1,0 0-1,0 0 0,0 0 1,1 0-1,-1 0 0,0 0 1,0 0-1,0 1 0,0-1 1,1 1-1,-1-1 0,0 1 1,0-1-1,0 1 0,0-1 1,0 1-1,0 0 0,0 0 1,0-1-1,-1 1 0,1 0 1,0 0-1,0 0 0,-1 0 1,1 0-1,0 0 0,0 2 0,1 2-38,1-1 0,0 0 0,-1 0-1,2 0 1,-1-1 0,0 1-1,1-1 1,-1 0 0,1 0-1,0 0 1,8 4 0,-8-5-25,0-1 1,0 1-1,0-1 1,1-1 0,-1 1-1,0-1 1,0 1-1,0-1 1,1 0-1,-1-1 1,0 1 0,0-1-1,1 0 1,4-1-1,0-1 41,0 0-1,0-1 0,0 0 1,0-1-1,0 0 1,-1 0-1,0-1 0,0 0 1,-1 0-1,1-1 1,-1 0-1,-1 0 0,1-1 1,-1 1-1,-1-1 0,0-1 1,0 1-1,0-1 1,5-14-1,-7 14 66,1-1 1,-2 0-1,1 1 1,-1-1-1,0 0 1,-1-1-1,-1 1 0,1 0 1,-2 0-1,1 0 1,-1-1-1,-1 1 0,0 0 1,0 0-1,-1 1 1,0-1-1,-1 1 1,-9-19-1,12 27-33,1 0-1,0 0 0,-1 1 1,1-1-1,-1 0 1,0 0-1,1 0 1,-1 0-1,0 1 1,1-1-1,-1 0 1,0 0-1,0 1 1,0-1-1,1 1 1,-1-1-1,0 1 1,0-1-1,0 1 1,0 0-1,0-1 1,0 1-1,0 0 0,0 0 1,0-1-1,-2 1 1,2 1-3,-1-1 0,1 1 0,0 0 0,-1 0 0,1 0 0,0-1 0,0 1 0,-1 0 0,1 1 0,0-1 0,0 0 0,0 0 0,0 0 0,1 1 0,-2 1 0,-3 7 0,0 1-1,1-1 1,-5 19 0,2-6 21,2 1 1,1 0 0,1-1 0,0 1-1,2 0 1,2 30 0,0-45-164,0 0-1,1 0 1,0 0 0,1 1-1,-1-2 1,2 1 0,-1 0-1,1-1 1,0 1 0,1-1-1,0 0 1,0-1 0,1 1-1,0-1 1,0 0 0,1 0-1,0-1 1,14 10-1,-8-8-2346,0 0 0,28 12-1,-34-18 1626,0 1-1,0-1 0,0 0 1,0-1-1,1 0 1,-1 0-1,0 0 1,10-1-1,-2-2-56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2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52 68,'-1'-5'662,"-1"0"-1,1 0 1,-1 0 0,0 1 0,-1-1-1,1 1 1,-6-7 0,8 10-474,-1 0 0,1 1-1,-1-1 1,1 1 0,-1-1 0,1 1 0,-1 0 0,0-1-1,1 1 1,-1-1 0,0 1 0,1 0 0,-1 0 0,0-1-1,1 1 1,-1 0 0,0 0 0,0 0 0,1 0 0,-1 0-1,0 0 1,-1 0 0,1 1-91,0-1-1,-1 1 1,1 0-1,0 0 1,-1-1-1,1 1 1,0 0 0,0 0-1,0 0 1,0 1-1,0-1 1,0 0-1,0 0 1,0 0-1,-1 3 1,-8 16 109,1 0 0,1 0 1,0 1-1,2 0 0,0 0 0,-4 34 0,-6 134-275,15-173 88,-3 59 17,10 123-1,-2-167-1278,13 51 1,-16-80 882,0 1 1,-1 0-1,1-1 1,0 1-1,0-1 1,1 0-1,-1 1 1,0-1-1,1 0 1,-1 1-1,1-1 1,0 0-1,2 2 1,-4-4 266,0 0 1,1 0-1,-1 0 0,0 0 1,1 0-1,-1 0 0,0 0 1,1 1-1,-1-1 0,0 0 1,1 0-1,-1 0 0,0 0 1,1 0-1,-1 0 1,0 0-1,1-1 0,-1 1 1,0 0-1,0 0 0,1 0 1,-1 0-1,0 0 0,1 0 1,-1-1-1,0 1 0,0 0 1,1 0-1,-1 0 0,0-1 1,0 1-1,1 0 0,-1 0 1,0-1-1,8-22-1246,-4-3 816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3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37 117 12,'-16'-16'306,"-4"-10"3635,20 25-3871,0 0-1,0 0 0,0 0 1,0 0-1,1 1 1,-1-1-1,0 0 0,1 0 1,-1 0-1,0 0 1,1 1-1,-1-1 0,1 0 1,-1 0-1,1 1 0,-1-1 1,1 0-1,0 1 1,-1-1-1,1 0 0,0 1 1,0-1-1,0 1 1,-1 0-1,1-1 0,0 1 1,0-1-1,0 1 1,0 0-1,-1 0 0,1 0 1,0-1-1,0 1 0,0 0 1,1 0-1,66-17 506,1 4 0,133-11-1,-141 26-2483,-60-2 1755,0 0 1,0 0-1,0 0 0,1 1 0,-1-1 0,0 1 0,0-1 0,0 0 0,0 1 0,0 0 0,0-1 0,0 1 0,0 0 0,0-1 0,-1 1 0,1 0 0,0 0 1,1 1-1,-2 0 27,0-1 1,0 0 0,0 0-1,0 0 1,0 0 0,0 0 0,0 0-1,0 1 1,-1-1 0,1 0-1,0 0 1,-1 0 0,1 0 0,-1 0-1,1 0 1,-1 0 0,1 0-1,-1 0 1,0 0 0,0 0 0,1-1-1,-1 1 1,-2 1 0,-10 11-395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3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50 176,'-2'1'260,"0"0"1,0 0-1,0 0 1,0-1-1,0 1 0,0-1 1,0 1-1,0-1 1,0 0-1,0 1 1,0-1-1,0 0 0,-3-1 1,0-3 3422,20-4-1698,18-3-1401,-1 2 1,1 1-1,44-4 0,-17 8-3994,-3 5-3790,-44 0 6283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2 145 48,'-2'-24'2402,"3"2"3348,0 20-5591,1 1 0,-1-1 1,1 1-1,-1-1 0,1 1 0,0 0 0,0 0 0,-1 0 0,1 0 1,0 0-1,0 0 0,0 0 0,3 0 0,3-1-59,-1 0-1,1 0 1,-1 1-1,1 0 1,0 0 0,-1 1-1,1 0 1,0 0-1,0 1 1,-1 0-1,1 1 1,-1-1-1,1 1 1,-1 1-1,0-1 1,0 1 0,11 7-1,-13-8-10,-1 1 0,0 0-1,1 0 1,-2 1 0,1-1 0,0 1-1,-1 0 1,1 0 0,-1 0 0,0 0-1,0 1 1,-1-1 0,0 1 0,1-1 0,-1 1-1,-1 0 1,1 0 0,-1 0 0,0 0-1,0 0 1,0 1 0,-1-1 0,0 0-1,0 0 1,0 0 0,-2 9 0,1 14 941,1-28-1004,1 0-1,-1 0 1,0 0 0,1 0 0,-1 0 0,1 0-1,-1 0 1,0 0 0,1 0 0,-1 0 0,0 0-1,1 0 1,-1 0 0,0-1 0,1 1 0,-1 0-1,0 0 1,1 0 0,-1-1 0,0 1 0,0 0-1,1 0 1,-1-1 0,0 1 0,0 0 0,1-1 0,-1 1-1,0 0 1,0-1 0,0 1 0,0 0 0,1-1-1,-1 1 1,0-1 0,26-49 417,-21 39-614,7-16-295,14-46 0,-23 64-840,-1 1 0,-1-1 0,0 1-1,0-1 1,-1-17 0,-5 12-5623,1 19 6073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16,'21'-3'5621,"-21"18"2394,-3 9-8264,3-15 379,-2 104 1829,3-103-2508,0 0-1,0 1 1,1-1 0,0 0 0,1 0 0,0 0 0,1 0 0,7 15 0,-11-25 395,0 1 1,1 0-1,-1-1 0,0 1 0,0 0 0,1-1 0,-1 1 0,0-1 0,1 1 1,-1-1-1,0 1 0,1-1 0,-1 1 0,1-1 0,-1 1 0,1-1 0,-1 1 1,1-1-1,-1 0 0,1 1 0,0-1 0,-1 0 0,1 1 0,-1-1 0,1 0 1,0 0-1,-1 0 0,1 0 0,0 1 0,-1-1 0,1 0 0,0 0 1,-1 0-1,1 0 0,0-1 0,-1 1 0,1 0 0,0 0 0,-1 0 0,1 0 1,-1-1-1,1 1 0,0 0 0,-1-1 0,1 1 0,-1 0 0,1-1 0,-1 1 1,1-1-1,-1 1 0,1-1 0,-1 1 0,1-1 0,-1 1 0,0-1 0,1 1 1,-1-1-1,0 0 0,0 1 0,1-2 0,4-14-726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53 196,'-1'-2'253,"0"0"-1,0-1 1,1 1-1,-1 0 1,1 0-1,-1 0 1,1-1 0,0 1-1,-1 0 1,1 0-1,0-1 1,1 1 0,-1 0-1,0 0 1,1-1-1,-1 1 1,1 0-1,1-3 1,-1 5-146,0-1 0,0 0 0,0 0 0,0 0 1,0 1-1,1-1 0,-1 1 0,0-1 0,1 1 0,-1-1 0,0 1 0,1 0 1,-1 0-1,0 0 0,1 0 0,-1 0 0,1 0 0,-1 0 0,0 0 0,1 0 0,-1 0 1,0 1-1,1-1 0,-1 1 0,0-1 0,0 1 0,1-1 0,-1 1 0,0 0 1,0 0-1,2 1 0,-2-2-22,0 1 0,1-1 0,-1 1 0,0-1 1,0 1-1,0 0 0,0-1 0,0 1 0,0 0 0,0 0 1,0 0-1,0 0 0,0 0 0,-1 0 0,1 0 0,0 0 1,-1 0-1,1 0 0,0 0 0,-1 1 0,1-1 0,-1 0 1,0 0-1,1 0 0,-1 3 0,0-2 72,-1 0 1,1 0-1,-1 0 0,0-1 1,1 1-1,-1 0 1,0-1-1,0 1 0,0-1 1,0 1-1,-1-1 0,1 1 1,0-1-1,-1 1 0,-1 0 1,-2 3 96,-1-2-1,1 1 1,-1-1 0,1 0 0,-1 0 0,0 0 0,0-1 0,0 0 0,-9 2-1,4-5 566,3-4-6470,8 5 5439,0-1 0,0 1 1,0-1-1,0 1 0,0 0 0,1-1 1,-1 1-1,0 0 0,0-1 0,1 1 1,-1 0-1,0-1 0,0 1 0,1 0 1,-1-1-1,0 1 0,1 0 0,-1 0 1,0 0-1,1-1 0,-1 1 0,0 0 1,1 0-1,-1 0 0,1 0 0,-1-1 0,0 1 1,1 0-1,-1 0 0,1 0 0,-1 0 1,0 0-1,1 0 0,-1 0 0,1 0 1,-1 0-1,0 1 0,1-1 0,-1 0 1,1 0-1,-1 0 0,0 0 0,1 1 1,-1-1-1,1 0 0,10 2-696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5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13 183 260,'-12'3'14504,"31"16"-12740,-11-7-1530,0 1 0,-2 0-1,0 1 1,0-1 0,-1 1-1,-1 0 1,0 0 0,-1 1-1,0-1 1,-1 1 0,-1 21-1,0-68-207,2 1-1,0-1 0,12-42 0,-11 54-84,2 0 0,1 0 0,0 1-1,2 0 1,0 1 0,21-33 0,-28 49 42,0-1-1,0 1 1,0-1 0,0 1-1,0 0 1,1 0 0,-1 0-1,1 0 1,-1 0 0,1 0-1,-1 1 1,1-1 0,0 1-1,0 0 1,0 0 0,0 0-1,4-1 1,-5 3 10,-1-1-1,1 0 1,0 1 0,-1-1-1,1 1 1,-1-1 0,1 1-1,-1 0 1,1-1 0,-1 1-1,0 0 1,1 0 0,-1 0-1,0 0 1,0 0-1,1 1 1,-1-1 0,0 0-1,0 0 1,-1 1 0,1-1-1,0 1 1,0-1 0,-1 1-1,1-1 1,0 1 0,-1-1-1,0 1 1,1-1-1,-1 1 1,0 0 0,0-1-1,0 1 1,0 1 0,1 12-3,-1 0-1,0 1 1,-1-1 0,-4 23 0,2-27-89,1 0 0,1 0 0,0 0 0,0 0 0,1 0 0,1 0 0,0 0-1,0 0 1,5 18 0,-5-28-18,0 1 0,0 0 0,0-1-1,0 0 1,0 1 0,0-1 0,1 1-1,-1-1 1,0 0 0,1 0 0,-1 0 0,1 0-1,-1 0 1,1 0 0,0 0 0,-1-1-1,1 1 1,0 0 0,-1-1 0,1 1 0,0-1-1,0 0 1,0 0 0,-1 0 0,1 0-1,0 0 1,0 0 0,0 0 0,-1 0-1,1-1 1,0 1 0,0-1 0,-1 1 0,4-2-1,6-2-599,0 0 0,-1-1 0,20-11 0,2-4-329,-1-2 1,31-26-1,-48 36 982,-1-1 0,0 0 0,-1-1 0,-1 0 0,0 0 0,13-24 0,-23 36 115,0-1-1,0 1 1,1 0-1,-1 0 1,0-1 0,-1 1-1,1-1 1,0 1 0,-1 0-1,1-1 1,-1 1 0,0-1-1,0 0 1,0 1-1,0-1 1,0 1 0,-1-1-1,1 1 1,-1-1 0,0-2-1,-1 4 49,1-1 0,0 1-1,0 0 1,-1-1 0,1 1-1,0 0 1,-1 0 0,1 0-1,-1 0 1,0 0 0,1 0-1,-1 0 1,0 1 0,0-1-1,1 0 1,-1 1 0,0 0-1,0-1 1,0 1 0,-3 0-1,-2 0 162,1 0-1,-1 0 0,0 1 0,0 0 1,0 1-1,1-1 0,-1 1 1,1 0-1,-1 1 0,1 0 0,0 0 1,0 0-1,-8 6 0,10-6-211,0 0 0,1 0 1,0 0-1,-1 0 0,1 1 0,0-1 0,1 1 0,-1 0 0,1 0 0,0 0 1,0 0-1,0 0 0,0 0 0,1 1 0,-1-1 0,1 0 0,0 1 0,1-1 1,-1 1-1,1 0 0,0-1 0,0 1 0,1 5 0,0-3-42,2-1 1,-1 1-1,1 0 0,0-1 0,0 0 1,1 0-1,0 0 0,0 0 0,0-1 1,0 1-1,1-1 0,0 0 1,1 0-1,7 5 0,3 3 11,0 0 0,0 1-1,-1 0 1,-1 2 0,16 21-1,-25-29 44,0 1 0,0 0 0,-1 0 0,-1 0 0,1 0 0,-1 1 0,-1-1 0,0 1-1,0 0 1,-1-1 0,0 1 0,-1 0 0,-1 14 0,-2 14 663,-11 56 1,11-79-494,-1 1-1,-1-1 1,0-1-1,-1 1 1,0-1-1,-12 20 1,16-31-190,0-1 1,0 1-1,0-1 1,0 1-1,-1-1 0,1 0 1,-1 0-1,1 0 1,-1 0-1,0 0 0,1 0 1,-1-1-1,0 1 1,0-1-1,0 0 0,-6 2 1,8-3-33,-1 0 1,1 0-1,0 0 1,0 0-1,0-1 1,0 1 0,0 0-1,0 0 1,0-1-1,0 1 1,0 0-1,0-1 1,0 1-1,0-1 1,0 1-1,0-1 1,0 0 0,0 1-1,0-1 1,0-1-1,-1 0-9,1 0 0,-1 0 0,1 0 0,0-1-1,0 1 1,0 0 0,0 0 0,1-1 0,-1 1 0,1-1 0,-1 1 0,1-5-1,-1-8-277,1 0-1,1 0 0,0 0 0,4-17 1,17-62-4638,-4 24-518,16-86-1820,-26 111 6610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6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0 220 136,'7'7'2634,"3"0"5203,5-9-5775,59-24 2275,5-15-3283,-70 36-1063,0-1 0,0 0 0,0-1 0,-1 1 0,0-2 0,0 1 0,-1-1 0,0 0 1,0-1-1,-1 0 0,0 0 0,-1 0 0,6-15 0,-10 23 32,0 0-1,-1 0 1,1 0-1,-1 0 1,1 0 0,-1 0-1,0-1 1,1 1 0,-1 0-1,0 0 1,0 0-1,0-1 1,0 1 0,0 0-1,0 0 1,0-1 0,-1 1-1,1 0 1,0 0-1,-1 0 1,1 0 0,0-1-1,-1 1 1,0 0-1,1 0 1,-1 0 0,0 0-1,1 0 1,-1 0 0,0 0-1,0 0 1,0 1-1,0-1 1,0 0 0,0 0-1,0 1 1,0-1-1,0 1 1,0-1 0,0 1-1,0-1 1,-1 1 0,1 0-1,0-1 1,0 1-1,0 0 1,-1 0 0,1 0-1,-2 0 1,-3 0 73,0 0 0,-1 1 0,1 0 0,0 0 1,0 0-1,-1 1 0,1-1 0,-7 5 0,-1 2-32,0 0 0,1 1 0,0 1 0,0 0 0,1 1 0,1 0 0,0 1 0,0 0 0,1 1 0,1 0 0,-9 16 0,14-22-57,0 0-1,1 0 1,0 0-1,1 0 1,-1 1-1,2-1 1,-1 1-1,1 0 1,0-1 0,0 1-1,1 9 1,1-12-5,-1 0 0,2 0 0,-1 0 0,0 0 0,1 0 0,0 0 0,0-1 0,0 1 0,1 0 0,-1-1 0,1 0 0,0 0 0,1 0 0,-1 0 0,1 0 0,-1-1 0,1 0 1,7 5-1,-3-3-153,1 0 1,1-1 0,-1 0-1,0 0 1,1-1 0,0 0 0,0-1-1,0 0 1,0-1 0,0 0 0,0 0-1,10-2 1,-11 1-562,-1-1 0,0 0 0,0 0 0,0-1 0,0 0 0,15-6 0,-19 6 6,-1 0-1,1 0 0,0-1 1,0 1-1,-1-1 1,0 1-1,1-1 0,-1 0 1,0 0-1,0-1 0,-1 1 1,1-1-1,2-4 0,-4 7 629,-1 1-1,0-1 1,1 1-1,-1-1 1,0 1 0,1-1-1,-1 1 1,0-1-1,0 1 1,0-1-1,1 1 1,-1-1-1,0 1 1,0-1-1,0 0 1,0 1-1,0-1 1,0 1-1,0-1 1,0 1-1,0-1 1,0 0-1,0 1 1,-1-1-1,1 1 1,0-1-1,0 1 1,0-1 0,-1 1-1,1-1 1,0 1-1,-1-1 1,1 1-1,0-1 1,-1 1-1,1 0 1,-1-1-1,1 1 1,-1 0-1,1-1 1,-1 1-1,1 0 1,-1-1-1,-12-4-430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7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78 72,'-76'2'2807,"61"0"-27,52 3-1786,208 3-389,334-31 0,-527 20-687,-29 4-54,0-2 0,0-1 0,-1-1 0,1 0 0,-1-2 0,0-1 0,31-12 0,-52 18 10,0 0-1,-1 0 1,1 0-1,0-1 1,0 1-1,-1 0 1,1-1-1,0 1 1,-1 0-1,1-1 0,-1 1 1,1-1-1,-1 1 1,1-1-1,-1 1 1,1-1-1,-1 0 1,1 1-1,-1-1 1,1 0-1,-1 1 1,0-1-1,0 0 1,1 1-1,-1-1 1,0 0-1,0 0 0,0 1 1,0-1-1,0 0 1,0 0-1,0 1 1,0-1-1,0 0 1,0 0-1,0 1 1,0-1-1,0 0 1,-1 0-1,1 1 1,0-1-1,-1 0 0,1 1 1,-1-2-1,-4-2-616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8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 84,'-89'3'2737,"-6"2"4677,93-4-6002,7 1-574,21 4-360,34 1-633,-50-6 120,21 1-36,0-2 0,0 0 0,47-8-1,-78 8-87,-1 0-1,1 0 1,0-1-1,0 1 0,0 0 1,-2-3-2714,2 3 2713,0-1 0,-1 1 1,1 0-1,0 0 0,1 0 1,-1-1-1,0 1 1,0 0-1,0 0 0,0-1 1,0 1-1,0 0 1,0 0-1,0 0 0,0-1 1,0 1-1,0 0 0,4-2-2553,-24-5 155,6 5 2069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1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22 101 60,'1'-28'1615,"0"25"-874,0 0-1,-1 0 1,1-1 0,-1 1 0,0 0 0,0 0 0,0 0 0,-1-1-1,1 1 1,-1 0 0,0 0 0,1 0 0,-1 0 0,-1 0 0,1 0-1,0 0 1,-1 0 0,1 0 0,-1 1 0,0-1 0,0 1 0,-4-4-1,4 42-433,2 38-1058,4 0 0,19 112 0,-20-173-123,6 42-2892,-8-53 3143,-1 0 0,0 0 1,0 0-1,0 1 0,-1-1 1,1 0-1,0 0 0,-1 0 1,0 0-1,1 0 0,-3 4 1,3-6 528,-1 0 1,1 1 0,0-1-1,-1 0 1,1 0 0,-1 0-1,1 0 1,-1 1 0,1-1-1,-1 0 1,1 0-1,-1 0 1,1 0 0,-1 0-1,1 0 1,-1 0 0,1 0-1,-1 0 1,1-1 0,-1 1-1,1 0 1,-1 0 0,1 0-1,-1 0 1,1-1-1,0 1 1,-1 0 0,1-1-1,-1 1 1,1 0 0,0-1-1,-1 1 1,1 0 0,0-1-1,-1 1 1,1-1 0,0 1-1,0 0 1,-1-1-1,1 1 1,0-1 0,0 1-1,-1-2 1,-4-11-363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1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30 110 120,'-13'-25'1758,"-4"-15"9102,21 38-10650,-1 0 0,0 0 0,1 1 1,-1-1-1,1 1 0,0-1 0,0 1 1,-1 0-1,1 1 0,0-1 0,5 0 0,-5 1-33,35-8-79,-15 2-213,1 1 0,-1 1 0,1 1 0,-1 1 0,1 1 0,38 4 0,-63-3-25,1 0 1,-1 0-1,0 0 0,1 1 0,-1-1 0,0 0 1,1 0-1,-1 0 0,0 0 0,0 0 1,1 0-1,-1 0 0,0 1 0,0-1 1,1 0-1,-1 0 0,0 0 0,0 1 1,1-1-1,-1 0 0,0 0 0,0 1 1,0-1-1,0 0 0,1 0 0,-1 1 1,0-1-1,0 0 0,0 1 0,0-1 1,0 0-1,0 1 0,0-1 0,0 0 1,0 1-1,0-1 0,0 0 0,0 0 1,0 1-1,-9 16-4024,-25 17-115,26-27 3993,-8 10-117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12,'-9'8'-776,"-11"12"7451,23-15-2616,16-5-2582,1-3-1014,78-8 667,-34 13-5497,-63-2 4180,0 0 1,0 0-1,0-1 1,0 1-1,-1 1 1,1-1 0,0 0-1,0 0 1,0 0-1,0 0 1,0 1-1,-1-1 1,1 0-1,0 1 1,0-1-1,0 0 1,-1 1-1,1-1 1,0 1-1,-1-1 1,1 1 0,0 0-1,-1-1 1,1 1-1,-1 0 1,1-1-1,-1 1 1,1 0-1,-1 0 1,1-1-1,-1 1 1,0 0-1,0 0 1,1 0-1,-1 0 1,0-1 0,0 1-1,0 0 1,0 0-1,0 0 1,0 0-1,0 1 1,-6 8-385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44,'-4'4'367,"0"1"0,1-1 0,-1 1 1,1 0-1,1 0 0,-1 0 0,-3 10 0,6-14-210,0-1 0,0 1-1,0 0 1,-1 0 0,1 0 0,0-1 0,1 1-1,-1 0 1,0 0 0,0 0 0,0-1-1,0 1 1,1 0 0,-1-1 0,0 1-1,1 0 1,-1 0 0,0-1 0,1 1 0,-1 0-1,1-1 1,-1 1 0,2 0 0,0 0 94,0 0 0,0 1 1,0-2-1,0 1 1,0 0-1,0 0 0,0-1 1,1 1-1,-1-1 0,0 0 1,0 1-1,3-1 1,33 0 1320,-1-1-1,41-6 1,-27-2-4657,-4-1-4491,-19 1 4191,-16 3 2764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33 60,'-1'-13'202,"-5"-6"16230,-1 33-15647,-12 35-925,-38 72-1,24-68-3308,-5-5-4201,38-47 7563,-1-1 1,1 0-1,0 0 1,0 0 0,-1 0-1,1 1 1,0-1 0,0 0-1,-1 0 1,1 0-1,0 0 1,0 0 0,-1 0-1,1 0 1,0 0 0,0 0-1,-1 0 1,1 0-1,0 0 1,0 0 0,-1 0-1,1 0 1,0 0 0,0 0-1,-1 0 1,1-1 0,0 1-1,0 0 1,-1 0-1,1 0 1,0 0 0,0 0-1,-1-1 1,1 1 0,0 0-1,0 0 1,0 0-1,0-1 1,-1 1 0,1 0-1,0 0 1,0-1 0,0 1-1,0 0 1,0 0-1,0-1 1,0 1 0,0 0-1,0 0 1,0-1 0,0 1-1,0 0 1,0-1-1,0 1 1,0 0 0,0 0-1,0-1 1,0 1 0,0 0-1,0 0 1,0-1 0,0 1-1,0 0 1,0 0-1,1-1 1,-2-9-276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3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49 220,'0'-2'47,"-13"-34"3037,10 25 780,9 20 1734,33 54-1254,35 25-2910,-9-13-1381,-31-24-1517,-5-7-3417,4-7-4112,-11-24 6156,-9-11 2384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3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1 105 140,'13'-63'3943,"-11"42"1575,-1 0 4800,18 62-8644,-6 13-1484,-2-1-1,-3 2 0,2 77 1,-9-84-615,2-1 0,3 0 0,2 0 0,1-1 0,20 56-1,-18-79-577,13 3-6855,-23-25 7578,-1-1-1,1 1 1,0-1-1,-1 0 1,1 1-1,0-1 1,0 0 0,-1 0-1,1 1 1,0-1-1,0 0 1,-1 0 0,1 0-1,0 0 1,0 0-1,-1 0 1,1 0 0,0 0-1,0 0 1,0 0-1,-1 0 1,1-1 0,0 1-1,0 0 1,1-1-1,-1-1 79,1 1-1,-1-1 1,0 0-1,1 1 1,-1-1-1,0 0 0,0 0 1,0 0-1,0 0 1,0 0-1,-1 0 1,1 0-1,0 0 1,0-3-1,4-22-351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4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2 145 48,'-1'-5'164,"1"0"0,-1-1 0,1 1 0,1 0 0,-1-1 0,1 1 0,0 0 0,0 0 0,1-1 0,-1 1 0,1 0 0,0 0 0,0 1 0,1-1 0,0 0 0,0 1 0,0-1 0,0 1 0,6-5 0,-6 5 138,0 0 0,1 1 0,0 0 0,0 0 0,0 0 1,0 0-1,1 0 0,-1 1 0,1 0 0,-1 0 0,1 0 0,0 1 0,0-1 0,-1 1 1,1 0-1,0 0 0,0 1 0,0 0 0,1 0 0,-1 0 0,5 1 0,-8-1-149,0 1 1,-1-1-1,1 1 0,0 0 0,0 0 0,0 0 0,0 0 0,-1 0 1,1 0-1,0 0 0,-1 1 0,1-1 0,-1 0 0,1 1 0,-1-1 1,0 1-1,0 0 0,0 0 0,0-1 0,0 1 0,0 0 0,0 0 1,0 0-1,-1 0 0,1 0 0,-1 0 0,0 0 0,1 0 0,-1 0 1,0 0-1,0 0 0,0 0 0,0 0 0,-1 0 0,1 0 1,-2 4-1,0 4 311,0 0 1,-1 0 0,0 0 0,-1 0-1,-9 17 1,-4 2 36,-2 0-1,-28 33 1,5-18-4111,62-60-5751,13-6 5092,-7 4 2603,2-1 805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6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64 151 52,'-5'-19'1578,"1"0"1,-3-30-1,0-3 5573,3 41-2815,0 10-1757,-5 23-1066,-2 34-1729,-1 202 575,12-148-3095,0-66 302,0-40 1671,0 0 0,0 0 0,1 0 0,-1 0 0,1 0 0,0 0-1,0 0 1,0 0 0,3 5 0,-4-8 562,1 0 0,0 0 1,-1 0-1,1-1 0,0 1 0,0 0 1,0 0-1,0 0 0,0-1 0,0 1 1,0 0-1,0-1 0,0 1 0,0-1 1,0 1-1,1-1 0,-1 0 0,0 1 1,0-1-1,0 0 0,1 0 0,-1 0 0,0 0 1,0 0-1,0 0 0,1 0 0,-1 0 1,0 0-1,0-1 0,0 1 0,1-1 1,-1 1-1,1-1 0,13-5-465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6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41 80,'4'-16'546,"-5"-4"4319,1 20-4727,0 0-1,0-1 1,-1 1-1,1 0 0,0 0 1,0-1-1,0 1 0,0 0 1,-1 0-1,1-1 1,0 1-1,0 0 0,-1 0 1,1-1-1,0 1 0,0 0 1,-1 0-1,1 0 1,0 0-1,-1 0 0,1-1 1,0 1-1,0 0 0,-1 0 1,1 0-1,0 0 1,-1 0-1,1 0 0,0 0 1,-1 0-1,1 0 0,0 0 1,-1 0-1,-18 12 2046,14-7-2008,1 0 0,0 0 0,1 1 0,-1-1-1,1 1 1,0-1 0,0 1 0,1 0 0,0 0 0,0 0-1,0 0 1,1 1 0,0-1 0,0 0 0,1 1 0,-1-1 0,1 1-1,1-1 1,-1 0 0,1 1 0,0-1 0,1 0 0,0 1-1,0-1 1,0 0 0,0 0 0,7 10 0,-7-11-173,0-1 1,1 1-1,-1-1 1,1 1-1,0-1 0,0 0 1,1 0-1,-1-1 1,1 1-1,-1-1 1,1 0-1,0 1 0,1-2 1,-1 1-1,0 0 1,1-1-1,0 0 1,-1 0-1,1 0 0,0-1 1,0 0-1,0 0 1,0 0-1,0 0 1,0-1-1,0 0 0,0 0 1,0 0-1,1-1 1,-1 1-1,0-1 1,0 0-1,-1-1 0,1 1 1,5-3-1,-6 1 23,-1 1 0,1-1 0,-1 0 0,1 0 0,-1 0 0,0 0 0,0 0-1,-1-1 1,1 1 0,-1-1 0,0 0 0,0 0 0,0 0 0,0 0 0,0 0 0,-1 0 0,0 0-1,0-1 1,0 1 0,-1 0 0,1-1 0,-1 1 0,0 0 0,0-1 0,0 1 0,-1 0 0,-2-9-1,1 2-353,0-1 0,-1 1 0,0-1 0,-6-11 0,5 14-1346,0 1 0,0 0 1,-1 0-1,-10-13 0,-3 7-5417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7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16,'18'0'998,"-1"-1"1165,1 1 0,0 2 0,22 3-1,-33-3-1566,1 0 1,-1 1-1,0-1 0,0 1 0,0 1 0,-1 0 0,1 0 0,-1 0 0,0 1 0,10 9 0,-4-2 177,-1 2 0,-1-1-1,0 1 1,-1 1 0,0 0 0,-1 0-1,-1 1 1,6 19 0,-12-53-785,0 1-1,2-1 1,0 1 0,0 0 0,10-25 0,-9 30-1075,1 1 1,0 0-1,1 0 0,0 0 1,7-9-1,-11 18 596,-1 1 0,0-1 0,0 1-1,0 0 1,0-1 0,1 1 0,-1 0-1,1 0 1,-1 0 0,1 0 0,-1 0 0,1 1-1,0-1 1,-1 0 0,1 1 0,0-1-1,-1 1 1,1-1 0,0 1 0,0 0 0,0 0-1,-1 0 1,1 0 0,0 0 0,0 0-1,1 1 1,18 8-2085,-7 1 1919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7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49 60,'1'2'272,"1"-1"-1,-1 1 1,1-1 0,-1 0 0,1 0-1,0 0 1,-1 0 0,1 0-1,0 0 1,0 0 0,0 0-1,0-1 1,0 1 0,0-1 0,0 0-1,0 1 1,0-1 0,0 0-1,0 0 1,0 0 0,0 0-1,0-1 1,0 1 0,0 0 0,0-1-1,0 0 1,3-1 0,1 0 290,0 0 1,-1-1-1,1 0 1,-1 0-1,0 0 0,0-1 1,0 0-1,6-5 1,-11 8-503,1 1-1,-1 0 1,1-1 0,-1 1 0,1 0 0,-1-1-1,0 1 1,1-1 0,-1 1 0,1-1 0,-1 1-1,0-1 1,0 1 0,1-1 0,-1 1-1,0-1 1,0 1 0,0-1 0,1 0 0,-1 1-1,0-1 1,0 1 0,0-1 0,0 0 0,0 1-1,0-1 1,0 1 0,0-1 0,0 0 0,-1 1-1,1-1 1,0 1 0,0-1 0,0 1-1,-1-1 1,1 1 0,0-1 0,-1 1 0,1-1-1,0 1 1,-1-1 0,1 1 0,-1-1 0,1 1-1,0 0 1,-1-1 0,1 1 0,-1 0 0,0-1-1,1 1 1,-1 0 0,1 0 0,-1-1-1,1 1 1,-1 0 0,1 0 0,-1 0 0,0 0-1,1 0 1,-1 0 0,1 0 0,-1 0 0,0 0-1,0 0 1,-40 1 684,35 1-737,1 0-1,0 1 0,0-1 1,0 1-1,1 0 1,-1 1-1,1-1 1,-1 1-1,1 0 0,0 0 1,1 0-1,-1 0 1,1 1-1,0 0 0,0-1 1,0 1-1,0 0 1,1 1-1,0-1 0,0 0 1,1 1-1,-2 6 1,2-9-165,1 0 0,0 0 0,0 0-1,0 0 1,0 1 0,0-1 0,0 0 0,1 0 0,0 0 0,-1 0 0,1 0 0,0 0 0,1 0 0,-1 0 0,0 0 0,1 0 0,0-1 0,0 1 0,0 0 0,0-1 0,0 0 0,0 1 0,0-1 0,1 0 0,-1 0 0,1 0 0,0-1 0,-1 1 0,1-1 0,0 1 0,0-1 0,0 0 0,0 0 0,0 0 0,0 0-1,0-1 1,0 1 0,1-1 0,-1 0 0,3 0 0,21 1-2268,1-1 0,37-4 0,56-13-618,-106 14 2901,52-9-332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8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379 575 212,'1'-2'159,"0"-1"0,0 1 0,0 0 0,0-1 0,-1 1-1,1-1 1,0 1 0,-1-1 0,0 1 0,0-1 0,0 1 0,0-1 0,0 1 0,0-1 0,-1 1-1,1 0 1,-1-1 0,0 1 0,1-1 0,-1 1 0,-3-5 0,2 4 154,-1-1-1,0 0 1,-1 1 0,1 0-1,0 0 1,-1 0-1,0 0 1,0 0 0,0 1-1,0 0 1,-5-3 0,-3 0 343,0 1 1,-1 0-1,0 0 1,0 1 0,1 1-1,-2 0 1,-21 0 0,23 4-540,1-1 0,-1 1 1,1 1-1,0 0 0,0 0 1,0 1-1,0 0 0,1 1 1,-12 8-1,15-10-116,1 1-1,0 1 0,0-1 0,0 1 1,1 0-1,0 0 0,-1 1 1,2-1-1,-1 1 0,1 1 1,0-1-1,0 0 0,1 1 1,0 0-1,-3 9 0,5-14-5,0 0-1,0 0 1,1 0 0,-1 0-1,1 1 1,-1-1-1,1 0 1,0 0-1,0 1 1,0-1 0,0 0-1,1 0 1,-1 0-1,0 1 1,1-1-1,0 0 1,-1 0-1,1 0 1,0 0 0,0 0-1,0 0 1,0 0-1,1 0 1,-1 0-1,1-1 1,-1 1 0,1 0-1,-1-1 1,1 1-1,0-1 1,0 0-1,-1 0 1,1 1 0,0-1-1,0 0 1,0-1-1,0 1 1,1 0-1,-1-1 1,0 1 0,0-1-1,0 1 1,4-1-1,2 1 3,0-1 0,1 0 0,-1 0 0,1-1 0,-1 0 0,0 0-1,1-1 1,-1 0 0,0-1 0,11-5 0,-11 4 76,-1 0 0,1 0 0,-1-1 0,0-1 0,-1 1 1,1-1-1,-1 0 0,0 0 0,0-1 0,-1 0 0,0 0 0,7-13 0,-6 7 162,0 0-1,-2 0 1,0 0 0,0 0-1,-1-1 1,-1 1-1,2-19 1,-4-15 414,-2 0-1,-1 0 1,-17-76 0,17 109-673,-5-26 251,-25-75 0,45 219-178,41 87 330,-5-23-2250,-25-54-5014,-22-103 5929,1 0-1,-2 1 0,1-1 1,-2 1-1,1-1 0,-2 0 0,1 0 1,-2 1-1,1-1 0,-7 15 1,-4 2 381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114 130 64,'-38'-10'1883,"-1"-1"2845,2-2 4203,51 16-8422,-1-1 0,1 0 0,0-1 0,18-1 0,-11 0-289,123-1-274,158-24 1,-139 9-276,84-2 146,242-26 227,-512 47-6079,-38 5-2116,-1 0 5232,23 0 2308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9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53 12,'-22'-2'1271,"17"2"-183,1-1 0,-1 1 0,1-1 1,-1 1-1,0-1 0,1-1 0,0 1 0,-8-4 0,20 3 2220,20-1-3006,-22 2 14,464-29 427,-447 29-721,4 0-516,19-1 903,-31 2-3709,0 1-3359,-9 1 1755,-3 0 4560,4 0-115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86 60,'-1'1'230,"0"-1"1,0 0-1,-1 0 0,1 0 1,0 0-1,0 0 0,0 0 1,-1-1-1,1 1 0,0 0 1,0 0-1,0-1 0,0 1 1,0-1-1,0 1 0,-1-1 0,1 0 1,0 1-1,-1-2 0,2 1-108,0 1 0,0-1 0,0 0 0,0 1 0,0-1 0,0 0 0,0 1 0,1-1 0,-1 1-1,0-1 1,0 0 0,0 1 0,1-1 0,-1 0 0,0 1 0,1-1 0,-1 1 0,0-1 0,1 1-1,-1-1 1,1 1 0,-1-1 0,1 1 0,0-1 0,51-37 3418,-34 26-1961,-18 12-1532,0 0 0,1-1 1,-1 1-1,0 0 1,0-1-1,0 1 1,0 0-1,0 0 1,0-1-1,1 1 1,-1 0-1,0-1 1,0 1-1,0 0 1,0-1-1,0 1 1,0 0-1,0-1 1,0 1-1,0 0 1,0-1-1,-1 1 1,1 0-1,0 0 1,0-1-1,0 1 1,0 0-1,0-1 1,-1 1-1,1 0 1,0 0-1,0-1 0,0 1 1,-1 0-1,1 0 1,0 0-1,0-1 1,-1 1-1,1 0 1,0 0-1,0 0 1,-1 0-1,1 0 1,0-1-1,-1 1 1,1 0-1,0 0 1,0 0-1,-1 0 1,1 0-1,0 0 1,-1 0-1,1 0 1,0 0-1,-1 0 1,1 0-1,0 0 1,-1 1-1,-22-5 961,2 5-737,0 0 1,0 2 0,-38 9 0,49-10-265,0 1-1,1 0 1,-1 1-1,1 0 0,0 1 1,0 0-1,0 0 1,1 1-1,-1 0 1,-7 8-1,14-12-9,0 0-1,1 1 1,-1-1 0,1 0-1,0 1 1,0-1-1,0 1 1,0 0-1,0-1 1,0 1-1,1 0 1,-1-1 0,1 1-1,0 0 1,0 0-1,0-1 1,0 1-1,0 0 1,1 0-1,-1-1 1,1 1 0,0 0-1,0-1 1,0 1-1,0-1 1,0 1-1,0-1 1,1 1 0,-1-1-1,4 4 1,6 8 5,0 0 0,0-1 0,22 19 0,-24-24 4,40 34 34,-33-30 6,0 1-1,-1 1 1,0 0 0,-1 1 0,-1 1-1,-1 0 1,14 22 0,-26-37-10,1 0 1,0 0 0,-1 1 0,1-1 0,-1 1-1,1-1 1,-1 0 0,0 1 0,0-1-1,1 1 1,-1-1 0,0 1 0,0-1 0,-1 1-1,1-1 1,0 0 0,0 1 0,-1-1-1,1 1 1,-1-1 0,1 0 0,-1 1 0,0 1-1,-1-1 4,0 0-1,0-1 0,0 1 0,0 0 0,0-1 1,0 1-1,0-1 0,0 0 0,-1 1 0,1-1 1,0 0-1,-4 1 0,-10 2 35,0-1 0,0 0-1,-26 0 1,26-2-79,-80 13 52,-19 1-4541,114-15 3942,-1 0 1,0 0 0,0 0-1,0 0 1,0 0 0,1 0-1,-1-1 1,0 1 0,0-1-1,0 1 1,1-1 0,-1 0-1,0 0 1,1 0 0,-1 0-1,1 0 1,-1 0 0,1 0-1,-1 0 1,1 0 0,-3-3-1,-5-13-1899,5 4 1759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911 49 136,'-3'-2'217,"0"0"0,0 1 0,0-1 0,0 1 0,0-1 0,0 1 0,-1 0 0,1 0 0,0 1 0,-1-1 0,1 1 0,-1-1 0,1 1 0,0 0 0,-1 0 0,-6 2 0,-61 14 2386,50-10-1841,-216 62 4432,194-53-4931,1 2-1,0 2 0,-55 34 0,65-32-76,1 1 1,1 2-1,0 0 0,2 3 1,1 0-1,2 2 0,-39 54 0,59-74-136,1-1 0,0 1 0,1 0 0,0 0-1,0 0 1,1 1 0,0-1 0,1 0 0,0 1-1,0 0 1,1-1 0,0 1 0,1-1 0,0 1-1,1-1 1,0 1 0,0-1 0,1 0 0,0 0-1,0 0 1,1 0 0,0-1 0,1 1 0,8 10 0,-2-2-16,1-1 1,1-1 0,0 0-1,1 0 1,1-2 0,0 0-1,1 0 1,0-1 0,1-1-1,31 15 1,-16-14-20,0-1-1,0-1 0,1-2 1,1-1-1,-1-2 0,1-1 1,0-1-1,46-3 0,-36-3-29,0-1-1,0-3 1,-1-1-1,0-2 1,82-31-1,-108 34 9,-1-1 0,0 0 0,0-1-1,-1-1 1,0 0 0,0-2 0,-1 1 0,-1-2-1,19-21 1,-24 25 16,-1-1-1,-1-1 1,1 1-1,-2-1 1,1 0-1,-2 0 0,1-1 1,-2 0-1,1 1 1,-2-1-1,1 0 1,-2-1-1,0 1 1,0 0-1,-2-14 1,-2-6 0,-1 1 0,-2 0 0,-1 0 0,-1 1 0,-2 0 0,-1 1 0,-1 0 1,-2 0-1,0 1 0,-2 1 0,-1 1 0,-2 0 0,0 1 0,-2 1 0,-44-40 1,54 55-185,-1 1 0,0 1 0,0 0 0,0 0 1,-1 1-1,0 1 0,-1 0 0,-15-3 0,13 5-590,0 1 0,0 0-1,0 1 1,0 1-1,0 1 1,0 0-1,1 1 1,-1 0 0,0 2-1,1 0 1,-1 0-1,1 2 1,0 0-1,1 0 1,-1 2 0,1-1-1,1 2 1,-19 14-1,-15 16 143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457 104 148,'15'-30'10885,"-7"18"-9254,-5 11-1409,-1-1 0,1 0 0,-1 0 0,0 0 0,0 0 0,0 0 0,0 0 0,0 0 0,0-1 0,-1 1 0,1-1 0,-1 1 0,0-1 0,1 0 0,0-2 0,-2 4-153,0 0-1,0 1 1,-1-1-1,1 0 1,0 1 0,0-1-1,0 1 1,0-1-1,-1 0 1,1 1-1,0-1 1,-1 1 0,1-1-1,0 0 1,-1 1-1,1-1 1,-1 1 0,1 0-1,0-1 1,-1 1-1,1-1 1,-1 1 0,0-1-1,0 1 1,-29-8 658,9 7-604,0 1 0,-1 0 0,1 2 0,0 1 0,0 0-1,0 1 1,1 2 0,-1 0 0,1 1 0,1 1 0,-1 1-1,-28 17 1,45-24-117,1 0 1,-1 0-1,1 0 0,-1 0 1,1 0-1,0 0 0,0 1 1,0-1-1,0 1 0,0-1 1,1 1-1,-1 0 0,1 0 0,0 0 1,-1 0-1,1 0 0,1 0 1,-1 0-1,0 0 0,1 0 1,-1 4-1,2-3 1,0 0-1,0 0 1,0 0 0,0 0-1,1 0 1,-1 0-1,1 0 1,0 0 0,0-1-1,0 1 1,1-1 0,0 0-1,-1 0 1,4 3 0,10 9 20,0-2 0,1 0 0,0-1 0,1-1 0,20 10 1,42 15 32,-56-27-1,-1 1-1,0 2 0,0 0 1,-1 1-1,24 20 0,-45-33-35,0 1 0,0-1 0,-1 1 0,1 0 0,0-1 0,-1 1 0,1 0 0,0 0 0,-1-1 0,1 1 0,-1 0 0,1 0 0,-1 0 0,1 0 0,-1 0 0,0 0 0,1 0 0,-1 0 0,0 0 0,0 0 0,0 0 0,0 0 0,0 0 0,0 0 0,0 0 0,0 0 0,0 0 0,0 0 0,-1 1 0,0 0 12,-1 0-1,1 0 1,0-1-1,-1 1 1,0-1 0,1 1-1,-1-1 1,0 1 0,0-1-1,0 0 1,1 0-1,-5 2 1,-6 1 54,1 0 0,-1 0 0,-21 3 0,-23 0-668,1-3 1,-82-3-1,55-8-5415,1-5-6371,61 7 10766,2 0 826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1102 5 124,'-3'-1'163,"0"0"1,0 0-1,-1 1 1,1-1-1,0 1 0,-1 0 1,1 0-1,0 0 0,-1 0 1,1 0-1,0 1 1,-1 0-1,1-1 0,0 1 1,0 0-1,0 1 0,0-1 1,0 1-1,0-1 0,0 1 1,0 0-1,-4 4 1,-7 5 231,0 1 0,1 1 0,-11 15 1,9-12 19,-155 158 3710,-250 197 0,342-310-3709,-69 60 21,126-101-424,0 0 1,1 2 0,1 1-1,-20 31 1,35-47-547,-1 3 512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7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78 80,'12'-44'2638,"-12"42"-2192,0 0 0,1 0 0,-1 0 0,0 0 0,0 0 0,-1 0 0,1 0 0,0 0-1,-1 0 1,1 0 0,-2-4 0,2 6-354,-1 0-1,1 0 0,-1 0 0,1-1 0,-1 1 0,1 0 0,0 0 1,-1 0-1,1 0 0,-1 0 0,1 0 0,-1 0 0,1 0 0,-1 0 1,1 0-1,-1 0 0,1 0 0,0 1 0,-1-1 0,1 0 0,-1 0 1,1 0-1,-1 1 0,1-1 0,0 0 0,-1 0 0,1 1 0,0-1 0,-1 0 1,1 1-1,0-1 0,-1 0 0,1 1 0,0-1 0,0 0 0,-1 1 1,1-1-1,0 1 0,0-1 0,0 1 0,0-1 0,-1 1 0,-14 23 554,13-21-451,-181 303 1570,226-363-1818,30-102 4,-15 28 289,-58 132-233,0-1 0,0 0 0,0 0 0,0 0 0,0 0 0,0 0 0,0 0 0,0 0 0,0 0 0,0 0 0,0 1 0,0-1 0,0 0 0,0 0 0,1 0 0,-1 0 0,0 0 0,0 0 0,0 0 0,0 0 0,0 0 0,0 0 0,0 0 0,0 0 0,0 0 0,0 0 0,0 1 0,0-1 0,1 0 0,-1 0 0,0 0 0,0 0 0,0 0 0,0 0 0,0 0 0,0 0 0,0 0 0,0 0 0,0 0 0,1 0 0,-1 0 0,0 0 0,0 0 0,0 0 0,0 0 0,0 0 0,0-1 0,0 1 0,0 0 0,0 0 0,0 0 0,1 0 0,-1 0 0,0 0 0,0 0 0,0 0 1,0 0-1,0 0 0,0 0 0,0 0 0,0 0 0,0-1 0,3 18 213,1 32-34,-3-33-120,5 25-169,2 0 0,1-1 0,3 1 0,1-2 0,1 0 0,25 45-1,-25-52-615,-9-12-2186,-15-16-2031,-25-19-1368,29 12 6844,-14-7-999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55 104 84,'-7'-3'231,"-27"-13"1368,33 16-1446,1 0 1,-1 0 0,0-1 0,1 1 0,-1 0-1,0 0 1,1-1 0,-1 1 0,1-1 0,-1 1-1,0 0 1,1-1 0,-1 1 0,1-1 0,-1 0-1,1 1 1,0-1 0,-1 1 0,1-1-1,-1 0 1,1 1 0,0-1 0,0 0 0,-1 1-1,1-1 1,0 0 0,0 1 0,0-1 0,0 0-1,0 1 1,0-1 0,0 0 0,0 0 0,0 1-1,0-1 1,0-1 0,4 0-3,0-1 1,0 1-1,0 0 0,0 0 0,0 0 1,1 1-1,-1-1 0,1 1 0,-1 0 1,0 0-1,7 0 0,0 0-30,25-7 53,19-4-4829,105-8 1,-136 18 4253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698 170 20,'-15'-32'420,"9"17"817,-1 1 0,0 0 0,-1 1 0,-19-25 1,23 34-946,0 0-1,-1 0 1,1 0 0,-1 1 0,0 0 0,0 0 0,0 0 0,-1 0 0,1 1 0,-1-1 0,1 2 0,-1-1 0,0 1 0,0-1 0,1 1 0,-1 1-1,-7-1 1,-13 1 116,-1 1-1,1 2 1,0 0-1,0 2 1,0 1-1,0 0 1,1 2-1,0 1 1,1 2-1,-36 19 1,44-22-332,2 1-1,-1 1 1,1 0 0,1 1 0,0 1-1,0 0 1,1 0 0,1 1-1,0 1 1,0 0 0,2 0 0,0 1-1,0 0 1,2 1 0,0 0 0,-10 32-1,14-36-49,1 0-1,1 1 0,-1-1 1,2 0-1,0 0 0,0 1 1,1-1-1,1 0 0,0 0 1,1 0-1,0 0 1,0 0-1,1-1 0,7 13 1,-4-10-6,2-1 1,-1-1-1,1 1 1,1-2-1,0 1 1,1-1-1,0-1 1,1 0-1,0-1 1,17 11-1,-4-6-10,0-1 0,1-1-1,1-1 1,0-1 0,0-2-1,1 0 1,0-2 0,0-1-1,0-2 1,1 0 0,47-3-1,-55-1-11,0-2 0,0 0-1,-1-1 1,1-1 0,-1-1-1,0-1 1,-1-1 0,1 0-1,33-21 1,-46 24 3,1 0 0,-2-1 1,1 1-1,-1-1 0,1-1 0,-2 1 0,1-1 0,-1 0 1,0 0-1,0 0 0,-1-1 0,0 0 0,0 0 0,-1 0 0,0 0 1,-1-1-1,1 1 0,-2-1 0,1 1 0,-1-1 0,0 0 1,-1 1-1,0-1 0,-1 0 0,1 0 0,-4-9 0,-1-3-273,0 0 0,-2 0 0,-1 1 0,0 0 0,-2 1 0,0-1 0,-1 2 0,-1 0 0,-22-27 0,21 30-734,-1 0 1,-1 1-1,0 0 0,0 1 1,-2 1-1,1 0 0,-2 1 0,1 1 1,-1 1-1,-25-10 0,28 15 458,1 0-1,0 1 1,-1 1-1,0 0 1,1 0 0,-20 2-1,-22 5-137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84 32,'0'-36'1208,"0"30"-15,1 1 1,-1-1 0,0 1 0,-1 0 0,1-1-1,-3-9 1,61 143 5940,17 5-5143,96 122-1556,-101-154-157,6-3-1,3-3 0,103 94 0,-181-187-231,0-1 0,1 0 0,-1 1 0,1-1 0,0 0 0,-1 0 0,1 0-1,0 0 1,0 0 0,0-1 0,0 1 0,2 0 0,-3-1-199,0 0 0,-1 0 0,1 0 0,-1 0 0,1 0 0,0 0 0,-1 0-1,1-1 1,-1 1 0,1 0 0,-1 0 0,1-1 0,-1 1 0,1 0 0,-1-1 0,1 1 0,-1 0 0,1-1 0,-1 1 0,1-1 0,-1 1 0,0-1-1,1 1 1,-1-1 0,0 1 0,1-2 0,0-3-1816,1 0 0,-1-1 0,0 1 0,0 0 0,-1-1 0,1 1 0,-2-7 0,1 11 1112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6 100 20,'-5'-71'3438,"4"43"4526,2 37-4705,4 118-2428,5 55-3530,-10-182 2533,0 1 0,0 0 0,0 0 0,-1-1 0,1 1 0,0 0 0,0 0-1,1 0 1,-1-1 0,0 1 0,0 0 0,0 0 0,0-1 0,1 1 0,-1 0 0,0-1 0,1 1 0,-1 0-1,0-1 1,1 1 0,-1 0 0,1-1 0,-1 1 0,1-1 0,-1 1 0,1-1 0,0 1 0,-1-1 0,1 1-1,0-1 1,-1 0 0,1 1 0,0-1 0,-1 0 0,1 0 0,0 1 0,0-1 0,-1 0 0,1 0 0,0 0-1,0 0 1,-1 0 0,1 0 0,0 0 0,0 0 0,-1 0 0,1 0 0,0-1 0,0 1 0,0 0 0,2-2-160,-1 1 0,1-1 1,-1 0-1,0 0 1,1 0-1,-1 0 1,0 0-1,0-1 1,0 1-1,-1 0 1,3-5-1,4-11-90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40 110 176,'-5'-4'373,"1"0"0,-1 0 0,1-1 1,0 0-1,1 0 0,-1 0 0,-4-8 0,8 11-274,-1 1-1,1 0 1,0 0-1,-1-1 1,1 1-1,0 0 1,0 0 0,0-1-1,0 1 1,0 0-1,0-1 1,0 1-1,0 0 1,0 0 0,1-1-1,-1 1 1,0 0-1,1 0 1,-1-1-1,1 1 1,0 0-1,-1 0 1,1 0 0,0 0-1,0 0 1,0 0-1,-1 0 1,1 0-1,0 0 1,0 1-1,0-1 1,1 0 0,-1 0-1,0 1 1,0-1-1,0 1 1,0-1-1,1 1 1,-1 0 0,0-1-1,3 1 1,14-6 79,1 1 1,1 1-1,-1 1 1,0 1-1,1 0 1,0 1-1,-1 2 0,1 0 1,-1 1-1,1 0 1,-1 2-1,30 9 1,-47-12-112,-1-1 0,1 0 0,0 1-1,0 0 1,-1-1 0,1 1 0,0 0 0,-1 0 0,1 0 0,-1 0 0,1 0 0,-1 0 0,1 0-1,-1 0 1,0 1 0,1-1 0,-1 1 0,0-1 0,0 1 0,0-1 0,0 1 0,-1-1-1,1 1 1,0 0 0,-1 0 0,1-1 0,-1 1 0,1 0 0,-1 0 0,0 0 0,0-1 0,0 1-1,0 0 1,0 0 0,0 0 0,0 0 0,-1-1 0,1 1 0,-1 0 0,1 0 0,-1-1-1,0 1 1,1 0 0,-1-1 0,0 1 0,0-1 0,0 1 0,-1-1 0,-1 3 0,-9 9 456,0 0 1,0-1 0,-1-1-1,-20 14 1,15-12-245,17-12-266,1-1-1,-1 0 0,1 1 1,-1-1-1,1 1 0,0-1 1,-1 0-1,1 1 0,-1-1 1,1 1-1,0-1 0,-1 1 1,1-1-1,0 1 0,0-1 1,-1 1-1,1 0 0,0-1 1,0 1-1,0-1 0,0 1 1,0-1-1,0 1 0,-1 0 1,1-1-1,1 1 0,-1 0 0,0-1 1,0 1-1,0-1 0,0 1 1,1 0-1,17 15 218,44 5 13,-48-17-133,17 7 86,-17-8 0,-1 1-1,0 1 1,0 0-1,0 0 1,-1 2-1,0-1 0,0 2 1,21 16-1,-32-23-131,0 0 0,0 1-1,1-1 1,-1 0 0,0 1-1,-1-1 1,1 1 0,0-1-1,0 1 1,-1-1-1,1 1 1,-1-1 0,1 1-1,-1 0 1,0-1 0,1 1-1,-1 0 1,0-1 0,0 1-1,0 0 1,0 0 0,-1 2-1,-1-1 18,1 1-1,0-1 0,-1 0 1,0 0-1,1-1 0,-1 1 1,0 0-1,0-1 0,-1 1 1,-4 3-1,-3 2 20,0-1 0,0 0 0,0 0 0,-1-1 1,-14 5-1,8-5-304,0 0 1,0-1-1,-31 5 1,-3-9-2738,45-2 1700,0 0 1,0 0 0,-1-1 0,2 1 0,-12-6 0,16 7 899,-1-1 0,1 0 0,0 1 0,0-1 0,0 1 0,0-1 1,0 0-1,0 0 0,0 0 0,1 1 0,-1-1 0,0 0 0,0 0 0,1 0 0,-1 0 0,0 0 0,1 0 1,-1-1-1,1 1 0,-1 0 0,1 0 0,-1-2 0,7-17-1853,3 8 1700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649 87 104,'-8'-13'108,"4"5"515,-1 0-1,0 0 1,-1 1-1,1 0 1,-13-12-1,15 17-387,0 0 0,0 0 0,0 1-1,0-1 1,0 1 0,0-1 0,-1 1-1,1 0 1,-1 0 0,1 1 0,-1-1-1,1 1 1,-1-1 0,1 1-1,-1 0 1,1 1 0,-1-1 0,-5 2-1,-20 4 732,1 1 0,0 2 0,0 0 0,1 2 0,-33 18 0,29-11-704,0 1 0,1 1 0,2 1 0,0 2 0,1 1 0,1 1 0,-23 29 0,40-42-235,0 0 0,1 0-1,0 1 1,1 1-1,1-1 1,0 1-1,0 0 1,2 1-1,-1-1 1,2 1 0,0 0-1,1-1 1,0 1-1,2 1 1,-1-1-1,2 0 1,0 0-1,1 0 1,0 0-1,1-1 1,1 1 0,0-1-1,1 1 1,1-1-1,9 18 1,-2-10 17,0 0-1,1-1 1,1-1 0,1 0 0,1-1-1,1-1 1,0 0 0,1-2 0,1 0-1,0-1 1,2-1 0,-1-1 0,2 0 0,32 12-1,-27-16-42,0-1 0,1 0 1,0-3-1,1 0 0,0-2 0,-1-1 0,1-1 0,0-2 0,0-1 0,-1-1 0,1-1 0,37-12 0,-50 11 9,0-1-1,-1 0 0,0-1 0,0-1 1,-1-1-1,0 0 0,-1-1 1,0 0-1,22-22 0,-26 22 20,-2-1 0,1 1 0,-2-2 0,1 1-1,-2-1 1,1 0 0,-2 0 0,1-1 0,-2 0 0,0 0-1,0 0 1,-1 0 0,2-24 0,-4 15 6,-1 1 1,-1-1-1,-1 1 1,-1-1-1,-1 1 0,0 0 1,-2 0-1,-1 0 0,0 1 1,-14-27-1,10 24-288,-2 1-1,0 1 1,-2-1-1,0 2 0,-1 0 1,-1 1-1,-1 1 1,-30-24-1,30 30-508,0 1 1,0 1-1,-1 0 0,0 1 0,-1 2 1,0 0-1,0 1 0,-1 1 1,1 0-1,-1 2 0,0 1 0,0 0 1,0 1-1,0 2 0,0 0 0,0 1 1,0 1-1,0 1 0,-28 9 0,-38 17-135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4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1023 54 48,'1'-3'235,"0"-1"-1,-1 1 1,0 0-1,0-1 1,0 1 0,0 0-1,0 0 1,0-1-1,-1 1 1,0 0 0,-1-6-1,1 9-120,1-1 0,0 0-1,-1 1 1,1-1 0,-1 1-1,1-1 1,-1 1 0,1-1 0,-1 1-1,1-1 1,-1 1 0,0 0-1,1-1 1,-1 1 0,0 0-1,1-1 1,-1 1 0,0 0 0,1 0-1,-1 0 1,0 0 0,0 0-1,-26 8 1578,-25 23 1572,-84 69 0,54-37-1317,-21 12-765,-196 148 2297,157-103-4581,10 11-3975,129-128 4278,0 0 0,0 0 1,0 0-1,0 1 1,1-1-1,0 1 1,-1-1-1,1 1 0,0 0 1,1 0-1,-1 0 1,1 0-1,0 1 1,0-1-1,-1 5 0,2-8-257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8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52 164 64,'1'-14'910,"0"-1"0,1 1 0,6-21 0,1-8 3341,-9 18-468,0 24-3687,1 1-1,-1-1 0,0 1 0,0-1 0,0 0 0,0 1 1,0-1-1,0 1 0,0-1 0,0 1 0,0-1 0,0 0 1,0 1-1,0-1 0,-1 1 0,1-1 0,0 1 0,0-1 1,-1 1-1,1-1 0,0 1 0,-1-1 0,1 1 0,0-1 1,-1 1-1,1-1 0,0 1 0,-1 0 0,1-1 0,-1 1 1,1 0-1,-1-1 0,0 1 0,-13 48 182,-3 17-196,5-25-76,-10 70 1,22-109-8,0 1 0,0-1 0,0 0 0,0 0 0,0 1 1,1-1-1,-1 0 0,0 0 0,0 1 0,1-1 0,-1 0 0,1 0 0,0 0 1,-1 0-1,1 0 0,0 0 0,-1 0 0,1 0 0,0 0 0,0 0 1,0 0-1,0 0 0,0 0 0,1 0 0,2 1-9,0 0 0,0 0 0,0 0 0,0-1 1,0 1-1,0-1 0,7 1 0,-2-1-14,0 0 0,1 0 0,-1-1 1,0 0-1,0-1 0,15-3 0,-22 4 28,0-1 0,-1 1 0,1-1 0,0 0 0,-1 1 0,1-1 0,-1 0 0,1 0 0,-1 0 0,1 0 0,-1 0 0,0 0 0,0-1 0,1 1 0,-1 0 0,0-1 0,0 1 0,0-1 0,0 1 0,1-4 0,1-34 100,-3 28-118,-8 105 135,0 5-2943,13-37-5306,-4-58 7680,0 0 0,1 0 0,-1 0 0,1-1-1,-1 1 1,1 0 0,4 5 0,5 2-236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45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72 140 100,'-4'-5'286,"1"1"0,0-1 0,-1 0 0,2 0 0,-1 0 0,1 0 0,-1-1 0,1 1 0,1-1 0,-1 1 0,1-1 0,0 0 0,0 0 0,1 1 0,0-1 0,0 0 0,0 0 0,2-9 0,-1 13-260,1 0 1,-1 0 0,1 0-1,0 0 1,0 1 0,-1-1-1,1 0 1,0 1-1,0-1 1,0 1 0,1 0-1,-1 0 1,0 0-1,0 0 1,1 0 0,-1 0-1,1 0 1,-1 1-1,1-1 1,-1 1 0,1 0-1,-1 0 1,1 0 0,-1 0-1,3 0 1,1 0 35,1 1 0,-1-1 0,0 1 0,0 0 0,0 0-1,0 1 1,0 0 0,0 0 0,7 4 0,-11-5 19,0 0-1,1 1 1,-1 0-1,0-1 0,0 1 1,0 0-1,0 0 1,0 0-1,0 1 1,-1-1-1,1 0 0,-1 1 1,0-1-1,1 1 1,-1-1-1,0 1 1,0 0-1,-1-1 1,1 1-1,-1 0 0,1 3 1,-1-1 69,0 0-1,-1 0 1,0 0 0,0 0 0,0 0 0,-1 0-1,1 0 1,-1-1 0,0 1 0,-6 8 0,-3 3 301,0 0 0,-1-1 1,-1-1-1,-1 0 1,-16 14-1,-4-4 219,27-20-517,-1 1 0,1 0 0,0 1 0,1 0 0,-1 0-1,-7 9 1,14-14-144,0-1 0,0 1 0,0-1 0,0 0-1,0 1 1,1-1 0,-1 1 0,0-1 0,0 0-1,0 1 1,1-1 0,-1 1 0,0-1 0,0 0-1,1 1 1,-1-1 0,0 0 0,1 1 0,-1-1-1,0 0 1,1 0 0,-1 1 0,1-1 0,-1 0-1,0 0 1,1 0 0,-1 0 0,1 1 0,-1-1-1,1 0 1,-1 0 0,1 0 0,-1 0 0,0 0-1,1 0 1,-1 0 0,1 0 0,-1 0 0,1 0-1,-1-1 1,1 1 0,0 0 0,23 0 94,51-9 20,205-14 242,-271 26-7212,-26 9-1380,7-6 7664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4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81 192,'-3'0'634,"0"-1"0,0 0 0,-1 0 0,1 0 0,0-1 0,0 1 0,0-1 0,0 1-1,1-1 1,-1 0 0,0 0 0,1-1 0,-1 1 0,1 0 0,-4-6 0,5 7-470,1 1 0,0-1-1,-1 0 1,1 0 0,0 1 0,0-1 0,0 0-1,-1 0 1,1 0 0,0 1 0,0-1 0,0 0-1,0 0 1,0 0 0,0 0 0,1 1 0,-1-1 0,0 0-1,0 0 1,0 0 0,1 1 0,-1-1 0,1 0-1,0 0 1,0-1-148,1 0 0,-1 1 0,1-1 0,0 1 0,0 0 0,0-1 0,0 1 0,0 0 0,0 0 1,0 0-1,0 0 0,0 1 0,3-1 0,5-3 54,1 2 1,0 0-1,0 0 1,1 1 0,-1 0-1,0 1 1,0 0-1,17 3 1,-26-3-60,0 1 0,1-1-1,-1 1 1,1-1 0,-1 1 0,0 0-1,1 0 1,-1 0 0,0 1 0,0-1 0,0 0-1,0 1 1,0-1 0,0 1 0,0 0-1,0 0 1,-1-1 0,1 1 0,-1 0 0,1 0-1,-1 1 1,0-1 0,0 0 0,0 0-1,0 1 1,0-1 0,-1 0 0,1 1 0,-1-1-1,1 1 1,-1-1 0,0 1 0,0-1-1,0 1 1,0-1 0,0 1 0,-1-1-1,1 1 1,-1-1 0,0 0 0,1 1 0,-1-1-1,-2 3 1,-4 13 41,-1-1 0,-1 0 1,-1-1-1,-1 0 0,0 0 0,-1-1 0,0-1 0,-27 25 0,16-16-133,-36 47 0,59-70 83,0 1 0,0-1 0,-1 0 0,1 1 0,0-1 0,0 0 0,0 0 0,0 1 0,0-1 0,-1 1 0,1-1 0,0 0 0,0 1 0,0-1 1,0 0-1,0 1 0,0-1 0,0 0 0,0 1 0,0-1 0,0 0 0,1 1 0,-1-1 0,0 0 0,0 1 0,0-1 0,0 0 0,0 1 0,1-1 0,-1 0 0,0 1 0,0-1 0,1 0 0,-1 0 0,0 1 0,0-1 1,1 0-1,-1 0 0,0 0 0,0 1 0,1-1 0,-1 0 0,0 0 0,1 0 0,-1 0 0,0 0 0,1 0 0,-1 0 0,1 0 0,-1 0 0,0 0 0,1 0 0,-1 0 0,0 0 0,1 0 0,-1 0 0,0 0 0,1 0 1,-1 0-1,0 0 0,1 0 0,-1 0 0,0-1 0,1 1 0,31-4 177,-27 3-152,66-16 340,4 0-1359,-26 12-3955,-48 5 4630,1 0 0,-1 0 0,0 0 1,0 0-1,0 0 0,1 0 1,-1 0-1,0 1 0,0-1 0,0 0 1,0 1-1,0-1 0,0 1 0,0-1 1,0 1-1,0 0 0,0-1 0,0 1 1,0 0-1,0 0 0,0 0 0,-1-1 1,1 1-1,0 0 0,-1 0 0,1 0 1,0 0-1,-1 0 0,1 1 1,-1-1-1,1 1 0,3 7-321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5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45 156,'-3'-2'343,"1"1"-1,-1 0 1,0-1 0,1 0 0,-1 1-1,1-1 1,-1 0 0,1 0-1,0 0 1,-3-4 0,11 1 2345,19 5-2337,38 3-183,-1-2 0,1-3 0,81-14 0,-123 13-1139,-30 7-2826,-21 5 1483,16-3 1843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5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 80,'0'-1'146,"2"-31"1775,7 15 2313,-7 20-3897,-1-1 0,1 1 1,-1 0-1,0-1 0,1 1 0,-1 0 0,-1 0 0,1 0 0,1 5 0,-2-7-231,9 49 1052,-3 26-4558,4 30-3712,-5-89 6632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0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81 68,'-1'-4'340,"0"0"-1,1 1 1,0-1-1,-1 0 1,1 1 0,1-1-1,-1 0 1,1-3 0,0 3 402,-1 1 1,1 0 0,-1 0 0,0 0 0,0 0-1,0 0 1,0 0 0,-1 0 0,1 0 0,-1 0 0,-1-4-1,1 7-633,1-1 0,-1 1-1,0 0 1,1-1 0,-1 1-1,0 0 1,1 0-1,-1-1 1,0 1 0,1 0-1,-1 0 1,0 0-1,0 0 1,1 0 0,-1 0-1,0 0 1,0 0 0,1 0-1,-1 1 1,0-1-1,0 0 1,1 0 0,-1 1-1,0-1 1,1 0 0,-1 1-1,1-1 1,-1 0-1,0 1 1,1-1 0,-1 1-1,1-1 1,-1 1-1,1 0 1,-1-1 0,0 2-1,-23 22-243,22-22 330,-38 52-43,39-51-149,-1-1 1,1 0-1,-1 0 0,1 1 1,0-1-1,0 1 1,0-1-1,0 1 1,1-1-1,-1 1 0,1 0 1,-1-1-1,1 1 1,0 0-1,0-1 1,0 1-1,1 0 0,-1-1 1,0 1-1,1-1 1,0 1-1,1 3 1,0-4 5,0 0 0,0 0 0,0-1 0,0 1 0,0-1 0,1 1 0,-1-1 0,0 0 0,1 0 0,-1 0 0,1 0 0,-1-1 0,1 1 0,4 0 0,44 3 24,-28-3-36,-11 1 4,1 0 1,-1 0-1,0 1 0,19 8 1,-29-11 7,0 1 0,0 0 0,0-1 0,-1 1 0,1 0 0,0 0 0,0 0 0,0 0 0,-1 0 0,1 0 0,0 1 0,-1-1 0,1 1 0,-1-1-1,1 1 1,-1-1 0,0 1 0,0 0 0,0 0 0,0 0 0,0-1 0,0 1 0,0 0 0,-1 0 0,1 0 0,-1 0 0,1 0 0,-1 0 0,0 1 0,0-1 0,0 0 0,0 0 0,0 0 0,0 0 0,-1 3 0,-2-1 8,1-1 0,0 0 0,-1 1 0,1-1 1,-1-1-1,0 1 0,0 0 0,0-1 0,0 1 0,-1-1 0,1 0 0,-1 0 1,1 0-1,-1-1 0,0 1 0,1-1 0,-8 2 0,-68 13 253,77-16-269,-3 1-698,-1 0 1,1 0 0,0-1-1,0 0 1,-1 0 0,1-1-1,0 1 1,0-1 0,0 0-1,-1-1 1,-6-2 0,10 3 426,0 0-1,1 0 1,-1-1 0,1 1-1,-1-1 1,1 1 0,-1-1-1,1 1 1,0-1 0,0 0-1,0 0 1,0 1 0,0-1 0,0 0-1,0 0 1,1 0 0,-1 0-1,1 0 1,-1 0 0,1 0-1,0 0 1,0 0 0,0 0-1,0-1 1,0 1 0,0 0 0,1 0-1,-1 0 1,1 0 0,-1 0-1,2-3 1,3-9-142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0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84 12,'-2'-1'135,"1"0"0,-1 0 0,1 0 0,0-1 0,0 1 1,0-1-1,-1 1 0,2-1 0,-1 1 0,0-1 0,0 0 0,0 1 0,1-1 0,-1 0 0,1 1 0,-1-1 1,1 0-1,0 0 0,0 0 0,-1 1 0,1-1 0,1 0 0,-1 0 0,0 0 0,0 0 0,1 1 1,-1-1-1,1-2 0,1 2 65,0 0 0,0 0-1,0 0 1,1 1 0,-1-1 0,0 1 0,1-1 0,-1 1 0,1 0 0,-1 0 0,1 0 0,0 0-1,-1 0 1,1 0 0,0 1 0,0-1 0,5 1 0,212-9 3695,-82 6-8895,-133 2 4229,0 1 0,1 0 0,-1 1 1,0-1-1,0 1 0,10 2 0,-9 1-16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1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39 232,'-8'-2'497,"-35"-7"3669,17-1 2448,37 9-3772,39-3-2400,26-2-124,-15 0-2036,-23 6-3479,-37 0 5089,-1 0-1,0 0 1,0 0-1,0 0 1,1 0 0,-1 0-1,0 0 1,0 0-1,0 0 1,1 0-1,-1 0 1,0 0 0,0 0-1,0 0 1,1 0-1,-1 0 1,0 0-1,0 0 1,0 0 0,1 1-1,-1-1 1,0 0-1,0 0 1,0 0-1,0 0 1,1 0 0,-1 0-1,0 1 1,0-1-1,0 0 1,0 0-1,0 0 1,0 1 0,0-1-1,1 0 1,-1 0-1,0 0 1,0 1-1,0-1 1,0 0 0,0 0-1,0 0 1,0 1-1,0-1 1,0 0-1,0 0 1,0 0 0,0 1-1,0-1 1,0 0-1,0 0 1,0 0 0,-1 1-1,1-1 1,0 0-1,0 0 1,0 0-1,0 1 1,0-1 0,0 0-1,0 0 1,-1 0-1,1 0 1,-12 12-396,10-11 162,-13 11-61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1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17 64,'-16'8'292,"6"-3"244,3-1 288,7 0 48,7-2-80,5-2-104,6-2-152,8 0-120,4-4-88,1 1-111,4-1-309,0 0-709,-3 2-423,-1 2-12,-1-1 196,-2 1 308,-5 0 352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1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57 216,'-25'-8'961,"20"7"-239,0 0 0,0-1 0,0 1 0,1-1 0,-1 0 0,0 0 0,1 0 0,-1-1 0,1 0 0,-8-6 0,55 8 1401,-8 1-2134,1-2 0,39-6-1,46-2 1258,-121 11-1198,1-1 0,0 0 0,-1 1-1,1-1 1,-1 0 0,1 1 0,-1-1 0,1 0 0,-1 1 0,1-1 0,-1 1 0,1-1 0,-1 1 0,0 0-1,1-1 1,-1 1 0,0-1 0,1 1 0,-1-1 0,0 1 0,0 0 0,0-1 0,1 1 0,-1 0 0,0-1-1,0 1 1,0 0 0,0-1 0,0 1 0,0 0 0,0-1 0,-1 1 0,1 0 0,0-1 0,0 1-1,0-1 1,-1 1 0,1 0 0,0-1 0,-1 1 0,0 0 0,-13 37 530,12-32-422,-11 25 96,-10 24 71,1 2 0,3 1 0,-13 69 0,32-123 1829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2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68 196,'-12'-5'432,"8"4"153,-1-1 0,0 0-1,0 0 1,1 0 0,0 0 0,-7-5 0,13 1 2090,11 2-1456,14 1-276,107-11 1604,46-3-4707,-151 19-2119,-28 2 1217,-14 4 1504,-9-1 687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49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71 103 140,'0'-12'1445,"1"-1"0,0 1 0,1 0 0,1 0 0,0 0 1,3-17 3945,-6 28-5275,-16 21 775,-17 29-987,27-40 110,1 1-1,0 0 1,1 0-1,0 1 1,0-1-1,1 1 1,-2 14-1,4-22-11,1-1 1,0 1-1,0 0 0,0 0 1,0-1-1,0 1 0,0 0 1,1-1-1,-1 1 0,1 0 0,0-1 1,0 1-1,0-1 0,0 1 1,0-1-1,1 1 0,-1-1 0,1 0 1,-1 0-1,1 1 0,0-1 1,0 0-1,0-1 0,0 1 0,0 0 1,0-1-1,1 1 0,-1-1 1,0 0-1,1 1 0,-1-1 1,1 0-1,-1-1 0,6 2 0,2 0-11,1 0-1,0-1 0,0 0 1,0-1-1,-1 0 0,18-3 0,-23 3 11,0-1 0,-1 0 0,1 0 0,-1 0 0,0 0 0,1-1 0,-1 1 0,0-1 0,0 0 0,0-1-1,0 1 1,0-1 0,0 0 0,-1 1 0,1-2 0,-1 1 0,0 0 0,3-5 0,-5 6 2,0 0 0,-1 0 0,1 0 0,0 0 0,-1 0 0,0 0 0,1-1 0,-1 1 0,0 0 0,0 0 0,0 0 0,-1-1 0,1 1 0,0 0 0,-1 0 0,0 0 0,-1-3 0,-18-37 66,13 31-46,9 19-8,0 0 0,-1 0 0,1 0 0,-2 0-1,1 14 1,0 0 12,25 208-1989,-26-227 1459,0 1 0,1-1 0,-1 0 0,1 0 0,0 0 0,-1 1 0,2-1 0,-1 0 0,0 0 0,1 0 0,-1-1 1,1 1-1,0 0 0,0-1 0,0 1 0,0-1 0,0 1 0,1-1 0,-1 0 0,1 0 0,-1 0 0,1 0 0,0-1 1,0 1-1,4 1 0,0-2 44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49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40 132,'-32'-12'4370,"20"7"2315,38 3-5089,14 2-1182,31 1-171,101-13 1,-161 9-772,-18-1-4575,-11 2-1174,10 1 5345,-2 1 264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0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61 40,'-3'-2'210,"-1"0"0,1 0 0,1 0 0,-1 0 0,0 0 1,0-1-1,1 1 0,-1-1 0,1 0 0,-2-4 0,-2-24 7814,32 67-5306,-18-20-2708,-2 1 0,0-1 1,0 1-1,-2 0 0,0 0 0,2 30 0,1 1-3064,4 0-3664,1-24 3962,-3-17 2208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0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86 56,'-5'-46'3137,"4"43"-2060,0-1 1,0 0 0,0 0-1,0 1 1,0-1-1,0 1 1,-1-1-1,0 1 1,-3-5 0,-2 54 1729,4 15-2311,7 83 0,7-58-4461,-11-83 3281,0 0-1,0 0 1,1 0-1,-1 0 1,1-1 0,0 1-1,0 0 1,0 0-1,0-1 1,1 1-1,-1-1 1,1 1-1,-1-1 1,1 0 0,0 1-1,0-1 1,0 0-1,4 3 1,3-4 9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1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46 204,'-3'0'303,"-24"-7"2658,6-5 4328,51 11-3987,-8 0-2942,61-11 710,-20 2-3209,-22 7-5670,-52 14 2871,0-5 4427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1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40,'-2'1'54,"-10"4"668,0 1 1,1 1 0,0 0-1,0 0 1,1 1 0,-13 11-1,23-18-651,-1-1-1,1 0 0,0 0 0,0 0 0,0 1 0,-1-1 0,1 0 0,0 0 0,0 0 0,0 1 0,0-1 0,-1 0 0,1 0 1,0 1-1,0-1 0,0 0 0,0 1 0,0-1 0,0 0 0,0 0 0,0 1 0,0-1 0,0 0 0,0 1 0,0-1 0,0 0 1,0 0-1,0 1 0,0-1 0,0 0 0,0 0 0,1 1 0,-1-1 0,0 0 0,0 0 0,0 1 0,0-1 0,1 1 0,12 4 1495,17-4-92,60-12-167,-2-10-5359,-2 1-2992,-67 16 6146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1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71 72,'-24'-44'3630,"11"17"2022,16 35-5308,-1-1 1,0 0-1,0 1 1,0-1-1,-1 1 1,0 0-1,-1-1 1,1 1-1,-2 0 1,-1 14-1,1-11-246,0 1-1,1-1 1,1 0-1,3 21 1,-4-31-90,0 0 1,1 0-1,-1 0 1,1 0-1,-1-1 1,1 1-1,0 0 1,-1 0 0,1-1-1,0 1 1,-1 0-1,1-1 1,0 1-1,0-1 1,-1 1-1,1-1 1,0 1-1,0-1 1,0 0 0,0 1-1,0-1 1,0 0-1,0 0 1,0 0-1,0 0 1,0 0-1,0 0 1,0 0 0,-1 0-1,1 0 1,0 0-1,0 0 1,0 0-1,0-1 1,0 1-1,0 0 1,0-1 0,0 1-1,-1-1 1,3 0-1,46-25 116,-35 18-108,-4 3-43,0 1 0,1 1 0,-1 0 0,1 0 0,-1 1 1,1 1-1,0-1 0,0 2 0,19 0 0,-26 0 37,0 0-1,-1 1 1,1-1-1,-1 1 1,1-1-1,-1 1 1,1 0-1,-1 1 0,0-1 1,1 0-1,-1 1 1,0 0-1,0 0 1,0 0-1,0 0 1,-1 0-1,1 0 1,0 1-1,-1 0 1,0-1-1,1 1 0,-1 0 1,0 0-1,-1 0 1,1 0-1,0 0 1,-1 1-1,0-1 1,0 0-1,0 1 1,0-1-1,0 1 1,0 4-1,-2-4 94,1 1 0,-1-1 0,0 0 0,0 0 0,0 0-1,0 0 1,-1 0 0,0 0 0,1 0 0,-1-1 0,-1 1 0,1-1 0,-1 1 0,1-1 0,-1 0 0,0 0 0,0 0 0,0 0-1,-1-1 1,1 1 0,0-1 0,-1 0 0,-6 3 0,-10 6 229,-1-1 0,-42 13 0,56-21-316,-35 9 265,-9-8-4468,50-2 3916,-1-1-1,0 0 1,0 0-1,0 0 1,1 0-1,-1 0 1,0-1-1,0 1 1,1-1-1,-1 1 1,0-1-1,0 1 1,1-1-1,-1 0 1,1 0-1,-1 0 1,1 0-1,-1 0 1,1 0-1,-1 0 1,1 0-1,0-1 1,0 1-1,0 0 1,0-1-1,0 1 1,0-1-1,0 0 1,0 1-1,0-1 1,1 1-1,-1-1 1,1 0-1,-1 0 1,1 1-1,0-1 1,-1 0-1,1 0 1,0 0-1,0 1 1,0-1-1,1 0 1,-1 0-1,0 0 1,1 1-1,-1-1 1,1 0-1,0-1 1,6-14-168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2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85 80,'-13'-6'338,"7"4"368,-1-1-1,0 0 1,1 0-1,-1-1 1,1 0-1,0 0 1,-5-5 0,11 8-601,0 1 0,0-1 0,1 1 0,-1-1 0,0 1 0,1-1 0,-1 1 0,0-1 1,1 1-1,-1 0 0,1-1 0,-1 1 0,0 0 0,1-1 0,-1 1 0,1 0 1,-1 0-1,1-1 0,-1 1 0,1 0 0,-1 0 0,1 0 0,-1-1 0,1 1 1,0 0-1,-1 0 0,1 0 0,-1 0 0,1 0 0,-1 0 0,1 0 0,0 1 0,23-4 484,192-16 1070,-137 10-3446,-1 2-3979,-63 10 2554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4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44 44,'-39'2'1175,"-13"-1"1967,3-8 3371,63 9-6073,0-2 1,-1 0-1,1 0 1,25-5-1,-9 1-271,56-1-157,-45 4-148,0-3 0,-1 0 0,53-15-1,-147 27-1886,46-8 1065,1 1 0,0 0 0,-1 0 0,1 0 0,0 1 0,0 0-1,0 0 1,0 0 0,-13 8 0,5 0 229,0 0 366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4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 4,'83'-17'4236,"-30"7"-2934,1 3-1,89-1 0,-190 18-7705,18-3 5205,5-1 694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0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422 115 232,'-28'-13'3267,"25"12"-2564,-1 0 1,1 0-1,0 0 0,-1-1 0,1 1 0,0-1 0,0 0 0,0 0 0,0 0 0,0 0 1,1-1-1,-1 1 0,1-1 0,-1 1 0,1-1 0,0 0 0,-2-3 0,4 4-615,1 1 0,0 0 0,0 0-1,0 0 1,0 0 0,0 0 0,0 0-1,0 0 1,0 0 0,0 1-1,0-1 1,0 0 0,0 1 0,0-1-1,3 0 1,-3 0 15,1 0 1,0 0-1,0 1 0,-1-1 0,1-1 1,-1 1-1,1 0 0,-1 0 1,0 0-1,1-1 0,-1 1 0,2-4 1,-3 4-46,-1 0 0,0-1 1,1 1-1,-1 0 0,0 0 0,0 0 1,1-1-1,-1 1 0,0 0 0,0 0 1,0 0-1,0 0 0,-1 0 0,1 1 1,0-1-1,0 0 0,0 0 0,-1 1 1,1-1-1,0 1 0,-1-1 1,1 1-1,0 0 0,-1-1 0,-2 1 1,-39-6 183,32 5-233,-1 1 0,1 0 0,-1 1-1,1 0 1,0 0 0,-1 2 0,1-1 0,0 2-1,0-1 1,0 1 0,1 1 0,-20 11 0,25-12-15,0 0 1,0 0 0,0 0 0,1 1 0,-1 0-1,1 0 1,0 0 0,1 1 0,-1-1 0,1 1 0,0 0-1,0 0 1,1 0 0,0 0 0,0 0 0,0 0-1,1 1 1,0-1 0,0 1 0,1-1 0,-1 1 0,1-1-1,2 13 1,0-12 1,-1 0-1,1 0 1,0 0-1,1 0 1,-1-1-1,1 1 1,1-1 0,-1 0-1,1 0 1,0 0-1,1-1 1,-1 1-1,1-1 1,0 0-1,1 0 1,-1-1 0,8 6-1,14 7-7,0-1 0,49 22 0,-28-15 21,-38-18-25,22 13 90,-32-18-72,0 1 1,0-1-1,1 0 0,-1 0 0,0 0 0,0 1 0,0-1 0,0 0 1,1 0-1,-1 0 0,0 1 0,0-1 0,0 0 0,0 0 1,0 1-1,0-1 0,0 0 0,0 0 0,0 1 0,0-1 0,0 0 1,0 0-1,0 1 0,0-1 0,0 0 0,0 0 0,0 1 1,0-1-1,0 0 0,0 0 0,0 1 0,-1-1 0,1 0 1,0 0-1,0 1 0,0-1 0,0 0 0,-20 8 89,-256 47-1014,271-54 1081,-18 3-3371,21-4 2585,0 0 0,1 0 0,-1 0 1,0 0-1,0 0 0,0 0 0,0 0 0,0-1 0,0 1 0,1-1 1,-1 1-1,0-1 0,0 0 0,1 0 0,-1 1 0,0-1 1,1-1-1,-1 1 0,1 0 0,-1 0 0,1 0 0,0-1 0,0 1 1,-2-3-1,-4-4-327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45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128 190 4,'-63'-33'3078,"56"29"-1845,0 2-1,0-1 1,-1 1 0,0 0 0,1 0-1,-14 0 1,62 13-874,388-13-469,-170-5-178,-304-22 299,-23 5 431,-66-34 0,101 43 290,18 9-425,-2-3 260,44 12-505,16 4-112,-22-4 32,0 0-1,-1 1 1,1 1 0,-1 1-1,0 1 1,0 0 0,20 12 0,-38-18 19,-1 0 1,1 0-1,0 0 1,-1 0-1,1 1 1,-1-1-1,0 0 1,1 1-1,-1-1 1,0 1-1,0 0 1,0-1-1,0 1 1,0 0-1,-1 0 1,1 0 0,0-1-1,-1 1 1,1 0-1,-1 0 1,0 0-1,1 0 1,-1 0-1,0 0 1,0 0-1,-1 0 1,1 0-1,0 0 1,-1 0-1,1 0 1,-1-1-1,1 1 1,-1 0-1,0 0 1,-2 3-1,-3 6 70,-1-1-1,0 0 0,-1 0 0,-15 15 0,6-7 115,-33 42 1404,-74 64-1,124-124-1567,0-1-1,0 1 1,-1-1-1,1 0 1,0 1-1,0-1 1,0 1 0,0-1-1,-1 0 1,1 1-1,0-1 1,0 1-1,0-1 1,0 0-1,0 1 1,1-1-1,-1 1 1,0-1-1,0 1 1,0-1-1,0 0 1,1 1 0,-1-1-1,0 1 1,1-1-1,-1 1 1,0-1-1,1 1 1,-1-1-1,1 1 1,-1 0-1,0-1 1,1 1-1,-1-1 1,1 1-1,-1 0 1,1-1 0,0 1-1,19-12-1683,-19 11 977,1 0 0,-1-1-1,0 1 1,1-1-1,-1 1 1,0-1-1,0 1 1,0-1-1,0 0 1,0 0-1,-1 1 1,1-1-1,0 0 1,-1 0 0,1 0-1,-1 0 1,0 0-1,1 1 1,-1-1-1,0 0 1,0 0-1,-1 0 1,1-3-1,-1 0 230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68 152,'-3'-4'619,"0"0"1,0 0-1,1-1 1,-1 1-1,1-1 1,0 1-1,1-1 1,-1 0-1,1 1 0,0-1 1,0 0-1,-1-8 575,-61 15 4176,-5 8-4337,60-8-1096,0 0-1,0 0 1,0 1-1,0 0 1,0 1-1,1 0 1,-1 0-1,1 0 1,0 1-1,0 0 1,1 1-1,0-1 1,-10 12-1,15-15 70,-1 1-1,1 0 1,1-1 0,-1 1-1,0 0 1,1 0-1,-1 0 1,1 0 0,0-1-1,0 1 1,0 0-1,0 0 1,0 0 0,1 0-1,-1 0 1,1-1-1,0 1 1,0 0 0,0 0-1,0-1 1,0 1-1,1-1 1,-1 1-1,4 3 1,3 7 87,1 0 0,1-1 0,12 14 0,15 8 40,52 39-1,-37-31-58,-51-42-69,0 0 0,0 1 0,-1-1 1,1 1-1,0-1 0,0 1 0,-1 0 0,1-1 0,0 1 0,-1 0 1,1 0-1,-1-1 0,1 1 0,-1 0 0,1 0 0,-1 0 1,0-1-1,1 1 0,-1 0 0,0 0 0,0 0 0,1 0 0,-1 0 1,0 0-1,0 0 0,0 1 0,-1-1 2,0 0-1,0 0 1,1 0-1,-1-1 1,0 1 0,0 0-1,0 0 1,0-1-1,0 1 1,0-1 0,0 1-1,0-1 1,0 1-1,-1-1 1,1 0 0,0 0-1,-2 1 1,-61 2 97,57-3-113,-61-3 329,33-5-2024,8-5-5631,44 2 1312,-4 6 5372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55 36,'-12'-2'188,"4"2"651,0-1 0,0 0 0,0 0 0,0-1 0,0 0 0,1 0 0,-1-1 0,-12-6 0,63 5 406,39 1-1150,76-6 427,-56-7-5035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53 147 80,'21'-48'2559,"-20"45"-1784,0-1 1,0 1-1,0-1 1,-1 0 0,1 1-1,-1-1 1,0 0-1,0 1 1,0-1 0,-1 0-1,-1-6 1,0 12-502,0 1 0,1 0 0,-1-1 1,0 1-1,1 0 0,0 0 0,-1 0 1,1 0-1,-1 6 0,-57 237 238,59-242-469,5-13-20,12-34-18,19-62-59,17-68 8,-49 170 43,1 14 14,4 21 25,-8-28-29,21 92-21,-11-43-538,2-1-1,2 0 0,30 67 0,-41-107-8071,-15-19 4800,2 1 3335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68 220,'-28'-21'4125,"30"13"-880,18 1-2382,84-8-1990,-8 1-5577,-78 12 6146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341 157 212,'0'-4'268,"-1"0"0,1 0 0,0 0 0,1 0-1,-1 0 1,1 0 0,0 0 0,0 0 0,0 0 0,0 0 0,0 0 0,1 1 0,0-1 0,3-5-1,-3 6 44,0 0 0,0-1 0,-1 1 0,1-1-1,-1 1 1,0-1 0,0 0 0,0 1 0,0-1-1,-1 0 1,1 0 0,-1 0 0,0-7-1,-1 9-187,-1 0 0,1 0 0,0 0-1,-1 0 1,1 0 0,-1 0-1,0 0 1,0 0 0,1 0-1,-1 1 1,0-1 0,-1 1-1,1 0 1,0-1 0,0 1-1,0 0 1,-1 0 0,1 0-1,-1 1 1,1-1 0,-1 0 0,1 1-1,-1 0 1,1 0 0,-4 0-1,-67-2 349,72 2-451,-4 0-6,-109 11 93,104-9-101,1 0 0,-1 0 0,1 1 0,0 0 0,0 0 0,0 1 0,0 0 0,1 1 0,-13 8 0,19-12-3,1 0 0,0 0 1,-1 1-1,1-1 0,0 0 0,0 0 0,0 1 0,0-1 1,0 1-1,0-1 0,0 1 0,0-1 0,1 1 0,-1-1 0,0 1 1,1 0-1,0-1 0,-1 1 0,1 0 0,0 0 0,0-1 1,0 1-1,0 0 0,0-1 0,1 4 0,0-2 8,0 0 0,1 0-1,-1 1 1,1-1 0,0 0-1,0-1 1,0 1 0,1 0-1,-1 0 1,1-1 0,4 4-1,9 6 63,0-2 0,0 0 0,28 11 0,-44-20-69,93 32 225,-72-27-178,0 1 0,-1 0 0,0 2 0,30 17 0,-50-26-33,1 0 0,0 1 0,-1-1 0,1 1 0,0-1 0,-1 1-1,1-1 1,0 1 0,-1-1 0,1 1 0,-1 0 0,1-1 0,-1 1 0,1 0 0,-1-1-1,1 1 1,-1 0 0,0-1 0,1 1 0,-1 0 0,0 0 0,0 0 0,0-1 0,0 1 0,1 0-1,-1 0 1,0 0 0,-1 1 0,1-1 9,-1 1-1,0-1 1,0 0 0,0 0 0,1 0-1,-1 0 1,0 0 0,-1 0-1,1 0 1,0 0 0,0 0-1,0 0 1,-1 0 0,-1 0 0,-49 18 358,52-19-384,-29 7 29,-1-1 0,-41 3 0,63-8-322,0 0 1,-1-1-1,1 0 0,0-1 0,-1 0 0,1 0 0,0-1 1,0 0-1,0 0 0,0-1 0,0 0 0,0 0 0,-11-8 1,18 11 48,0-1 1,0 0 0,0 0-1,0 0 1,1 0 0,-1 0 0,0 0-1,0 0 1,0 0 0,1 0-1,-1 0 1,1 0 0,-1 0-1,1 0 1,-1-1 0,1 1-1,0 0 1,-1 0 0,1-1 0,0 1-1,0 0 1,0-1 0,0 1-1,0 0 1,0 0 0,1-1-1,-1 1 1,0 0 0,1 0 0,-1-1-1,1 1 1,-1 0 0,1 0-1,-1 0 1,2-2 0,12-13-1121,2 5 801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38 68,'-12'0'-305,"-12"3"12525,40 0-10511,20-2-1455,1 0 0,-1-3 1,53-8-1,-22-1-2823,-2-2-3622,-33 7 1369,-15 2 3927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62 24,'-19'-36'3876,"18"34"-3327,0 0 0,0 0 0,-1 0 0,1 1-1,0-1 1,-1 0 0,1 1 0,-1-1 0,0 1 0,0-1 0,1 1-1,-1 0 1,0 0 0,0 0 0,-3-1 0,4 6-454,-1 0 0,1 0 0,0-1 1,0 1-1,0 1 0,1-1 0,-1 0 0,1 0 0,0 0 1,0 0-1,1 5 0,-1-5-32,-1 50-92,-1 27-1737,8-30-3775,-6-50 5296,1 0 1,-1 0 0,0 1 0,1-1-1,-1 0 1,1 1 0,-1-1 0,1 0-1,-1 0 1,1 0 0,0 0 0,0 0-1,0 1 1,-1-1 0,1-1 0,0 1-1,0 0 1,0 0 0,1 0 0,-1 0-1,0-1 1,2 2 0,6-2-473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64 140,'-2'-2'78,"-26"-26"1448,27 27-1387,0 0 0,0 1 0,0-1 0,0 0-1,1 0 1,-1 1 0,0-1 0,0 0 0,1 0 0,-1 0 0,1 0-1,-1 0 1,1 0 0,-1 0 0,1 0 0,0 0 0,-1 0 0,1 0 0,0 0-1,0 0 1,0 0 0,0 0 0,0 0 0,0 0 0,0-1 0,0 1-1,0 0 1,1-1 0,1 1-83,0 1 0,0-1 0,0 0 1,0 1-1,0-1 0,0 1 0,0-1 0,0 1 0,0 0 0,0 0 0,0 0 0,0 0 0,0 1 1,0-1-1,0 0 0,4 2 0,32 11 37,-34-12-53,0 1 0,0 0 0,-1 0 1,1 0-1,0 0 0,-1 1 0,0 0 0,0-1 0,0 1 0,0 0 1,0 1-1,0-1 0,-1 0 0,0 1 0,1-1 0,-1 1 0,-1 0 1,1 0-1,0 0 0,0 4 0,-1-4 92,-1 1-1,0 0 1,0-1 0,0 1-1,0-1 1,-1 1 0,0-1-1,0 1 1,0-1 0,0 0-1,-1 1 1,0-1 0,0 0 0,0 0-1,0 0 1,0 0 0,-1 0-1,-4 4 1,-43 41 1929,38-39-1294,0 0 0,-18 24 0,29-34-754,1 0 0,0 0 0,0 1 0,-1-1 0,1 0 0,0 0 0,0 1 0,0-1-1,-1 0 1,1 1 0,0-1 0,0 0 0,0 1 0,0-1 0,0 0 0,0 0 0,0 1-1,0-1 1,0 0 0,0 1 0,0-1 0,0 0 0,0 1 0,0-1 0,0 0 0,0 1 0,0-1-1,0 0 1,0 1 0,0-1 0,0 0 0,0 1 0,1-1 0,-1 0 0,0 0 0,0 1 0,0-1-1,1 0 1,-1 0 0,0 1 0,0-1 0,1 0 0,-1 1 0,20 2 172,26-6-127,-44 3-25,44-7 43,-25 3-4,0 1 0,0 1 0,28 1 0,-48 1-16,0 0-1,0 0 0,0 0 0,0 0 0,0 0 0,0 0 0,0 0 1,0 0-1,0 0 0,0 1 0,0-1 0,0 0 0,0 1 0,0-1 1,0 1-1,0-1 0,0 1 0,0-1 0,0 1 0,-1-1 0,1 1 1,0 0-1,0 0 0,-1-1 0,1 1 0,0 0 0,-1 0 0,1 0 1,-1 0-1,1 1 0,-1 0 20,0 0-1,-1-1 1,1 1 0,-1 0-1,1 0 1,-1-1-1,0 1 1,1 0 0,-1-1-1,0 1 1,0-1 0,0 1-1,-1-1 1,1 1 0,-2 1-1,-9 8 275,0-1 0,-22 17 0,8-9-291,-1 0-1,-1-1 1,-1-2-1,0-1 1,-33 11-1,38-23-1646,24-3 1442,-1 1-1,1 0 0,0-1 0,-1 1 1,1 0-1,-1 0 0,1-1 0,0 1 1,0-1-1,-1 1 0,1 0 0,0-1 1,-1 1-1,1-1 0,0 1 0,0-1 1,0 1-1,0 0 0,-1-1 0,1 1 1,0-1-1,0 1 0,0-1 0,0 1 1,0-1-1,0 1 0,0-2 0,17-41-10020,-5 14 6546,-12 15 3133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5:58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45 140,'-2'-4'230,"-1"0"0,1 0 1,-1 1-1,0-1 0,-1 1 0,1 0 0,0 0 1,-1 0-1,0 0 0,0 0 0,0 1 0,-5-3 1,6 5-118,0-1 1,0 1 0,0 0 0,0 1 0,0-1 0,0 0-1,0 1 1,0 0 0,0-1 0,0 1 0,1 0-1,-1 1 1,0-1 0,1 0 0,-1 1 0,0-1 0,1 1-1,0 0 1,-4 4 0,-38 25 780,51-37-79,5-1-595,-11 8-218,0-1-1,-1 1 1,1 0 0,-1-1-1,1 1 1,-1 0-1,1 0 1,-1-1 0,1 1-1,-1 0 1,0 0-1,1 0 1,-1-1 0,0 1-1,0 0 1,0 0-1,0 0 1,0 0-1,0 0 1,0-1 0,0 1-1,0 0 1,0 0-1,-1 2 1,1-1 10,-1 1 0,1-1 1,-1 1-1,0-1 0,0 1 0,0-1 0,0 1 0,0-1 1,-1 0-1,1 0 0,-1 0 0,0 0 0,1 0 0,-1 0 1,0 0-1,0 0 0,0-1 0,-1 1 0,1-1 1,0 1-1,-4 1 0,4-2-40,1-1 1,0 1-1,-1 0 0,1 0 1,0-1-1,-1 1 1,1-1-1,-1 1 0,1-1 1,-1 0-1,1 0 0,-1 0 1,1 1-1,-1-1 1,1-1-1,-1 1 0,1 0 1,-1 0-1,1 0 0,-1-1 1,1 1-1,-1-1 1,1 1-1,-1-1 0,1 0 1,0 0-1,-1 1 1,1-1-1,0 0 0,0 0 1,0 0-1,0 0 0,0-1 1,0 1-1,0 0 1,-2-2-1,3 2-63,0 1-1,-1-1 1,1 1 0,0-1 0,0 1-1,0-1 1,-1 1 0,1-1-1,0 0 1,0 1 0,0-1 0,0 1-1,0-1 1,0 1 0,0-1-1,0 1 1,0-1 0,0 1 0,0-1-1,0 0 1,1 1 0,-1-1-1,0 1 1,0-1 0,0 1 0,1-1-1,-1 1 1,0 0 0,1-1-1,-1 1 1,0-1 0,1 1 0,-1-1-1,1 1 1,-1 0 0,0-1 0,1 1-1,-1 0 1,1 0 0,-1-1-1,1 1 1,-1 0 0,2 0 0,23-1-1940,-11 4 1550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5:58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17 24,'0'1'100,"0"-1"0,0 0 0,0 1 0,0-1 0,0 1 0,0-1 0,0 1 0,0-1 0,0 1 1,0-1-1,0 1 0,0-1 0,0 0 0,0 1 0,0-1 0,0 1 0,0-1 0,1 1 0,-1-1 0,0 0 0,0 1 0,0-1 0,1 1 0,-1-1 0,0 0 0,1 1 0,-1-1 0,0 0 0,1 1 1,-1-1-1,0 0 0,1 0 0,-1 1 0,1-1 0,0 1 9,0-1 0,0 1-1,0 0 1,0 0 0,-1-1 0,1 1 0,0 0 0,-1 0 0,1 0 0,0 0 0,-1 0 0,1 0-1,-1 0 1,1 0 0,-1 0 0,0 0 0,1 0 0,-1 1 0,0-1 0,0 0 0,0 0 0,0 0 0,0 0-1,0 0 1,0 0 0,0 1 0,0-1 0,-1 0 0,1 0 0,0 0 0,-1 0 0,1 0 0,-1 0-1,0 2 1,-5 2 208,1 1-1,-1-1 0,0-1 0,0 1 1,0-1-1,0 0 0,-1-1 0,0 1 1,0-1-1,0-1 0,0 1 1,0-1-1,-1 0 0,1-1 0,0 0 1,-11 1-1,18-2-300,0 0-1,-1 0 1,1 0 0,0 0-1,-1 0 1,1 0 0,0 0-1,-1 0 1,1 0 0,0-1-1,-1 1 1,1 0 0,0 0-1,-1 0 1,1 0 0,0-1-1,-1 1 1,1 0 0,0 0-1,0 0 1,-1-1 0,1 1-1,0 0 1,0 0 0,-1-1-1,1 1 1,0 0 0,0-1-1,0 1 1,0 0 0,0-1-1,-1 1 1,1 0 0,0-1-1,0 1 1,0 0 0,0-1-1,0 1 1,0 0 0,0-1 0,9-16 226,19-9-225,4 5-691,1 3-3519,16-10-4037,-42 23 7743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6:00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75 168,'10'-44'2326,"-8"13"2083,-3 42-4009,-1-1 0,-1 0 1,1 0-1,-1 0 1,-1 0-1,0-1 0,0 1 1,-7 8-1,-15 41 179,25-58-570,1 0 0,0 0 0,-1 0 0,1 0 0,0 0 0,0 0 0,0 0 0,0 0 0,0 0 0,0 0 0,0 0 0,0 0 0,0 0 0,0 0 0,0-1 0,1 1 0,-1 0 0,0 0 0,1 0 0,-1 0 0,1 0 0,-1 0 0,1 0 0,-1-1 0,1 1 0,0 0 1,-1 0-1,1-1 0,0 1 0,-1-1 0,1 1 0,0 0 0,0-1 0,0 1 0,0-1 0,0 0 0,-1 1 0,1-1 0,0 0 0,0 1 0,0-1 0,0 0 0,0 0 0,0 0 0,0 0 0,0 0 0,0 0 0,0 0 0,0 0 0,0 0 0,2-1 0,59-9 326,-55 8-298,14-3 12,0 1-1,0 1 0,0 1 0,31 1 0,-47 1-18,0 1 0,1 0 0,-1 0 0,0 0 0,0 0 0,0 1 0,0 0 0,-1 0 0,1 0 0,7 5 0,-9-5 18,-1 0 0,0 0 0,0 0 0,0 0 0,0 1 0,0-1 0,-1 1 0,1-1 0,-1 1 0,1-1 0,-1 1 0,0 0 0,0 0 0,0 0 0,-1 0 0,1 0 0,-1-1 0,1 1 0,-1 0 0,0 4 0,-1-1 26,0 0 1,0 0-1,-1 0 1,0 0-1,0 0 1,0-1 0,-1 1-1,0-1 1,0 0-1,0 1 1,0-1-1,-1-1 1,0 1 0,0-1-1,-1 1 1,1-1-1,-1 0 1,-7 5 0,-12 8 11,-2-1 0,-35 18 0,54-31-79,-6 4-269,1-1 0,-1-1 0,0 0 0,0-1 0,0-1 0,-1 1 0,-21 1-1,31-5-79,1 0 0,-1 0 0,0 0 0,1 0 0,-1-1 0,1 1 0,-1-1 0,1 0 0,-1 0 0,1 0 0,-1-1 0,1 1 0,0-1 0,0 0 0,0 0 0,0 0 0,0 0 0,0 0 0,0-1 0,1 1 0,-1-1 0,1 0 0,0 1 0,0-1 0,0 0 0,0-1 0,0 1 0,1 0 0,-1 0 0,1-1 0,0 1 0,0-1-1,-1-5 1,-1-12-570,2-2 435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6:0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67 132,'-12'-15'447,"-6"-11"4658,18 25-5019,0 1 0,0-1-1,0 0 1,1 1 0,-1-1 0,0 0 0,0 1 0,1-1-1,-1 0 1,0 1 0,0-1 0,1 0 0,-1 1 0,1-1 0,-1 1-1,1-1 1,-1 1 0,1-1 0,-1 1 0,1-1 0,-1 1-1,1 0 1,-1-1 0,1 1 0,0 0 0,-1-1 0,1 1 0,0 0-1,-1 0 1,1-1 0,0 1 0,-1 0 0,1 0 0,0 0-1,0 0 1,-1 0 0,1 0 0,0 0 0,-1 0 0,2 1 0,191-8-191,-40 4-8217,-142 2 7661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6:01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10 149 24,'0'-2'38,"0"-15"1215,0 0 0,2-1-1,3-19 1,-5 35-1090,1-1 0,-1 0 0,1 1 1,-1-1-1,1 1 0,0-1 0,0 1 0,0-1 0,0 1 0,0 0 0,1-1 0,-1 1 1,1 0-1,-1 0 0,1 0 0,0 0 0,0 0 0,0 0 0,0 1 0,0-1 0,0 1 1,0-1-1,1 1 0,-1 0 0,1 0 0,-1 0 0,1 0 0,-1 0 0,1 0 0,2 0 1,-4 1-148,-1 0 0,0 0 0,1 0 0,-1 0 0,1 0 1,-1 0-1,1 0 0,-1 0 0,0 0 0,1 0 0,-1 0 1,1 0-1,-1 0 0,1 1 0,-1-1 0,0 0 0,1 0 1,-1 0-1,0 1 0,1-1 0,-1 0 0,0 0 0,1 1 0,-1-1 1,0 0-1,1 0 0,-1 1 0,0-1 0,0 1 0,1-1 1,-1 0-1,0 1 0,0-1 0,0 0 0,1 1 0,-1-1 1,0 1-1,0-1 0,0 1 0,-9 18 345,-21 15-424,19-25-359,-14 14-2966,24-23 3122,1 1-1,-1 0 0,0 0 0,1 0 1,-1 0-1,1 0 0,-1 0 1,1 0-1,-1 0 0,1 0 0,0 0 1,-1 1-1,1-1 0,0 0 0,0 0 1,0 0-1,0 0 0,0 0 0,0 1 1,0-1-1,0 0 0,0 0 1,1 0-1,0 2 0,1 3-245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6:0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0 112,'0'10'1057,"1"-1"-1,1 1 1,0-1 0,6 18-1,-5-19-102,-1 1 0,0-1 0,0 1 0,1 16 0,-3-24-860,0-1 0,1 1 0,-1 0 0,0-1 0,0 1 0,0 0 0,0-1-1,-1 1 1,1 0 0,0-1 0,0 1 0,0 0 0,-1-1 0,1 1 0,0 0 0,0-1 0,-1 1 0,1 0 0,-1-1 0,1 1 0,0-1 0,-1 1 0,1-1 0,-1 1-1,0-1 1,1 0 0,-1 1 0,1-1 0,-1 1 0,0-1 0,-20-5 1150,17 2-1187,0 1 0,0-1 1,0 0-1,1 0 0,-1 0 1,1 0-1,0-1 0,-5-6 1,8 8-131,-1-1 0,0 0 0,1 1 0,-1-1 1,1 0-1,0 0 0,0 1 0,0-1 0,0 0 1,0 1-1,1-1 0,-1 0 0,1 0 0,-1 1 1,1-1-1,0 1 0,0-1 0,1 1 0,2-5 1,-4 6-122,1 0 1,-1 0-1,1 1 1,0-1-1,-1 0 1,1 0-1,0 1 1,-1-1-1,1 0 1,0 1-1,0-1 1,0 1-1,0-1 1,0 1 0,0-1-1,0 1 1,0 0-1,-1-1 1,1 1-1,0 0 1,0 0-1,1 0 1,-1 0-1,0 0 1,0 0-1,0 0 1,0 0-1,0 0 1,0 0-1,0 1 1,0-1-1,-1 0 1,1 1-1,0-1 1,0 0 0,0 1-1,0-1 1,0 1-1,0 0 1,-1-1-1,1 1 1,0 0-1,0-1 1,-1 1-1,1 0 1,0 0-1,-1 0 1,1 0-1,-1-1 1,0 1-1,1 0 1,-1 0-1,1 2 1,15 30-2302,-9-13 2065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6:02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93 88,'-1'0'122,"0"-1"-1,0 1 1,-1 0 0,1-1 0,0 1-1,0-1 1,0 0 0,0 1 0,0-1-1,0 0 1,0 1 0,0-1 0,0 0-1,1 0 1,-1 0 0,0 0-1,0 0 1,1 0 0,-1 0 0,0 0-1,1 0 1,-1-2 0,1 2-42,1 1-1,-1-1 1,0 0 0,1 0-1,-1 0 1,1 0 0,-1 1-1,1-1 1,-1 0 0,1 0 0,0 1-1,-1-1 1,1 0 0,0 1-1,0-1 1,0 1 0,-1-1 0,1 1-1,0-1 1,0 1 0,1-1-1,66-18 1221,-55 16-1287,25-7 238,-13 3 108,1 1 0,0 1 0,45-3 0,-101 82 3184,7 10-3285,-19 126 0,42-171-1444,4-20-1449,-4-18 2516,1-1 0,-1 0-1,0 0 1,0 0-1,0 1 1,0-1-1,1 0 1,-1 0-1,0 0 1,0 1-1,1-1 1,-1 0-1,0 0 1,0 0-1,1 0 1,-1 0-1,0 0 1,0 0-1,1 1 1,-1-1-1,0 0 1,1 0-1,-1 0 1,0 0-1,0 0 1,1 0-1,-1 0 1,0 0-1,0 0 1,1-1-1,-1 1 1,0 0-1,1 0 1,-1 0-1,0 0 1,0 0-1,1 0 1,-1-1-1,0 1 1,0 0-1,0 0 1,1 0 0,-1 0-1,0-1 1,0 1-1,1-1 1,4-7-1150,-1-6 506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6:03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58 48,'-19'1'210,"7"-1"1779,30-3-114,145-23 2032,19-2-6866,-181 28 2830,0 0 0,0-1-1,0 1 1,0 0 0,0 0-1,0 0 1,0 0-1,1 0 1,-1 0 0,0 0-1,0 0 1,0 0-1,0 0 1,0 0 0,0 1-1,0-1 1,0 1 0,0-1-1,0 1 1,0-1-1,0 1 1,0-1 0,0 1-1,0 0 1,0-1-1,0 1 1,-1 0 0,1 0-1,0 0 1,0 0 0,-1 0-1,1 1 1,-2 8-512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107 186 24,'-29'-1'674,"-13"-1"1841,38 1-1752,0 1 0,0-1 0,1 0-1,-1 0 1,0 0 0,0-1 0,-5-2 0,9 0 2141,9 1-1896,9 1-687,6 4-194,27 4 83,81-2 0,-118-5-205,1 0 0,-1-1 1,0 0-1,0-1 0,0-1 1,0 0-1,-1 0 0,0-2 0,0 0 1,20-12-1,-31 17 33,-1 1 1,1-1-1,-1 0 1,1 0-1,-1 0 1,1 0-1,-1-1 0,0 1 1,1 0-1,-1-1 1,0 1-1,0 0 1,0-1-1,0 0 1,0 1-1,0-1 0,-1 1 1,1-1-1,0 0 1,-1 0-1,0 1 1,1-1-1,-1 0 0,0 0 1,0 0-1,0 1 1,0-1-1,0 0 1,0 0-1,0 0 1,-1 1-1,1-1 0,-1 0 1,1 1-1,-1-1 1,0 0-1,0 1 1,1-1-1,-1 0 0,0 1 1,0-1-1,-1 1 1,1 0-1,0-1 1,0 1-1,-1 0 1,1 0-1,-2-1 0,-5-4 242,1 0-1,-1 1 0,0 0 0,0 0 0,-1 1 1,0 0-1,-17-5 0,20 7-239,0 1-1,-1-1 1,1 2-1,0-1 1,-1 0-1,1 1 1,-1 1-1,1-1 1,0 1 0,-1 0-1,1 0 1,-7 2-1,10-1-37,0-1 1,0 1-1,1 0 0,-1-1 0,0 1 0,1 0 1,-1 1-1,1-1 0,0 0 0,-1 1 0,1-1 1,0 1-1,1 0 0,-1 0 0,0-1 0,1 1 1,0 0-1,-1 1 0,1-1 0,0 0 0,1 0 1,-1 0-1,0 0 0,1 1 0,0 3 0,1 243-10,4-99-6,-7-44-29,4 107-1806,-2-209 1508,4 36-2250,-3-40 2202,-1 1 1,0 0-1,0-1 1,1 1-1,-1-1 1,1 1-1,0-1 1,-1 1-1,1-1 1,0 0 0,0 1-1,0-1 1,0 0-1,0 0 1,0 1-1,0-1 1,0 0-1,0 0 1,1 0-1,1 1 1,-2-2 242,0 0 0,0 0 0,-1 0 1,1-1-1,0 1 0,0 0 0,0 0 0,0-1 1,0 1-1,-1 0 0,1-1 0,0 1 0,0-1 0,0 1 1,-1-1-1,1 1 0,0-1 0,-1 0 0,1 1 1,-1-1-1,1 0 0,0 1 0,-1-1 0,0 0 0,1 0 1,-1 0-1,1 1 0,-1-1 0,0 0 0,0 0 1,1 0-1,-1 0 0,0 0 0,0 1 0,0-1 1,0-1-1,4-15-289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40 162 220,'-6'-5'-19,"-23"-25"4224,28 29-4058,1 1 0,-1-1 0,1 1 0,0-1 0,-1 1 0,1-1 0,0 0 1,-1 1-1,1-1 0,0 0 0,0 1 0,0-1 0,-1 0 0,1 0 0,0 1 1,0-1-1,0 0 0,0 1 0,0-1 0,0 0 0,0 0 0,1 1 0,-1-1 1,0 0-1,0 1 0,0-1 0,1 0 0,-1 1 0,0-1 0,1 0 1,-1 1-1,1-1 0,-1 1 0,1-1 0,-1 1 0,1-1 0,-1 1 0,1-1 1,-1 1-1,1-1 0,-1 1 0,1 0 0,0-1 0,-1 1 0,1 0 0,0 0 1,0-1-1,79-26 1657,4 6-4448,37-12-5782,-95 23 7111,-2 2 576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50 220,'1'-27'1895,"-1"26"-1494,0 0 1,-1 0 0,1 0-1,0 0 1,-1-1 0,1 1-1,-1 0 1,1 0 0,-1 0-1,0 0 1,0 0 0,1 0 0,-1 0-1,0 0 1,0 0 0,0 1-1,0-1 1,0 0 0,0 0-1,-2 0 1,2 0-4,-1 1 1,1 0-1,0-1 1,-1 1-1,1 0 0,0 0 1,-1 0-1,1 0 1,0 0-1,-1 0 0,1 1 1,0-1-1,-1 0 1,1 1-1,0-1 0,-1 0 1,1 1-1,-2 1 1,-16 15-93,13-10-246,1 0-1,1 1 1,-1-1 0,1 1 0,1 0 0,0 0 0,0 0 0,0 0 0,1 1 0,0-1 0,1 1-1,0-1 1,0 1 0,1 11 0,0-16-144,1 1-1,-1 0 0,2 0 1,-1-1-1,0 1 1,1-1-1,0 1 0,0-1 1,0 1-1,0-1 1,1 0-1,0 0 0,0 0 1,0-1-1,0 1 1,1-1-1,-1 1 0,1-1 1,0 0-1,0-1 1,0 1-1,0-1 1,0 1-1,0-1 0,1-1 1,-1 1-1,6 1 1,8 1-2100,1-1 0,0 0 0,0-2 0,0 0 0,0-1 0,23-3 0,-12 1 949,-10 1 810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45 105 32,'-11'-22'560,"-7"-11"2116,2 14 2759,19 25-4603,0 0 1,-1 0-1,0 1 1,0-1-1,1 9 1,-1 54 237,-3-38-966,1-31-96,0 0 0,0 1 0,0-1 0,-1 0 0,1 0 0,0 0 0,0 1 0,0-1 1,0 0-1,0 0 0,0 0 0,0 1 0,0-1 0,0 0 0,0 0 0,0 0 0,0 1 0,0-1 0,0 0 0,0 0 0,0 0 0,0 1 0,0-1 0,1 0 0,-1 0 0,0 0 0,0 1 1,0-1-1,0 0 0,0 0 0,0 0 0,1 0 0,-1 1 0,0-1 0,0 0 0,0 0 0,0 0 0,1 0 0,-1 0 0,0 0 0,0 0 0,0 0 0,1 1 0,-1-1 0,0 0 0,0 0 1,0 0-1,1 0 0,-1 0 0,0 0 0,0 0 0,0 0 0,1 0 0,-1 0 0,0 0 0,0 0 0,0-1 0,1 1 0,12-14 751,10-20 422,-12 13-738,-2 3-219,2 0 0,12-17-1,-21 31-219,1 1-1,0-1 1,0 1-1,0 0 1,1 0-1,-1 0 1,0 0-1,1 1 1,0-1-1,0 1 1,0 0-1,0 0 1,0 0-1,0 1 1,6-2-1,-8 3-5,0 0 0,-1 0 0,1 0 1,0 0-1,-1 0 0,1 0 0,0 0 0,-1 1 0,1-1 0,0 1 0,-1-1 1,1 1-1,-1 0 0,1-1 0,-1 1 0,1 0 0,-1 0 0,1 0 0,-1 0 1,2 2-1,0 1 19,0-1 0,-1 1 0,1 0 0,-1 0 0,1 0 0,-1 0 0,2 7 0,0 2 82,0 0 0,-1 1 0,0 0 1,0 16-1,1 2 232,1 3-3729,4-56-11611,-6 12 14171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50 64,'0'-10'511,"0"-17"1621,-5 14 5065,12 22-1413,4 14-4116,0-1-994,-2-6-188,39 73 732,-43-80-1118,-1 1 0,-1-1-1,0 1 1,0 0-1,-1 0 1,0 0 0,0 16-1,-2-22-54,0-1 0,-1 1 1,1 0-1,-1 0 0,0-1 0,0 1 0,0 0 0,-1-1 0,1 1 0,-1-1 0,0 0 1,0 1-1,0-1 0,0 0 0,-1 0 0,1 0 0,-1-1 0,-5 5 0,-3 2-420,-1-1 0,-1 0 1,-21 9-1,-15 11-9309,48-28 9342,0 1-1,1-1 1,-1 1-1,0-1 1,1 1-1,-1-1 1,0 1 0,1-1-1,-1 1 1,1 0-1,-1-1 1,1 1 0,-1 0-1,1 0 1,0-1-1,-1 1 1,1 0-1,0 0 1,-1 0 0,1-1-1,0 1 1,0 0-1,0 0 1,0 0 0,0 1-1,2 4-699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29 208,'-49'-9'3813,"37"7"-1194,0 0 1,0 1-1,0 1 0,-16 1 1,28-1-2579,0 0 1,0 0 0,0 0 0,0 0 0,0 0-1,0 0 1,0 0 0,-1-1 0,1 1 0,0 0 0,0 0-1,0 0 1,0 0 0,0 0 0,-1 0 0,1 0-1,0 0 1,0 0 0,0 0 0,0 0 0,-1 0-1,1 0 1,0 0 0,0 0 0,0 0 0,0 0 0,0 1-1,-1-1 1,1 0 0,0 0 0,0 0 0,0 0-1,0 0 1,0 0 0,0 0 0,0 0 0,-1 0 0,1 1-1,0-1 1,0 0 0,0 0 0,0 0 0,0 0-1,0 0 1,0 0 0,0 1 0,0-1 0,0 0 0,0 0-1,0 0 1,0 0 0,0 0 0,0 1 0,0-1-1,0 0 1,0 0 0,0 0 0,0 0 0,0 1-1,0-1 1,0 0 0,12 5 626,20 3-663,0-8-396,1-2-1,-1-1 0,45-10 0,-32 5-3968,1 2-4218,-44 6 8319,-9 7-5304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0 140,'-9'3'256,"-33"10"1835,40-12-1790,1-1 0,-1 1 0,0 0-1,1-1 1,-1 1 0,1 0 0,-1 0 0,1 0-1,0 0 1,-1 0 0,1 0 0,0 0-1,0 1 1,-1-1 0,1 0 0,0 1 0,1-1-1,-3 3 1,4-3-99,-1 0-1,0 0 1,0 0 0,0 0 0,1 0-1,-1 0 1,0-1 0,1 1-1,-1 0 1,1 0 0,-1 0 0,1-1-1,-1 1 1,1 0 0,0-1-1,-1 1 1,1 0 0,0-1 0,0 1-1,-1-1 1,1 1 0,0-1-1,0 1 1,0-1 0,0 0-1,-1 1 1,1-1 0,0 0 0,0 0-1,0 0 1,0 0 0,0 1-1,1-1 1,33 3 2426,-6-5-1421,49-8 0,-25 2-4381,0 4-7824,-38 7 6135,-9-1 3936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257 134 92,'7'-36'2556,"-7"30"-1518,0 1 1,-1-1-1,1 0 0,-1 0 0,0 1 0,0-1 0,-4-9 1,4 13-574,0-1 0,0 0 1,-1 1-1,1-1 1,-1 1-1,0-1 0,1 1 1,-1 0-1,0 0 1,0 0-1,-1 0 0,1 0 1,0 0-1,-1 1 1,-3-3-1,4 3-383,-1 0 0,0 0 0,0 0 1,0 1-1,1-1 0,-1 1 0,0 0 0,0-1 0,0 1 0,0 1 1,-3-1-1,-5 2 2,1 1 0,0 0 1,1 1-1,-1 0 0,0 0 0,1 1 1,0 0-1,0 0 0,1 1 0,-12 10 1,14-11-85,0 0 0,0 1 0,0 0 1,1 0-1,0 0 0,0 1 0,0 0 1,1 0-1,0 0 0,1 0 0,-1 1 0,1-1 1,-3 15-1,6-20-32,-1 0 0,1 0 0,-1 0-1,1 1 1,0-1 0,0 0 0,0 0 0,0 1 0,1-1 0,-1 0 0,1 0 0,-1 0-1,1 1 1,0-1 0,0 0 0,0 0 0,0 0 0,0 0 0,2 3 0,-1-4-13,-1 0 0,1 0 1,0 0-1,0 0 0,-1 0 1,1 0-1,0 0 0,0-1 1,0 1-1,0-1 0,0 1 1,0-1-1,0 0 0,0 0 1,0 0-1,0 0 0,3 0 1,4-1-42,-1-1 1,1 0-1,-1-1 1,1 1 0,-1-2-1,0 1 1,0-1-1,9-6 1,15-14 77,-25 18 32,0 0 1,1 1 0,0 0-1,0 0 1,0 0-1,16-5 1,-22 9-8,0 1-1,1 0 1,-1 0-1,0 0 1,0 1 0,0-1-1,1 1 1,-1-1-1,0 1 1,0-1 0,0 1-1,0 0 1,0 0-1,0 0 1,0 0 0,-1 1-1,1-1 1,0 0-1,0 1 1,-1-1 0,1 1-1,-1 0 1,0-1-1,1 1 1,-1 0 0,0 0-1,0 0 1,1 3-1,3 4 103,0 1-1,-1-1 0,0 1 0,3 17 0,-2-5-51,-2 0-1,0 1 0,-2-1 1,-1 0-1,0 1 1,-2-1-1,0 0 0,-2 0 1,-11 40-1,12-52-63,-1 0 1,0-1-1,0 1 1,-1-1-1,-1 0 0,0-1 1,0 1-1,0-1 0,-1 0 1,-9 8-1,9-11 23,1 0 0,-1-1 1,0 0-1,0 0 0,0 0 1,-1-1-1,1 0 0,-1-1 0,0 1 1,0-1-1,1-1 0,-1 0 0,-1 0 1,-12 0-1,18-1-7,0 0 1,0 0-1,-1 0 0,1-1 1,0 1-1,0-1 0,-1 0 1,1 0-1,0 0 0,0 0 1,0 0-1,0-1 0,0 1 1,0-1-1,1 0 0,-1 0 1,0 0-1,1 0 0,0 0 1,-3-4-1,2 2 2,1 0 1,0 0-1,0 0 1,0-1-1,0 1 1,1-1-1,0 1 1,0-1-1,0 0 1,0 1-1,1-1 1,0-7 0,1-5-462,1 0 1,1 0-1,0 0 1,1 1-1,1-1 0,11-25 1,-4 16-4159,0 1 0,32-45 0,-5 23 1038,-17 26 2933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63 176,'5'-9'772,"8"-18"1162,-13 27-1535,1-1 0,-1 0 1,0 0-1,1 0 0,-1 1 0,0-1 0,0 0 0,0 0 1,0 0-1,1 0 0,-1 0 0,0 0 0,-1 1 1,1-1-1,0 0 0,0 0 0,0 0 0,0 0 1,-1 0-1,1 1 0,0-1 0,-1 0 0,0-1 0,1 2-57,-1-1-1,0 0 0,0 1 0,1-1 0,-1 1 0,0-1 0,0 1 0,0 0 0,0-1 0,0 1 0,0 0 0,0-1 0,1 1 0,-1 0 0,0 0 0,0 0 0,0 0 0,0 0 0,0 0 0,0 0 0,0 0 0,0 1 0,-2-1 0,-20 17 1809,17-11-2103,1 0 1,0 1-1,1-1 1,-8 15-1,9-13-23,-1 0 0,1 0-1,1 1 1,0-1 0,0 1-1,0 0 1,1-1 0,0 1 0,1 0-1,0 0 1,1 0 0,-1-1 0,2 1-1,-1 0 1,1-1 0,0 1 0,1-1-1,0 1 1,5 8 0,-3-8-366,0-1 0,0-1 0,1 1 0,0-1 0,0 0 0,0 0 1,13 9-1,-10-9-846,0 0 1,1-2 0,0 1-1,0-1 1,0 0 0,19 5-1,-15-6-1431,1-1 0,28 3 0,-29-5 1655,1 0-1,0-2 1,14-2 0,3-2 304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37 126 84,'-6'-9'410,"-18"-30"2770,23 38-2798,0 0 0,1 0 0,-1-1 0,0 1 0,1 0 0,-1-1-1,1 1 1,-1-1 0,1 1 0,0 0 0,-1-1 0,1 1 0,0-1-1,0 1 1,0-1 0,0 1 0,1-1 0,-1 1 0,0-1 0,1 1-1,-1 0 1,1-3 0,0 4-288,-1 0-1,1-1 1,0 1 0,-1 0-1,1-1 1,0 1-1,0 0 1,-1 0-1,1 0 1,0-1 0,0 1-1,-1 0 1,1 0-1,0 0 1,0 0 0,-1 0-1,1 0 1,0 1-1,-1-1 1,1 0 0,0 0-1,0 0 1,-1 1-1,1-1 1,0 0-1,-1 1 1,1-1 0,0 1-1,-1-1 1,1 1-1,-1-1 1,1 1 0,-1-1-1,1 1 1,-1-1-1,1 1 1,0 0 0,20 25 533,-21-25-536,7 9 76,-2 1 0,1 0 1,-1 1-1,-1-1 0,0 1 1,-1 0-1,0 0 0,1 16 1,3 8 260,-5-43-234,-1 0 0,1 0 1,0 0-1,1 0 0,-1 1 0,6-9 1,0-5-75,2-7-39,-7 16-80,0 0 1,1 0-1,1 0 0,0 1 1,0-1-1,1 1 0,0 1 0,1-1 1,0 1-1,11-11 0,-17 19-5,0 0-1,1 1 1,-1-1-1,0 0 1,1 1-1,-1-1 1,0 1-1,1 0 1,-1-1-1,1 1 1,-1 0 0,1 0-1,-1 0 1,1 0-1,-1 0 1,1 0-1,-1 1 1,0-1-1,1 0 1,-1 1-1,1-1 1,-1 1-1,0 0 1,1-1-1,-1 1 1,0 0 0,0 0-1,0-1 1,1 1-1,-1 0 1,0 0-1,0 1 1,0-1-1,0 0 1,-1 0-1,2 2 1,5 5-3,-1 2 0,0-1 0,7 16 0,-10-20 4,8 18-728,14 44 0,-16-36-3885,-2 0-5112,2-15 6170,-3-11 2937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74 204,'-17'-27'1733,"2"4"2548,1-1 5454,31 52-5341,15 12-2675,10 16-1180,-26-32-330,-6-9-53,0 0 0,-1 1 0,8 20 0,-15-31-159,-1 0 0,1 0 1,-1 0-1,0 0 0,0 0 0,0 0 0,-1 1 1,0-1-1,0 0 0,0 0 0,-1 1 1,0-1-1,0 0 0,0 0 0,-3 8 0,-26 40-2767,-4 5-7413,32-54 9493,1 0 1,-1-1-1,1 1 1,0 0-1,0 0 1,1-1 0,-1 1-1,1 0 1,0 0-1,0 0 1,0 0-1,0 0 1,2 6-1,3 4-21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29 124,'-64'5'5084,"-1"-3"8850,224-4-10817,3-9-5666,-161 11 2425,26-5-2933,-16-4-3044,-11 9 5895,0-1 0,0 1 1,0 0-1,0 0 1,0-1-1,0 1 1,0 0-1,0 0 0,0-1 1,-1 1-1,1 0 1,0 0-1,0 0 1,-20-5-6504,11 8 6036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68 228,'-29'-30'4038,"19"11"1187,12 1 4056,-1 19-9104,1 1-1,-1 0 1,1-1 0,-1 1-1,1 0 1,-1 0-1,0 0 1,0 0-1,0 0 1,0 0-1,0 1 1,0 1-1,5 20-219,-2 0-1,0 1 1,0 43-1,3 22-5140,-5-78 3257,0 0 0,1 0 0,0 0 0,1 0 1,7 13-1,-9-21 1522,0 0 1,1 1-1,-1-1 1,1 0 0,0 0-1,0-1 1,1 1-1,5 5 1,12 3-88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82 122 36,'-6'-28'639,"-4"-21"3631,-8 5 8067,-1 87-9723,10-1-2556,1 1 0,2-1 0,2 1-1,2 0 1,2 0 0,2 0-1,10 61 1,-10-95-54,-2-3 3,0-1-1,1 1 1,0-1 0,0 1 0,1-1-1,-1 1 1,1-1 0,0 0-1,1 0 1,-1 0 0,7 9 0,-8-14-4,-1 1 1,1-1 0,-1 0 0,1 0 0,-1 0 0,1 0 0,-1 1 0,1-1 0,0 0 0,-1 0-1,1 0 1,-1 0 0,1 0 0,0 0 0,-1 0 0,1-1 0,-1 1 0,1 0 0,0 0 0,-1 0 0,1 0-1,-1-1 1,1 1 0,-1 0 0,1-1 0,-1 1 0,1 0 0,-1-1 0,1 1 0,-1-1 0,0 1 0,1-1-1,-1 1 1,0-1 0,1 1 0,-1-1 0,0 1 0,1-1 0,-1 1 0,0-1 0,0 1 0,0-1-1,0 0 1,1 1 0,-1-2 0,10-30 60,-9 31-61,7-30-65,24-59-1,-29 83 5,0 1 1,0-1-1,0 1 0,1 0 1,0 0-1,0 1 1,0-1-1,1 1 0,0 0 1,0 0-1,0 0 0,1 1 1,-1 0-1,1 0 0,11-6 1,-14 9 36,0 0 0,0 1-1,-1-1 1,1 1 0,0-1 0,0 1 0,0 0 0,0 0 0,0 0 0,0 0 0,0 1 0,-1-1-1,1 1 1,0 0 0,0 0 0,0 0 0,-1 0 0,4 2 0,-1 0 7,0 1 1,0-1 0,-1 1-1,0 0 1,1 0 0,-2 1-1,1-1 1,5 9-1,0 3 5,0 1-1,-1-1 1,-1 1 0,9 32-1,-12-33 1599,1 2-3472,5 0-5744,-9-17 7232,0-1 0,0 1 0,0-1 0,0 1 0,-1-1 0,1 0-1,0 1 1,0-1 0,0 0 0,0 0 0,0 1 0,0-1 0,0 0 0,0 0 0,0 0 0,0 0-1,0 0 1,0-1 0,1 1 0,19-8-1978,-4 1 1620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52 204,'-1'-2'331,"1"-1"0,-1 1 0,1-1 0,-1 1 0,0-1 0,0 1 0,0-1 1,-1 1-1,1 0 0,-1 0 0,1 0 0,-1 0 0,1 0 0,-1 0 0,0 0 0,0 0 0,0 1 0,0-1 0,0 1 0,-1-1 0,1 1 0,0 0 1,-1 0-1,1 0 0,0 0 0,-1 0 0,1 1 0,-1-1 0,0 1 0,1 0 0,-1-1 0,1 1 0,-1 0 0,0 1 0,1-1 0,-1 0 1,1 1-1,-1-1 0,1 1 0,-1 0 0,1 0 0,-1 0 0,1 0 0,-5 3 0,-1 1 530,-1 0 0,1 0 0,0 1 0,-13 12 1,-19 27-484,33-35-263,0 1 0,1 0 0,0 0-1,1 1 1,1-1 0,-1 1 0,2 0 0,0 0 0,0 1 0,1-1 0,-1 23 0,3-29-176,0-1 0,1 1 0,0-1 1,0 1-1,0-1 0,1 1 0,-1-1 1,1 0-1,1 1 0,-1-1 0,1 0 1,0-1-1,0 1 0,0 0 1,0-1-1,1 0 0,0 0 0,0 0 1,0 0-1,0 0 0,1-1 0,-1 0 1,1 0-1,0 0 0,0-1 0,0 1 1,1-1-1,6 2 0,0-1-840,-1 0 0,1 0 0,17 1 0,-15-3-572,0-1-1,0-1 1,-1 0 0,1-1 0,0 0 0,-1-1 0,1 0 0,-1-1 0,13-6-1,-6 2 623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59 180,'-3'-4'651,"-12"-15"4831,15 19-5335,0 0-1,-1-1 1,1 1 0,0 0-1,0 0 1,-1 0 0,1 0-1,0 0 1,0-1 0,0 1-1,-1 0 1,1 0 0,0-1-1,0 1 1,0 0 0,0 0-1,0-1 1,-1 1 0,1 0-1,0 0 1,0-1 0,0 1-1,0 0 1,0 0 0,0-1-1,0 1 1,0 0 0,0 0-1,0-1 1,0 1-1,0 0 1,0-1 0,0 1-1,0 0 1,0 0 0,1-1-1,-1 1 1,0 0 0,0 0-1,0-1 1,0 1 0,0 0-1,1 0 1,-1 0 0,0-1-1,0 1 1,0 0 0,1 0-1,-1 0 1,0 0 0,0-1-1,1 1 1,-1 0 0,0 0-1,0 0 1,1 0 0,-1 0-1,11 42 2215,-4-10-1961,-3 0 1,2 49-1,-3-81 197,3-11-326,7-14-64,1-14-60,-8 22-136,0 0-1,1 1 1,1 0 0,0 0-1,1 1 1,14-19 0,-22 33-12,0 1 1,-1 0 0,1-1-1,0 1 1,-1-1-1,1 1 1,0 0 0,0-1-1,-1 1 1,1 0-1,0 0 1,0 0 0,-1-1-1,1 1 1,0 0-1,0 0 1,0 0-1,-1 0 1,1 0 0,0 0-1,0 1 1,-1-1-1,1 0 1,0 0 0,0 1-1,-1-1 1,1 0-1,0 1 1,-1-1 0,1 0-1,0 1 1,-1-1-1,1 1 1,0-1 0,-1 1-1,1 0 1,-1-1-1,1 1 1,-1 0 0,0-1-1,1 1 1,-1 0-1,0-1 1,1 2 0,22 41 20,-18-34-22,23 56-25,10 18-489,-4-37-6194,-34-45 6413,0-1 0,1 1-1,-1-1 1,1 0 0,-1 1-1,1-1 1,-1 0 0,1 1-1,-1-1 1,1 0 0,-1 0-1,1 1 1,0-1 0,-1 0 0,1 0-1,-1 0 1,1 0 0,0 0-1,-1 0 1,1 0 0,-1 0-1,1 0 1,0 0 0,-1 0 0,1 0-1,-1 0 1,1 0 0,-1-1-1,2 1 1,8-10-2218,-3-1 1692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40 240,'-8'-11'1029,"-4"-4"1952,6 1 4586,12 18-2660,24 19-2884,3 7-1465,-1 2 0,-2 0 0,49 71 0,-72-95-462,-2 2 1,1-1-1,-1 1 1,-1-1-1,0 1 1,0 1-1,-1-1 0,0 0 1,-1 1-1,0 0 1,-1-1-1,0 1 1,0 0-1,-2 16 1,-1-16-264,0 0 0,0 0-1,-1-1 1,0 1 0,-9 17 0,5-15-1176,0 0 0,-1-1 1,0 1-1,-14 13 0,-22 23-12363,42-46 12827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72 60,'7'-43'3002,"-7"40"-1928,1-1 1,-2 1-1,1 0 1,0 0-1,0 0 0,-1 0 1,-1-3-1,-7 38 2760,-2 18-3166,-5 60-1,7-4-2860,11-68-3696,-2-38 5630,0 1-1,0 0 0,0 0 1,0-1-1,1 1 0,-1 0 1,0 0-1,0-1 0,1 1 1,-1-1-1,1 1 0,-1 0 0,0-1 1,1 1-1,0-1 0,-1 1 1,1-1-1,0 2 0,0-2 127,0 0 0,-1 0 0,1 0 0,0 0 0,-1 0 0,1 0 0,0-1 0,-1 1-1,1 0 1,0 0 0,-1 0 0,1-1 0,0 1 0,-1 0 0,1-1 0,0 1 0,-1 0-1,1-1 1,-1 1 0,1-1 0,-1 1 0,1-1 0,-1 1 0,1-2 0,10-9-334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71 216,'-30'-12'1603,"-15"-6"6956,45 18-8491,0 0 0,0 0 1,0 0-1,1 0 0,-1 0 1,0 0-1,0 0 0,0 0 0,0 0 1,0 0-1,0 0 0,0 0 1,0 0-1,0 0 0,0 0 1,0 0-1,0 0 0,1 0 1,-1 0-1,0 0 0,0 0 1,0 0-1,0 0 0,0 0 0,0 0 1,0 0 272,0 0-272,0 0-1,0 0 0,0 0 1,0 0-1,0-1 0,1 1 1,-1 0-1,0 0 0,0 0 1,0 0-1,0 0 0,0 0 0,0 0 1,0 0-1,0 0 0,0 0 1,0 0-1,0 0 0,0-1 1,0 1-1,0 0 0,0 0 1,0 0-1,0 0 0,0 0 1,0 0-1,-1 0 0,1 0 0,0 0 1,0 0-1,0 0 0,0 0 1,0 0-1,0-1 0,13-1 1310,18-2-1348,-28 4 294,91-13 568,-35 5-352,-19 3-3034,-7 2-2510,0 1-3518,-21 2 7190,2 1 694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60 28,'-7'-31'1997,"-5"3"5956,11 28-7866,1 0 0,0 0 0,-1 0 0,1 0-1,-1 0 1,1 0 0,0-1 0,-1 1 0,1 0-1,0 0 1,-1 0 0,1 0 0,0 0 0,-1 1 0,1-1-1,-1 0 1,1 0 0,0 0 0,-1 0 0,1 0-1,0 0 1,-1 1 0,1-1 0,0 0 0,0 0 0,-1 0-1,1 1 1,0-1 0,-1 0 0,1 0 0,0 1-1,0-1 1,0 0 0,-1 1 0,1-1 0,0 0 0,0 1-1,0 0 1,-11 13 518,5-5-266,-6 9 482,-13 26 0,22-38-761,1 0 0,-1 0 0,1 0 0,1 1 0,-1-1 0,1 0 0,0 0 0,0 1 0,1 7 0,0-13-59,0 1 1,0-1 0,0 0 0,0 0-1,0 0 1,0 0 0,0 0 0,0 1-1,0-1 1,1 0 0,-1 0 0,0 0 0,1 0-1,-1 0 1,1 0 0,0 0 0,-1 0-1,1 0 1,0 0 0,-1 0 0,1 0 0,0-1-1,0 1 1,0 0 0,0 0 0,0-1-1,0 1 1,0 0 0,0-1 0,0 1-1,0-1 1,0 0 0,0 1 0,0-1 0,0 0-1,0 0 1,0 1 0,1-1 0,-1 0-1,0 0 1,0 0 0,0-1 0,0 1 0,0 0-1,1 0 1,1-1 0,1-1 12,0 1 0,0-1 1,0 0-1,0 0 0,-1 0 0,1 0 0,-1-1 1,1 0-1,-1 1 0,0-1 0,5-6 1,-3 2 199,0-1 0,-1 0 0,0 0 0,0 0 0,-1-1 0,0 1 1,0-1-1,-1 0 0,0 0 0,1-17 0,-1 17 597,2 9-425,7 18-341,0 0-66,-1-10-7,1 0 1,-1 0 0,1-1-1,0 0 1,1-1-1,0 0 1,0-1 0,0 0-1,16 3 1,-27-8 28,-1 1 0,0-1 0,1 0 0,-1 0 0,0 0 0,1 1 0,-1-1 1,0 0-1,1 0 0,-1 0 0,0 0 0,1 0 0,-1 0 0,1 0 0,-1 0 0,0 0 0,1 0 0,-1 0 0,1 0 1,-1 0-1,0 0 0,1 0 0,-1 0 0,0-1 0,1 1 0,-1 0 0,0 0 0,1 0 0,-1-1 0,0 1 1,1 0-1,-5-13 70,-21-21-14,18 25-139,5 6 565,-9-12-1639,-3-12-6150,14 27 7088,-1-1 1,1 0-1,0 1 0,0-1 0,-1 0 0,1 0 0,0 0 0,0 1 0,0-1 1,0 0-1,0 0 0,0 0 0,0 1 0,0-1 0,0 0 0,0 0 0,1 1 1,-1-1-1,0 0 0,0 0 0,1 1 0,-1-1 0,0 0 0,1 0 1,-1 1-1,1-1 0,-1 1 0,1-1 0,-1 0 0,1 1 0,0-1 0,-1 1 1,1-1-1,0 1 0,-1 0 0,1-1 0,0 1 0,-1 0 0,1-1 1,0 1-1,0 0 0,0 0 0,-1-1 0,1 1 0,0 0 0,0 0 0,-1 0 1,1 0-1,0 0 0,0 0 0,0 1 0,-1-1 0,2 0 0,12 1-221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81 92,'1'0'354,"0"-1"0,0 1 0,0-1-1,-1 1 1,1-1 0,0 1 0,0-1 0,0 0 0,-1 1 0,1-1 0,0 0-1,-1 0 1,1 0 0,-1 1 0,1-1 0,-1 0 0,1 0 0,-1 0-1,1 0 1,-1 0 0,0 0 0,0 0 0,1 0 0,-1 0 0,0 0 0,0 0-1,0 0 1,0 0 0,0 0 0,0 0 0,0 0 0,-1 0 0,1 0-1,0 0 1,-1 0 0,1 0 0,0 0 0,-1 0 0,1 0 0,-1-1 0,0 1 78,0 0 0,0 0 0,0 0 0,0 0 0,0 0 0,-1 1 0,1-1 0,0 0 0,0 0 0,0 1 0,-1-1 0,1 1 0,0-1 0,-1 1 1,-2-1-1,-15 3-429,16 0 46,0-1-1,-1 1 0,1-1 1,0 1-1,0 0 1,0 0-1,1 1 0,-1-1 1,0 0-1,1 1 0,0 0 1,-1-1-1,1 1 1,0 0-1,0 0 0,1 0 1,-1 1-1,1-1 0,-1 0 1,1 1-1,-1 4 1,2-5-52,0-1 1,0 1 0,0-1 0,0 0 0,0 1 0,0-1 0,1 1 0,-1-1 0,1 0 0,0 1 0,0-1 0,0 0-1,0 0 1,0 0 0,0 0 0,0 0 0,1 0 0,-1 0 0,1 0 0,0 0 0,-1 0 0,1-1 0,0 1-1,0-1 1,0 0 0,0 1 0,0-1 0,0 0 0,1 0 0,-1 0 0,0 0 0,3 0 0,-1 0 3,0 0 0,0 0 1,0-1-1,0 1 0,0-1 0,0 0 1,0 0-1,-1-1 0,1 1 0,0-1 1,0 0-1,0 0 0,0 0 0,0 0 1,-1-1-1,1 1 0,0-1 1,-1 0-1,0 0 0,1 0 0,-1-1 1,0 1-1,0-1 0,0 0 0,-1 0 1,1 0-1,0 0 0,-1 0 0,0 0 1,0-1-1,0 1 0,0-1 1,-1 1-1,1-1 0,-1 0 0,0 0 1,0 0-1,0 0 0,-1 0 0,0 0 1,1 0-1,-1 0 0,0 1 0,-1-1 1,1 0-1,-1 0 0,0 0 1,0 0-1,-1-4 0,1 6-442,0-1-1,0 1 1,-1 0 0,1 0-1,0 0 1,-1 0 0,0 0-1,1 0 1,-1 1 0,0-1-1,0 0 1,0 1-1,0-1 1,0 1 0,0 0-1,0 0 1,0 0 0,-1 0-1,1 0 1,0 0 0,-1 0-1,-2 0 1,1 1-457,-1-1-1,1 1 1,-1 0 0,1 0 0,-1 0 0,1 0-1,0 1 1,-1 0 0,1 0 0,0 0-1,-7 3 1,-5 5-484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68 256,'-4'-17'1060,"-9"-15"5758,3 13 304,10 19-7026,0 0 0,0 0 0,0 1 1,0-1-1,0 0 0,0 0 0,0 0 0,0 0 97,0 0-97,0 0 0,-1 0 0,1 0 0,0 0 0,0 0 1,0 0-1,0 1 0,0-1 0,0 0 0,0 0 0,0 0 0,0 0 1,-1 0-1,1 0 0,0 0 0,0 0 0,0 0 0,0 0 1,0 0-1,0 0 0,0 0 0,-1 0 0,1 0 0,0 0 1,0 0-1,0 0 0,0-1 0,0 1 0,0 0 0,0 0 1,0 0-1,0 0 0,-1 0 0,1 0 0,0 0 0,0 0 1,0 0-1,0 0 0,0 0 0,0 0 0,0-1 0,0 1 1,-5 116 297,1 26-1144,5-116-1194,7 41 0,0-34-2377,-7-31 3859,-1-1 0,1 1 0,0 0 0,-1-1 0,1 1-1,0-1 1,0 0 0,0 1 0,0-1 0,0 0 0,0 1 0,1-1 0,-1 0 0,0 0 0,1 0-1,2 2 1,-4-3 379,1 0 0,-1 0 0,0 0 0,1 0-1,-1 0 1,0 0 0,1 0 0,-1 1 0,1-1 0,-1 0-1,0-1 1,1 1 0,-1 0 0,0 0 0,1 0-1,-1 0 1,1 0 0,-1 0 0,0 0 0,1 0 0,-1-1-1,0 1 1,1 0 0,-1 0 0,0-1 0,0 1-1,1 0 1,-1 0 0,0-1 0,0 1 0,1 0 0,-1-1-1,0 1 1,0 0 0,0 0 0,1-1 0,-1 0-1,2-9-555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68 100,'0'-3'132,"0"0"0,1 0 1,-1 0-1,1 1 0,0-1 0,-1 0 0,1 0 1,0 0-1,1 1 0,-1-1 0,0 0 0,1 1 1,0-1-1,0 1 0,-1 0 0,1-1 0,0 1 1,1 0-1,-1 0 0,0 1 0,1-1 0,-1 0 1,1 1-1,-1-1 0,1 1 0,0 0 0,-1 0 1,1 0-1,0 0 0,0 0 0,0 1 0,0-1 1,0 1-1,5 0 0,0 0 239,1-1 1,0 2-1,-1-1 1,1 2-1,0-1 0,-1 1 1,10 3-1,-13-4-42,0 1 1,-1 0-1,1 0 0,0 0 1,-1 1-1,0 0 1,1 0-1,-1 0 0,0 0 1,-1 0-1,1 1 0,-1 0 1,6 6-1,-8-8-165,0 0 0,-1 0 0,1 0 0,0 0 0,-1 0 0,0 0 0,1 0 0,-1 0-1,0 0 1,0 0 0,0 0 0,0 0 0,0 1 0,-1-1 0,1 0 0,0 0 0,-1 0 0,0 0 0,0 0 0,1 0 0,-1-1 0,0 1-1,0 0 1,-1 0 0,1 0 0,0-1 0,0 1 0,-1-1 0,1 1 0,-1-1 0,-2 2 0,-6 6 160,0-1 0,-1-1 0,-19 11 0,27-16-279,2-2-50,-5 4-211,0-1-1,0 0 1,0 0-1,0 0 1,-12 2-1,14-7-4200,10-4 1489,10-5-1222,-5 5 2743,0 1-1,1 0 1,12-3-1,-4 2 957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183 60 76,'18'-12'293,"-7"-4"3823,-10 16-3835,-1-1 1,0 0-1,0 1 1,1-1-1,-1 0 1,0 0-1,0 1 1,0-1-1,0 0 1,0 1 0,0-1-1,0 0 1,0 0-1,0 1 1,-1-1-1,1 0 1,0 1-1,0-1 1,-1 0-1,0 0 1,0-1 121,0 1-1,0 0 1,0 0-1,0 0 1,0 0-1,-1 0 1,1 0-1,0 0 1,-1 1 0,1-1-1,0 0 1,-1 1-1,-1-1 1,-3 0-87,1 0-1,0 0 1,0 1 0,0 0 0,-1 0-1,1 0 1,0 0 0,0 1 0,0 0 0,0 0-1,0 1 1,0-1 0,0 1 0,0 0-1,0 1 1,1-1 0,-6 4 0,1-1-257,1 1 0,0 0 0,1 0 0,-1 1 0,1-1 0,0 2 0,1-1 0,-8 12 0,11-13-57,-1 0-1,2 0 1,-1 1 0,1-1-1,0 1 1,0-1 0,1 1-1,-1 10 1,2-16-11,0 0 0,-1 1-1,1-1 1,0 1 0,0-1 0,0 1 0,0-1-1,1 1 1,-1-1 0,0 1 0,1-1 0,-1 1-1,1-1 1,-1 0 0,1 1 0,0-1 0,-1 0-1,1 0 1,0 1 0,0-1 0,0 0-1,0 0 1,0 0 0,0 0 0,0 0 0,0 0-1,1 0 1,-1 0 0,0-1 0,0 1 0,1 0-1,-1-1 1,1 1 0,-1-1 0,0 0 0,1 1-1,-1-1 1,1 0 0,-1 0 0,1 0 0,-1 0-1,1 0 1,2 0 0,0-1-6,-1 1 0,1-1 0,-1 0 0,1 0-1,-1 0 1,1-1 0,-1 1 0,0-1 0,0 0 0,1 0 0,-1 0 0,-1 0 0,1 0-1,0-1 1,4-3 0,1-4 10,-1-1 0,0 1 0,7-15 0,-9 16 28,1-1 1,0 1-1,13-16 1,-18 25-24,-1-1 0,0 1 0,1 0 0,-1 0 0,1-1 0,-1 1 0,1 0 0,-1 0 0,1 0 0,-1-1 0,1 1 0,-1 0 0,1 0 0,-1 0 0,1 0 0,-1 0 0,1 0 0,-1 0 0,1 0 0,-1 0 0,1 0 0,-1 1 0,1-1 0,-1 0 0,1 0 0,-1 0 1,0 1-1,1-1 0,-1 0 0,1 0 0,-1 1 0,1-1 0,-1 0 0,0 1 0,1-1 0,-1 0 0,0 1 0,1-1 0,-1 1 0,0-1 0,0 1 0,1 0 0,13 23-72,-12-19 46,3 4 738,11 23-1689,-11-23-759,1 0 0,-1-1 0,13 14-1,-17-20 1334,1 0 0,-1-1-1,1 1 1,0 0 0,0 0-1,0-1 1,0 1 0,0-1-1,0 0 1,0 1 0,1-1-1,-1 0 1,0 0 0,1 0-1,-1-1 1,1 1 0,-1-1-1,1 1 1,-1-1 0,1 0-1,-1 0 1,1 0 0,-1 0-1,1 0 1,-1-1 0,1 1-1,-1-1 1,1 0 0,-1 1-1,1-1 1,-1 0 0,0-1-1,3 0 1,11-10-187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36 101 168,'2'-14'396,"3"-30"1161,-5 41-856,0-1 0,0 1 1,-1 0-1,1 0 0,0-1 0,-1 1 1,0 0-1,0 0 0,0 0 1,-2-5-1,3 8-558,0 0 1,-1 0-1,1-1 0,0 1 1,0 0-1,0 0 0,0 0 1,0 0-1,0-1 0,-1 1 1,1 0-1,0 0 1,0 0-1,0 0 0,0 0 1,-1 0-1,1 0 0,0-1 1,0 1-1,0 0 0,0 0 1,-1 0-1,1 0 0,0 0 1,0 0-1,0 0 1,-1 0-1,1 0 0,0 0 1,0 0-1,-1 0 0,1 0 1,0 0-1,0 0 0,0 0 1,-1 0-1,1 0 1,0 1-1,0-1 0,-7 9 2222,-2 13-881,5-6-1334,1 1 0,1-1 0,0 1 0,1 22-1,2-20-2894,5 31 0,4-9-4769,-9-39 7130,-1 0 0,1 0 0,0 0 0,0 0-1,0 0 1,0 0 0,0 0 0,0 0 0,1-1 0,-1 1 0,1 0-1,-1-1 1,1 1 0,0-1 0,-1 1 0,4 1 0,6-1-181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1 145 192,'6'-57'1274,"0"12"1448,1 2 4348,-6 56-644,2 33-4455,-4-12-1304,0-18-534,1 0-1,1 0 1,0 0-1,5 27 1,-6-42-131,1 0 1,-1 0 0,0 0 0,1 0 0,-1 0 0,0 0 0,1 0 0,-1 0-1,1 0 1,0 0 0,-1 0 0,1 0 0,0-1 0,-1 1 0,1 0 0,0 0-1,0-1 1,0 1 0,0-1 0,-1 1 0,1 0 0,0-1 0,1 1 0,23-2 21,-23 1-24,0-1-1,0 1 1,0-1 0,0 1-1,0 0 1,0 0 0,1 0-1,-1 0 1,0 0-1,0 1 1,0-1 0,0 1-1,0-1 1,0 1 0,0 0-1,4 2 1,-2 1 7,0 0 0,0 0 1,0 0-1,-1 1 0,1-1 0,-1 1 1,0 0-1,2 7 0,-1-6-781,-1 0 0,1 1 1,9 10-1,-10-49-16652,-8 17 16854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34 120,'-36'-12'2176,"12"5"4233,31 7 436,17-4-4776,5 0-3022,-10 2-1136,-3-1-1732,1 2 1,20 0 0,-6 5 1414,-11 2 1756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 72 96,'12'-10'685,"11"-13"994,-22 23-1333,-1-1 0,1 0-1,0 0 1,-1 1 0,1-1 0,0 0 0,-1 0 0,0 0 0,1 0 0,-1 0 0,1 0 0,-1 0 0,0 0-1,0 0 1,1 0 0,-1 0 0,0 0 0,0 0 0,0 0 0,0 0 0,0 0 0,-1 0 0,1-1 0,-1 1 26,1 0 1,-1 0 0,1 1-1,-1-1 1,0 0 0,1 0 0,-1 1-1,0-1 1,1 1 0,-1-1-1,0 1 1,0-1 0,0 1 0,0-1-1,-1 0 1,-20-3 1996,15 3-2139,1 1 1,0 0-1,0 1 0,-10 1 0,15-2-218,0 0 0,0 0-1,-1 1 1,1-1 0,0 0 0,0 0 0,0 1-1,0-1 1,-1 1 0,1 0 0,0-1-1,0 1 1,0 0 0,0-1 0,0 1 0,0 0-1,0 0 1,1 0 0,-1 0 0,0 0-1,0 0 1,1 0 0,-1 0 0,0 0-1,1 0 1,-1 0 0,1 0 0,0 1 0,-1-1-1,1 0 1,0 3 0,0-1 3,1 0 1,0 1-1,0-1 0,0 0 1,0 0-1,1 1 1,0-1-1,-1 0 0,1-1 1,4 6-1,8 9 85,29 27-1,-6-7 280,-36-36-353,-1-1 0,1 0 0,-1 1 0,0-1 1,1 0-1,-1 1 0,1-1 0,-1 1 0,0-1 0,1 1 0,-1-1 0,0 1 0,0-1 0,1 1 0,-1 0 0,0-1 0,0 1 0,0-1 0,0 1 0,0-1 0,1 1 0,-1 0 0,0-1 0,-1 1 0,1-1 0,0 1 0,0 0 1,0 0 3,-1-1 1,0 1 0,1-1 0,-1 0 0,1 1 0,-1-1-1,0 0 1,1 0 0,-1 1 0,0-1 0,0 0 0,1 0-1,-1 0 1,0 0 0,1 0 0,-1 0 0,0 0 0,0 0-1,-4 0-183,1 0 1,0-1-1,-1 0 0,1 0 0,0 0 0,-6-2 0,-10-15-7833,20 18 7703,-1-1 1,1 1-1,0 0 1,-1-1-1,1 1 1,-1 0-1,1-1 1,0 1-1,-1-1 1,1 1-1,0-1 1,-1 1-1,1-1 1,0 1-1,0-1 1,0 1-1,-1-1 1,1 1-1,0-1 1,0 1-1,0-1 1,0 1-1,0-1 1,0 0-1,0 1 1,0-1-1,0 1 1,0-1-1,0 1 1,1-1-1,-1 1 1,0-1-1,0 1 1,0-1 0,1 1-1,-1-1 1,0 1-1,1-1 1,-1 1-1,0-1 1,1 1-1,-1 0 1,1-1-1,6-1-747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0 131 224,'18'-65'3797,"-10"32"1681,2 2 3949,-10 31-9393,0 0-1,0 0 1,0 0-1,0 0 0,0-1 1,0 1-1,0 0 1,0 0-1,0 0 0,1 0 1,-1 0-1,0 0 0,0 0 1,0 0-1,0 0 1,0 0-1,0 0 0,0 0 1,0 0-1,0 0 1,0 0-1,0 0 0,0 0 1,1 0-1,-1 0 1,0 0-1,0 0 0,0 0 1,0 0-1,0 0 1,0 0-1,0 0 0,0 0 1,0 0-1,0 0 0,0 0 1,1 0-1,-1 0 1,0 0-1,0 0 0,0 0 1,0 0-1,0 0 1,0 0-1,0 0 0,0 0 1,0 0-1,0 0 1,0 0-1,0 0 0,0 1 1,0-1-1,0 0 1,1 0-1,-1 0 0,0 0 1,0 0-1,0 0 1,0 0-1,0 0 0,0 0 1,0 0-1,0 0 0,0 1 1,5 9 604,1 13-425,-3 15-48,-4 58 0,0-18-1859,2-57-1168,4 34 0,-3-49 1592,-1 0 0,1 0-1,0 0 1,0 0 0,4 7 0,-6-11 1020,1-1 1,0 0 0,0 1-1,-1-1 1,1 0-1,0 1 1,0-1-1,0 0 1,0 0 0,1 0-1,-1 0 1,0 0-1,0 0 1,1 0-1,-1 0 1,0-1-1,1 1 1,-1 0 0,1-1-1,-1 1 1,1-1-1,-1 0 1,1 1-1,-1-1 1,1 0-1,2 0 1,5-3-235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43 109 16,'-7'-3'148,"4"1"53,0 1 0,0-1-1,0 1 1,0-1 0,1 0 0,-1 0-1,0 0 1,1 0 0,-1 0-1,1-1 1,-3-4 0,4 7-123,1-1 0,0 1-1,0-1 1,1 1 0,-1-1 0,0 1 0,0-1-1,0 0 1,0 1 0,0-1 0,1 1 0,-1-1 0,0 1-1,0-1 1,1 1 0,-1 0 0,0-1 0,1 1-1,-1-1 1,0 1 0,1 0 0,-1-1 0,1 1 0,-1 0-1,1-1 1,-1 1 0,1 0 0,-1-1 0,1 1-1,0 0 1,19-8 579,-17 7-508,46-13 835,89-12 1,-134 25-918,-1 1 67,0-1 1,0 1 0,1-1 0,-1 1-1,0 0 1,0 0 0,0 0-1,0 1 1,0-1 0,0 1 0,0 0-1,0 0 1,0 0 0,4 2-1,-6-2 35,0 0 0,0 0 0,1 1 0,-1-1 0,0 1 0,0-1 0,0 1 0,-1-1 0,1 1 0,0 0 0,-1-1 0,1 1 0,-1 0 0,1-1 0,-1 1 0,0 0 0,1 0 0,-1-1 0,0 1 0,0 0 0,-1 0 0,1-1 0,0 1 0,0 0 0,-2 3 0,0 8 739,-1 0-456,0 0 1,1 1 0,1-1-1,0 1 1,2 16 0,-1-27-434,1 0 0,-1-1 0,1 1 1,-1 0-1,1-1 0,0 1 0,0 0 1,1-1-1,-1 1 0,0-1 0,1 1 1,-1-1-1,1 0 0,0 0 1,0 0-1,0 0 0,0 0 0,0 0 1,0 0-1,0-1 0,1 1 0,-1-1 1,1 1-1,-1-1 0,1 0 0,0 0 1,-1 0-1,1 0 0,0-1 1,-1 1-1,6-1 0,-6 1 11,0-1 0,0 0 0,0 1 0,0-1-1,0 0 1,0-1 0,0 1 0,0 0 0,0 0 0,0-1 0,0 1 0,-1-1-1,1 0 1,0 0 0,0 1 0,0-1 0,-1 0 0,1 0 0,0-1 0,-1 1-1,3-2 1,-3 1 24,1 0 0,-1-1-1,0 1 1,0 0-1,0-1 1,0 1 0,0-1-1,0 1 1,0-1 0,-1 1-1,0-1 1,1 0 0,-1 1-1,0-4 1,-1-3-140,0 1-1,0 0 1,-1-1 0,1 1-1,-2 0 1,1 0 0,-1 0-1,-1 1 1,-4-10 0,1 8-1393,1 0 1,-1 0-1,0 1 1,-1 0-1,-13-11 1,16 15 681,0 1 1,0-1 0,0 1-1,0 0 1,0 1 0,-1-1 0,1 1-1,-1 0 1,1 0 0,-1 1 0,-11-2-1,5 4 188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53 60,'0'-3'352,"0"1"0,-1 0 0,1-1 1,-1 1-1,0 0 0,1 0 0,-1-1 0,0 1 0,-1 0 0,1 0 0,0 0 1,0 0-1,-1 0 0,1 1 0,-1-1 0,0 0 0,0 1 0,1-1 1,-1 1-1,-2-2 0,0 1 297,0 1 1,1 0 0,-1-1 0,0 1-1,0 0 1,0 1 0,0-1-1,0 1 1,0 0 0,-8 0-1,2 1 600,-1 1-1,0 0 0,-14 4 0,-22 13-363,36-14-666,1 1 1,-1 1-1,-17 14 1,24-18-202,1 1 0,-1-1 0,1 1 0,-1-1-1,1 1 1,1 0 0,-1 0 0,0 1 0,1-1 0,0 1 0,0-1 0,-2 7 0,4-10-19,-1 1 1,1-1-1,0 0 1,0 0-1,0 0 1,0 0-1,0 0 1,0 0-1,0 0 1,0 0-1,0 0 0,0 0 1,0 1-1,1-1 1,-1 0-1,0 0 1,1 0-1,-1 0 1,1 0-1,-1 0 1,1-1-1,0 1 0,-1 0 1,1 0-1,0 0 1,1 1-1,0-1-2,0 0-1,0 0 1,0-1-1,0 1 1,0 0-1,0-1 1,0 0-1,0 1 1,0-1-1,1 0 1,-1 0 0,4-1-1,3 0-11,0 0 0,1-1 0,-1-1 0,0 0 0,10-4 0,-8 1 11,-1 0-1,1-1 1,-1-1 0,0 1-1,13-16 1,25-17 3,-48 40 0,1-1 0,-1 1 0,1 0 1,-1-1-1,0 1 0,1 0 1,-1 0-1,1 0 0,-1 0 0,1-1 1,-1 1-1,1 0 0,-1 0 1,1 0-1,-1 0 0,1 0 0,-1 0 1,0 0-1,1 0 0,-1 0 1,1 0-1,-1 1 0,1-1 0,-1 0 1,1 0-1,-1 0 0,1 1 1,-1-1-1,0 0 0,1 0 0,-1 1 1,1-1-1,-1 0 0,0 1 1,1-1-1,-1 0 0,0 1 0,0-1 1,1 1-1,-1-1 0,0 0 1,0 1-1,1-1 0,-1 1 0,0-1 1,0 1-1,0-1 0,0 1 1,0-1-1,0 1 0,0-1 0,0 1 1,4 29 42,-4-29-38,0 213 737,-1-91-597,1-100-138,-1-1 0,0 1 0,-2 0 0,-6 26 0,7-43 3,0 0-1,-1 1 1,1-1 0,-1 0 0,0-1 0,-1 1 0,1 0 0,-6 6 0,6-9-3,0 0 1,-1 0-1,1-1 1,0 1-1,-1-1 0,1 1 1,-1-1-1,0 0 1,0-1-1,0 1 1,0-1-1,0 0 1,0 1-1,-5-1 1,4 0-18,1-1 1,-1 0 0,0 0-1,1 0 1,-1-1 0,0 0-1,1 0 1,-1 0 0,1 0-1,0-1 1,-1 1-1,1-1 1,0 0 0,0 0-1,0-1 1,0 1 0,0-1-1,1 0 1,-1 0 0,1 0-1,0-1 1,0 1 0,0-1-1,0 0 1,0 0-1,1 0 1,0 0 0,-2-4-1,-1-2-59,1 1 0,0-1-1,1 0 1,0 0-1,1 0 1,0 0-1,1-1 1,0 1 0,0-1-1,1 1 1,2-16-1,-1 16-94,2 0 0,-1 0 1,1 0-1,1 0 0,6-13 0,-4 13-974,0 0 1,0 0 0,1 1-1,10-11 1,1 3-1654,0 1 0,0 1 0,2 0 0,25-14-1,-23 16 2172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119 85 152,'11'-21'1237,"-10"19"-557,0 0 1,-1 0-1,1 0 0,-1 0 1,0 0-1,1 0 1,-1 0-1,0 0 1,0 0-1,-1 0 1,1 0-1,-1-4 0,1 5-270,-1 0 0,1 0-1,-1 0 1,1 0 0,-1 0-1,0-1 1,1 1-1,-1 1 1,0-1 0,0 0-1,0 0 1,0 0 0,1 0-1,-1 0 1,0 1 0,-1-1-1,1 0 1,0 1-1,0-1 1,-2 0 0,1 1-326,-1-1-1,1 1 1,-1-1 0,1 1 0,0 0 0,-1 0 0,1 0 0,-5 1 0,2 0-33,1 1 0,-1 0 0,0-1 1,1 2-1,-1-1 0,1 0 0,0 1 1,0 0-1,0 0 0,0 0 0,0 0 0,1 1 1,0 0-1,-1-1 0,1 1 0,1 0 1,-1 1-1,0-1 0,1 0 0,0 1 0,0-1 1,0 1-1,1 0 0,0-1 0,0 1 0,0 0 1,0 0-1,1 0 0,-1 0 0,1 0 1,1 0-1,-1 0 0,1 0 0,0 0 0,0 0 1,0-1-1,0 1 0,4 7 0,-4-10-48,0 0-1,0 0 0,1-1 0,-1 1 0,0 0 1,0-1-1,1 1 0,-1-1 0,1 0 0,0 1 1,-1-1-1,1 0 0,0 0 0,0 0 1,-1 0-1,1 0 0,0-1 0,0 1 0,0-1 1,0 1-1,0-1 0,0 1 0,0-1 1,0 0-1,0 0 0,0 0 0,0 0 0,0-1 1,1 1-1,-1 0 0,-1-1 0,1 0 0,0 1 1,3-3-1,-1 2 0,-1-1 0,0 0 0,0 0 0,0 0 0,0 0 0,0-1 0,-1 1 0,1-1-1,-1 1 1,0-1 0,1 0 0,-1 0 0,0 0 0,-1 0 0,1-1 0,-1 1 0,1 0 0,1-8 0,-1 0-203,-1-1 1,0 1-1,-1-1 1,0 0-1,-3-15 0,-3 0-4288,-4 2-5513,12 30 4265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104 351 192,'1'-1'399,"0"0"-1,0 1 1,0-1 0,0 0 0,0 0-1,-1 0 1,1 1 0,0-1 0,0 0-1,-1 0 1,1 0 0,-1 0 0,1 0-1,-1 0 1,0 0 0,1-1 0,-1 1-1,0 0 1,0 0 0,1 0 0,-1 0-1,0 0 1,0 0 0,0-1 0,-1 1-1,1 0 1,0 0 0,0 0-1,-1 0 1,1 0 0,0 0 0,-1 0-1,1 0 1,-1 0 0,1 0 0,-1 0-1,0 0 1,1 0 0,-1 0 0,0 0-1,0 0 1,-1-1 0,1 1 59,-1 0 1,1 0-1,-1 0 0,1 0 1,-1 0-1,1 0 0,-1 0 1,0 0-1,0 1 0,1-1 0,-1 1 1,-3-1-1,4 0-437,-1 1 0,1 0 0,-1 0 0,1 0 0,0 1 0,-1-1 0,1 0 0,-1 0 0,1 1 0,-1-1 0,1 1 0,0-1 0,-1 1 0,1 0 0,0-1 0,-1 1 0,0 2-1,-4 2 24,1 0-1,0 1 1,0 0-1,1 0 1,0 0-1,0 0 1,1 1-1,-6 12 1,7-15-56,0 1 0,1 0 0,-1 0 1,1 0-1,0 0 0,0 0 0,1 0 1,0 0-1,0 0 0,0 0 0,0 0 1,1 0-1,2 10 0,-3-14 6,0 0 0,0 0 0,1-1 0,-1 1 0,0 0 0,1 0 0,-1 0-1,1 0 1,-1-1 0,1 1 0,-1 0 0,1-1 0,0 1 0,-1 0 0,1-1 0,0 1 0,-1-1-1,1 1 1,0-1 0,0 1 0,0-1 0,-1 1 0,1-1 0,0 0 0,0 1 0,0-1 0,1 0-1,0 0-2,-1 0 0,1-1 0,-1 1 0,1-1 0,0 1-1,-1-1 1,1 0 0,-1 1 0,0-1 0,1 0-1,-1 0 1,1 0 0,1-2 0,3-3-13,-1 0 1,1 0-1,-1-1 0,8-13 1,-2-4 20,6-11-30,-15 38 16,-1 0 0,1 0-1,0 1 1,-1-1 0,1 0-1,-1 1 1,0-1 0,1 7-1,0-3-16,-2-3-27,1-1-1,0 0 0,0 0 0,1 0 0,-1 0 0,0 0 1,1 0-1,0 0 0,0 0 0,0-1 0,0 1 0,0-1 1,0 1-1,1-1 0,-1 0 0,1 0 0,-1 0 0,1 0 1,0 0-1,0-1 0,0 1 0,0-1 0,0 0 0,0 0 1,1 0-1,-1 0 0,0 0 0,0-1 0,1 0 0,-1 1 0,0-1 1,1 0-1,-1-1 0,0 1 0,6-2 0,2 0 26,1 0-1,-1-1 1,0-1-1,0 0 1,0 0-1,-1-1 1,1-1 0,-1 0-1,-1 0 1,1-1-1,-1 0 1,0 0-1,0-1 1,-1 0-1,0-1 1,-1 0-1,0 0 1,0-1-1,-1 0 1,0 0-1,-1 0 1,0-1-1,0 0 1,-1 1 0,-1-2-1,0 1 1,-1 0-1,0-1 1,1-19-1,-2 17 62,-1 0-1,-1 1 0,0-1 1,-1 1-1,-1 0 0,0 0 1,-1 0-1,0 0 0,-1 0 1,0 1-1,-11-19 0,15 29-19,0 1 0,0-1 1,-1 0-1,1 1 0,0-1 0,-1 1 0,1-1 0,-1 1 0,0 0 0,1 0 1,-1 0-1,0 0 0,0 0 0,0 0 0,0 0 0,-2-1 0,2 2-2,1 0-1,-1 0 1,1 0-1,-1 1 1,1-1-1,-1 0 1,1 0-1,0 1 1,-1-1-1,1 1 1,0-1-1,-1 1 0,1 0 1,0-1-1,0 1 1,-1 0-1,1 0 1,-1 1-1,-2 2 3,0 1-1,0 0 0,0 0 1,0 0-1,1 1 0,0-1 1,1 1-1,-1 0 0,-2 7 1,-2 12-218,1 0 1,1 0 0,1 0 0,2 0-1,0 0 1,2 1 0,2 29 0,1-31-1703,1 0 0,1 0 1,0 0-1,13 30 1,-16-47 1232,1-1 1,0 1-1,0-1 1,0 0-1,1 0 1,0-1-1,0 1 1,1-1 0,-1 0-1,1 0 1,0 0-1,10 7 1,6-1 136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24 204,'-8'-6'1271,"-1"-3"5987,10 3-886,12 4-4225,-12 2-2090,-1 0 0,0 0 0,1-1 0,-1 1 0,1 0 0,-1 0 0,0 0 0,1 0 0,-1 0 0,1 0 0,-1 0 0,1 0 0,-1 0 0,0 1 0,1-1 0,-1 0 0,1 0 0,-1 0 0,0 0 0,1 1 0,-1-1 0,0 0 0,1 0 0,-1 0 0,0 1 0,1-1 0,-1 0 0,0 1 0,1-1 0,-1 0 0,0 1 0,0-1 0,1 0 0,-1 1 0,0-1 0,0 1 0,0-1 0,0 0 0,0 1-1,0-1 1,1 1 0,-1-1 0,0 0 0,0 1 0,0-1 0,0 1 0,0-1 0,0 1 0,-1-1 0,1 0 0,0 1 0,0-1 0,0 1 0,0-1 0,0 0 0,-1 1 0,1-1 0,0 1 0,-1 1 59,0-1-1,-1 1 1,1 0-1,0-1 1,-1 1-1,1 0 0,-1-1 1,1 0-1,-1 1 1,-2 1-1,1-2-18,1 0 0,-1 0 0,0 0 1,1 0-1,-1-1 0,0 1 0,0-1 0,-5 0 0,8 1-90,0-1 0,0 0 0,-1 0 0,1 0 0,0-1-1,0 1 1,-1 0 0,1 0 0,0 0 0,0 0 0,0 0-1,-1 0 1,1 0 0,0 0 0,0 0 0,-1 0 0,1-1 0,0 1-1,0 0 1,0 0 0,0 0 0,-1 0 0,1-1 0,0 1 0,0 0-1,0 0 1,0 0 0,0-1 0,0 1 0,-1 0 0,1 0-1,0-1 1,0 1 0,0 0 0,0-1 0,10-13-61,9 0 622,2 7-5020,-20 6 4119,0 1 0,-1 0 0,1 0-1,0 0 1,0 0 0,-1 0 0,1 0 0,0 0 0,0 1 0,-1-1 0,1 0 0,0 0 0,0 1-1,-1-1 1,1 0 0,0 1 0,-1-1 0,1 1 0,0-1 0,-1 0 0,1 2 0,0-1-115,0 0 0,-1 0 0,1 0 1,-1 1-1,1-1 0,-1 0 1,0 0-1,1 1 0,-1-1 0,0 0 1,0 0-1,0 1 0,0-1 1,0 0-1,0 1 0,0-1 0,-1 2 1,-6 31-2744,2-15 2718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22 76,'15'-9'3509,"-13"9"-2741,-1 0 0,1-1-1,-1 1 1,1 0 0,0 0 0,-1 0 0,1 0-1,0 0 1,-1 0 0,1 0 0,0 1-1,2 0 1,-3-1-334,0 1 0,1-1 0,-1 1 1,0-1-1,0 1 0,0 0 0,0 0 0,-1-1 0,1 1 0,0 0 0,0 0 1,0 0-1,-1 0 0,1 0 0,0 0 0,-1 0 0,2 2 0,-1 16-820,-1-19 416,0 1 0,0-1 0,0 1 0,0-1 0,0 1 0,0-1 0,0 1 0,0-1 0,-1 0 0,1 1 1,0-1-1,0 1 0,-1-1 0,1 1 0,0-1 0,0 0 0,-1 1 0,1-1 0,0 0 0,-1 1 0,1-1 0,-1 0 0,1 1 0,0-1 0,-1 0 0,1 0 0,-1 0 0,1 1 0,-1-1 1,1 0-1,-1 0 0,1 0 0,-1 0 0,1 0 0,-1 0 0,1 0 0,-1 0 0,1 0 0,-1 0 0,1 0 0,0 0 0,-2 0 0,1-1-18,0 1-1,0-1 0,0 1 1,0-1-1,0 1 0,0-1 1,0 0-1,1 1 0,-1-1 1,0 0-1,0 0 1,0 1-1,1-1 0,-1 0 1,1 0-1,-1 0 0,0 0 1,0-2-1,-1-20-455,0 3-3725,-13 37-7843,-5 19 7242,9-14 3835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95 56,'-6'-71'5917,"6"71"-5799,0 0-1,0-1 1,0 1-1,0 0 1,0 0-1,0 0 0,0-1 1,0 1-1,0 0 1,0 0-1,0 0 1,0 0-1,-1-1 1,1 1-1,0 0 1,0 0-1,0 0 1,0 0-1,0-1 0,0 1 1,-1 0-1,1 0 1,0 0-1,0 0 1,0 0-1,0 0 1,-1 0-1,1-1 1,0 1-1,0 0 1,0 0-1,0 0 0,-1 0 1,1 0-1,0 0 1,0 0-1,0 0 1,-1 0-1,1 0 1,0 0-1,0 0 1,0 0-1,-1 0 1,1 0-1,0 0 0,0 0 1,0 1-1,0-1 1,-1 0-1,1 0 1,0 0-1,0 0 1,0 0-1,0 0 1,-1 0-1,1 1 1,0-1-1,0 0 0,0 0 1,0 0-1,0 0 1,0 1-1,0-1 1,-1 0-1,1 0 1,0 0-1,0 0 1,0 1-1,-9 13 3169,5 8-3104,2 0-1,0 0 1,1 0 0,2 1 0,0-1 0,1 0 0,2 0 0,0 0 0,11 33 0,-12-46-128,1 3-340,-2-24-1757,-1-5-2304,6-35 0,-4 39 3451,-1-1-1,0 0 0,-1 0 0,-2-20 0,-1 19 1071,0 0-1,-1 0 1,-1 1-1,0-1 1,-1 1-1,-1 0 0,-14-26 1,47 61 6265,51 41-5263,-52-49-991,0-1 1,31 10-1,15 6 58,-59-24-170,-9-2 2021,-16-2-509,10 0-1553,-10 1 153,0 1 0,1-1 1,0 2-1,-1 0 0,1 0 0,0 1 0,-16 8 0,-70 41-212,44-22 645,24-15-1639,24-13-2643,31-15-9946,-22 8 12777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156 107 160,'1'-4'223,"0"0"-1,1 0 1,0 0-1,0 0 1,0 0-1,0 1 1,1-1-1,-1 1 1,1-1-1,0 1 1,0 0-1,0 0 1,1 0-1,-1 1 1,1-1-1,4-2 1,-2 1 211,0 0 1,-1 0 0,1-1-1,6-8 1,-12 13-338,1-1 0,-1 1 0,0 0 0,0 0 0,1-1 1,-1 1-1,0 0 0,0 0 0,0-1 0,0 1 0,1 0 0,-1-1 0,0 1 0,0 0 0,0-1 1,0 1-1,0 0 0,0-1 0,0 1 0,0 0 0,0-1 0,0 1 0,0 0 0,0-1 1,0 1-1,0 0 0,0 0 0,0-1 0,0 1 0,-1 0 0,1-1 0,0 1 0,0-1 1,-13-4 1603,-17 4-538,29 1-1087,-14 2 72,1-1 0,0 1-1,-1 1 1,1 1 0,0 0-1,0 1 1,1 0-1,0 1 1,-17 10 0,28-15-146,0 0 1,1 0 0,-1 0 0,0 0-1,1 0 1,-1 0 0,1 1 0,0-1-1,-1 1 1,1-1 0,0 1-1,0-1 1,0 1 0,0-1 0,0 1-1,0 0 1,0 0 0,1-1 0,-1 1-1,0 0 1,1 0 0,0 0 0,-1 0-1,1 0 1,0 0 0,0 0 0,0 0-1,0 0 1,1-1 0,-1 1-1,1 4 1,2-2-5,-1 1-1,1 0 1,0-1-1,0 0 1,0 0 0,1 0-1,0 0 1,-1 0-1,1-1 1,7 5-1,42 27 12,-39-27 122,1 1 0,-1 1 1,-1 0-1,0 1 0,14 14 0,-26-24-54,0 0 0,0 0 0,0 0 0,0 0 0,-1 0-1,1 1 1,0-1 0,-1 0 0,1 0 0,-1 0 0,1 1 0,-1-1-1,0 0 1,1 0 0,-1 1 0,0-1 0,0 0 0,0 1 0,0-1-1,0 0 1,0 1 0,0-1 0,0 0 0,-1 1 0,0 1 0,0-1 4,-1 0 0,1 0 0,-1 0 0,1 0 0,-1 0 0,0-1 0,0 1 0,0-1 0,0 1 0,0-1 1,0 0-1,-4 2 0,-8 3 59,0-1 1,0-1 0,-23 4 0,36-8-138,-16 4-127,-33 5 422,48-8-447,1-1 0,-1 0-1,0 0 1,0 0-1,0 0 1,1 0 0,-1 0-1,0-1 1,0 1-1,1 0 1,-1-1 0,0 0-1,1 1 1,-1-1-1,0 0 1,1 0 0,-1 0-1,1 0 1,-1 0-1,1 0 1,0 0-1,-2-2 1,3 1-382,-1 1 0,1-1-1,-1 0 1,1 0 0,0 1 0,-1-1-1,1 0 1,0 0 0,0 1 0,1-1 0,-1 0-1,0 0 1,1 1 0,-1-1 0,1 0-1,0-2 1,13-27-4501,-8 20 4215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97 35 24,'-59'-7'3109,"22"-2"5886,43 11-8515,1-2 1,0 1-1,0-1 0,0 0 1,10-1-1,8-1-332,66 2-726,132-18-1,-216 17-556,-10 11-10910,-2-6 11348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97 28,'1'-1'63,"9"-24"1205,-7 5 6854,-9 24-6161,-5 6-204,-11 22 346,-37 67 0,31-48-1885,24-44-210,-14 28 9,17-34-22,0 1 1,0 0-1,0 1 1,0-1-1,1 0 1,-1 0-1,1 0 1,0 0-1,-1 0 1,1 1-1,0-1 1,0 0-1,1 5 1,-1-7 3,1 0-1,-1 1 1,0-1-1,1 0 1,-1 0 0,0 1-1,0-1 1,1 0 0,-1 0-1,0 0 1,1 1 0,-1-1-1,1 0 1,-1 0-1,0 0 1,1 0 0,-1 0-1,0 0 1,1 0 0,-1 0-1,1 0 1,-1 0 0,0 0-1,1 0 1,-1 0-1,1 0 1,-1 0 0,0 0-1,1 0 1,-1 0 0,0 0-1,1-1 1,-1 1-1,1 0 1,-1 0 0,0 0-1,0-1 1,1 1 0,-1 0-1,0 0 1,1-1 0,-1 1-1,0 0 1,1-1-1,15-14-12,-15 14 9,8-9-6,-1 0 1,-1 0-1,1-1 1,-2 0-1,1 0 0,-2 0 1,8-21-1,0-7 72,7-43-1,-9 33 265,0 24 110,-3 20-54,-7 5-360,-1 1 0,1-1 1,-1 0-1,1 1 0,0-1 0,-1 0 1,1 1-1,-1-1 0,1 1 0,-1-1 1,1 1-1,-1-1 0,0 1 0,1 0 1,-1-1-1,0 1 0,1-1 0,-1 1 1,0 0-1,16 37 775,15 53 0,-20-53-751,28 60 1,-38-96-660,9 21 527,-8-16-2987,-18-16-13928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54 100,'-14'-3'360,"4"-1"348,3 2 464,3 2 1644,11 0-1379,0 0-153,6-1-244,4-1-256,0 0-216,4-1-364,-3 1-720,3 0-1376,-1-1-468,0-1 123,1-2 481,5-4 628,2 0 612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8 136,'-23'3'1073,"17"-3"419,0 1 1,0 0-1,0 0 1,-10 4-1,16-5-1359,0 1-1,0-1 0,0 0 0,1 1 0,-1-1 1,0 0-1,0 1 0,1-1 0,-1 0 0,0 0 0,1 1 1,-1-1-1,0 0 0,1 0 0,-1 1 0,0-1 0,1 0 1,-1 0-1,1 0 0,-1 0 0,0 0 0,1 0 1,-1 1-1,1-1 0,-1 0 0,0 0 0,1 0 0,-1 0 1,1-1-1,19 6 321,27-4 300,0-2 1,51-7 0,-23 2-319,-70 5-572,53-2 446,-34 2-3050,-43-4-9777,11 0 11883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202 45 24,'23'-25'1899,"-12"7"2110,-15 17 753,-16 8-2239,4 1-1827,0 1 1,1 1-1,0 0 0,-16 16 0,17-14-603,1 1 1,0 1-1,1-1 0,1 2 0,0 0 0,1 0 0,-12 25 1,20-35-96,0 1 1,0-1-1,0 0 1,1 1 0,0 0-1,0-1 1,0 1-1,1 0 1,0-1 0,0 1-1,0 0 1,1 0-1,1 7 1,-1-8-8,1-1 0,0 0 0,0 1-1,0-1 1,0 0 0,0 0 0,1 0 0,0 0-1,0-1 1,0 1 0,0-1 0,1 0 0,-1 0 0,1 0-1,0 0 1,0-1 0,4 3 0,1-1-61,-1 0 0,2 0 0,-1-1 0,0 0 1,1-1-1,18 3 0,-22-5 17,0 1 1,0-1-1,0 0 1,-1 0 0,1-1-1,0 0 1,0 0-1,0 0 1,0-1-1,0 0 1,-1 0 0,9-4-1,-13 5 52,-1 1 0,1-1-1,0 1 1,0-1 0,0 1 0,-1-1-1,1 1 1,0-1 0,0 0 0,-1 0-1,1 1 1,-1-1 0,1 0-1,-1 0 1,1 0 0,-1 0 0,1 0-1,-1 1 1,0-1 0,1 0 0,-1 0-1,0 0 1,0 0 0,0 0 0,0 0-1,0-2 1,0 1 2,-1 0 0,0 0 0,0 0 0,0 1 1,1-1-1,-2 0 0,1 0 0,0 1 0,0-1 0,0 0 0,-1 1 0,-1-2 0,-4-4 14,-1 1 0,0 1-1,0-1 1,-12-4-1,-2 0 7,-1 1 0,0 2-1,-31-7 1,67 16-158,-1-1-1,1-1 1,24-2 0,-23 1 120,-1 0 0,1 1 0,-1 0 0,1 1 0,-1 1 0,16 3 0,-26-4 36,-1 1-1,1-1 1,0 1 0,-1 0-1,1-1 1,-1 1-1,1 0 1,-1 0 0,0 1-1,0-1 1,0 0-1,0 1 1,0-1 0,-1 1-1,1 0 1,-1 0-1,0-1 1,1 1 0,-1 0-1,0 4 1,4 9 175,-2 1 0,3 27 0,-3-13-64,-1-23-393,0 8 376,1 0 0,1 0 0,9 22 0,-12-34-481,1 0 0,0 0 0,1-1 0,-1 1 0,0 0 0,1-1-1,5 6 1,-6-8-204,0 1 0,0-1 0,0 1 0,0-1 0,0 0 0,0 0 0,0 0 0,1 0 0,-1 0 0,0-1 0,0 1 0,1-1 0,-1 1 0,0-1-1,4 0 1,-5 0 370,0 0-1,0 0 0,0 0 0,0 0 0,0 0 0,0-1 0,1 1 0,-1 0 0,0-1 0,0 1 1,0-1-1,0 1 0,0-1 0,0 1 0,0-1 0,-1 0 0,1 1 0,1-2 0,6-6-568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110 121 44,'-56'-8'2586,"44"5"-88,1 0-1,-20-8 0,37 12-2228,0 0 0,0 0 0,0-1 0,0 0 1,8-1-1,2 0-157,18 1-99,9 1 8,0-2-1,0-1 0,44-10 0,-87 12-19,1 0 0,-1 0 0,1 0 1,-1 0-1,0 0 0,1 0 0,-1-1 0,1 1 0,-1 0 0,1 0 0,-1 0 1,0 0-1,1-1 0,-1 1 0,1 0 0,-1-1 0,0 1 0,1 0 0,-1-1 1,0 1-1,0 0 0,1-1 0,-1 1 0,0 0 0,0-1 0,1 1 0,-1-1 0,0 1 1,0-1-1,0 1 0,0 0 0,0-1 0,1 1 0,-1-1 0,0 1 0,0-1 1,0 1-1,0-1 0,-1 1 0,1-1 0,0 1 0,0 0 0,0-1 0,0 1 1,0-1-1,0 1 0,-1-1 0,1 1 0,0 0 0,0-1 0,-1 1 0,1-1 1,0 1-1,-1 0 0,1-1 0,0 1 0,-1 0 0,1 0 0,-1-1 0,-2-2 17,1 1 0,-1 0 0,1 0-1,-1 0 1,0 0 0,0 0 0,-4-2-1,-104-40 2780,147 58-2599,-1-1-1,2-2 1,44 7-1,-81-17-110,0-1-1,0 0 1,0 1-1,0-1 1,0 1-1,0-1 1,0 0-1,0 1 1,0-1-1,0 0 1,0 1-1,0-1 1,0 1-1,0-1 1,-1 0-1,1 1 1,0-1-1,0 0 0,0 1 1,-1-1-1,1 0 1,0 0-1,-1 1 1,1-1-1,0 0 1,0 0-1,-1 1 1,1-1-1,0 0 1,-1 0-1,1 0 1,-1 1-1,-19 16 443,12-10-256,0-1-363,-32 33 750,36-36-971,1 1 0,0 0 1,0 0-1,0 1 1,0-1-1,0 1 1,1-1-1,-2 6 1,18-15-12092,8-14 9176,-14 12 2235,5-3 468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235 78 120,'2'-2'83,"10"-9"1316,1 0 1,19-26-1,-32 37-1281,0-1-1,1 1 1,-1 0-1,0-1 1,0 1-1,1 0 1,-1-1-1,0 1 1,0-1-1,0 1 1,0-1-1,0 1 1,0 0-1,0-1 1,0 1-1,0-1 1,0 1-1,0-1 1,0 1 0,0-1-1,0 1 1,0 0-1,0-1 1,0 1-1,0-1 1,-1 1-1,1-1 1,0 1-1,0 0 1,-1-1-1,1 1 1,0 0-1,0-1 1,-1 1-1,1 0 1,0-1-1,-1 1 1,1 0-1,-1 0 1,1-1-1,0 1 1,-1 0 0,1 0-1,-1 0 1,1 0-1,0-1 1,-1 1-1,1 0 1,-1 0-1,1 0 1,-1 0-1,1 0 1,-1 0-1,1 0 1,0 0-1,-1 0 1,0 1-1,-27-2 2961,10 3-2448,1 0 0,-1 2-1,1 0 1,0 0 0,0 2 0,0 0-1,0 1 1,-30 18 0,41-21-596,1 0 0,-1 0 0,1 1 0,0 0 0,0 0 0,0 0 0,1 0 0,0 1 0,0 0 0,0 0 0,-3 6 0,5-6-28,0-1 0,1 1 0,-1-1-1,1 1 1,0 0 0,1-1 0,0 1 0,-1 0 0,2 0 0,-1-1 0,1 1 0,0 0 0,0-1 0,0 1 0,3 6 0,-2-4-23,1-1 1,0 0-1,0 1 1,1-1-1,0 0 1,0-1-1,1 1 1,10 11-1,-12-15-27,0-1-1,0 1 1,1 0-1,0-1 1,-1 0 0,1 0-1,0 0 1,0 0-1,0-1 1,0 0 0,0 1-1,1-1 1,-1-1-1,0 1 1,1-1 0,-1 1-1,9-2 1,-2 0-221,1-1-1,0 0 1,-1-1 0,1-1 0,-1 0 0,0 0 0,0-1-1,-1 0 1,1-1 0,-1 0 0,0-1 0,-1 0 0,13-11-1,-5-6 293,-13 10 349,-4 14-352,0-1 0,0 1 0,0 0 0,0-1 0,0 1 1,0 0-1,0-1 0,0 1 0,0 0 0,0 0 0,0-1 0,0 1 0,-1 0 0,1-1 0,0 1 0,0 0 0,0 0 0,0 0 0,-1-1 0,1 1 0,0 0 0,0 0 0,-1 0 1,1-1-1,0 1 0,0 0 0,-1 0 0,1 0 0,0 0 0,0 0 0,-1 0 0,1-1 0,0 1 0,-1 0 0,1 0 0,-1 0 15,0 1-1,0-1 1,0 0-1,0 0 1,0 1-1,0-1 1,0 0-1,0 1 1,0-1-1,0 1 1,1-1-1,-1 1 1,0-1-1,0 1 0,1 0 1,-1 0-1,0-1 1,1 1-1,-1 0 1,1 0-1,-1-1 1,1 1-1,-1 0 1,1 0-1,-1 0 1,1 0-1,0 0 1,0 0-1,-1 1 1,0 1-11,0 1 1,0-1-1,1 1 1,-1-1-1,1 0 0,0 1 1,0 4-1,0-6-35,0-1 0,1 1 0,0 0 0,-1 0-1,1 0 1,0-1 0,0 1 0,0 0 0,0-1 0,0 1-1,0-1 1,0 1 0,1-1 0,-1 1 0,0-1-1,1 0 1,-1 0 0,1 0 0,0 0 0,-1 0 0,1 0-1,0 0 1,0 0 0,-1 0 0,1-1 0,0 1-1,0-1 1,0 0 0,0 1 0,0-1 0,0 0 0,-1 0-1,1 0 1,0-1 0,0 1 0,0 0 0,0-1-1,0 1 1,0-1 0,-1 1 0,1-1 0,0 0 0,0 0-1,-1 0 1,1 0 0,0 0 0,-1 0 0,1 0-1,-1-1 1,0 1 0,1 0 0,-1-1 0,0 1 0,0-1-1,0 0 1,2-2 0,-3 2 8,1 0 1,-1 0-1,0 0 0,1-1 1,-1 1-1,0 0 0,0 0 1,0 0-1,-1 0 0,1 0 0,0 0 1,-1 0-1,0 0 0,1 0 1,-1 0-1,0 0 0,0 0 1,0 0-1,0 1 0,0-1 1,0 0-1,-1 1 0,1-1 1,0 1-1,-4-3 0,-1-2 4,0 1 1,-1-1-1,1 2 0,-1-1 0,-10-4 0,11 6-283,-1 1 0,1-1 1,-1 1-1,0 0 0,-7 0 0,23 4-7909,9 1 3422,12 0 2089,-10-3 1971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 2 216,'-13'-1'9276,"-8"3"-4305,9 1-3765,-1 0 1,1 0 0,0 1-1,-20 10 1,28-12-1118,0 1 0,0-1 1,1 1-1,-1 0 0,0 0 0,1 0 0,-5 5 1,7-6-75,0-1 1,0 1 0,0 0 0,0 0-1,0-1 1,0 1 0,0 0-1,1 0 1,-1 0 0,1 0 0,-1 0-1,1 0 1,0 0 0,0 1-1,-1-1 1,2 0 0,-1 2 0,1-1-17,0 0 1,0 0-1,1 0 1,-1-1-1,1 1 1,-1 0-1,1-1 1,0 1-1,0-1 1,0 1-1,0-1 1,1 0-1,-1 0 1,0 0-1,1 0 1,0-1-1,4 3 1,7 4-22,1-2 0,15 6 0,-29-11 20,17 5-9,-12-5 13,0 1-1,0 0 1,0 0 0,-1 1-1,1 0 1,9 6 0,-15-8 0,0-1 0,0 1 0,0-1-1,0 1 1,0-1 0,0 1 0,0-1 0,0 1 0,0-1 0,0 1 0,0-1 0,-1 1 0,1-1 0,0 0 0,0 1 0,-1-1 0,1 1 0,0-1 0,-1 0 0,1 1 0,0-1 0,-1 0 0,1 1 0,0-1 0,-1 0 0,1 0 0,-1 1 0,1-1-1,-1 0 1,1 0 0,-1 0 0,1 0 0,-1 1 0,1-1 0,0 0 0,-2 0 0,-19 8 52,-2-2-247,-33 5-98,20-9-4695,36-2 4756,0 0-1,-1 0 1,1 0-1,0 0 1,0 0-1,-1 0 1,1 0-1,0 0 0,-1 0 1,1 0-1,0 0 1,0 0-1,-1 0 1,1-1-1,0 1 0,0 0 1,-1 0-1,1 0 1,0 0-1,0 0 1,-1-1-1,1 1 1,0 0-1,0 0 0,0 0 1,-1-1-1,1 1 1,0 0-1,0 0 1,0-1-1,0 1 1,0 0-1,0 0 0,-1-1 1,1 1-1,0 0 1,0-1-1,0 1 1,0 0-1,0 0 0,0-1 1,0 1-1,0-1 1,8-10-4790,0 4 4247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51 56,'-3'-27'3714,"-1"13"2127,-3 5 3318,8 11-8932,0 1-1,-1 0 0,1 0 0,-1 1 0,0-1 0,0 0 1,0 3-1,0 5-131,5 48-175,7 59 19,-8-96-1663,11 33 0,-11-43-785,3 4-2713,-5-9-2289,1-10 5823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65 68,'-14'-4'606,"10"3"334,0 0-1,0-1 1,1 1 0,-1-1 0,0 1 0,-4-4 0,15 2 3336,14 0-3330,-1 2-1319,0-1-1,35-8 0,-45 7-2175,1-1-1,-1 0 1,18-9-1,-18 8 1614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5 36,'-22'1'969,"-19"0"7091,34 0-3722,17-1-1081,66-4-3315,-38 2-3118,0 1-6414,-41 3 6628,-4 0 2308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10 108,'-3'4'220,"3"-1"104,0 0 88,3-1 92,2-1 48,1-2 12,5-1-24,2 1-68,2-1-104,4 1-120,3-2-128,0 0-300,1 0-600,1 2-240,-4 0 64,-1-1 196,-5-1 252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155 122 116,'-8'-4'1028,"-1"1"1,0 0-1,1 0 1,-1 1-1,-18-2 0,19 4-44,0-2-1,0 1 1,0-1-1,1 0 1,-1 0-1,0-1 1,-10-5-1,18 7-943,-1 1 0,1 0 0,0-1 1,-1 1-1,1 0 0,-1-1 0,1 1 0,0-1 0,-1 1 0,1 0 1,0-1-1,-1 1 0,1-1 0,0 1 0,0-1 0,0 1 0,-1-1 0,1 1 1,0-1-1,0 1 0,0-1 0,0 1 0,0-1 0,0 0 0,0 1 1,0-1-1,0 1 0,0-1 0,0 1 0,0-1 0,1 1 0,-1-1 1,0 1-1,0-1 0,0 1 0,1-1 0,-1 1 0,0-1 0,1 1 1,-1 0-1,0-1 0,1 1 0,-1-1 0,1 1 0,-1 0 0,0-1 1,1 1-1,-1 0 0,2-1 0,23-15 117,-10 9-163,0 0 0,1 1 0,1 0 0,-1 1 0,0 1 0,1 1 0,0 0 0,0 1 0,0 1 0,30 2 0,-46-1 10,0 0-1,0 0 0,1 0 1,-1 1-1,0-1 0,0 0 1,0 0-1,0 1 0,0-1 1,0 1-1,0-1 0,0 1 1,0-1-1,-1 1 1,1 0-1,0-1 0,0 1 1,0 0-1,-1 0 0,1 0 1,0-1-1,-1 1 0,1 0 1,-1 0-1,1 2 1,0-2 20,-1 1 1,0 0 0,0 0 0,0 0-1,0-1 1,0 1 0,0 0-1,-1 0 1,1 0 0,-1-1 0,1 1-1,-1 0 1,-1 2 0,-4 6 224,0 0 0,0-1 0,-13 15 0,18-22-185,-32 36 770,10-13-259,-24 36 0,41-54-509,1 1 0,1 0 0,0 0-1,0 1 1,1-1 0,-1 1 0,2 0-1,-1 0 1,-1 14 0,4-20-62,0-1 1,0 1-1,0-1 0,0 1 1,0-1-1,0 1 1,1-1-1,-1 1 0,1-1 1,-1 1-1,1-1 0,0 0 1,0 1-1,0-1 1,1 0-1,-1 0 0,0 0 1,1 0-1,0 0 1,-1 0-1,1 0 0,0 0 1,0-1-1,0 1 0,0-1 1,0 1-1,0-1 1,0 0-1,1 0 0,-1 0 1,0 0-1,1 0 1,-1 0-1,1-1 0,-1 1 1,1-1-1,-1 0 0,1 1 1,-1-1-1,1 0 1,-1-1-1,5 0 0,-3 1-7,0 0-1,0-1 0,0 0 0,0 0 0,0 0 0,-1 0 0,1 0 1,0-1-1,-1 0 0,1 0 0,-1 0 0,0 0 0,1 0 0,-1-1 1,0 1-1,0-1 0,-1 0 0,1 0 0,0 0 0,-1 0 1,0 0-1,0-1 0,0 1 0,0-1 0,0 1 0,-1-1 0,2-6 1,-2 5-1,-1 1 1,0-1 0,0 0 0,0 1 0,-1-1-1,1 0 1,-1 1 0,0-1 0,0 0-1,-1 1 1,1 0 0,-1-1 0,-5-7 0,2 4 12,0 1 1,0 1 0,-1-1 0,0 1-1,0 0 1,0 0 0,-8-5-1,-3 0-1188,1 0-1,-23-9 0,-28-10-9717,63 29 10180,0-1 1,1 1-1,-1-1 0,1-1 1,-1 1-1,-3-3 0,0-2-199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65 40,'0'-3'146,"-2"-28"3589,-1 11 3939,3 20-7482,-1-1 0,1 0 0,0 1 0,0-1-1,0 1 1,0 0 0,0-1 0,-1 1 0,1-1 0,0 1 0,0-1-1,-1 1 1,1-1 0,0 1 0,-1 0 0,1-1 0,0 1 0,-1 0-1,1-1 1,-1 1 0,1 0 0,-1-1 0,1 1 0,0 0 0,-1 0-1,0-1 1,-7 10 987,0 22-1403,-5 151 384,13-154-259,1-27 82,-1-1 0,0 0 0,0 1-1,0-1 1,0 0 0,0 1 0,0-1-1,0 0 1,1 1 0,-1-1 0,0 0-1,0 0 1,1 1 0,-1-1-1,0 0 1,0 0 0,1 1 0,-1-1-1,0 0 1,0 0 0,1 0 0,-1 1-1,0-1 1,1 0 0,-1 0 0,1 0-1,0 0-50,0 0-1,0 0 0,-1-1 0,1 1 0,0 0 0,0-1 1,0 1-1,0 0 0,-1-1 0,1 1 0,0-1 0,0 1 1,-1-1-1,1 1 0,1-2 0,0 0-234,0 0 0,0-1 0,0 1 0,0-1-1,0 1 1,-1-1 0,1 1 0,-1-1 0,0 0 0,1 0-1,-1 0 1,-1 0 0,1 0 0,0 0 0,-1 0 0,1 0-1,-1 0 1,0 0 0,0-4 0,-2-5-109,1 1 1,-2-1-1,-6-20 0,-3-10 461,0-26 828,12 68-856,0-1 0,0 1 1,0 0-1,0-1 0,0 1 1,0-1-1,0 1 1,0-1-1,0 1 0,0-1 1,1 1-1,-1 0 1,0-1-1,0 1 0,0-1 1,0 1-1,1 0 0,-1-1 1,0 1-1,0-1 1,1 1-1,-1 0 0,0 0 1,1-1-1,-1 1 0,0 0 1,1-1-1,-1 1 1,1 0-1,-1 0 0,0 0 1,1-1-1,-1 1 1,1 0-1,-1 0 0,1 0 1,-1 0-1,0 0 0,1 0 1,-1 0-1,1 0 1,-1 0-1,1 0 0,-1 0 1,1 0-1,-1 0 1,0 0-1,1 1 0,-1-1 1,1 0-1,0 0 0,27 9 1179,-24-8-1093,8 4 72,-1 0 1,0 1-1,0 0 1,0 1 0,-1 0-1,0 1 1,0 0-1,-1 0 1,11 13 0,-9-10-139,-1 0 1,1-1-1,1-1 0,0 0 1,1-1-1,14 9 1,-26-17-43,-1 0 0,0 0 0,0 0 1,0 1-1,0-1 0,0 0 0,1 0 0,-1 0 1,0 0-1,0 0 0,0 1 0,1-1 0,-1 0 0,0 0 1,0 0-1,0 0 0,1 0 0,-1 0 0,0 0 1,0 0-1,1 0 0,-1 0 0,0 0 0,0 0 0,1 0 1,-1 0-1,0 0 0,0 0 0,0 0 0,1 0 0,-1 0 1,0 0-1,0-1 0,0 1 0,1 0 0,-1 0 1,0 0-1,0 0 0,0 0 0,0-1 0,1 1 0,-1 0 1,0 0-1,0 0 0,0 0 0,0-1 0,0 1 1,1 0-1,-1 0 0,0 0 0,0-1 0,0 1 0,0 0 1,-5-15 9,4 14-5,0 0-1,0 0 1,0 1-1,0-1 1,0 0 0,-1 1-1,1-1 1,0 0-1,0 1 1,0 0-1,-1-1 1,1 1-1,0 0 1,0 0-1,-1-1 1,1 1 0,0 0-1,-1 0 1,1 0-1,0 1 1,0-1-1,-1 0 1,1 0-1,0 1 1,-2 0-1,-33 11 127,-1 3-415,-84 35 1179,39-20-6365,75-29 2576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165 14 56,'-4'-2'263,"0"0"0,0 0 0,0 1 0,0-1 0,0 1 0,0 0 0,0 0 0,-1 1 0,1-1 0,0 1 0,0 0-1,-1 0 1,1 0 0,0 0 0,-1 1 0,1 0 0,-7 2 0,6-2 211,-1 1 0,1 0 0,-1 0 0,1 1-1,0-1 1,0 1 0,0 0 0,0 1 0,0-1 0,1 1-1,-1 0 1,-5 6 0,9-8-359,-1 0 1,1 0-1,0 0 0,0 0 1,0 1-1,0-1 0,0 0 1,1 0-1,-1 1 0,0-1 0,1 0 1,0 1-1,0-1 0,0 0 1,0 1-1,0-1 0,0 0 1,1 3-1,0 0-16,0-1 0,1 1 1,0-1-1,0 0 0,0 0 0,0 0 0,1 0 1,5 6-1,2 2-13,2-1 1,0 0 0,0-1-1,17 12 1,-1-4 169,-11-7 539,0 0 0,26 25 0,-42-36-724,-1 1 0,1-1 1,-1 1-1,0-1 0,1 1 1,-1-1-1,1 1 0,-1-1 0,0 1 1,1 0-1,-1-1 0,0 1 0,0-1 1,1 1-1,-1 0 0,0-1 1,0 1-1,0 0 0,0-1 0,0 1 1,0 0-1,0-1 0,0 1 1,0 0-1,0-1 0,-1 2 0,1-1 5,-1 0 0,0 0 0,1 0 0,-1 0 0,0 0-1,0 0 1,0 0 0,0 0 0,0 0 0,0 0 0,0 0-1,-2 0 1,-5 3 86,-1 0 0,1-1-1,-11 4 1,13-6-46,-19 8 14,12-4-227,-1-1 0,1 0 1,-1 0-1,0-2 1,-15 2-1,29-4-50,-1 0-1,1 0 1,-1 0 0,1 1-1,-1-1 1,1 0 0,-1 0 0,1 0-1,-1 0 1,1 0 0,0-1-1,-1 1 1,1 0 0,-1 0 0,1 0-1,-1 0 1,1 0 0,-1-1-1,1 1 1,0 0 0,-1 0-1,1-1 1,0 1 0,-1 0 0,1-1-1,0 1 1,-1 0 0,1-1-1,0 1 1,-1 0 0,1-1 0,0 1-1,0-1 1,0 1 0,-1-1-1,1 1 1,0 0 0,0-1 0,0 1-1,0-1 1,0 1 0,0-1-1,0 1 1,0-1 0,9-22-9686,-2 10 6441,-7 7 2927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16 36,'-37'6'1579,"-1"0"3273,-15 1 5880,53-7-10702,0 1-1,0-1 1,0 0-1,0 0 1,0 0 0,0 0-1,0 0 1,0 0 0,0 0-1,0 0 1,0 0 0,0 0-1,0 0 1,0 0 0,0 0-1,0 0 1,0 0 0,0 0-1,0 0 1,0 0 0,0 0-1,0 0 1,0 1-1,0-1 1,0 0 0,0 0-1,0 0 1,0 0 0,0 0-1,0 0 1,0 0 0,0 0-1,0 0 1,0 0 0,0 0-1,0 0 1,0 0 0,0 0-1,0 0 1,0 0-1,0 0 1,-1 0 0,1 0-1,0 0 1,0 0 0,0 0-1,0 0 1,9 2 319,11 1-336,19-2-282,-1-2 0,73-10 0,-72 3-4722,-1-2-4641,-20 2 6604,-7 3 2526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34 40,'-8'-9'1381,"-2"-4"2563,10 13-3793,0 0 0,0-1 1,0 1-1,0 0 0,-1-1 1,1 1-1,0-1 0,0 1 1,0 0-1,0-1 0,0 1 1,0-1-1,0 1 0,0 0 1,0-1-1,0 1 0,0-1 1,0 1-1,1 0 0,-1-1 0,0 1 1,0 0-1,0-1 0,0 1 1,1 0-1,-1-1 0,0 1 1,0 0-1,1-1 0,-1 1 1,1-1-1,-1 1-38,0 1 0,1-1-1,-1 0 1,0 0 0,1 0 0,-1 0 0,0 1 0,1-1-1,-1 0 1,0 0 0,0 0 0,1 1 0,-1-1 0,0 0-1,0 1 1,1-1 0,-1 0 0,0 1 0,0-1 0,0 0-1,1 1 1,-1-1 0,0 0 0,0 1 0,0-1 0,0 0-1,0 1 1,0-1 0,0 0 0,0 1 0,0-1 0,0 1-1,0-1 1,0 0 0,0 1 0,2 15 1009,2 19-907,10 37 0,-6-33-4744,-3 15-6066,-2-47 10026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67 236,'-6'-5'-106,"3"2"860,1 1 1,-1-1 0,0 1 0,1-1-1,-1 0 1,-2-4 0,5 6-640,0 1 0,0-1 0,0 0 0,-1 1-1,1-1 1,0 1 0,0-1 0,0 0 0,0 1 0,0-1 0,0 1 0,0-1 0,0 0 0,1 1 0,-1-1 0,0 0 0,0 1 0,0-1 0,1 1 0,-1-1 0,0 1 0,1-1-1,-1 1 1,0-1 0,1 1 0,-1-1 0,1 1 0,-1-1 0,1 1 0,-1 0 0,1-1 0,-1 1 0,1 0 0,-1-1 0,1 1 0,-1 0 0,1 0 0,0-1 0,-1 1 0,1 0-1,-1 0 1,1 0 0,1 0 0,11-5 95,1 1 1,1 1-1,15-2 0,-24 4-150,1 0 1,-1 1 0,1 0-1,-1 0 1,1 1 0,-1 0-1,1 0 1,-1 0-1,8 3 1,-13-3 41,0-1-1,0 0 0,0 1 1,0-1-1,0 1 1,0-1-1,0 1 1,-1 0-1,1-1 0,0 1 1,0 0-1,0-1 1,-1 1-1,1 0 1,-1 0-1,1 0 1,0 0-1,-1 0 0,1 0 1,-1 0-1,0 0 1,1 0-1,-1 0 1,0 0-1,0 0 1,1 0-1,-1 0 0,0 0 1,0 0-1,0 0 1,0 0-1,-1 0 1,1 0-1,0 0 1,0 0-1,-1 0 0,1 0 1,0 0-1,-1 0 1,1 0-1,-1 0 1,1 0-1,-1 0 0,-1 2 1,-4 5 524,-1 1 0,1-1 0,-16 13 0,7-6-171,15-14-440,-1 0 0,1-1-1,-1 1 1,1 0 0,-1-1 0,1 1 0,-1 0-1,1-1 1,0 1 0,0 0 0,-1 0 0,1 0-1,0-1 1,0 1 0,0 0 0,0 0-1,0 0 1,0 0 0,0-1 0,0 1 0,0 0-1,0 0 1,0 0 0,1 0 0,-1 1 1,1-1 1,0 1 0,0-1 0,0 0-1,0 1 1,0-1 0,1 0-1,-1 0 1,0 0 0,0 0-1,3 2 1,6 2 28,0-1 0,0 1 1,13 3-1,-12-5 20,-6-1-29,35 15 229,-38-16-188,0 0 1,0 0-1,0 0 1,0 1 0,0-1-1,0 1 1,0-1-1,0 1 1,-1 0-1,1 0 1,-1 0 0,1 0-1,-1 0 1,2 2-1,-3-2-25,0-1 0,0 0-1,0 0 1,0 0-1,0 0 1,0 0 0,0 0-1,-1 1 1,1-1 0,0 0-1,-1 0 1,1 0 0,-1 0-1,1 0 1,-1 0 0,1 0-1,-1 0 1,0 0-1,1 0 1,-1-1 0,0 1-1,0 0 1,0 0 0,1-1-1,-1 1 1,0 0 0,-2 0-1,-30 17 586,28-16-574,-8 4-39,0-1 1,0 0-1,-1-1 1,-26 4-1,35-7-426,-1-1-1,0 0 0,1 0 1,-1 0-1,0-1 0,-9-1 1,13 1-217,-1 0 1,1 0 0,-1 0 0,1 0-1,-1 0 1,1-1 0,0 1-1,-1-1 1,1 1 0,0-1 0,0 0-1,0 0 1,0 0 0,-2-4-1,3 5 216,0 0 0,1 0-1,-1 0 1,1 0 0,-1 0-1,1 0 1,-1-1 0,1 1 0,0 0-1,-1 0 1,1-1 0,0 1-1,0 0 1,0 0 0,0-1-1,0 1 1,0 0 0,0 0-1,1-1 1,-1 1 0,0 0-1,1 0 1,-1 0 0,1 0-1,-1-1 1,1 1 0,1-1-1,5-2-159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19 220,'-6'0'520,"-16"-1"3363,10-3 3156,18 5-2863,10-2-3194,-3 0-545,85-3 2032,-49 2-4392,1 1-9803,-38-2 6797,-6 0 3937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68 20,'2'-5'732,"0"0"1,0 0-1,0 0 1,-1-1-1,2-7 0,-3 11 593,0-1 0,0 1-1,0-1 1,0 1-1,0-1 1,-1 1-1,1 0 1,-2-5-1,2 7-1252,0 0 0,0 0 0,0 0-1,0 0 1,0 0 0,0-1 0,0 1-1,0 0 1,0 0 0,0 0 0,0 0-1,-1 0 1,1-1 0,0 1 0,0 0-1,0 0 1,0 0 0,0 0-1,0 0 1,-1 0 0,1 0 0,0 0-1,0 0 1,0-1 0,0 1 0,0 0-1,-1 0 1,1 0 0,0 0 0,0 0-1,0 0 1,0 0 0,-1 0 0,1 0-1,0 0 1,0 0 0,0 0-1,0 0 1,-1 0 0,1 0 0,0 1-1,0-1 1,0 0 0,-8 7 1035,-3 10-576,2 7-400,2 0 1,0 0-1,2 0 0,-4 41 1,0-5-87,5-35-39,0-6-176,0 1 0,1 23 1,3-43 148,-1 0 0,1 0 1,0 0-1,0 0 1,0 0-1,0 0 1,0 0-1,0 0 1,0 0-1,0 1 0,0-1 1,0 0-1,0 0 1,0 0-1,0 0 1,0 0-1,0 0 1,0 0-1,0 1 0,0-1 1,0 0-1,0 0 1,0 0-1,0 0 1,0 0-1,0 0 0,0 0 1,0 0-1,0 1 1,0-1-1,0 0 1,0 0-1,0 0 1,0 0-1,0 0 0,0 0 1,0 0-1,0 0 1,0 0-1,0 1 1,1-1-1,-1 0 0,0 0 1,0 0-1,0 0 1,0 0-1,0 0 1,0 0-1,0 0 1,0 0-1,1 0 0,-1 0 1,0 0-1,0 0 1,0 0-1,0 0 1,0 0-1,0 0 0,0 0 1,0 0-1,1 0 1,-1 0-1,0 0 1,0 0-1,0 0 1,6-9-708,4-15-32,-3-3 438,-1 0-1,-1 0 0,2-45 0,-4 36 615,9-40 1,-12 75-272,0 1 1,0 0 0,0-1 0,0 1 0,0 0-1,0-1 1,0 1 0,0 0 0,0-1 0,1 1-1,-1 0 1,0 0 0,0-1 0,0 1 0,0 0-1,1-1 1,-1 1 0,0 0 0,0 0 0,0 0-1,1-1 1,-1 1 0,0 0 0,0 0 0,1 0-1,-1 0 1,0-1 0,1 1 0,-1 0 0,0 0-1,1 0 1,-1 0 0,0 0 0,0 0 0,1 0-1,-1 0 1,0 0 0,1 0 0,-1 0 0,0 0-1,1 0 1,-1 0 0,0 0 0,1 0 0,-1 0-1,0 0 1,0 1 0,1-1 0,-1 0 0,0 0-1,1 0 1,-1 0 0,0 1 0,0-1 0,1 0-1,-1 0 1,0 1 0,0-1 0,0 0 0,0 0-1,1 1 1,-1-1 0,0 0 0,0 0 0,0 1-1,16 22 541,-14-20-480,18 28 156,-2 1 0,23 58 0,-20-23-5223,-19-50-1140,-2-16 5950,0-1-1,0 0 0,0 0 0,0 1 0,0-1 0,0 0 0,1 1 0,-1-1 0,0 0 1,0 0-1,0 1 0,0-1 0,-1 0 0,1 1 0,0-1 0,0 0 0,0 1 0,0-1 1,0 0-1,0 0 0,0 1 0,0-1 0,-1 0 0,1 0 0,0 1 0,0-1 0,0 0 1,-1 0-1,1 0 0,0 1 0,0-1 0,-1 0 0,1 0 0,0 0 0,0 0 1,-1 1-1,1-1 0,0 0 0,0 0 0,-1 0 0,1 0 0,0 0 0,-1 0 0,1 0 1,0 0-1,-1 0 0,1 0 0,0 0 0,-1 0 0,-2-2-438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20 102 32,'-17'-9'863,"17"8"-731,0 1-1,0 0 1,0 0-1,-1 0 1,1 0-1,0-1 1,0 1-1,0 0 0,0 0 1,-1 0-1,1-1 1,0 1-1,0 0 1,0 0-1,0-1 1,0 1-1,0 0 1,0 0-1,0-1 1,0 1-1,0 0 0,0 0 1,0-1-1,0 1 1,0 0-1,0-1 1,0 1-1,0 0 1,0 0-1,0-1 1,0 1-1,0 0 1,2-2 632,0 0 1,1 0 0,-1 1 0,0-1 0,1 1 0,-1 0-1,1-1 1,-1 1 0,5-1 0,37-13 2909,27-2-8633,-9 2-2820,-5 0 4464,-28 8 2828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6 32,'-59'15'5078,"9"-4"9211,111-8-11163,-38-4-3498,110-7 1106,-89 4-3515,-2-1-3748,-39 5 5703,-2 0 419,0 0 1,0 0-1,0 0 1,0 0-1,0 0 1,0 0 0,0 0-1,0 0 1,-1 0-1,1-1 1,0 1-1,0 0 1,0-1-1,0 1 1,0-1-1,-1 1 1,1-1-1,0 1 1,-1-1-1,1 1 1,0-1-1,-1 0 1,1 1 0,0-1-1,-1 0 1,1 0-1,-1 1 1,0-1-1,2-2 1,-2 0-131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271 41 8,'7'-13'-434,"-3"-2"7321,-4 14-6565,0 1 1,0-1-1,0 1 0,0 0 1,0-1-1,0 1 0,0-1 1,0 1-1,-1-1 0,1 1 1,0 0-1,0-1 1,0 1-1,-1 0 0,1-1 1,0 1-1,0 0 0,-1-1 1,1 1-1,0 0 0,-1-1 1,0 1-1,-16-4 3492,5 5-3492,0 0 0,0 1 0,0 0 1,1 1-1,-1 0 0,1 1 0,-1 0 0,1 1 0,1 0 0,-1 1 0,1 0 1,-17 13-1,19-13-246,0 1 0,0 0 0,0 1 0,1-1 0,0 2 0,1-1 0,-1 1 0,2 0 0,-1 0 0,1 0 0,1 1 0,0 0 0,0 0 0,-3 16 0,6-23-75,0 1-1,1-1 0,-1 1 0,1-1 0,0 1 0,0-1 1,0 1-1,1-1 0,-1 1 0,1-1 0,0 1 1,0-1-1,0 0 0,1 1 0,-1-1 0,1 0 0,-1 0 1,5 6-1,-3-6-34,1 0 0,-1 0 1,1 0-1,0 0 0,0-1 1,0 1-1,0-1 1,0 0-1,0-1 0,1 1 1,-1-1-1,9 2 0,1 0-107,0-2-1,0 0 1,1-1-1,-1 0 1,0-1-1,0 0 1,0-2-1,19-4 1,-26 5 96,-1 0 1,0-1-1,1 0 1,-2 0-1,1 0 1,8-6-1,-13 8 41,0 0-1,0 0 1,0 0-1,0 1 1,0-1-1,-1 0 0,1 0 1,0 0-1,-1 0 1,1 0-1,-1 0 1,1 0-1,-1 0 1,1-1-1,-1 1 0,0 0 1,1-2-1,-1 1 3,-1 1-1,1 0 1,0 0-1,-1 0 1,1 0-1,-1-1 1,1 1-1,-1 0 1,0 0-1,1 0 1,-1 0-1,0 0 1,0 0-1,0 0 1,0 1-1,0-1 1,0 0-1,0 0 1,0 1-1,0-1 1,-2 0-1,-4-3 4,0 1 0,0 0 0,0 0-1,-1 0 1,0 1 0,1 1 0,-14-2 0,-57 0 129,67 3-159,38-2-1027,34-6 0,-35 3 1231,0 2 0,48 0 0,-73 3-123,0 0 0,1 0-1,-1 0 1,0 1-1,0-1 1,1 0-1,-1 1 1,0-1 0,0 1-1,1-1 1,-1 1-1,0 0 1,0 0-1,0-1 1,0 1 0,0 0-1,0 0 1,0 0-1,0 0 1,-1 0-1,1 0 1,0 0 0,0 1-1,-1-1 1,1 0-1,-1 0 1,1 0-1,0 3 1,0 2 193,0 1 0,0 0 1,0 0-1,-1 10 0,0 5 81,4 2 43,0 0-1,10 29 0,1 2-2736,-7 0-7751,-8-52 9115,0 0 1,0-1-1,0 1 1,0 0 0,0 0-1,-1 0 1,1 0-1,-1-1 1,-1 6-1,-2-1 107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30 88,'-34'4'2245,"-52"8"12834,150-12-13485,-17-3-1993,64-14 1,-45 4-3776,-68 6-4575,-13 1 4040,11 6 4236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10 8,'-34'-6'2634,"13"2"4723,28 7-4278,122 38-1434,-97-33-828,-31-7-707,1-1 1,-1 0-1,0 0 0,0 1 1,0-1-1,0 1 0,0-1 0,1 1 1,-1-1-1,0 1 0,0 0 1,0-1-1,-1 1 0,1 0 1,0 0-1,0 0 0,0 0 0,1 2 1,-2-3-27,0 1 1,0 0-1,0 0 1,0 0-1,0-1 1,0 1-1,0 0 1,0 0-1,0-1 1,0 1-1,-1 0 1,1 0-1,0-1 1,-1 1-1,1 0 1,0-1-1,-1 1 1,1 0-1,-1-1 1,1 1-1,-2 0 1,-4 5 292,0-1 0,0 0 0,0 0 0,-11 5 0,9-5-480,-35 18-1702,16-10-3101,3 2-4484,21-10 4943,7-3 3778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83 88,'0'-2'314,"1"0"1,-1 0-1,1 0 1,0 0-1,0 0 1,0 0-1,0 0 1,0 0-1,1 0 1,-1 1-1,0-1 1,3-2-1,-2 2 224,0 1-1,-1-1 1,1 0-1,-1 0 1,0 0 0,1-1-1,-1 1 1,0 0-1,1-4 1,-2 5-375,0 0 1,0 0-1,0 0 1,-1 0 0,1 0-1,0 0 1,-1 0-1,1 1 1,0-1-1,-1 0 1,1 0-1,-1 0 1,1 0-1,-1 1 1,0-1-1,1 0 1,-1 0-1,0 1 1,0-1-1,1 1 1,-1-1 0,0 0-1,0 1 1,0 0-1,0-1 1,1 1-1,-1-1 1,0 1-1,0 0 1,-2 0-1,-5-3 241,0 1-1,0 0 1,0 1-1,-1 0 1,1 0-1,0 1 1,-1 0-1,1 0 1,0 1-1,-9 1 1,4 1-156,0 0 1,0 1 0,1 0 0,-1 0 0,-19 12 0,24-11-218,1 0 0,0 1 1,0 0-1,0 0 0,1 0 1,0 1-1,0 0 0,1 1 1,0-1-1,0 1 1,1 0-1,0 0 0,0 0 1,-5 17-1,8-20-27,-1-1 1,1 1-1,0 0 1,1 0-1,-1-1 0,1 1 1,-1 0-1,2 0 0,-1 0 1,0-1-1,1 1 1,0 0-1,0 0 0,0-1 1,1 1-1,0-1 1,0 1-1,0-1 0,0 0 1,0 0-1,1 0 0,0 0 1,0 0-1,0 0 1,0-1-1,1 1 0,-1-1 1,1 0-1,7 4 1,-4-4-146,0 0 0,0 0 1,0-1-1,1 0 0,-1 0 1,1-1-1,0 0 0,-1 0 1,1-1-1,0 0 0,-1 0 1,15-3-1,-7 1-1211,0-1 0,15-5-1,20-13-7729,-9-4 3394,-27 16 5209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4 124,'-4'-1'1209,"1"0"0,-1 0-1,0 1 1,0-1 0,-1 1 0,1 0-1,0 0 1,0 1 0,0-1 0,-7 3-1,4-1-406,1 0 0,0 1-1,0 0 1,0 0-1,0 0 1,-7 6 0,7-4-599,0 0 1,0 0-1,1 0 1,0 1 0,0 0-1,0 0 1,1 0 0,-1 1-1,2-1 1,-1 1-1,1 0 1,-4 9 0,6-13-187,1-1-1,-1 1 1,1-1 0,-1 1 0,1-1 0,0 1 0,0-1 0,0 1 0,0-1-1,0 1 1,0 0 0,1-1 0,-1 1 0,1-1 0,0 1 0,0-1 0,1 4-1,0-5-23,-1 1-1,1 0 0,-1 0 1,1-1-1,0 1 0,-1-1 1,1 1-1,0-1 1,0 0-1,0 0 0,0 0 1,0 0-1,1 0 0,-1 0 1,4 0-1,1 0-78,0 0 0,1 0-1,-1-1 1,0 0 0,0-1 0,0 1 0,0-2 0,1 1-1,-1-1 1,-1 0 0,8-3 0,-8 3 34,0-1 0,0 0 0,-1 0 0,1-1 0,-1 0 0,0 0 0,0 0 0,0 0 0,-1-1 0,0 0 0,0 0 0,4-6 0,-6 8-66,-1 1-1,1-1 1,-1 0 0,0 0 0,0 0 0,0 0 0,0 0 0,0 0 0,-1-1 0,0 1 0,1 0 0,-1 0 0,0 0 0,0 0-1,-1-1 1,1 1 0,-1 0 0,0 0 0,0 0 0,0 0 0,0 0 0,0 0 0,0 0 0,-1 0 0,0 1 0,-3-5 0,4 5-998,-1 0 1,0 0 0,1 0-1,-1 1 1,0-1 0,0 1-1,0 0 1,-1-1-1,1 1 1,0 0 0,0 0-1,-1 0 1,-3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68,'2'5'17631,"-3"-5"-17561,1 1-1,-1-1 1,1 1 0,-1-1-1,1 1 1,-1-1-1,1 1 1,0 0 0,-1-1-1,1 1 1,0-1-1,-1 1 1,1 0 0,0-1-1,0 1 1,0 0-1,-1 0 1,1-1 0,0 1-1,0 0 1,0-1-1,0 1 1,0 0 0,0-1-1,0 1 1,1 0-1,-1-1 1,0 1 0,0 0-1,0 0 1,1-1-1,-1 1 1,0-1 0,1 2-1,2 1-61,0 0 0,-1 0-1,1 0 1,1 0 0,-1 0 0,0-1 0,1 1-1,-1-1 1,1 0 0,0 0 0,4 1-1,3 1-14,1 0-1,17 2 0,-19-5 76,0 1 0,0 1 0,-1 0 0,16 6 0,-24-5 580,-8 2-249,-16 3-75,17-7-271,0 1-248,-24 9-567,29-11 360,0-1-1,-1 0 1,1 0-1,0 1 1,0-1-1,-1 0 1,1 0-1,0 0 1,0-1-1,-1 1 0,1 0 1,-2-1-1,3 1 119,-1 0 0,1 0-1,0 0 1,0-1-1,-1 1 1,1 0-1,0 0 1,0-1-1,-1 1 1,1 0-1,0 0 1,0-1 0,-1 1-1,1 0 1,0 0-1,0-1 1,0 1-1,0 0 1,0-1-1,0 1 1,-1 0-1,1-1 1,0 1 0,0 0-1,0-1 1,0 0-1,4-10-4024,8-9 1025,-3 11 2794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64 224,'-1'-38'6568,"-1"12"7206,9 89-11404,-1-23-2263,1 51 54,9 69-2792,-15-156 2108,4 26-3709,-4-29 3435,-1 1 0,1-1 0,-1 1 0,1-1 0,0 1 0,-1-1 1,1 1-1,0-1 0,0 0 0,0 1 0,0-1 0,0 0 0,0 0 0,3 2 0,-4-3 728,0 0 0,0 0-1,0 0 1,0 0 0,1 0-1,-1 0 1,0 0 0,0 0-1,0 1 1,0-2-1,1 1 1,-1 0 0,0 0-1,0 0 1,0 0 0,1 0-1,-1 0 1,0 0 0,0 0-1,0 0 1,0 0 0,1 0-1,-1 0 1,0 0 0,0 0-1,0-1 1,0 1 0,0 0-1,0 0 1,1 0-1,-1 0 1,0 0 0,0-1-1,0 1 1,0 0 0,0 0-1,0 0 1,0 0 0,0-1-1,0 1 1,0 0 0,0 0-1,0 0 1,0-1 0,1 0-130,3-6-318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52,'12'-2'15120,"11"-1"-11693,4-1-3728,18-7-8615,-53 9 1643,1 0 6324,-5 0-11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7 8,'2'1'408,"1"-1"1,-1 0-1,0 0 1,1-1-1,-1 1 1,1-1-1,-1 1 1,0-1-1,1 0 1,-1 1-1,5-4 1867,-10 5-1753,0-1 0,0 1 0,0 0 0,1 0 1,-1 0-1,0 0 0,1 0 0,-1 0 0,1 1 0,-4 2 0,-5 2 297,9-5-905,-33 16 594,19-5-2702,7 1-4638,13-14 2630,1-3 3750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55 132,'-18'-4'3084,"13"3"-1173,0 0 0,0-1 0,0 1 0,0-1 0,0 0 1,0 0-1,1-1 0,-8-4 0,29 3-814,27 0-1195,-3 0-71,-13 1-2726,-6-2-2561,-1-2-3744,-16 4 6040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17 104,'0'0'115,"-1"1"1,0-1-1,0 1 1,0 0-1,1-1 1,-1 1-1,0 0 1,1 0-1,-1-1 1,0 1-1,1 0 1,-1 0-1,1 0 0,-1 0 1,1-1-1,0 1 1,-1 0-1,1 0 1,0 0-1,0 0 1,0 0-1,-1 0 1,1 1-1,1-1 80,-1 0 0,1-1 1,0 1-1,-1-1 0,1 1 0,0-1 0,-1 1 1,1-1-1,0 1 0,-1-1 0,1 0 0,0 1 1,0-1-1,-1 0 0,1 0 0,0 0 0,0 1 1,0-1-1,-1 0 0,3 0 0,8 0 1389,0 0 0,19-3 0,-30 3-1615,55-9 741,27-8-6586,-19 4 240,-46 10 4883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49 104,'-24'-1'933,"-12"-2"3136,3-5 6030,36 9-9731,1-1 0,-1 0 1,0 1-1,0-1 0,1 0 1,-1-1-1,4 1 0,5-1-141,27-1 222,-1 0-1,0-3 0,0-1 1,51-16-1,-100 67 1085,-6 43-1357,8-49-881,-5 53 0,14-73-321,5 2-4470,-5-20 5255,0-1-1,1 1 1,-1 0 0,0-1 0,0 1-1,0 0 1,1-1 0,-1 1-1,0-1 1,1 1 0,-1-1-1,1 1 1,-1-1 0,0 1-1,1-1 1,-1 1 0,1-1-1,0 1 1,-1-1 0,1 0-1,-1 1 1,1-1 0,-1 0 0,1 1-1,0-1 1,-1 0 0,1 0-1,0 0 1,-1 0 0,1 0-1,0 1 1,-1-1 0,1 0-1,0 0 1,-1-1 0,1 1-1,0 0 1,-1 0 0,1 0-1,0 0 1,-1-1 0,1 1 0,-1 0-1,1 0 1,0-1 0,-1 1-1,1-1 1,-1 1 0,1 0-1,-1-1 1,1 1 0,-1-1-1,1 1 1,0-2 0,5-6-656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43 104,'-26'-1'977,"-1"1"1713,0 3 8847,27-3-11433,8 2 1527,13 2-890,20-3-877,54-7-1,-27-5-4973,-5-8-4177,-46 11 7378,-6 1 888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80 80,'-2'-1'-114,"-1"0"609,0 0 1,0 0 0,1 0 1,-1 0-1,1 0 0,-1-1 0,1 1 1,-3-3-1,5 4-373,0-1 1,-1 1 0,1 0-1,0 0 1,0-1 0,0 1-1,0 0 1,0-1 0,-1 1-1,1 0 1,0-1 0,0 1-1,0 0 1,0-1 0,0 1-1,0 0 1,0-1 0,0 1-1,0 0 1,0-1 0,0 1-1,0 0 1,1-1 0,-1 1-1,0 0 1,0-1 0,13-12 1005,-3 8-1040,0-1-1,1 1 0,0 1 0,-1 0 1,1 0-1,1 1 0,-1 1 0,18-3 0,93 0-101,-119 5 23,-1 0-7,-1-1 0,0 1 0,1 0 0,-1 0 0,0 0 0,0 1 0,1-1 0,-1 0 0,0 0 0,1 1 0,-1-1 0,0 1 0,0-1 0,0 1 0,1-1 1,-1 1-1,0 0 0,0-1 0,0 1 0,0 0 0,0 0 0,0 0 0,1 2 0,-2-2-1,1 1 0,-1-1-1,0 0 1,1 1 0,-1-1 0,0 1 0,0-1-1,0 1 1,0-1 0,-1 1 0,1-1 0,0 1 0,-1-1-1,1 1 1,-1-1 0,1 1 0,-2 0 0,-3 9 120,-1-1 1,-1 0 0,-14 17-1,-18 16 1347,18-21-901,1 1 0,-20 30 0,36-46-531,0-1-1,0 0 1,1 1 0,0-1 0,0 1 0,1 0 0,0 0 0,0 0 0,0 0 0,1 1-1,0-1 1,1 0 0,-1 0 0,2 10 0,0-11-16,0-1 0,1 1 1,0-1-1,0 0 0,0 1 0,0-1 0,1 0 0,0-1 1,0 1-1,0 0 0,1-1 0,0 0 0,-1 0 1,1 0-1,1 0 0,-1 0 0,0-1 0,9 5 1,7 3-6,1-1 0,0-1 0,29 9 0,-22-9 58,-34-9 216,-1 0 0,1 0 0,-1 1 0,0 0 0,1 0 0,0 0 0,-1 1 0,1 0 0,0 0 0,0 1 1,-7 3-1,7-3-274,0 1 0,0 0 0,0 0 0,0 1 0,1 0 0,0 0 1,0 0-1,0 0 0,1 1 0,-1 0 0,1 0 0,-4 9 0,4-5 15,0 0 0,0 0 1,1 0-1,1 0 0,0 1 0,0-1 0,0 17 0,3 3 124,1 0 1,1 0 0,1 0-1,17 55 1,-12-56-30,-5-18-62,0 0 1,-1 1 0,2 16-1,-5-27-55,0 1-1,-1-1 1,1 0-1,0 0 1,-1 0-1,1 1 1,0-1-1,-1 0 1,0 0-1,1 0 1,-1 0-1,1 0 0,-1 0 1,0 0-1,0 0 1,0 0-1,0 0 1,0-1-1,0 1 1,0 0-1,0 0 1,0-1-1,0 1 0,0-1 1,0 1-1,0-1 1,0 1-1,-1-1 1,1 0-1,0 0 1,0 1-1,0-1 1,-2 0-1,-8 1-23,0 0 0,-19-1 0,21 0-45,-22-1-454,-2-5-4683,30 5 4473,-1 0 0,1 0-1,0 0 1,0 0 0,0-1-1,1 1 1,-1-1 0,0 0 0,0 0-1,1 0 1,-1 0 0,1 0-1,0 0 1,0-1 0,0 1-1,0-1 1,-3-4 0,1-4-221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67 36,'0'-2'477,"0"-1"0,0 0 1,0 1-1,0-1 0,0 0 0,-1 1 0,1-1 0,-1 1 1,0-1-1,0 1 0,0-1 0,0 1 0,0-1 0,0 1 1,-1 0-1,1 0 0,-1 0 0,0 0 0,0 0 1,1 0-1,-1 0 0,0 0 0,-1 1 0,1-1 0,0 1 1,-4-2-1,3 2 95,0 0 0,0 0 0,0 0 1,-1 1-1,1-1 0,0 1 0,0 0 1,-7 0-1,5 0-539,0 1 1,0 0-1,0 1 1,0-1-1,-9 4 1,7-1 9,1 0 0,0 0 1,0 0-1,0 1 0,1 0 0,-1 0 0,1 1 1,1-1-1,-1 1 0,1 0 0,0 0 0,0 1 1,0-1-1,1 1 0,0 0 0,-3 10 0,5-14-48,0 0-1,0 1 1,0-1-1,0 1 1,1-1-1,0 1 1,-1 0-1,1-1 1,0 1 0,1 0-1,-1-1 1,1 1-1,-1-1 1,1 1-1,0-1 1,1 1-1,-1-1 1,0 0-1,1 1 1,0-1-1,0 0 1,0 0-1,0 0 1,0 0-1,1-1 1,-1 1-1,1-1 1,0 1-1,-1-1 1,1 0-1,0 0 1,0 0-1,1 0 1,-1-1-1,4 2 1,-4-2-2,0 1 0,0-1 1,0 0-1,1 0 0,-1 0 0,0-1 1,1 1-1,-1-1 0,1 0 0,-1 0 1,1 0-1,-1 0 0,0-1 1,1 1-1,-1-1 0,0 0 0,1 0 1,-1 0-1,0-1 0,0 1 0,0-1 1,0 1-1,0-1 0,0 0 0,0 0 1,-1 0-1,1-1 0,-1 1 1,4-5-1,-2 1 5,0 0 0,-1 0 0,0 0 0,0 0 0,0-1 0,-1 1 0,0-1 1,0 1-1,0-1 0,-1 0 0,0 0 0,-1 0 0,0-11 0,-3-26-1260,2 33-3444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66 4,'-5'-20'1673,"5"-8"5592,0 10-1669,0 65-3618,1 79 11,1-84-2608,1 1-1,13 60 1,-16-103 601,9 30-3021,-8-29 2510,-1 0 0,1 1 0,0-1 0,0 0 0,-1 0 0,1 0 0,0 0 0,0 0-1,0 0 1,0 0 0,2 1 0,-3-1 387,0-1 0,1 0 0,-1 0 0,0 0 0,1-1 0,-1 1 0,1 0 0,-1 0 0,0 0 0,1 0 0,-1 0 0,0 0 0,1 0 0,-1-1 0,0 1 0,1 0 0,-1 0 0,0 0 0,0-1 0,1 1 0,-1 0 0,0-1 0,0 1 0,1 0 0,-1 0 0,0-1 0,0 1 0,0 0 0,0-1 0,1 1 0,-1 0 0,0-1 0,0 1 0,0-1 0,0 1 0,0 0 0,0-1 0,0 1 0,0 0 0,0-1 0,0 1 0,0 0 0,0-2 0,0-8-619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68,'0'-4'194,"0"1"0,1 0 0,-1-1 0,1 1 0,-1 0-1,1-1 1,0 1 0,1 0 0,-1 0 0,0 0 0,1 0 0,0 0 0,0 0 0,0 0 0,0 0 0,0 1 0,0-1-1,1 1 1,4-4 0,-5 5-83,0 0 0,0-1 0,0 2 0,0-1 0,0 0 0,0 0 0,0 1 0,1-1 0,-1 1-1,0-1 1,1 1 0,-1 0 0,0 0 0,0 0 0,1 0 0,-1 1 0,0-1 0,0 1 0,1-1 0,-1 1 0,0 0-1,0-1 1,0 1 0,0 1 0,0-1 0,0 0 0,0 0 0,0 1 0,0-1 0,2 3 0,-2-2 54,0 0 0,0 0 0,0-1 0,0 2 0,0-1 1,-1 0-1,1 0 0,-1 0 0,1 1 0,-1-1 0,0 1 1,0-1-1,0 1 0,0-1 0,0 1 0,-1 0 0,1-1 1,-1 1-1,0 0 0,0 0 0,0-1 0,0 1 0,0 0 1,0 0-1,-1-1 0,1 1 0,-1 0 0,0-1 0,0 1 1,0-1-1,0 1 0,0-1 0,-1 1 0,1-1 0,-4 4 0,-2 2 91,1 0 0,-2-1-1,1 0 1,-1-1 0,0 0-1,0 0 1,-1 0 0,-13 6-1,13-9-2094,20-11-9047,-3 5 10184,5 0-641,1-1 618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7 100 60,'-3'-51'3134,"0"27"1858,2-1 3913,8 92-7328,-8-26-1702,4 81-95,-1-103-809,1-1 0,6 24 1,-9-39 423,2 0 0,-1 0-1,0 0 1,0 0 0,1 0 0,0 0 0,0 0 0,0-1 0,0 1 0,2 2 0,-3-4 325,0 0 0,0 0-1,0 0 1,1 0 0,-1-1 0,0 1 0,0 0 0,0-1 0,1 1 0,-1-1 0,0 1 0,0-1-1,1 0 1,-1 1 0,0-1 0,1 0 0,-1 0 0,0 0 0,1 0 0,-1 0 0,0-1 0,1 1-1,-1 0 1,0 0 0,1-1 0,1 0 0,5-4-490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51 8,'-10'-2'277,"8"1"26,0 1 1,-1-1-1,1 1 0,-1-1 1,1 0-1,0 0 1,0 0-1,0 0 0,-1 0 1,1 0-1,0-1 1,-3-2-1,5 4-216,1-1 0,-1 1 0,0-1 0,0 1 0,1 0 0,-1-1 1,0 1-1,0-1 0,1 1 0,-1 0 0,0-1 0,1 1 0,-1 0 0,1-1 0,-1 1 0,0 0 0,1-1 0,-1 1 0,1 0 0,-1 0 0,1 0 0,-1 0 1,1-1-1,-1 1 0,1 0 0,0 0 0,19-5 470,-16 4-333,13-3 184,44-10 322,-57 13-701,1 1 0,0-1 0,-1 1 0,1 0 0,0 1 0,-1-1 0,1 1 0,0 0 0,-1 0 0,7 2 0,-9-2-11,0 1 0,0-1 0,-1 1-1,1 0 1,0-1 0,-1 1 0,1 0 0,-1 0-1,1 0 1,-1 0 0,0 0 0,0 0 0,0 1 0,0-1-1,0 0 1,-1 1 0,1-1 0,-1 0 0,1 1-1,-1-1 1,0 4 0,1 8-72,-1-1 0,-2 19-1,2-30 18,-1 5-690,1-1-1,0 1 0,0 0 1,2 11-1,-2-16 520,0 0 0,1 0 1,0-1-1,-1 1 0,1 0 0,0-1 1,0 1-1,-1 0 0,1-1 0,0 1 1,1-1-1,-1 0 0,0 1 0,0-1 1,1 0-1,-1 0 0,1 0 0,-1 1 0,1-2 1,-1 1-1,1 0 0,2 1 0,12 2-321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61 44,'-1'-8'419,"-3"-14"1746,6 11 2720,2 12-2283,-1 7-1396,-1 10 276,-2-17-1320,-1 1 0,1-1 0,-1 1 0,0-1 0,1 1 0,-1-1-1,0 0 1,0 1 0,0-1 0,0 0 0,0 0 0,0 0 0,-1 0 0,1 0 0,0 0 0,0 0-1,-1 0 1,1 0 0,-1-1 0,1 1 0,-1 0 0,1-1 0,-1 1 0,-2-1 0,3 1-141,0-2 1,0 1 0,0 0-1,1 0 1,-1 0-1,0 0 1,0-1 0,0 1-1,0 0 1,0-1-1,0 1 1,1 0 0,-1-1-1,0 1 1,0-1 0,1 0-1,-1 1 1,0-1-1,1 0 1,-1 1 0,1-1-1,-1 0 1,0 0 0,1 1-1,0-1 1,-1 0-1,1 0 1,-1 0 0,1 0-1,0 1 1,0-1-1,0 0 1,-1 0 0,1 0-1,0 0 1,0 0 0,0 0-1,0 0 1,0 0-1,1 0 1,-1 0 0,0 0-1,7-29-1804,2 14-4626,-3 36-1632,-2-3 7009,1 4 541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0 114 172,'1'-15'2096,"4"2"5531,-5 12-7381,1 1 0,-1 0 0,0 0 0,1 0 0,-1-1 0,1 1 0,-1 0 0,1 0 0,-1 0 0,1 0 0,-1 0 0,1 0 0,-1 0-1,1 0 1,-1 0 0,1 0 0,-1 0 0,1 0 0,-1 0 0,1 0 0,-1 0 0,0 1 0,1-1 0,0 0 0,12 8-831,-9-5 619,-1 0 0,0 1 0,0-1 0,0 1 0,0 0 0,0 0 0,-1 0 0,0 0 0,0 1 0,0-1 0,0 1 0,-1-1 0,1 1 0,-1-1 0,0 1 0,-1 0 0,1 0 0,-1 8 0,16-54-22,-16 39-13,26-65 57,-23 62-51,0-1 1,0 1-1,0 0 0,1-1 0,-1 2 0,1-1 1,0 0-1,1 1 0,7-6 0,-12 9-4,1 1-1,-1 0 1,1-1 0,-1 1-1,1 0 1,-1 0-1,1-1 1,0 1 0,-1 0-1,1 0 1,-1 0-1,1 0 1,0 0 0,-1 0-1,1 0 1,-1 0-1,1 0 1,0 0 0,-1 0-1,1 0 1,-1 0-1,1 1 1,0-1 0,-1 0-1,1 0 1,-1 1-1,2 0 1,12 16 77,2 24 192,-14-32-195,1-1-17,-1 1-1,1-1 0,-2 0 1,1 1-1,-1-1 0,-1 1 1,1 0-1,-2 8 0,2-62 69,2 34-147,1 0-1,0 1 0,0-1 0,11-18 1,-12 25 15,-1 0 1,0 1-1,1-1 0,0 0 1,0 1-1,0 0 1,0 0-1,1 0 1,-1 0-1,1 0 1,0 1-1,-1-1 1,1 1-1,0 0 0,6-2 1,-8 4 5,0 0 1,1-1 0,-1 1-1,0 0 1,0 0-1,1 0 1,-1 1-1,0-1 1,0 1-1,0-1 1,1 1-1,-1 0 1,0-1-1,0 1 1,0 0-1,0 0 1,0 1 0,-1-1-1,1 0 1,0 1-1,0-1 1,-1 1-1,1-1 1,-1 1-1,1 0 1,-1 0-1,0-1 1,0 1-1,0 0 1,0 0 0,1 4-1,1 0-269,-1 0 0,0 0-1,0 0 1,2 9 0,-3 21-4388,-3-23 1722,1-10 2416,1-1 1,-1 1-1,1 0 1,-1 0-1,1 0 0,0 0 1,0-1-1,0 1 1,1 0-1,-1 0 1,1 0-1,-1 0 1,1-1-1,1 4 0,3-1 118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214 267 68,'0'-2'332,"0"0"0,0 1-1,0-1 1,-1 0 0,1 0 0,0 0 0,-1 0 0,1 1-1,-1-1 1,0 0 0,1 1 0,-1-1 0,0 0 0,0 1-1,0-1 1,0 1 0,0-1 0,-1 1 0,1 0 0,0-1-1,-1 1 1,-2-2 0,1 2 225,0-1 1,0 1-1,0 0 0,-1 0 1,1 0-1,-1 0 1,1 1-1,-1-1 0,1 1 1,-1 0-1,-4 0 0,-1 1 573,0 0 0,-1 1 0,-14 4 0,-17 11-50,36-13-1004,-1 0 0,0 1 1,1 0-1,0 0 0,-8 9 0,11-12-75,1 0-1,-1 0 1,1-1-1,0 1 1,-1 0-1,1 1 0,0-1 1,0 0-1,1 0 1,-1 0-1,0 1 1,1-1-1,-1 0 0,1 1 1,0-1-1,-1 0 1,1 1-1,1-1 1,-1 1-1,1 3 1,-1-5-4,0 0 0,1-1 0,-1 1 1,1 0-1,-1 0 0,1 0 0,-1 0 1,1-1-1,0 1 0,-1 0 0,1-1 1,0 1-1,-1 0 0,1-1 0,0 1 1,0-1-1,0 1 0,-1-1 0,1 1 1,0-1-1,0 0 0,2 1 0,-1-1-3,1 0 0,-1 0-1,0 0 1,1 0-1,-1 0 1,0 0-1,1-1 1,-1 1-1,3-2 1,3-1-40,1-1 0,-1 0 0,14-10 0,-11 7 0,-8 4 25,0 1 0,0-1 0,0 1 0,1 1 0,-1-1 0,1 0 0,5-1 0,-8 3 17,0 0 1,0 0-1,0 0 0,0 0 1,1 0-1,-1 0 0,0 0 1,0 0-1,0 1 0,0-1 1,1 1-1,-1-1 0,0 1 1,0-1-1,0 1 0,0-1 1,0 1-1,0 0 0,0 0 1,0-1-1,-1 1 0,1 0 1,0 0-1,0 0 0,-1 0 1,1 0-1,0 0 0,0 2 0,1 2-38,1-1 0,0 0 0,-1 0-1,2 0 1,-1-1 0,0 1-1,1-1 1,-1 0 0,1 0-1,0 0 1,8 4 0,-8-5-25,0-1 1,0 1-1,0-1 1,1-1 0,-1 1-1,0-1 1,0 1-1,0-1 1,1 0-1,-1-1 1,0 1 0,0-1-1,1 0 1,4-1-1,0-1 41,0 0-1,0-1 0,0 0 1,0-1-1,0 0 1,-1 0-1,0-1 0,0 0 1,-1 0-1,1-1 1,-1 0-1,-1 0 0,1-1 1,-1 1-1,-1-1 0,0-1 1,0 1-1,0-1 1,5-14-1,-7 14 66,1-1 1,-2 0-1,1 1 1,-1-1-1,0 0 1,-1-1-1,-1 1 0,1 0 1,-2 0-1,1 0 1,-1-1-1,-1 1 0,0 0 1,0 0-1,-1 1 1,0-1-1,-1 1 1,-9-19-1,12 27-33,1 0-1,0 0 0,-1 1 1,1-1-1,-1 0 1,0 0-1,1 0 1,-1 0-1,0 1 1,1-1-1,-1 0 1,0 0-1,0 1 1,0-1-1,1 1 1,-1-1-1,0 1 1,0-1-1,0 1 1,0 0-1,0-1 1,0 1-1,0 0 0,0 0 1,0-1-1,-2 1 1,2 1-3,-1-1 0,1 1 0,0 0 0,-1 0 0,1 0 0,0-1 0,0 1 0,-1 0 0,1 1 0,0-1 0,0 0 0,0 0 0,0 0 0,1 1 0,-2 1 0,-3 7 0,0 1-1,1-1 1,-5 19 0,2-6 21,2 1 1,1 0 0,1-1 0,0 1-1,2 0 1,2 30 0,0-45-164,0 0-1,1 0 1,0 0 0,1 1-1,-1-2 1,2 1 0,-1 0-1,1-1 1,0 1 0,1-1-1,0 0 1,0-1 0,1 1-1,0-1 1,0 0 0,1 0-1,0-1 1,14 10-1,-8-8-2346,0 0 0,28 12-1,-34-18 1626,0 1-1,0-1 0,0 0 1,0-1-1,1 0 1,-1 0-1,0 0 1,10-1-1,-2-2-56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2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52 68,'-1'-5'662,"-1"0"-1,1 0 1,-1 0 0,0 1 0,-1-1-1,1 1 1,-6-7 0,8 10-474,-1 0 0,1 1-1,-1-1 1,1 1 0,-1-1 0,1 1 0,-1 0 0,0-1-1,1 1 1,-1-1 0,0 1 0,1 0 0,-1 0 0,0-1-1,1 1 1,-1 0 0,0 0 0,0 0 0,1 0 0,-1 0-1,0 0 1,-1 0 0,1 1-91,0-1-1,-1 1 1,1 0-1,0 0 1,-1-1-1,1 1 1,0 0 0,0 0-1,0 0 1,0 1-1,0-1 1,0 0-1,0 0 1,0 0-1,-1 3 1,-8 16 109,1 0 0,1 0 1,0 1-1,2 0 0,0 0 0,-4 34 0,-6 134-275,15-173 88,-3 59 17,10 123-1,-2-167-1278,13 51 1,-16-80 882,0 1 1,-1 0-1,1-1 1,0 1-1,0-1 1,1 0-1,-1 1 1,0-1-1,1 0 1,-1 1-1,1-1 1,0 0-1,2 2 1,-4-4 266,0 0 1,1 0-1,-1 0 0,0 0 1,1 0-1,-1 0 0,0 0 1,1 1-1,-1-1 0,0 0 1,1 0-1,-1 0 0,0 0 1,1 0-1,-1 0 1,0 0-1,1-1 0,-1 1 1,0 0-1,0 0 0,1 0 1,-1 0-1,0 0 0,1 0 1,-1-1-1,0 1 0,0 0 1,1 0-1,-1 0 0,0-1 1,0 1-1,1 0 0,-1 0 1,0-1-1,8-22-1246,-4-3 816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3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37 117 12,'-16'-16'306,"-4"-10"3635,20 25-3871,0 0-1,0 0 0,0 0 1,0 0-1,1 1 1,-1-1-1,0 0 0,1 0 1,-1 0-1,0 0 1,1 1-1,-1-1 0,1 0 1,-1 0-1,1 1 0,-1-1 1,1 0-1,0 1 1,-1-1-1,1 0 0,0 1 1,0-1-1,0 1 1,-1 0-1,1-1 0,0 1 1,0-1-1,0 1 1,0 0-1,-1 0 0,1 0 1,0-1-1,0 1 0,0 0 1,1 0-1,66-17 506,1 4 0,133-11-1,-141 26-2483,-60-2 1755,0 0 1,0 0-1,0 0 0,1 1 0,-1-1 0,0 1 0,0-1 0,0 0 0,0 1 0,0 0 0,0-1 0,0 1 0,0 0 0,0-1 0,-1 1 0,1 0 0,0 0 1,1 1-1,-2 0 27,0-1 1,0 0 0,0 0-1,0 0 1,0 0 0,0 0 0,0 0-1,0 1 1,-1-1 0,1 0-1,0 0 1,-1 0 0,1 0 0,-1 0-1,1 0 1,-1 0 0,1 0-1,-1 0 1,0 0 0,0 0 0,1-1-1,-1 1 1,-2 1 0,-10 11-395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3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50 176,'-2'1'260,"0"0"1,0 0-1,0 0 1,0-1-1,0 1 0,0-1 1,0 1-1,0-1 1,0 0-1,0 1 1,0-1-1,0 0 0,-3-1 1,0-3 3422,20-4-1698,18-3-1401,-1 2 1,1 1-1,44-4 0,-17 8-3994,-3 5-3790,-44 0 6283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2 145 48,'-2'-24'2402,"3"2"3348,0 20-5591,1 1 0,-1-1 1,1 1-1,-1-1 0,1 1 0,0 0 0,0 0 0,-1 0 0,1 0 1,0 0-1,0 0 0,0 0 0,3 0 0,3-1-59,-1 0-1,1 0 1,-1 1-1,1 0 1,0 0 0,-1 1-1,1 0 1,0 0-1,0 1 1,-1 0-1,1 1 1,-1-1-1,1 1 1,-1 1-1,0-1 1,0 1 0,11 7-1,-13-8-10,-1 1 0,0 0-1,1 0 1,-2 1 0,1-1 0,0 1-1,-1 0 1,1 0 0,-1 0 0,0 0-1,0 1 1,-1-1 0,0 1 0,1-1 0,-1 1-1,-1 0 1,1 0 0,-1 0 0,0 0-1,0 0 1,0 1 0,-1-1 0,0 0-1,0 0 1,0 0 0,-2 9 0,1 14 941,1-28-1004,1 0-1,-1 0 1,0 0 0,1 0 0,-1 0 0,1 0-1,-1 0 1,0 0 0,1 0 0,-1 0 0,0 0-1,1 0 1,-1 0 0,0-1 0,1 1 0,-1 0-1,0 0 1,1 0 0,-1-1 0,0 1 0,0 0-1,1 0 1,-1-1 0,0 1 0,0 0 0,1-1 0,-1 1-1,0 0 1,0-1 0,0 1 0,0 0 0,1-1-1,-1 1 1,0-1 0,26-49 417,-21 39-614,7-16-295,14-46 0,-23 64-840,-1 1 0,-1-1 0,0 1-1,0-1 1,-1-17 0,-5 12-5623,1 19 6073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16,'21'-3'5621,"-21"18"2394,-3 9-8264,3-15 379,-2 104 1829,3-103-2508,0 0-1,0 1 1,1-1 0,0 0 0,1 0 0,0 0 0,1 0 0,7 15 0,-11-25 395,0 1 1,1 0-1,-1-1 0,0 1 0,0 0 0,1-1 0,-1 1 0,0-1 0,1 1 1,-1-1-1,0 1 0,1-1 0,-1 1 0,1-1 0,-1 1 0,1-1 0,-1 1 1,1-1-1,-1 0 0,1 1 0,0-1 0,-1 0 0,1 1 0,-1-1 0,1 0 1,0 0-1,-1 0 0,1 0 0,0 1 0,-1-1 0,1 0 0,0 0 1,-1 0-1,1 0 0,0-1 0,-1 1 0,1 0 0,0 0 0,-1 0 0,1 0 1,-1-1-1,1 1 0,0 0 0,-1-1 0,1 1 0,-1 0 0,1-1 0,-1 1 1,1-1-1,-1 1 0,1-1 0,-1 1 0,1-1 0,-1 1 0,0-1 0,1 1 1,-1-1-1,0 0 0,0 1 0,1-2 0,4-14-726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53 196,'-1'-2'253,"0"0"-1,0-1 1,1 1-1,-1 0 1,1 0-1,-1 0 1,1-1 0,0 1-1,-1 0 1,1 0-1,0-1 1,1 1 0,-1 0-1,0 0 1,1-1-1,-1 1 1,1 0-1,1-3 1,-1 5-146,0-1 0,0 0 0,0 0 0,0 0 1,0 1-1,1-1 0,-1 1 0,0-1 0,1 1 0,-1-1 0,0 1 0,1 0 1,-1 0-1,0 0 0,1 0 0,-1 0 0,1 0 0,-1 0 0,0 0 0,1 0 0,-1 0 1,0 1-1,1-1 0,-1 1 0,0-1 0,0 1 0,1-1 0,-1 1 0,0 0 1,0 0-1,2 1 0,-2-2-22,0 1 0,1-1 0,-1 1 0,0-1 1,0 1-1,0 0 0,0-1 0,0 1 0,0 0 0,0 0 1,0 0-1,0 0 0,0 0 0,-1 0 0,1 0 0,0 0 1,-1 0-1,1 0 0,0 0 0,-1 1 0,1-1 0,-1 0 1,0 0-1,1 0 0,-1 3 0,0-2 72,-1 0 1,1 0-1,-1 0 0,0-1 1,1 1-1,-1 0 1,0-1-1,0 1 0,0-1 1,0 1-1,-1-1 0,1 1 1,0-1-1,-1 1 0,-1 0 1,-2 3 96,-1-2-1,1 1 1,-1-1 0,1 0 0,-1 0 0,0 0 0,0-1 0,0 0 0,-9 2-1,4-5 566,3-4-6470,8 5 5439,0-1 0,0 1 1,0-1-1,0 1 0,0 0 0,1-1 1,-1 1-1,0 0 0,0-1 0,1 1 1,-1 0-1,0-1 0,0 1 0,1 0 1,-1-1-1,0 1 0,1 0 0,-1 0 1,0 0-1,1-1 0,-1 1 0,0 0 1,1 0-1,-1 0 0,1 0 0,-1-1 0,0 1 1,1 0-1,-1 0 0,1 0 0,-1 0 1,0 0-1,1 0 0,-1 0 0,1 0 1,-1 0-1,0 1 0,1-1 0,-1 0 1,1 0-1,-1 0 0,0 0 0,1 1 1,-1-1-1,1 0 0,10 2-696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5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13 183 260,'-12'3'14504,"31"16"-12740,-11-7-1530,0 1 0,-2 0-1,0 1 1,0-1 0,-1 1-1,-1 0 1,0 0 0,-1 1-1,0-1 1,-1 1 0,-1 21-1,0-68-207,2 1-1,0-1 0,12-42 0,-11 54-84,2 0 0,1 0 0,0 1-1,2 0 1,0 1 0,21-33 0,-28 49 42,0-1-1,0 1 1,0-1 0,0 1-1,0 0 1,1 0 0,-1 0-1,1 0 1,-1 0 0,1 0-1,-1 1 1,1-1 0,0 1-1,0 0 1,0 0 0,0 0-1,4-1 1,-5 3 10,-1-1-1,1 0 1,0 1 0,-1-1-1,1 1 1,-1-1 0,1 1-1,-1 0 1,1-1 0,-1 1-1,0 0 1,1 0 0,-1 0-1,0 0 1,0 0-1,1 1 1,-1-1 0,0 0-1,0 0 1,-1 1 0,1-1-1,0 1 1,0-1 0,-1 1-1,1-1 1,0 1 0,-1-1-1,0 1 1,1-1-1,-1 1 1,0 0 0,0-1-1,0 1 1,0 1 0,1 12-3,-1 0-1,0 1 1,-1-1 0,-4 23 0,2-27-89,1 0 0,1 0 0,0 0 0,0 0 0,1 0 0,1 0 0,0 0-1,0 0 1,5 18 0,-5-28-18,0 1 0,0 0 0,0-1-1,0 0 1,0 1 0,0-1 0,1 1-1,-1-1 1,0 0 0,1 0 0,-1 0 0,1 0-1,-1 0 1,1 0 0,0 0 0,-1-1-1,1 1 1,0 0 0,-1-1 0,1 1 0,0-1-1,0 0 1,0 0 0,-1 0 0,1 0-1,0 0 1,0 0 0,0 0 0,-1 0-1,1-1 1,0 1 0,0-1 0,-1 1 0,4-2-1,6-2-599,0 0 0,-1-1 0,20-11 0,2-4-329,-1-2 1,31-26-1,-48 36 982,-1-1 0,0 0 0,-1-1 0,-1 0 0,0 0 0,13-24 0,-23 36 115,0-1-1,0 1 1,1 0-1,-1 0 1,0-1 0,-1 1-1,1-1 1,0 1 0,-1 0-1,1-1 1,-1 1 0,0-1-1,0 0 1,0 1-1,0-1 1,0 1 0,-1-1-1,1 1 1,-1-1 0,0-2-1,-1 4 49,1-1 0,0 1-1,0 0 1,-1-1 0,1 1-1,0 0 1,-1 0 0,1 0-1,-1 0 1,0 0 0,1 0-1,-1 0 1,0 1 0,0-1-1,1 0 1,-1 1 0,0 0-1,0-1 1,0 1 0,-3 0-1,-2 0 162,1 0-1,-1 0 0,0 1 0,0 0 1,0 1-1,1-1 0,-1 1 1,1 0-1,-1 1 0,1 0 0,0 0 1,0 0-1,-8 6 0,10-6-211,0 0 0,1 0 1,0 0-1,-1 0 0,1 1 0,0-1 0,1 1 0,-1 0 0,1 0 0,0 0 1,0 0-1,0 0 0,0 0 0,1 1 0,-1-1 0,1 0 0,0 1 0,1-1 1,-1 1-1,1 0 0,0-1 0,0 1 0,1 5 0,0-3-42,2-1 1,-1 1-1,1 0 0,0-1 0,0 0 1,1 0-1,0 0 0,0 0 0,0-1 1,0 1-1,1-1 0,0 0 1,1 0-1,7 5 0,3 3 11,0 0 0,0 1-1,-1 0 1,-1 2 0,16 21-1,-25-29 44,0 1 0,0 0 0,-1 0 0,-1 0 0,1 0 0,-1 1 0,-1-1 0,0 1-1,0 0 1,-1-1 0,0 1 0,-1 0 0,-1 14 0,-2 14 663,-11 56 1,11-79-494,-1 1-1,-1-1 1,0-1-1,-1 1 1,0-1-1,-12 20 1,16-31-190,0-1 1,0 1-1,0-1 1,0 1-1,-1-1 0,1 0 1,-1 0-1,1 0 1,-1 0-1,0 0 0,1 0 1,-1-1-1,0 1 1,0-1-1,0 0 0,-6 2 1,8-3-33,-1 0 1,1 0-1,0 0 1,0 0-1,0-1 1,0 1 0,0 0-1,0 0 1,0-1-1,0 1 1,0 0-1,0-1 1,0 1-1,0-1 1,0 1-1,0-1 1,0 0 0,0 1-1,0-1 1,0-1-1,-1 0-9,1 0 0,-1 0 0,1 0 0,0-1-1,0 1 1,0 0 0,0 0 0,1-1 0,-1 1 0,1-1 0,-1 1 0,1-5-1,-1-8-277,1 0-1,1 0 0,0 0 0,4-17 1,17-62-4638,-4 24-518,16-86-1820,-26 111 6610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6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0 220 136,'7'7'2634,"3"0"5203,5-9-5775,59-24 2275,5-15-3283,-70 36-1063,0-1 0,0 0 0,0-1 0,-1 1 0,0-2 0,0 1 0,-1-1 0,0 0 1,0-1-1,-1 0 0,0 0 0,-1 0 0,6-15 0,-10 23 32,0 0-1,-1 0 1,1 0-1,-1 0 1,1 0 0,-1 0-1,0-1 1,1 1 0,-1 0-1,0 0 1,0 0-1,0-1 1,0 1 0,0 0-1,0 0 1,0-1 0,-1 1-1,1 0 1,0 0-1,-1 0 1,1 0 0,0-1-1,-1 1 1,0 0-1,1 0 1,-1 0 0,0 0-1,1 0 1,-1 0 0,0 0-1,0 0 1,0 1-1,0-1 1,0 0 0,0 0-1,0 1 1,0-1-1,0 1 1,0-1 0,0 1-1,0-1 1,-1 1 0,1 0-1,0-1 1,0 1-1,0 0 1,-1 0 0,1 0-1,-2 0 1,-3 0 73,0 0 0,-1 1 0,1 0 0,0 0 1,0 0-1,-1 1 0,1-1 0,-7 5 0,-1 2-32,0 0 0,1 1 0,0 1 0,0 0 0,1 1 0,1 0 0,0 1 0,0 0 0,1 1 0,1 0 0,-9 16 0,14-22-57,0 0-1,1 0 1,0 0-1,1 0 1,-1 1-1,2-1 1,-1 1-1,1 0 1,0-1 0,0 1-1,1 9 1,1-12-5,-1 0 0,2 0 0,-1 0 0,0 0 0,1 0 0,0 0 0,0-1 0,0 1 0,1 0 0,-1-1 0,1 0 0,0 0 0,1 0 0,-1 0 0,1 0 0,-1-1 0,1 0 1,7 5-1,-3-3-153,1 0 1,1-1 0,-1 0-1,0 0 1,1-1 0,0 0 0,0-1-1,0 0 1,0-1 0,0 0 0,0 0-1,10-2 1,-11 1-562,-1-1 0,0 0 0,0 0 0,0-1 0,0 0 0,15-6 0,-19 6 6,-1 0-1,1 0 0,0-1 1,0 1-1,-1-1 1,0 1-1,1-1 0,-1 0 1,0 0-1,0-1 0,-1 1 1,1-1-1,2-4 0,-4 7 629,-1 1-1,0-1 1,1 1-1,-1-1 1,0 1 0,1-1-1,-1 1 1,0-1-1,0 1 1,0-1-1,1 1 1,-1-1-1,0 1 1,0-1-1,0 0 1,0 1-1,0-1 1,0 1-1,0-1 1,0 1-1,0-1 1,0 0-1,0 1 1,-1-1-1,1 1 1,0-1-1,0 1 1,0-1 0,-1 1-1,1-1 1,0 1-1,-1-1 1,1 1-1,0-1 1,-1 1-1,1 0 1,-1-1-1,1 1 1,-1 0-1,1-1 1,-1 1-1,1 0 1,-1-1-1,-12-4-430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7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78 72,'-76'2'2807,"61"0"-27,52 3-1786,208 3-389,334-31 0,-527 20-687,-29 4-54,0-2 0,0-1 0,-1-1 0,1 0 0,-1-2 0,0-1 0,31-12 0,-52 18 10,0 0-1,-1 0 1,1 0-1,0-1 1,0 1-1,-1 0 1,1-1-1,0 1 1,-1 0-1,1-1 0,-1 1 1,1-1-1,-1 1 1,1-1-1,-1 1 1,1-1-1,-1 0 1,1 1-1,-1-1 1,1 0-1,-1 1 1,0-1-1,0 0 1,1 1-1,-1-1 1,0 0-1,0 0 0,0 1 1,0-1-1,0 0 1,0 0-1,0 1 1,0-1-1,0 0 1,0 0-1,0 1 1,0-1-1,0 0 1,-1 0-1,1 1 1,0-1-1,-1 0 0,1 1 1,-1-2-1,-4-2-616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8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 84,'-89'3'2737,"-6"2"4677,93-4-6002,7 1-574,21 4-360,34 1-633,-50-6 120,21 1-36,0-2 0,0 0 0,47-8-1,-78 8-87,-1 0-1,1 0 1,0-1-1,0 1 0,0 0 1,-2-3-2714,2 3 2713,0-1 0,-1 1 1,1 0-1,0 0 0,1 0 1,-1-1-1,0 1 1,0 0-1,0 0 0,0-1 1,0 1-1,0 0 1,0 0-1,0 0 0,0-1 1,0 1-1,0 0 0,4-2-2553,-24-5 155,6 5 2069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1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22 101 60,'1'-28'1615,"0"25"-874,0 0-1,-1 0 1,1-1 0,-1 1 0,0 0 0,0 0 0,0 0 0,-1-1-1,1 1 1,-1 0 0,0 0 0,1 0 0,-1 0 0,-1 0 0,1 0-1,0 0 1,-1 0 0,1 0 0,-1 1 0,0-1 0,0 1 0,-4-4-1,4 42-433,2 38-1058,4 0 0,19 112 0,-20-173-123,6 42-2892,-8-53 3143,-1 0 0,0 0 1,0 0-1,0 1 0,-1-1 1,1 0-1,0 0 0,-1 0 1,0 0-1,1 0 0,-3 4 1,3-6 528,-1 0 1,1 1 0,0-1-1,-1 0 1,1 0 0,-1 0-1,1 0 1,-1 1 0,1-1-1,-1 0 1,1 0-1,-1 0 1,1 0 0,-1 0-1,1 0 1,-1 0 0,1 0-1,-1 0 1,1-1 0,-1 1-1,1 0 1,-1 0 0,1 0-1,-1 0 1,1-1-1,0 1 1,-1 0 0,1-1-1,-1 1 1,1 0 0,0-1-1,-1 1 1,1 0 0,0-1-1,-1 1 1,1-1 0,0 1-1,0 0 1,-1-1-1,1 1 1,0-1 0,0 1-1,-1-2 1,-4-11-363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1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30 110 120,'-13'-25'1758,"-4"-15"9102,21 38-10650,-1 0 0,0 0 0,1 1 1,-1-1-1,1 1 0,0-1 0,0 1 1,-1 0-1,1 1 0,0-1 0,5 0 0,-5 1-33,35-8-79,-15 2-213,1 1 0,-1 1 0,1 1 0,-1 1 0,1 1 0,38 4 0,-63-3-25,1 0 1,-1 0-1,0 0 0,1 1 0,-1-1 0,0 0 1,1 0-1,-1 0 0,0 0 0,0 0 1,1 0-1,-1 0 0,0 1 0,0-1 1,1 0-1,-1 0 0,0 0 0,0 1 1,1-1-1,-1 0 0,0 0 0,0 1 1,0-1-1,0 0 0,1 0 0,-1 1 1,0-1-1,0 0 0,0 1 0,0-1 1,0 0-1,0 1 0,0-1 0,0 0 1,0 1-1,0-1 0,0 0 0,0 0 1,0 1-1,-9 16-4024,-25 17-115,26-27 3993,-8 10-117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12,'-9'8'-776,"-11"12"7451,23-15-2616,16-5-2582,1-3-1014,78-8 667,-34 13-5497,-63-2 4180,0 0 1,0 0-1,0-1 1,0 1-1,-1 1 1,1-1 0,0 0-1,0 0 1,0 0-1,0 0 1,0 1-1,-1-1 1,1 0-1,0 1 1,0-1-1,0 0 1,-1 1-1,1-1 1,0 1-1,-1-1 1,1 1 0,0 0-1,-1-1 1,1 1-1,-1 0 1,1-1-1,-1 1 1,1 0-1,-1 0 1,1-1-1,-1 1 1,0 0-1,0 0 1,1 0-1,-1 0 1,0-1 0,0 1-1,0 0 1,0 0-1,0 0 1,0 0-1,0 1 1,-6 8-385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44,'-4'4'367,"0"1"0,1-1 0,-1 1 1,1 0-1,1 0 0,-1 0 0,-3 10 0,6-14-210,0-1 0,0 1-1,0 0 1,-1 0 0,1 0 0,0-1 0,1 1-1,-1 0 1,0 0 0,0 0 0,0-1-1,0 1 1,1 0 0,-1-1 0,0 1-1,1 0 1,-1 0 0,0-1 0,1 1 0,-1 0-1,1-1 1,-1 1 0,2 0 0,0 0 94,0 0 0,0 1 1,0-2-1,0 1 1,0 0-1,0 0 0,0-1 1,1 1-1,-1-1 0,0 0 1,0 1-1,3-1 1,33 0 1320,-1-1-1,41-6 1,-27-2-4657,-4-1-4491,-19 1 4191,-16 3 2764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33 60,'-1'-13'202,"-5"-6"16230,-1 33-15647,-12 35-925,-38 72-1,24-68-3308,-5-5-4201,38-47 7563,-1-1 1,1 0-1,0 0 1,0 0 0,-1 0-1,1 1 1,0-1 0,0 0-1,-1 0 1,1 0-1,0 0 1,0 0 0,-1 0-1,1 0 1,0 0 0,0 0-1,-1 0 1,1 0-1,0 0 1,0 0 0,-1 0-1,1 0 1,0 0 0,0 0-1,-1 0 1,1-1 0,0 1-1,0 0 1,-1 0-1,1 0 1,0 0 0,0 0-1,-1-1 1,1 1 0,0 0-1,0 0 1,0 0-1,0-1 1,-1 1 0,1 0-1,0 0 1,0-1 0,0 1-1,0 0 1,0 0-1,0-1 1,0 1 0,0 0-1,0 0 1,0-1 0,0 1-1,0 0 1,0-1-1,0 1 1,0 0 0,0 0-1,0-1 1,0 1 0,0 0-1,0 0 1,0-1 0,0 1-1,0 0 1,0 0-1,1-1 1,-2-9-276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3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49 220,'0'-2'47,"-13"-34"3037,10 25 780,9 20 1734,33 54-1254,35 25-2910,-9-13-1381,-31-24-1517,-5-7-3417,4-7-4112,-11-24 6156,-9-11 2384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3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1 105 140,'13'-63'3943,"-11"42"1575,-1 0 4800,18 62-8644,-6 13-1484,-2-1-1,-3 2 0,2 77 1,-9-84-615,2-1 0,3 0 0,2 0 0,1-1 0,20 56-1,-18-79-577,13 3-6855,-23-25 7578,-1-1-1,1 1 1,0-1-1,-1 0 1,1 1-1,0-1 1,0 0 0,-1 0-1,1 1 1,0-1-1,0 0 1,-1 0 0,1 0-1,0 0 1,0 0-1,-1 0 1,1 0 0,0 0-1,0 0 1,0 0-1,-1 0 1,1-1 0,0 1-1,0 0 1,1-1-1,-1-1 79,1 1-1,-1-1 1,0 0-1,1 1 1,-1-1-1,0 0 0,0 0 1,0 0-1,0 0 1,0 0-1,-1 0 1,1 0-1,0 0 1,0-3-1,4-22-351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4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2 145 48,'-1'-5'164,"1"0"0,-1-1 0,1 1 0,1 0 0,-1-1 0,1 1 0,0 0 0,0 0 0,1-1 0,-1 1 0,1 0 0,0 0 0,0 1 0,1-1 0,0 0 0,0 1 0,0-1 0,0 1 0,6-5 0,-6 5 138,0 0 0,1 1 0,0 0 0,0 0 0,0 0 1,0 0-1,1 0 0,-1 1 0,1 0 0,-1 0 0,1 0 0,0 1 0,0-1 0,-1 1 1,1 0-1,0 0 0,0 1 0,0 0 0,1 0 0,-1 0 0,5 1 0,-8-1-149,0 1 1,-1-1-1,1 1 0,0 0 0,0 0 0,0 0 0,0 0 0,-1 0 1,1 0-1,0 0 0,-1 1 0,1-1 0,-1 0 0,1 1 0,-1-1 1,0 1-1,0 0 0,0 0 0,0-1 0,0 1 0,0 0 0,0 0 1,0 0-1,-1 0 0,1 0 0,-1 0 0,0 0 0,1 0 0,-1 0 1,0 0-1,0 0 0,0 0 0,0 0 0,-1 0 0,1 0 1,-2 4-1,0 4 311,0 0 1,-1 0 0,0 0 0,-1 0-1,-9 17 1,-4 2 36,-2 0-1,-28 33 1,5-18-4111,62-60-5751,13-6 5092,-7 4 2603,2-1 805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6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64 151 52,'-5'-19'1578,"1"0"1,-3-30-1,0-3 5573,3 41-2815,0 10-1757,-5 23-1066,-2 34-1729,-1 202 575,12-148-3095,0-66 302,0-40 1671,0 0 0,0 0 0,1 0 0,-1 0 0,1 0 0,0 0-1,0 0 1,0 0 0,3 5 0,-4-8 562,1 0 0,0 0 1,-1 0-1,1-1 0,0 1 0,0 0 1,0 0-1,0 0 0,0-1 0,0 1 1,0 0-1,0-1 0,0 1 0,0-1 1,0 1-1,1-1 0,-1 0 0,0 1 1,0-1-1,0 0 0,1 0 0,-1 0 0,0 0 1,0 0-1,0 0 0,1 0 0,-1 0 1,0 0-1,0-1 0,0 1 0,1-1 1,-1 1-1,1-1 0,13-5-465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6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41 80,'4'-16'546,"-5"-4"4319,1 20-4727,0 0-1,0-1 1,-1 1-1,1 0 0,0 0 1,0-1-1,0 1 0,0 0 1,-1 0-1,1-1 1,0 1-1,0 0 0,-1 0 1,1-1-1,0 1 0,0 0 1,-1 0-1,1 0 1,0 0-1,-1 0 0,1-1 1,0 1-1,0 0 0,-1 0 1,1 0-1,0 0 1,-1 0-1,1 0 0,0 0 1,-1 0-1,1 0 0,0 0 1,-1 0-1,-18 12 2046,14-7-2008,1 0 0,0 0 0,1 1 0,-1-1-1,1 1 1,0-1 0,0 1 0,1 0 0,0 0 0,0 0-1,0 0 1,1 1 0,0-1 0,0 0 0,1 1 0,-1-1 0,1 1-1,1-1 1,-1 0 0,1 1 0,0-1 0,1 0 0,0 1-1,0-1 1,0 0 0,0 0 0,7 10 0,-7-11-173,0-1 1,1 1-1,-1-1 1,1 1-1,0-1 0,0 0 1,1 0-1,-1-1 1,1 1-1,-1-1 1,1 0-1,0 1 0,1-2 1,-1 1-1,0 0 1,1-1-1,0 0 1,-1 0-1,1 0 0,0-1 1,0 0-1,0 0 1,0 0-1,0 0 1,0-1-1,0 0 0,0 0 1,0 0-1,1-1 1,-1 1-1,0-1 1,0 0-1,-1-1 0,1 1 1,5-3-1,-6 1 23,-1 1 0,1-1 0,-1 0 0,1 0 0,-1 0 0,0 0 0,0 0-1,-1-1 1,1 1 0,-1-1 0,0 0 0,0 0 0,0 0 0,0 0 0,0 0 0,-1 0 0,0 0-1,0-1 1,0 1 0,-1 0 0,1-1 0,-1 1 0,0 0 0,0-1 0,0 1 0,-1 0 0,-2-9-1,1 2-353,0-1 0,-1 1 0,0-1 0,-6-11 0,5 14-1346,0 1 0,0 0 1,-1 0-1,-10-13 0,-3 7-5417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7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16,'18'0'998,"-1"-1"1165,1 1 0,0 2 0,22 3-1,-33-3-1566,1 0 1,-1 1-1,0-1 0,0 1 0,0 1 0,-1 0 0,1 0 0,-1 0 0,0 1 0,10 9 0,-4-2 177,-1 2 0,-1-1-1,0 1 1,-1 1 0,0 0 0,-1 0-1,-1 1 1,6 19 0,-12-53-785,0 1-1,2-1 1,0 1 0,0 0 0,10-25 0,-9 30-1075,1 1 1,0 0-1,1 0 0,0 0 1,7-9-1,-11 18 596,-1 1 0,0-1 0,0 1-1,0 0 1,0-1 0,1 1 0,-1 0-1,1 0 1,-1 0 0,1 0 0,-1 0 0,1 1-1,0-1 1,-1 0 0,1 1 0,0-1-1,-1 1 1,1-1 0,0 1 0,0 0 0,0 0-1,-1 0 1,1 0 0,0 0 0,0 0-1,1 1 1,18 8-2085,-7 1 1919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7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49 60,'1'2'272,"1"-1"-1,-1 1 1,1-1 0,-1 0 0,1 0-1,0 0 1,-1 0 0,1 0-1,0 0 1,0 0 0,0 0-1,0-1 1,0 1 0,0-1 0,0 0-1,0 1 1,0-1 0,0 0-1,0 0 1,0 0 0,0 0-1,0-1 1,0 1 0,0 0 0,0-1-1,0 0 1,3-1 0,1 0 290,0 0 1,-1-1-1,1 0 1,-1 0-1,0 0 0,0-1 1,0 0-1,6-5 1,-11 8-503,1 1-1,-1 0 1,1-1 0,-1 1 0,1 0 0,-1-1-1,0 1 1,1-1 0,-1 1 0,1-1 0,-1 1-1,0-1 1,0 1 0,1-1 0,-1 1-1,0-1 1,0 1 0,0-1 0,1 0 0,-1 1-1,0-1 1,0 1 0,0-1 0,0 0 0,0 1-1,0-1 1,0 1 0,0-1 0,0 0 0,-1 1-1,1-1 1,0 1 0,0-1 0,0 1-1,-1-1 1,1 1 0,0-1 0,-1 1 0,1-1-1,0 1 1,-1-1 0,1 1 0,-1-1 0,1 1-1,0 0 1,-1-1 0,1 1 0,-1 0 0,0-1-1,1 1 1,-1 0 0,1 0 0,-1-1-1,1 1 1,-1 0 0,1 0 0,-1 0 0,0 0-1,1 0 1,-1 0 0,1 0 0,-1 0 0,0 0-1,0 0 1,-40 1 684,35 1-737,1 0-1,0 1 0,0-1 1,0 1-1,1 0 1,-1 1-1,1-1 1,-1 1-1,1 0 0,0 0 1,1 0-1,-1 0 1,1 1-1,0 0 0,0-1 1,0 1-1,0 0 1,1 1-1,0-1 0,0 0 1,1 1-1,-2 6 1,2-9-165,1 0 0,0 0 0,0 0-1,0 0 1,0 1 0,0-1 0,0 0 0,1 0 0,0 0 0,-1 0 0,1 0 0,0 0 0,1 0 0,-1 0 0,0 0 0,1 0 0,0-1 0,0 1 0,0 0 0,0-1 0,0 0 0,0 1 0,0-1 0,1 0 0,-1 0 0,1 0 0,0-1 0,-1 1 0,1-1 0,0 1 0,0-1 0,0 0 0,0 0 0,0 0 0,0 0-1,0-1 1,0 1 0,1-1 0,-1 0 0,3 0 0,21 1-2268,1-1 0,37-4 0,56-13-618,-106 14 2901,52-9-332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8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379 575 212,'1'-2'159,"0"-1"0,0 1 0,0 0 0,0-1 0,-1 1-1,1-1 1,0 1 0,-1-1 0,0 1 0,0-1 0,0 1 0,0-1 0,0 1 0,0-1 0,-1 1-1,1 0 1,-1-1 0,0 1 0,1-1 0,-1 1 0,-3-5 0,2 4 154,-1-1-1,0 0 1,-1 1 0,1 0-1,0 0 1,-1 0-1,0 0 1,0 0 0,0 1-1,0 0 1,-5-3 0,-3 0 343,0 1 1,-1 0-1,0 0 1,0 1 0,1 1-1,-2 0 1,-21 0 0,23 4-540,1-1 0,-1 1 1,1 1-1,0 0 0,0 0 1,0 1-1,0 0 0,1 1 1,-12 8-1,15-10-116,1 1-1,0 1 0,0-1 0,0 1 1,1 0-1,0 0 0,-1 1 1,2-1-1,-1 1 0,1 1 1,0-1-1,0 0 0,1 1 1,0 0-1,-3 9 0,5-14-5,0 0-1,0 0 1,1 0 0,-1 0-1,1 1 1,-1-1-1,1 0 1,0 0-1,0 1 1,0-1 0,0 0-1,1 0 1,-1 0-1,0 1 1,1-1-1,0 0 1,-1 0-1,1 0 1,0 0 0,0 0-1,0 0 1,0 0-1,1 0 1,-1 0-1,1-1 1,-1 1 0,1 0-1,-1-1 1,1 1-1,0-1 1,0 0-1,-1 0 1,1 1 0,0-1-1,0 0 1,0-1-1,0 1 1,1 0-1,-1-1 1,0 1 0,0-1-1,0 1 1,4-1-1,2 1 3,0-1 0,1 0 0,-1 0 0,1-1 0,-1 0 0,0 0-1,1-1 1,-1 0 0,0-1 0,11-5 0,-11 4 76,-1 0 0,1 0 0,-1-1 0,0-1 0,-1 1 1,1-1-1,-1 0 0,0 0 0,0-1 0,-1 0 0,0 0 0,7-13 0,-6 7 162,0 0-1,-2 0 1,0 0 0,0 0-1,-1-1 1,-1 1-1,2-19 1,-4-15 414,-2 0-1,-1 0 1,-17-76 0,17 109-673,-5-26 251,-25-75 0,45 219-178,41 87 330,-5-23-2250,-25-54-5014,-22-103 5929,1 0-1,-2 1 0,1-1 1,-2 1-1,1-1 0,-2 0 0,1 0 1,-2 1-1,1-1 0,-7 15 1,-4 2 381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114 130 64,'-38'-10'1883,"-1"-1"2845,2-2 4203,51 16-8422,-1-1 0,1 0 0,0-1 0,18-1 0,-11 0-289,123-1-274,158-24 1,-139 9-276,84-2 146,242-26 227,-512 47-6079,-38 5-2116,-1 0 5232,23 0 2308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9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53 12,'-22'-2'1271,"17"2"-183,1-1 0,-1 1 0,1-1 1,-1 1-1,0-1 0,1-1 0,0 1 0,-8-4 0,20 3 2220,20-1-3006,-22 2 14,464-29 427,-447 29-721,4 0-516,19-1 903,-31 2-3709,0 1-3359,-9 1 1755,-3 0 4560,4 0-115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86 60,'-1'1'230,"0"-1"1,0 0-1,-1 0 0,1 0 1,0 0-1,0 0 0,0 0 1,-1-1-1,1 1 0,0 0 1,0 0-1,0-1 0,0 1 1,0-1-1,0 1 0,-1-1 0,1 0 1,0 1-1,-1-2 0,2 1-108,0 1 0,0-1 0,0 0 0,0 1 0,0-1 0,0 0 0,0 1 0,1-1 0,-1 1-1,0-1 1,0 0 0,0 1 0,1-1 0,-1 0 0,0 1 0,1-1 0,-1 1 0,0-1 0,1 1-1,-1-1 1,1 1 0,-1-1 0,1 1 0,0-1 0,51-37 3418,-34 26-1961,-18 12-1532,0 0 0,1-1 1,-1 1-1,0 0 1,0-1-1,0 1 1,0 0-1,0 0 1,0-1-1,1 1 1,-1 0-1,0-1 1,0 1-1,0 0 1,0-1-1,0 1 1,0 0-1,0-1 1,0 1-1,0 0 1,0-1-1,-1 1 1,1 0-1,0 0 1,0-1-1,0 1 1,0 0-1,0-1 1,-1 1-1,1 0 1,0 0-1,0-1 0,0 1 1,-1 0-1,1 0 1,0 0-1,0-1 1,-1 1-1,1 0 1,0 0-1,0 0 1,-1 0-1,1 0 1,0-1-1,-1 1 1,1 0-1,0 0 1,0 0-1,-1 0 1,1 0-1,0 0 1,-1 0-1,1 0 1,0 0-1,-1 0 1,1 0-1,0 0 1,-1 1-1,-22-5 961,2 5-737,0 0 1,0 2 0,-38 9 0,49-10-265,0 1-1,1 0 1,-1 1-1,1 0 0,0 1 1,0 0-1,0 0 1,1 1-1,-1 0 1,-7 8-1,14-12-9,0 0-1,1 1 1,-1-1 0,1 0-1,0 1 1,0-1-1,0 1 1,0 0-1,0-1 1,0 1-1,1 0 1,-1-1 0,1 1-1,0 0 1,0 0-1,0-1 1,0 1-1,0 0 1,1 0-1,-1-1 1,1 1 0,0 0-1,0-1 1,0 1-1,0-1 1,0 1-1,0-1 1,1 1 0,-1-1-1,4 4 1,6 8 5,0 0 0,0-1 0,22 19 0,-24-24 4,40 34 34,-33-30 6,0 1-1,-1 1 1,0 0 0,-1 1 0,-1 1-1,-1 0 1,14 22 0,-26-37-10,1 0 1,0 0 0,-1 1 0,1-1 0,-1 1-1,1-1 1,-1 0 0,0 1 0,0-1-1,1 1 1,-1-1 0,0 1 0,0-1 0,-1 1-1,1-1 1,0 0 0,0 1 0,-1-1-1,1 1 1,-1-1 0,1 0 0,-1 1 0,0 1-1,-1-1 4,0 0-1,0-1 0,0 1 0,0 0 0,0-1 1,0 1-1,0-1 0,0 0 0,-1 1 0,1-1 1,0 0-1,-4 1 0,-10 2 35,0-1 0,0 0-1,-26 0 1,26-2-79,-80 13 52,-19 1-4541,114-15 3942,-1 0 1,0 0 0,0 0-1,0 0 1,0 0 0,1 0-1,-1-1 1,0 1 0,0-1-1,0 1 1,1-1 0,-1 0-1,0 0 1,1 0 0,-1 0-1,1 0 1,-1 0 0,1 0-1,-1 0 1,1 0 0,-3-3-1,-5-13-1899,5 4 1759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911 49 136,'-3'-2'217,"0"0"0,0 1 0,0-1 0,0 1 0,0-1 0,0 1 0,-1 0 0,1 0 0,0 1 0,-1-1 0,1 1 0,-1-1 0,1 1 0,0 0 0,-1 0 0,-6 2 0,-61 14 2386,50-10-1841,-216 62 4432,194-53-4931,1 2-1,0 2 0,-55 34 0,65-32-76,1 1 1,1 2-1,0 0 0,2 3 1,1 0-1,2 2 0,-39 54 0,59-74-136,1-1 0,0 1 0,1 0 0,0 0-1,0 0 1,1 1 0,0-1 0,1 0 0,0 1-1,0 0 1,1-1 0,0 1 0,1-1 0,0 1-1,1-1 1,0 1 0,0-1 0,1 0 0,0 0-1,0 0 1,1 0 0,0-1 0,1 1 0,8 10 0,-2-2-16,1-1 1,1-1 0,0 0-1,1 0 1,1-2 0,0 0-1,1 0 1,0-1 0,1-1-1,31 15 1,-16-14-20,0-1-1,0-1 0,1-2 1,1-1-1,-1-2 0,1-1 1,0-1-1,46-3 0,-36-3-29,0-1-1,0-3 1,-1-1-1,0-2 1,82-31-1,-108 34 9,-1-1 0,0 0 0,0-1-1,-1-1 1,0 0 0,0-2 0,-1 1 0,-1-2-1,19-21 1,-24 25 16,-1-1-1,-1-1 1,1 1-1,-2-1 1,1 0-1,-2 0 0,1-1 1,-2 0-1,1 1 1,-2-1-1,1 0 1,-2-1-1,0 1 1,0 0-1,-2-14 1,-2-6 0,-1 1 0,-2 0 0,-1 0 0,-1 1 0,-2 0 0,-1 1 0,-1 0 1,-2 0-1,0 1 0,-2 1 0,-1 1 0,-2 0 0,0 1 0,-2 1 0,-44-40 1,54 55-185,-1 1 0,0 1 0,0 0 0,0 0 1,-1 1-1,0 1 0,-1 0 0,-15-3 0,13 5-590,0 1 0,0 0-1,0 1 1,0 1-1,0 1 1,0 0-1,1 1 1,-1 0 0,0 2-1,1 0 1,-1 0-1,1 2 1,0 0-1,1 0 1,-1 2 0,1-1-1,1 2 1,-19 14-1,-15 16 143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457 104 148,'15'-30'10885,"-7"18"-9254,-5 11-1409,-1-1 0,1 0 0,-1 0 0,0 0 0,0 0 0,0 0 0,0 0 0,0 0 0,0-1 0,-1 1 0,1-1 0,-1 1 0,0-1 0,1 0 0,0-2 0,-2 4-153,0 0-1,0 1 1,-1-1-1,1 0 1,0 1 0,0-1-1,0 1 1,0-1-1,-1 0 1,1 1-1,0-1 1,-1 1 0,1-1-1,0 0 1,-1 1-1,1-1 1,-1 1 0,1 0-1,0-1 1,-1 1-1,1-1 1,-1 1 0,0-1-1,0 1 1,-29-8 658,9 7-604,0 1 0,-1 0 0,1 2 0,0 1 0,0 0-1,0 1 1,1 2 0,-1 0 0,1 1 0,1 1 0,-1 1-1,-28 17 1,45-24-117,1 0 1,-1 0-1,1 0 0,-1 0 1,1 0-1,0 0 0,0 1 1,0-1-1,0 1 0,0-1 1,1 1-1,-1 0 0,1 0 0,0 0 1,-1 0-1,1 0 0,1 0 1,-1 0-1,0 0 0,1 0 1,-1 4-1,2-3 1,0 0-1,0 0 1,0 0 0,0 0-1,1 0 1,-1 0-1,1 0 1,0 0 0,0-1-1,0 1 1,1-1 0,0 0-1,-1 0 1,4 3 0,10 9 20,0-2 0,1 0 0,0-1 0,1-1 0,20 10 1,42 15 32,-56-27-1,-1 1-1,0 2 0,0 0 1,-1 1-1,24 20 0,-45-33-35,0 1 0,0-1 0,-1 1 0,1 0 0,0-1 0,-1 1 0,1 0 0,0 0 0,-1-1 0,1 1 0,-1 0 0,1 0 0,-1 0 0,1 0 0,-1 0 0,0 0 0,1 0 0,-1 0 0,0 0 0,0 0 0,0 0 0,0 0 0,0 0 0,0 0 0,0 0 0,0 0 0,0 0 0,0 0 0,-1 1 0,0 0 12,-1 0-1,1 0 1,0-1-1,-1 1 1,0-1 0,1 1-1,-1-1 1,0 1 0,0-1-1,0 0 1,1 0-1,-5 2 1,-6 1 54,1 0 0,-1 0 0,-21 3 0,-23 0-668,1-3 1,-82-3-1,55-8-5415,1-5-6371,61 7 10766,2 0 826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1102 5 124,'-3'-1'163,"0"0"1,0 0-1,-1 1 1,1-1-1,0 1 0,-1 0 1,1 0-1,0 0 0,-1 0 1,1 0-1,0 1 1,-1 0-1,1-1 0,0 1 1,0 0-1,0 1 0,0-1 1,0 1-1,0-1 0,0 1 1,0 0-1,-4 4 1,-7 5 231,0 1 0,1 1 0,-11 15 1,9-12 19,-155 158 3710,-250 197 0,342-310-3709,-69 60 21,126-101-424,0 0 1,1 2 0,1 1-1,-20 31 1,35-47-547,-1 3 512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7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78 80,'12'-44'2638,"-12"42"-2192,0 0 0,1 0 0,-1 0 0,0 0 0,0 0 0,-1 0 0,1 0 0,0 0-1,-1 0 1,1 0 0,-2-4 0,2 6-354,-1 0-1,1 0 0,-1 0 0,1-1 0,-1 1 0,1 0 0,0 0 1,-1 0-1,1 0 0,-1 0 0,1 0 0,-1 0 0,1 0 0,-1 0 1,1 0-1,-1 0 0,1 0 0,0 1 0,-1-1 0,1 0 0,-1 0 1,1 0-1,-1 1 0,1-1 0,0 0 0,-1 0 0,1 1 0,0-1 0,-1 0 1,1 1-1,0-1 0,-1 0 0,1 1 0,0-1 0,0 0 0,-1 1 1,1-1-1,0 1 0,0-1 0,0 1 0,0-1 0,-1 1 0,-14 23 554,13-21-451,-181 303 1570,226-363-1818,30-102 4,-15 28 289,-58 132-233,0-1 0,0 0 0,0 0 0,0 0 0,0 0 0,0 0 0,0 0 0,0 0 0,0 0 0,0 0 0,0 1 0,0-1 0,0 0 0,0 0 0,1 0 0,-1 0 0,0 0 0,0 0 0,0 0 0,0 0 0,0 0 0,0 0 0,0 0 0,0 0 0,0 0 0,0 0 0,0 1 0,0-1 0,1 0 0,-1 0 0,0 0 0,0 0 0,0 0 0,0 0 0,0 0 0,0 0 0,0 0 0,0 0 0,0 0 0,1 0 0,-1 0 0,0 0 0,0 0 0,0 0 0,0 0 0,0 0 0,0-1 0,0 1 0,0 0 0,0 0 0,0 0 0,1 0 0,-1 0 0,0 0 0,0 0 0,0 0 1,0 0-1,0 0 0,0 0 0,0 0 0,0 0 0,0-1 0,3 18 213,1 32-34,-3-33-120,5 25-169,2 0 0,1-1 0,3 1 0,1-2 0,1 0 0,25 45-1,-25-52-615,-9-12-2186,-15-16-2031,-25-19-1368,29 12 6844,-14-7-999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55 104 84,'-7'-3'231,"-27"-13"1368,33 16-1446,1 0 1,-1 0 0,0-1 0,1 1 0,-1 0-1,0 0 1,1-1 0,-1 1 0,1-1 0,-1 1-1,0 0 1,1-1 0,-1 1 0,1-1 0,-1 0-1,1 1 1,0-1 0,-1 1 0,1-1-1,-1 0 1,1 1 0,0-1 0,0 0 0,-1 1-1,1-1 1,0 0 0,0 1 0,0-1 0,0 0-1,0 1 1,0-1 0,0 0 0,0 0 0,0 1-1,0-1 1,0-1 0,4 0-3,0-1 1,0 1-1,0 0 0,0 0 0,0 0 1,1 1-1,-1-1 0,1 1 0,-1 0 1,0 0-1,7 0 0,0 0-30,25-7 53,19-4-4829,105-8 1,-136 18 4253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698 170 20,'-15'-32'420,"9"17"817,-1 1 0,0 0 0,-1 1 0,-19-25 1,23 34-946,0 0-1,-1 0 1,1 0 0,-1 1 0,0 0 0,0 0 0,0 0 0,-1 0 0,1 1 0,-1-1 0,1 2 0,-1-1 0,0 1 0,0-1 0,1 1 0,-1 1-1,-7-1 1,-13 1 116,-1 1-1,1 2 1,0 0-1,0 2 1,0 1-1,0 0 1,1 2-1,0 1 1,1 2-1,-36 19 1,44-22-332,2 1-1,-1 1 1,1 0 0,1 1 0,0 1-1,0 0 1,1 0 0,1 1-1,0 1 1,0 0 0,2 0 0,0 1-1,0 0 1,2 1 0,0 0 0,-10 32-1,14-36-49,1 0-1,1 1 0,-1-1 1,2 0-1,0 0 0,0 1 1,1-1-1,1 0 0,0 0 1,1 0-1,0 0 1,0 0-1,1-1 0,7 13 1,-4-10-6,2-1 1,-1-1-1,1 1 1,1-2-1,0 1 1,1-1-1,0-1 1,1 0-1,0-1 1,17 11-1,-4-6-10,0-1 0,1-1-1,1-1 1,0-1 0,0-2-1,1 0 1,0-2 0,0-1-1,0-2 1,1 0 0,47-3-1,-55-1-11,0-2 0,0 0-1,-1-1 1,1-1 0,-1-1-1,0-1 1,-1-1 0,1 0-1,33-21 1,-46 24 3,1 0 0,-2-1 1,1 1-1,-1-1 0,1-1 0,-2 1 0,1-1 0,-1 0 1,0 0-1,0 0 0,-1-1 0,0 0 0,0 0 0,-1 0 0,0 0 1,-1-1-1,1 1 0,-2-1 0,1 1 0,-1-1 0,0 0 1,-1 1-1,0-1 0,-1 0 0,1 0 0,-4-9 0,-1-3-273,0 0 0,-2 0 0,-1 1 0,0 0 0,-2 1 0,0-1 0,-1 2 0,-1 0 0,-22-27 0,21 30-734,-1 0 1,-1 1-1,0 0 0,0 1 1,-2 1-1,1 0 0,-2 1 0,1 1 1,-1 1-1,-25-10 0,28 15 458,1 0-1,0 1 1,-1 1-1,0 0 1,1 0 0,-20 2-1,-22 5-137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84 32,'0'-36'1208,"0"30"-15,1 1 1,-1-1 0,0 1 0,-1 0 0,1-1-1,-3-9 1,61 143 5940,17 5-5143,96 122-1556,-101-154-157,6-3-1,3-3 0,103 94 0,-181-187-231,0-1 0,1 0 0,-1 1 0,1-1 0,0 0 0,-1 0 0,1 0-1,0 0 1,0 0 0,0-1 0,0 1 0,2 0 0,-3-1-199,0 0 0,-1 0 0,1 0 0,-1 0 0,1 0 0,0 0 0,-1 0-1,1-1 1,-1 1 0,1 0 0,-1 0 0,1-1 0,-1 1 0,1 0 0,-1-1 0,1 1 0,-1 0 0,1-1 0,-1 1 0,1-1 0,-1 1 0,0-1-1,1 1 1,-1-1 0,0 1 0,1-2 0,0-3-1816,1 0 0,-1-1 0,0 1 0,0 0 0,-1-1 0,1 1 0,-2-7 0,1 11 1112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6 100 20,'-5'-71'3438,"4"43"4526,2 37-4705,4 118-2428,5 55-3530,-10-182 2533,0 1 0,0 0 0,0 0 0,-1-1 0,1 1 0,0 0 0,0 0-1,1 0 1,-1-1 0,0 1 0,0 0 0,0 0 0,0-1 0,1 1 0,-1 0 0,0-1 0,1 1 0,-1 0-1,0-1 1,1 1 0,-1 0 0,1-1 0,-1 1 0,1-1 0,-1 1 0,1-1 0,0 1 0,-1-1 0,1 1-1,0-1 1,-1 0 0,1 1 0,0-1 0,-1 0 0,1 0 0,0 1 0,0-1 0,-1 0 0,1 0 0,0 0-1,0 0 1,-1 0 0,1 0 0,0 0 0,0 0 0,-1 0 0,1 0 0,0-1 0,0 1 0,0 0 0,2-2-160,-1 1 0,1-1 1,-1 0-1,0 0 1,1 0-1,-1 0 1,0 0-1,0-1 1,0 1-1,-1 0 1,3-5-1,4-11-90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40 110 176,'-5'-4'373,"1"0"0,-1 0 0,1-1 1,0 0-1,1 0 0,-1 0 0,-4-8 0,8 11-274,-1 1-1,1 0 1,0 0-1,-1-1 1,1 1-1,0 0 1,0 0 0,0-1-1,0 1 1,0 0-1,0-1 1,0 1-1,0 0 1,0 0 0,1-1-1,-1 1 1,0 0-1,1 0 1,-1-1-1,1 1 1,0 0-1,-1 0 1,1 0 0,0 0-1,0 0 1,0 0-1,-1 0 1,1 0-1,0 0 1,0 1-1,0-1 1,1 0 0,-1 0-1,0 1 1,0-1-1,0 1 1,0-1-1,1 1 1,-1 0 0,0-1-1,3 1 1,14-6 79,1 1 1,1 1-1,-1 1 1,0 1-1,1 0 1,0 1-1,-1 2 0,1 0 1,-1 1-1,1 0 1,-1 2-1,30 9 1,-47-12-112,-1-1 0,1 0 0,0 1-1,0 0 1,-1-1 0,1 1 0,0 0 0,-1 0 0,1 0 0,-1 0 0,1 0 0,-1 0 0,1 0-1,-1 0 1,0 1 0,1-1 0,-1 1 0,0-1 0,0 1 0,0-1 0,0 1 0,-1-1-1,1 1 1,0 0 0,-1 0 0,1-1 0,-1 1 0,1 0 0,-1 0 0,0 0 0,0-1 0,0 1-1,0 0 1,0 0 0,0 0 0,0 0 0,-1-1 0,1 1 0,-1 0 0,1 0 0,-1-1-1,0 1 1,1 0 0,-1-1 0,0 1 0,0-1 0,0 1 0,-1-1 0,-1 3 0,-9 9 456,0 0 1,0-1 0,-1-1-1,-20 14 1,15-12-245,17-12-266,1-1-1,-1 0 0,1 1 1,-1-1-1,1 1 0,0-1 1,-1 0-1,1 1 0,-1-1 1,1 1-1,0-1 0,-1 1 1,1-1-1,0 1 0,0-1 1,-1 1-1,1 0 0,0-1 1,0 1-1,0-1 0,0 1 1,0-1-1,0 1 0,-1 0 1,1-1-1,1 1 0,-1 0 0,0-1 1,0 1-1,0-1 0,0 1 1,1 0-1,17 15 218,44 5 13,-48-17-133,17 7 86,-17-8 0,-1 1-1,0 1 1,0 0-1,0 0 1,-1 2-1,0-1 0,0 2 1,21 16-1,-32-23-131,0 0 0,0 1-1,1-1 1,-1 0 0,0 1-1,-1-1 1,1 1 0,0-1-1,0 1 1,-1-1-1,1 1 1,-1-1 0,1 1-1,-1 0 1,0-1 0,1 1-1,-1 0 1,0-1 0,0 1-1,0 0 1,0 0 0,-1 2-1,-1-1 18,1 1-1,0-1 0,-1 0 1,0 0-1,1-1 0,-1 1 1,0 0-1,0-1 0,-1 1 1,-4 3-1,-3 2 20,0-1 0,0 0 0,0 0 0,-1-1 1,-14 5-1,8-5-304,0 0 1,0-1-1,-31 5 1,-3-9-2738,45-2 1700,0 0 1,0 0 0,-1-1 0,2 1 0,-12-6 0,16 7 899,-1-1 0,1 0 0,0 1 0,0-1 0,0 1 0,0-1 1,0 0-1,0 0 0,0 0 0,1 1 0,-1-1 0,0 0 0,0 0 0,1 0 0,-1 0 0,0 0 0,1 0 1,-1-1-1,1 1 0,-1 0 0,1 0 0,-1-2 0,7-17-1853,3 8 1700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649 87 104,'-8'-13'108,"4"5"515,-1 0-1,0 0 1,-1 1-1,1 0 1,-13-12-1,15 17-387,0 0 0,0 0 0,0 1-1,0-1 1,0 1 0,0-1 0,-1 1-1,1 0 1,-1 0 0,1 1 0,-1-1-1,1 1 1,-1-1 0,1 1-1,-1 0 1,1 1 0,-1-1 0,-5 2-1,-20 4 732,1 1 0,0 2 0,0 0 0,1 2 0,-33 18 0,29-11-704,0 1 0,1 1 0,2 1 0,0 2 0,1 1 0,1 1 0,-23 29 0,40-42-235,0 0 0,1 0-1,0 1 1,1 1-1,1-1 1,0 1-1,0 0 1,2 1-1,-1-1 1,2 1 0,0 0-1,1-1 1,0 1-1,2 1 1,-1-1-1,2 0 1,0 0-1,1 0 1,0 0-1,1-1 1,1 1 0,0-1-1,1 1 1,1-1-1,9 18 1,-2-10 17,0 0-1,1-1 1,1-1 0,1 0 0,1-1-1,1-1 1,0 0 0,1-2 0,1 0-1,0-1 1,2-1 0,-1-1 0,2 0 0,32 12-1,-27-16-42,0-1 0,1 0 1,0-3-1,1 0 0,0-2 0,-1-1 0,1-1 0,0-2 0,0-1 0,-1-1 0,1-1 0,37-12 0,-50 11 9,0-1-1,-1 0 0,0-1 0,0-1 1,-1-1-1,0 0 0,-1-1 1,0 0-1,22-22 0,-26 22 20,-2-1 0,1 1 0,-2-2 0,1 1-1,-2-1 1,1 0 0,-2 0 0,1-1 0,-2 0 0,0 0-1,0 0 1,-1 0 0,2-24 0,-4 15 6,-1 1 1,-1-1-1,-1 1 1,-1-1-1,-1 1 0,0 0 1,-2 0-1,-1 0 0,0 1 1,-14-27-1,10 24-288,-2 1-1,0 1 1,-2-1-1,0 2 0,-1 0 1,-1 1-1,-1 1 1,-30-24-1,30 30-508,0 1 1,0 1-1,-1 0 0,0 1 0,-1 2 1,0 0-1,0 1 0,-1 1 1,1 0-1,-1 2 0,0 1 0,0 0 1,0 1-1,0 2 0,0 0 0,0 1 1,0 1-1,0 1 0,-28 9 0,-38 17-135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4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1023 54 48,'1'-3'235,"0"-1"-1,-1 1 1,0 0-1,0-1 1,0 1 0,0 0-1,0 0 1,0-1-1,-1 1 1,0 0 0,-1-6-1,1 9-120,1-1 0,0 0-1,-1 1 1,1-1 0,-1 1-1,1-1 1,-1 1 0,1-1 0,-1 1-1,1-1 1,-1 1 0,0 0-1,1-1 1,-1 1 0,0 0-1,1-1 1,-1 1 0,0 0 0,1 0-1,-1 0 1,0 0 0,0 0-1,-26 8 1578,-25 23 1572,-84 69 0,54-37-1317,-21 12-765,-196 148 2297,157-103-4581,10 11-3975,129-128 4278,0 0 0,0 0 1,0 0-1,0 1 1,1-1-1,0 1 1,-1-1-1,1 1 0,0 0 1,1 0-1,-1 0 1,1 0-1,0 1 1,0-1-1,-1 5 0,2-8-257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8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52 164 64,'1'-14'910,"0"-1"0,1 1 0,6-21 0,1-8 3341,-9 18-468,0 24-3687,1 1-1,-1-1 0,0 1 0,0-1 0,0 0 0,0 1 1,0-1-1,0 1 0,0-1 0,0 1 0,0-1 0,0 0 1,0 1-1,0-1 0,-1 1 0,1-1 0,0 1 0,0-1 1,-1 1-1,1-1 0,0 1 0,-1-1 0,1 1 0,0-1 1,-1 1-1,1-1 0,0 1 0,-1 0 0,1-1 0,-1 1 1,1 0-1,-1-1 0,0 1 0,-13 48 182,-3 17-196,5-25-76,-10 70 1,22-109-8,0 1 0,0-1 0,0 0 0,0 0 0,0 1 1,1-1-1,-1 0 0,0 0 0,0 1 0,1-1 0,-1 0 0,1 0 0,0 0 1,-1 0-1,1 0 0,0 0 0,-1 0 0,1 0 0,0 0 0,0 0 1,0 0-1,0 0 0,0 0 0,1 0 0,2 1-9,0 0 0,0 0 0,0 0 0,0-1 1,0 1-1,0-1 0,7 1 0,-2-1-14,0 0 0,1 0 0,-1-1 1,0 0-1,0-1 0,15-3 0,-22 4 28,0-1 0,-1 1 0,1-1 0,0 0 0,-1 1 0,1-1 0,-1 0 0,1 0 0,-1 0 0,1 0 0,-1 0 0,0 0 0,0-1 0,1 1 0,-1 0 0,0-1 0,0 1 0,0-1 0,0 1 0,1-4 0,1-34 100,-3 28-118,-8 105 135,0 5-2943,13-37-5306,-4-58 7680,0 0 0,1 0 0,-1 0 0,1-1-1,-1 1 1,1 0 0,4 5 0,5 2-236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45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72 140 100,'-4'-5'286,"1"1"0,0-1 0,-1 0 0,2 0 0,-1 0 0,1 0 0,-1-1 0,1 1 0,1-1 0,-1 1 0,1-1 0,0 0 0,0 0 0,1 1 0,0-1 0,0 0 0,0 0 0,2-9 0,-1 13-260,1 0 1,-1 0 0,1 0-1,0 0 1,0 1 0,-1-1-1,1 0 1,0 1-1,0-1 1,0 1 0,1 0-1,-1 0 1,0 0-1,0 0 1,1 0 0,-1 0-1,1 0 1,-1 1-1,1-1 1,-1 1 0,1 0-1,-1 0 1,1 0 0,-1 0-1,3 0 1,1 0 35,1 1 0,-1-1 0,0 1 0,0 0 0,0 0-1,0 1 1,0 0 0,0 0 0,7 4 0,-11-5 19,0 0-1,1 1 1,-1 0-1,0-1 0,0 1 1,0 0-1,0 0 1,0 0-1,0 1 1,-1-1-1,1 0 0,-1 1 1,0-1-1,1 1 1,-1-1-1,0 1 1,0 0-1,-1-1 1,1 1-1,-1 0 0,1 3 1,-1-1 69,0 0-1,-1 0 1,0 0 0,0 0 0,0 0 0,-1 0-1,1 0 1,-1-1 0,0 1 0,-6 8 0,-3 3 301,0 0 0,-1-1 1,-1-1-1,-1 0 1,-16 14-1,-4-4 219,27-20-517,-1 1 0,1 0 0,0 1 0,1 0 0,-1 0-1,-7 9 1,14-14-144,0-1 0,0 1 0,0-1 0,0 0-1,0 1 1,1-1 0,-1 1 0,0-1 0,0 0-1,0 1 1,1-1 0,-1 1 0,0-1 0,0 0-1,1 1 1,-1-1 0,0 0 0,1 1 0,-1-1-1,0 0 1,1 0 0,-1 1 0,1-1 0,-1 0-1,0 0 1,1 0 0,-1 0 0,1 1 0,-1-1-1,1 0 1,-1 0 0,1 0 0,-1 0 0,0 0-1,1 0 1,-1 0 0,1 0 0,-1 0 0,1 0-1,-1-1 1,1 1 0,0 0 0,23 0 94,51-9 20,205-14 242,-271 26-7212,-26 9-1380,7-6 7664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4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81 192,'-3'0'634,"0"-1"0,0 0 0,-1 0 0,1 0 0,0-1 0,0 1 0,0-1 0,0 1-1,1-1 1,-1 0 0,0 0 0,1-1 0,-1 1 0,1 0 0,-4-6 0,5 7-470,1 1 0,0-1-1,-1 0 1,1 0 0,0 1 0,0-1 0,0 0-1,-1 0 1,1 0 0,0 1 0,0-1 0,0 0-1,0 0 1,0 0 0,0 0 0,1 1 0,-1-1 0,0 0-1,0 0 1,0 0 0,1 1 0,-1-1 0,1 0-1,0 0 1,0-1-148,1 0 0,-1 1 0,1-1 0,0 1 0,0 0 0,0-1 0,0 1 0,0 0 0,0 0 1,0 0-1,0 0 0,0 1 0,3-1 0,5-3 54,1 2 1,0 0-1,0 0 1,1 1 0,-1 0-1,0 1 1,0 0-1,17 3 1,-26-3-60,0 1 0,1-1-1,-1 1 1,1-1 0,-1 1 0,0 0-1,1 0 1,-1 0 0,0 1 0,0-1 0,0 0-1,0 1 1,0-1 0,0 1 0,0 0-1,0 0 1,-1-1 0,1 1 0,-1 0 0,1 0-1,-1 1 1,0-1 0,0 0 0,0 0-1,0 1 1,0-1 0,-1 0 0,1 1 0,-1-1-1,1 1 1,-1-1 0,0 1 0,0-1-1,0 1 1,0-1 0,0 1 0,-1-1-1,1 1 1,-1-1 0,0 0 0,1 1 0,-1-1-1,-2 3 1,-4 13 41,-1-1 0,-1 0 1,-1-1-1,-1 0 0,0 0 0,-1-1 0,0-1 0,-27 25 0,16-16-133,-36 47 0,59-70 83,0 1 0,0-1 0,-1 0 0,1 1 0,0-1 0,0 0 0,0 0 0,0 1 0,0-1 0,-1 1 0,1-1 0,0 0 0,0 1 0,0-1 1,0 0-1,0 1 0,0-1 0,0 0 0,0 1 0,0-1 0,0 0 0,1 1 0,-1-1 0,0 0 0,0 1 0,0-1 0,0 0 0,0 1 0,1-1 0,-1 0 0,0 1 0,0-1 0,1 0 0,-1 0 0,0 1 0,0-1 1,1 0-1,-1 0 0,0 0 0,0 1 0,1-1 0,-1 0 0,0 0 0,1 0 0,-1 0 0,0 0 0,1 0 0,-1 0 0,1 0 0,-1 0 0,0 0 0,1 0 0,-1 0 0,0 0 0,1 0 0,-1 0 0,0 0 0,1 0 1,-1 0-1,0 0 0,1 0 0,-1 0 0,0-1 0,1 1 0,31-4 177,-27 3-152,66-16 340,4 0-1359,-26 12-3955,-48 5 4630,1 0 0,-1 0 0,0 0 1,0 0-1,0 0 0,1 0 1,-1 0-1,0 1 0,0-1 0,0 0 1,0 1-1,0-1 0,0 1 0,0-1 1,0 1-1,0 0 0,0-1 0,0 1 1,0 0-1,0 0 0,0 0 0,-1-1 1,1 1-1,0 0 0,-1 0 0,1 0 1,0 0-1,-1 0 0,1 1 1,-1-1-1,1 1 0,3 7-321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5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45 156,'-3'-2'343,"1"1"-1,-1 0 1,0-1 0,1 0 0,-1 1-1,1-1 1,-1 0 0,1 0-1,0 0 1,-3-4 0,11 1 2345,19 5-2337,38 3-183,-1-2 0,1-3 0,81-14 0,-123 13-1139,-30 7-2826,-21 5 1483,16-3 1843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5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 80,'0'-1'146,"2"-31"1775,7 15 2313,-7 20-3897,-1-1 0,1 1 1,-1 0-1,0-1 0,1 1 0,-1 0 0,-1 0 0,1 0 0,1 5 0,-2-7-231,9 49 1052,-3 26-4558,4 30-3712,-5-89 6632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0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81 68,'-1'-4'340,"0"0"-1,1 1 1,0-1-1,-1 0 1,1 1 0,1-1-1,-1 0 1,1-3 0,0 3 402,-1 1 1,1 0 0,-1 0 0,0 0 0,0 0-1,0 0 1,0 0 0,-1 0 0,1 0 0,-1 0 0,-1-4-1,1 7-633,1-1 0,-1 1-1,0 0 1,1-1 0,-1 1-1,0 0 1,1 0-1,-1-1 1,0 1 0,1 0-1,-1 0 1,0 0-1,0 0 1,1 0 0,-1 0-1,0 0 1,0 0 0,1 0-1,-1 1 1,0-1-1,0 0 1,1 0 0,-1 1-1,0-1 1,1 0 0,-1 1-1,1-1 1,-1 0-1,0 1 1,1-1 0,-1 1-1,1-1 1,-1 1-1,1 0 1,-1-1 0,0 2-1,-23 22-243,22-22 330,-38 52-43,39-51-149,-1-1 1,1 0-1,-1 0 0,1 1 1,0-1-1,0 1 1,0-1-1,0 1 1,1-1-1,-1 1 0,1 0 1,-1-1-1,1 1 1,0 0-1,0-1 1,0 1-1,1 0 0,-1-1 1,0 1-1,1-1 1,0 1-1,1 3 1,0-4 5,0 0 0,0 0 0,0-1 0,0 1 0,0-1 0,1 1 0,-1-1 0,0 0 0,1 0 0,-1 0 0,1 0 0,-1-1 0,1 1 0,4 0 0,44 3 24,-28-3-36,-11 1 4,1 0 1,-1 0-1,0 1 0,19 8 1,-29-11 7,0 1 0,0 0 0,0-1 0,-1 1 0,1 0 0,0 0 0,0 0 0,0 0 0,-1 0 0,1 0 0,0 1 0,-1-1 0,1 1 0,-1-1-1,1 1 1,-1-1 0,0 1 0,0 0 0,0 0 0,0 0 0,0-1 0,0 1 0,0 0 0,-1 0 0,1 0 0,-1 0 0,1 0 0,-1 0 0,0 1 0,0-1 0,0 0 0,0 0 0,0 0 0,0 0 0,-1 3 0,-2-1 8,1-1 0,0 0 0,-1 1 0,1-1 1,-1-1-1,0 1 0,0 0 0,0-1 0,0 1 0,-1-1 0,1 0 0,-1 0 1,1 0-1,-1-1 0,0 1 0,1-1 0,-8 2 0,-68 13 253,77-16-269,-3 1-698,-1 0 1,1 0 0,0-1-1,0 0 1,-1 0 0,1-1-1,0 1 1,0-1 0,0 0-1,-1-1 1,-6-2 0,10 3 426,0 0-1,1 0 1,-1-1 0,1 1-1,-1-1 1,1 1 0,-1-1-1,1 1 1,0-1 0,0 0-1,0 0 1,0 1 0,0-1 0,0 0-1,0 0 1,1 0 0,-1 0-1,1 0 1,-1 0 0,1 0-1,0 0 1,0 0 0,0 0-1,0-1 1,0 1 0,0 0 0,1 0-1,-1 0 1,1 0 0,-1 0-1,2-3 1,3-9-142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0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84 12,'-2'-1'135,"1"0"0,-1 0 0,1 0 0,0-1 0,0 1 1,0-1-1,-1 1 0,2-1 0,-1 1 0,0-1 0,0 0 0,0 1 0,1-1 0,-1 0 0,1 1 0,-1-1 1,1 0-1,0 0 0,0 0 0,-1 1 0,1-1 0,1 0 0,-1 0 0,0 0 0,0 0 0,1 1 1,-1-1-1,1-2 0,1 2 65,0 0 0,0 0-1,0 0 1,1 1 0,-1-1 0,0 1 0,1-1 0,-1 1 0,1 0 0,-1 0 0,1 0 0,0 0-1,-1 0 1,1 0 0,0 1 0,0-1 0,5 1 0,212-9 3695,-82 6-8895,-133 2 4229,0 1 0,1 0 0,-1 1 1,0-1-1,0 1 0,10 2 0,-9 1-16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1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39 232,'-8'-2'497,"-35"-7"3669,17-1 2448,37 9-3772,39-3-2400,26-2-124,-15 0-2036,-23 6-3479,-37 0 5089,-1 0-1,0 0 1,0 0-1,0 0 1,1 0 0,-1 0-1,0 0 1,0 0-1,0 0 1,1 0-1,-1 0 1,0 0 0,0 0-1,0 0 1,1 0-1,-1 0 1,0 0-1,0 0 1,0 0 0,1 1-1,-1-1 1,0 0-1,0 0 1,0 0-1,0 0 1,1 0 0,-1 0-1,0 1 1,0-1-1,0 0 1,0 0-1,0 0 1,0 1 0,0-1-1,1 0 1,-1 0-1,0 0 1,0 1-1,0-1 1,0 0 0,0 0-1,0 0 1,0 1-1,0-1 1,0 0-1,0 0 1,0 0 0,0 1-1,0-1 1,0 0-1,0 0 1,0 0 0,-1 1-1,1-1 1,0 0-1,0 0 1,0 0-1,0 1 1,0-1 0,0 0-1,0 0 1,-1 0-1,1 0 1,-12 12-396,10-11 162,-13 11-61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1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17 64,'-16'8'292,"6"-3"244,3-1 288,7 0 48,7-2-80,5-2-104,6-2-152,8 0-120,4-4-88,1 1-111,4-1-309,0 0-709,-3 2-423,-1 2-12,-1-1 196,-2 1 308,-5 0 352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1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57 216,'-25'-8'961,"20"7"-239,0 0 0,0-1 0,0 1 0,1-1 0,-1 0 0,0 0 0,1 0 0,-1-1 0,1 0 0,-8-6 0,55 8 1401,-8 1-2134,1-2 0,39-6-1,46-2 1258,-121 11-1198,1-1 0,0 0 0,-1 1-1,1-1 1,-1 0 0,1 1 0,-1-1 0,1 0 0,-1 1 0,1-1 0,-1 1 0,1-1 0,-1 1 0,0 0-1,1-1 1,-1 1 0,0-1 0,1 1 0,-1-1 0,0 1 0,0 0 0,0-1 0,1 1 0,-1 0 0,0-1-1,0 1 1,0 0 0,0-1 0,0 1 0,0 0 0,0-1 0,-1 1 0,1 0 0,0-1 0,0 1-1,0-1 1,-1 1 0,1 0 0,0-1 0,-1 1 0,0 0 0,-13 37 530,12-32-422,-11 25 96,-10 24 71,1 2 0,3 1 0,-13 69 0,32-123 1829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2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68 196,'-12'-5'432,"8"4"153,-1-1 0,0 0-1,0 0 1,1 0 0,0 0 0,-7-5 0,13 1 2090,11 2-1456,14 1-276,107-11 1604,46-3-4707,-151 19-2119,-28 2 1217,-14 4 1504,-9-1 687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49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71 103 140,'0'-12'1445,"1"-1"0,0 1 0,1 0 0,1 0 0,0 0 1,3-17 3945,-6 28-5275,-16 21 775,-17 29-987,27-40 110,1 1-1,0 0 1,1 0-1,0 1 1,0-1-1,1 1 1,-2 14-1,4-22-11,1-1 1,0 1-1,0 0 0,0 0 1,0-1-1,0 1 0,0 0 1,1-1-1,-1 1 0,1 0 0,0-1 1,0 1-1,0-1 0,0 1 1,0-1-1,1 1 0,-1-1 0,1 0 1,-1 0-1,1 1 0,0-1 1,0 0-1,0-1 0,0 1 0,0 0 1,0-1-1,1 1 0,-1-1 1,0 0-1,1 1 0,-1-1 1,1 0-1,-1-1 0,6 2 0,2 0-11,1 0-1,0-1 0,0 0 1,0-1-1,-1 0 0,18-3 0,-23 3 11,0-1 0,-1 0 0,1 0 0,-1 0 0,0 0 0,1-1 0,-1 1 0,0-1 0,0 0 0,0-1-1,0 1 1,0-1 0,0 0 0,-1 1 0,1-2 0,-1 1 0,0 0 0,3-5 0,-5 6 2,0 0 0,-1 0 0,1 0 0,0 0 0,-1 0 0,0 0 0,1-1 0,-1 1 0,0 0 0,0 0 0,0 0 0,-1-1 0,1 1 0,0 0 0,-1 0 0,0 0 0,-1-3 0,-18-37 66,13 31-46,9 19-8,0 0 0,-1 0 0,1 0 0,-2 0-1,1 14 1,0 0 12,25 208-1989,-26-227 1459,0 1 0,1-1 0,-1 0 0,1 0 0,0 0 0,-1 1 0,2-1 0,-1 0 0,0 0 0,1 0 0,-1-1 1,1 1-1,0 0 0,0-1 0,0 1 0,0-1 0,0 1 0,1-1 0,-1 0 0,1 0 0,-1 0 0,1 0 0,0-1 1,0 1-1,4 1 0,0-2 44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49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40 132,'-32'-12'4370,"20"7"2315,38 3-5089,14 2-1182,31 1-171,101-13 1,-161 9-772,-18-1-4575,-11 2-1174,10 1 5345,-2 1 264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0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61 40,'-3'-2'210,"-1"0"0,1 0 0,1 0 0,-1 0 0,0 0 1,0-1-1,1 1 0,-1-1 0,1 0 0,-2-4 0,-2-24 7814,32 67-5306,-18-20-2708,-2 1 0,0-1 1,0 1-1,-2 0 0,0 0 0,2 30 0,1 1-3064,4 0-3664,1-24 3962,-3-17 2208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0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86 56,'-5'-46'3137,"4"43"-2060,0-1 1,0 0 0,0 0-1,0 1 1,0-1-1,0 1 1,-1-1-1,0 1 1,-3-5 0,-2 54 1729,4 15-2311,7 83 0,7-58-4461,-11-83 3281,0 0-1,0 0 1,1 0-1,-1 0 1,1-1 0,0 1-1,0 0 1,0 0-1,0-1 1,1 1-1,-1-1 1,1 1-1,-1-1 1,1 0 0,0 1-1,0-1 1,0 0-1,4 3 1,3-4 9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1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46 204,'-3'0'303,"-24"-7"2658,6-5 4328,51 11-3987,-8 0-2942,61-11 710,-20 2-3209,-22 7-5670,-52 14 2871,0-5 4427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1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40,'-2'1'54,"-10"4"668,0 1 1,1 1 0,0 0-1,0 0 1,1 1 0,-13 11-1,23-18-651,-1-1-1,1 0 0,0 0 0,0 0 0,0 1 0,-1-1 0,1 0 0,0 0 0,0 0 0,0 1 0,0-1 0,-1 0 0,1 0 1,0 1-1,0-1 0,0 0 0,0 1 0,0-1 0,0 0 0,0 0 0,0 1 0,0-1 0,0 0 0,0 1 0,0-1 0,0 0 1,0 0-1,0 1 0,0-1 0,0 0 0,0 0 0,1 1 0,-1-1 0,0 0 0,0 0 0,0 1 0,0-1 0,1 1 0,12 4 1495,17-4-92,60-12-167,-2-10-5359,-2 1-2992,-67 16 6146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1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71 72,'-24'-44'3630,"11"17"2022,16 35-5308,-1-1 1,0 0-1,0 1 1,0-1-1,-1 1 1,0 0-1,-1-1 1,1 1-1,-2 0 1,-1 14-1,1-11-246,0 1-1,1-1 1,1 0-1,3 21 1,-4-31-90,0 0 1,1 0-1,-1 0 1,1 0-1,-1-1 1,1 1-1,0 0 1,-1 0 0,1-1-1,0 1 1,-1 0-1,1-1 1,0 1-1,0-1 1,-1 1-1,1-1 1,0 1-1,0-1 1,0 0 0,0 1-1,0-1 1,0 0-1,0 0 1,0 0-1,0 0 1,0 0-1,0 0 1,0 0 0,-1 0-1,1 0 1,0 0-1,0 0 1,0 0-1,0-1 1,0 1-1,0 0 1,0-1 0,0 1-1,-1-1 1,3 0-1,46-25 116,-35 18-108,-4 3-43,0 1 0,1 1 0,-1 0 0,1 0 0,-1 1 1,1 1-1,0-1 0,0 2 0,19 0 0,-26 0 37,0 0-1,-1 1 1,1-1-1,-1 1 1,1-1-1,-1 1 1,1 0-1,-1 1 0,0-1 1,1 0-1,-1 1 1,0 0-1,0 0 1,0 0-1,0 0 1,-1 0-1,1 0 1,0 1-1,-1 0 1,0-1-1,1 1 0,-1 0 1,0 0-1,-1 0 1,1 0-1,0 0 1,-1 1-1,0-1 1,0 0-1,0 1 1,0-1-1,0 1 1,0 4-1,-2-4 94,1 1 0,-1-1 0,0 0 0,0 0 0,0 0-1,0 0 1,-1 0 0,0 0 0,1 0 0,-1-1 0,-1 1 0,1-1 0,-1 1 0,1-1 0,-1 0 0,0 0 0,0 0 0,0 0-1,-1-1 1,1 1 0,0-1 0,-1 0 0,-6 3 0,-10 6 229,-1-1 0,-42 13 0,56-21-316,-35 9 265,-9-8-4468,50-2 3916,-1-1-1,0 0 1,0 0-1,0 0 1,1 0-1,-1 0 1,0-1-1,0 1 1,1-1-1,-1 1 1,0-1-1,0 1 1,1-1-1,-1 0 1,1 0-1,-1 0 1,1 0-1,-1 0 1,1 0-1,-1 0 1,1 0-1,0-1 1,0 1-1,0 0 1,0-1-1,0 1 1,0-1-1,0 0 1,0 1-1,0-1 1,1 1-1,-1-1 1,1 0-1,-1 0 1,1 1-1,0-1 1,-1 0-1,1 0 1,0 0-1,0 1 1,0-1-1,1 0 1,-1 0-1,0 0 1,1 1-1,-1-1 1,1 0-1,0-1 1,6-14-168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2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85 80,'-13'-6'338,"7"4"368,-1-1-1,0 0 1,1 0-1,-1-1 1,1 0-1,0 0 1,-5-5 0,11 8-601,0 1 0,0-1 0,1 1 0,-1-1 0,0 1 0,1-1 0,-1 1 0,0-1 1,1 1-1,-1 0 0,1-1 0,-1 1 0,0 0 0,1-1 0,-1 1 0,1 0 1,-1 0-1,1-1 0,-1 1 0,1 0 0,-1 0 0,1 0 0,-1-1 0,1 1 1,0 0-1,-1 0 0,1 0 0,-1 0 0,1 0 0,-1 0 0,1 0 0,0 1 0,23-4 484,192-16 1070,-137 10-3446,-1 2-3979,-63 10 2554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0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422 115 232,'-28'-13'3267,"25"12"-2564,-1 0 1,1 0-1,0 0 0,-1-1 0,1 1 0,0-1 0,0 0 0,0 0 0,0 0 0,0 0 1,1-1-1,-1 1 0,1-1 0,-1 1 0,1-1 0,0 0 0,-2-3 0,4 4-615,1 1 0,0 0 0,0 0-1,0 0 1,0 0 0,0 0 0,0 0-1,0 0 1,0 0 0,0 1-1,0-1 1,0 0 0,0 1 0,0-1-1,3 0 1,-3 0 15,1 0 1,0 0-1,0 1 0,-1-1 0,1-1 1,-1 1-1,1 0 0,-1 0 1,0 0-1,1-1 0,-1 1 0,2-4 1,-3 4-46,-1 0 0,0-1 1,1 1-1,-1 0 0,0 0 0,0 0 1,1-1-1,-1 1 0,0 0 0,0 0 1,0 0-1,0 0 0,-1 0 0,1 1 1,0-1-1,0 0 0,0 0 0,-1 1 1,1-1-1,0 1 0,-1-1 1,1 1-1,0 0 0,-1-1 0,-2 1 1,-39-6 183,32 5-233,-1 1 0,1 0 0,-1 1-1,1 0 1,0 0 0,-1 2 0,1-1 0,0 2-1,0-1 1,0 1 0,1 1 0,-20 11 0,25-12-15,0 0 1,0 0 0,0 0 0,1 1 0,-1 0-1,1 0 1,0 0 0,1 1 0,-1-1 0,1 1 0,0 0-1,0 0 1,1 0 0,0 0 0,0 0 0,0 0-1,1 1 1,0-1 0,0 1 0,1-1 0,-1 1 0,1-1-1,2 13 1,0-12 1,-1 0-1,1 0 1,0 0-1,1 0 1,-1-1-1,1 1 1,1-1 0,-1 0-1,1 0 1,0 0-1,1-1 1,-1 1-1,1-1 1,0 0-1,1 0 1,-1-1 0,8 6-1,14 7-7,0-1 0,49 22 0,-28-15 21,-38-18-25,22 13 90,-32-18-72,0 1 1,0-1-1,1 0 0,-1 0 0,0 0 0,0 1 0,0-1 0,0 0 1,1 0-1,-1 0 0,0 1 0,0-1 0,0 0 0,0 0 1,0 1-1,0-1 0,0 0 0,0 0 0,0 1 0,0-1 0,0 0 1,0 0-1,0 1 0,0-1 0,0 0 0,0 0 0,0 1 1,0-1-1,0 0 0,0 0 0,0 1 0,-1-1 0,1 0 1,0 0-1,0 1 0,0-1 0,0 0 0,-20 8 89,-256 47-1014,271-54 1081,-18 3-3371,21-4 2585,0 0 0,1 0 0,-1 0 1,0 0-1,0 0 0,0 0 0,0 0 0,0-1 0,0 1 0,1-1 1,-1 1-1,0-1 0,0 0 0,1 0 0,-1 1 0,0-1 1,1-1-1,-1 1 0,1 0 0,-1 0 0,1 0 0,0-1 0,0 1 1,-2-3-1,-4-4-327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68 152,'-3'-4'619,"0"0"1,0 0-1,1-1 1,-1 1-1,1-1 1,0 1-1,1-1 1,-1 0-1,1 1 0,0-1 1,0 0-1,-1-8 575,-61 15 4176,-5 8-4337,60-8-1096,0 0-1,0 0 1,0 1-1,0 0 1,0 1-1,1 0 1,-1 0-1,1 0 1,0 1-1,0 0 1,1 1-1,0-1 1,-10 12-1,15-15 70,-1 1-1,1 0 1,1-1 0,-1 1-1,0 0 1,1 0-1,-1 0 1,1 0 0,0-1-1,0 1 1,0 0-1,0 0 1,0 0 0,1 0-1,-1 0 1,1-1-1,0 1 1,0 0 0,0 0-1,0-1 1,0 1-1,1-1 1,-1 1-1,4 3 1,3 7 87,1 0 0,1-1 0,12 14 0,15 8 40,52 39-1,-37-31-58,-51-42-69,0 0 0,0 1 0,-1-1 1,1 1-1,0-1 0,0 1 0,-1 0 0,1-1 0,0 1 0,-1 0 1,1 0-1,-1-1 0,1 1 0,-1 0 0,1 0 0,-1 0 1,0-1-1,1 1 0,-1 0 0,0 0 0,0 0 0,1 0 0,-1 0 1,0 0-1,0 0 0,0 1 0,-1-1 2,0 0-1,0 0 1,1 0-1,-1-1 1,0 1 0,0 0-1,0 0 1,0-1-1,0 1 1,0-1 0,0 1-1,0-1 1,0 1-1,-1-1 1,1 0 0,0 0-1,-2 1 1,-61 2 97,57-3-113,-61-3 329,33-5-2024,8-5-5631,44 2 1312,-4 6 5372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55 36,'-12'-2'188,"4"2"651,0-1 0,0 0 0,0 0 0,0-1 0,0 0 0,1 0 0,-1-1 0,-12-6 0,63 5 406,39 1-1150,76-6 427,-56-7-5035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53 147 80,'21'-48'2559,"-20"45"-1784,0-1 1,0 1-1,0-1 1,-1 0 0,1 1-1,-1-1 1,0 0-1,0 1 1,0-1 0,-1 0-1,-1-6 1,0 12-502,0 1 0,1 0 0,-1-1 1,0 1-1,1 0 0,0 0 0,-1 0 1,1 0-1,-1 6 0,-57 237 238,59-242-469,5-13-20,12-34-18,19-62-59,17-68 8,-49 170 43,1 14 14,4 21 25,-8-28-29,21 92-21,-11-43-538,2-1-1,2 0 0,30 67 0,-41-107-8071,-15-19 4800,2 1 3335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68 220,'-28'-21'4125,"30"13"-880,18 1-2382,84-8-1990,-8 1-5577,-78 12 6146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341 157 212,'0'-4'268,"-1"0"0,1 0 0,0 0 0,1 0-1,-1 0 1,1 0 0,0 0 0,0 0 0,0 0 0,0 0 0,0 0 0,1 1 0,0-1 0,3-5-1,-3 6 44,0 0 0,0-1 0,-1 1 0,1-1-1,-1 1 1,0-1 0,0 0 0,0 1 0,0-1-1,-1 0 1,1 0 0,-1 0 0,0-7-1,-1 9-187,-1 0 0,1 0 0,0 0-1,-1 0 1,1 0 0,-1 0-1,0 0 1,0 0 0,1 0-1,-1 1 1,0-1 0,-1 1-1,1 0 1,0-1 0,0 1-1,0 0 1,-1 0 0,1 0-1,-1 1 1,1-1 0,-1 0 0,1 1-1,-1 0 1,1 0 0,-4 0-1,-67-2 349,72 2-451,-4 0-6,-109 11 93,104-9-101,1 0 0,-1 0 0,1 1 0,0 0 0,0 0 0,0 1 0,0 0 0,1 1 0,-13 8 0,19-12-3,1 0 0,0 0 1,-1 1-1,1-1 0,0 0 0,0 0 0,0 1 0,0-1 1,0 1-1,0-1 0,0 1 0,0-1 0,1 1 0,-1-1 0,0 1 1,1 0-1,0-1 0,-1 1 0,1 0 0,0 0 0,0-1 1,0 1-1,0 0 0,0-1 0,1 4 0,0-2 8,0 0 0,1 0-1,-1 1 1,1-1 0,0 0-1,0-1 1,0 1 0,1 0-1,-1 0 1,1-1 0,4 4-1,9 6 63,0-2 0,0 0 0,28 11 0,-44-20-69,93 32 225,-72-27-178,0 1 0,-1 0 0,0 2 0,30 17 0,-50-26-33,1 0 0,0 1 0,-1-1 0,1 1 0,0-1 0,-1 1-1,1-1 1,0 1 0,-1-1 0,1 1 0,-1 0 0,1-1 0,-1 1 0,1 0 0,-1-1-1,1 1 1,-1 0 0,0-1 0,1 1 0,-1 0 0,0 0 0,0 0 0,0-1 0,0 1 0,1 0-1,-1 0 1,0 0 0,-1 1 0,1-1 9,-1 1-1,0-1 1,0 0 0,0 0 0,1 0-1,-1 0 1,0 0 0,-1 0-1,1 0 1,0 0 0,0 0-1,0 0 1,-1 0 0,-1 0 0,-49 18 358,52-19-384,-29 7 29,-1-1 0,-41 3 0,63-8-322,0 0 1,-1-1-1,1 0 0,0-1 0,-1 0 0,1 0 0,0-1 1,0 0-1,0 0 0,0-1 0,0 0 0,0 0 0,-11-8 1,18 11 48,0-1 1,0 0 0,0 0-1,0 0 1,1 0 0,-1 0 0,0 0-1,0 0 1,0 0 0,1 0-1,-1 0 1,1 0 0,-1 0-1,1 0 1,-1-1 0,1 1-1,0 0 1,-1 0 0,1-1 0,0 1-1,0 0 1,0-1 0,0 1-1,0 0 1,0 0 0,1-1-1,-1 1 1,0 0 0,1 0 0,-1-1-1,1 1 1,-1 0 0,1 0-1,-1 0 1,2-2 0,12-13-1121,2 5 801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38 68,'-12'0'-305,"-12"3"12525,40 0-10511,20-2-1455,1 0 0,-1-3 1,53-8-1,-22-1-2823,-2-2-3622,-33 7 1369,-15 2 3927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62 24,'-19'-36'3876,"18"34"-3327,0 0 0,0 0 0,-1 0 0,1 1-1,0-1 1,-1 0 0,1 1 0,-1-1 0,0 1 0,0-1 0,1 1-1,-1 0 1,0 0 0,0 0 0,-3-1 0,4 6-454,-1 0 0,1 0 0,0-1 1,0 1-1,0 1 0,1-1 0,-1 0 0,1 0 0,0 0 1,0 0-1,1 5 0,-1-5-32,-1 50-92,-1 27-1737,8-30-3775,-6-50 5296,1 0 1,-1 0 0,0 1 0,1-1-1,-1 0 1,1 1 0,-1-1 0,1 0-1,-1 0 1,1 0 0,0 0 0,0 0-1,0 1 1,-1-1 0,1-1 0,0 1-1,0 0 1,0 0 0,1 0 0,-1 0-1,0-1 1,2 2 0,6-2-473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64 140,'-2'-2'78,"-26"-26"1448,27 27-1387,0 0 0,0 1 0,0-1 0,0 0-1,1 0 1,-1 1 0,0-1 0,0 0 0,1 0 0,-1 0 0,1 0-1,-1 0 1,1 0 0,-1 0 0,1 0 0,0 0 0,-1 0 0,1 0 0,0 0-1,0 0 1,0 0 0,0 0 0,0 0 0,0 0 0,0-1 0,0 1-1,0 0 1,1-1 0,1 1-83,0 1 0,0-1 0,0 0 1,0 1-1,0-1 0,0 1 0,0-1 0,0 1 0,0 0 0,0 0 0,0 0 0,0 0 0,0 1 1,0-1-1,0 0 0,4 2 0,32 11 37,-34-12-53,0 1 0,0 0 0,-1 0 1,1 0-1,0 0 0,-1 1 0,0 0 0,0-1 0,0 1 0,0 0 1,0 1-1,0-1 0,-1 0 0,0 1 0,1-1 0,-1 1 0,-1 0 1,1 0-1,0 0 0,0 4 0,-1-4 92,-1 1-1,0 0 1,0-1 0,0 1-1,0-1 1,-1 1 0,0-1-1,0 1 1,0-1 0,0 0-1,-1 1 1,0-1 0,0 0 0,0 0-1,0 0 1,0 0 0,-1 0-1,-4 4 1,-43 41 1929,38-39-1294,0 0 0,-18 24 0,29-34-754,1 0 0,0 0 0,0 1 0,-1-1 0,1 0 0,0 0 0,0 1 0,0-1-1,-1 0 1,1 1 0,0-1 0,0 0 0,0 1 0,0-1 0,0 0 0,0 0 0,0 1-1,0-1 1,0 0 0,0 1 0,0-1 0,0 0 0,0 1 0,0-1 0,0 0 0,0 1 0,0-1-1,0 0 1,0 1 0,0-1 0,0 0 0,0 1 0,1-1 0,-1 0 0,0 0 0,0 1 0,0-1-1,1 0 1,-1 0 0,0 1 0,0-1 0,1 0 0,-1 1 0,20 2 172,26-6-127,-44 3-25,44-7 43,-25 3-4,0 1 0,0 1 0,28 1 0,-48 1-16,0 0-1,0 0 0,0 0 0,0 0 0,0 0 0,0 0 0,0 0 1,0 0-1,0 0 0,0 1 0,0-1 0,0 0 0,0 1 0,0-1 1,0 1-1,0-1 0,0 1 0,0-1 0,0 1 0,-1-1 0,1 1 1,0 0-1,0 0 0,-1-1 0,1 1 0,0 0 0,-1 0 0,1 0 1,-1 0-1,1 1 0,-1 0 20,0 0-1,-1-1 1,1 1 0,-1 0-1,1 0 1,-1-1-1,0 1 1,1 0 0,-1-1-1,0 1 1,0-1 0,0 1-1,-1-1 1,1 1 0,-2 1-1,-9 8 275,0-1 0,-22 17 0,8-9-291,-1 0-1,-1-1 1,-1-2-1,0-1 1,-33 11-1,38-23-1646,24-3 1442,-1 1-1,1 0 0,0-1 0,-1 1 1,1 0-1,-1 0 0,1-1 0,0 1 1,0-1-1,-1 1 0,1 0 0,0-1 1,-1 1-1,1-1 0,0 1 0,0-1 1,0 1-1,0 0 0,-1-1 0,1 1 1,0-1-1,0 1 0,0-1 0,0 1 1,0-1-1,0 1 0,0-2 0,17-41-10020,-5 14 6546,-12 15 3133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35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161 159 144,'-2'-3'299,"-1"0"-1,1 0 1,0 0-1,0 0 1,0-1-1,1 1 1,-1 0-1,1-1 1,0 1 0,-1-1-1,2 1 1,-1-1-1,0 0 1,1 1-1,-1-1 1,1 0-1,0 0 1,1 1-1,-1-1 1,0 0 0,1 1-1,1-5 1,-1 2 262,-1-1 1,0 1-1,0 0 1,-1 0-1,1 0 1,-3-10 0,3 15-467,-1 0 1,1 0-1,0 1 1,0-1 0,0 0-1,-1 0 1,1 0 0,0 0-1,-1 0 1,1 0 0,-1 0-1,1 0 1,-1 0 0,0 1-1,1-1 1,-1 0 0,0 0-1,1 1 1,-1-1 0,0 1-1,0-1 1,0 0 0,0 1-1,1 0 1,-1-1 0,0 1-1,0-1 1,0 1 0,0 0-1,0 0 1,0 0 0,0-1-1,0 1 1,0 0 0,0 0-1,0 0 1,0 0 0,0 1-1,0-1 1,0 0-1,0 0 1,0 1 0,0-1-1,0 0 1,0 1 0,0-1-1,1 1 1,-3 0 0,1 3-77,0-1 0,0 1 1,0-1-1,0 1 1,0 0-1,1 0 0,0-1 1,0 1-1,0 0 0,0 0 1,1 0-1,-1 0 1,1 0-1,1 6 0,-3 4 5,-33 380 137,32-293-69,20 193-1,-14-262-94,-2-19-48,1 1 1,0-1-1,1 0 1,4 14-1,-33-27-11304,-8 4 7488,16 0 3146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36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76 60,'39'-43'2847,"-38"42"-2673,-1 0 1,1 0-1,0 0 0,-1 0 1,1 0-1,-1 0 1,0 0-1,1 0 0,-1 0 1,0 0-1,1 0 1,-1 0-1,0 0 0,0 0 1,0 0-1,0 0 1,0 0-1,0-1 1,-1 0-1,0 1 10,1 0-1,-1 0 1,0 1 0,0-1-1,0 0 1,0 1 0,0-1 0,0 0-1,0 1 1,0-1 0,0 1-1,0-1 1,0 1 0,0 0-1,0 0 1,0-1 0,0 1-1,-1 0 1,1 0 0,0 0 0,0 0-1,0 0 1,-2 1 0,-9 0 169,0 0-1,0 1 1,0 1 0,0 0 0,1 1 0,-1 0 0,1 0-1,0 1 1,0 1 0,1 0 0,0 1 0,0-1 0,-10 10 0,-1 2-188,1 0 0,1 1 1,1 1-1,-28 40 0,41-52-147,-1 0 0,2 1-1,-1 0 1,1 0 0,1 0 0,-1 0-1,2 1 1,-1-1 0,1 1 0,1 0-1,-1-1 1,2 1 0,-1 0 0,2 0-1,0 11 1,1-15-17,-1 0-1,1 1 1,0-1 0,0 0 0,0-1-1,1 1 1,0 0 0,0-1-1,1 0 1,-1 1 0,1-2-1,0 1 1,1 0 0,-1-1 0,1 1-1,0-1 1,0-1 0,0 1-1,1-1 1,-1 0 0,1 0-1,-1 0 1,1-1 0,10 3 0,-4-2-10,1 0 0,-1-1 0,1 0 0,-1-1 0,1-1 0,0 0 0,22-3 1,-28 2 3,1 0 0,0-1 0,0 0 1,0 0-1,-1-1 0,0 0 0,1 0 1,-1-1-1,0 0 0,0 0 0,-1 0 1,1-1-1,7-8 0,-12 12 6,-1 0 0,0 0-1,0 0 1,0 0 0,0 0-1,-1 0 1,1-1 0,0 1-1,0 0 1,-1-1 0,1 1-1,-1 0 1,1-1 0,-1 1-1,1-1 1,-1 1 0,0-1-1,0 1 1,0 0 0,0-1-1,0 1 1,0-1 0,0 1-1,0-1 1,0 1 0,-1-1-1,1 1 1,-1-1 0,1 1-1,-1 0 1,0-1 0,1 1-1,-1 0 1,0 0 0,0-1-1,0 1 1,0 0 0,0 0-1,0 0 1,0 0 0,0 0-1,0 0 1,-1 1 0,1-1-1,0 0 1,-1 0-1,1 1 1,0-1 0,-1 1-1,-1-1 1,-7-3 1,0 0 0,0 1 0,-1 1 0,1-1 0,-19-1 0,-56 3 36,49 1-61,30 0-38,13-1-51,22-1 95,-13 0 7,0 0 1,0 2 0,1 0 0,30 5-1,-42-4 13,0 0 1,-1 0-1,1 1 0,-1 0 0,1 0 0,-1 0 0,0 1 0,0-1 0,0 1 0,0 0 1,0 0-1,-1 0 0,1 1 0,-1-1 0,0 1 0,0 0 0,0 0 0,-1 0 0,1 0 1,-1 1-1,2 4 0,3 12 54,0 0 1,-2 1 0,-1-1-1,3 33 1,-5-32-542,0-1 0,2 0 0,1-1 0,13 39 0,-14-52-356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36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757 67 124,'0'-3'215,"-1"0"0,0 1-1,0-1 1,0 1 0,0-1 0,0 1 0,-1 0 0,1-1-1,-1 1 1,1 0 0,-1 0 0,0 0 0,0 0 0,0 0-1,0 0 1,0 1 0,0-1 0,-1 0 0,1 1-1,0 0 1,-1 0 0,1 0 0,-1 0 0,0 0 0,1 0-1,-1 1 1,-4-1 0,-13-4 506,0 1 0,-30-1 0,44 4-584,-20 0 57,1 0 0,-1 1-1,0 2 1,1 1 0,-1 1 0,1 0 0,0 2 0,0 2 0,1 0 0,-40 19-1,45-17-171,-1 2-1,1 0 0,1 2 0,0 0 0,1 0 0,1 2 0,0 0 1,1 1-1,0 0 0,2 1 0,0 1 0,-15 29 0,18-28 32,1 0 1,1 0-1,1 0 0,0 1 0,2 0 0,0 1 0,1-1 0,-1 43 1,5-50-1,1 0 1,0 0 0,2 0 0,-1 0 0,2-1 0,0 1 0,0-1 0,1 0 0,1 0 0,0-1 0,1 0-1,0 0 1,1 0 0,0-1 0,10 11 0,-4-7-32,1-2 0,0 0 0,0-1 0,1 0-1,1-2 1,0 0 0,0 0 0,1-2 0,0 0 0,31 8 0,-24-9-17,1-1-1,1-1 1,-1-2 0,1-1 0,-1-1 0,1-1 0,46-6 0,-50 3-8,-1-2-1,1 0 0,-1-2 1,0 0-1,-1-1 0,0-2 1,0 0-1,-1-1 1,20-14-1,-27 15 5,0 0 0,0-1 0,-2-1-1,1 0 1,-1 0 0,-1-1 0,0-1 0,-1 0 0,-1 0 0,0 0 0,0-1-1,-2 0 1,6-20 0,-8 20 13,0-1-1,-1 1 0,-1-1 1,-1 0-1,0 0 1,-1 0-1,-1 0 1,-1 0-1,0 1 1,0-1-1,-2 1 1,0-1-1,-1 1 0,0 0 1,-2 0-1,1 1 1,-2 0-1,0 0 1,-18-24-1,13 22-192,-1 0 1,0 1-1,-1 0 0,-1 2 0,0-1 1,-24-13-1,22 16-535,0 1 0,-1 1 0,0 1 0,0 0 1,-1 2-1,-28-6 0,17 7-237,0 1 1,0 2-1,0 1 0,0 1 1,-37 5-1,2 7 271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5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98 391 16,'-97'4'8809,"201"-8"-8218,0-6 1,133-28 0,-130 18-499,1090-234 32,-1160 244-127,-11 4 9,0-1 0,0-1 0,38-19 0,-63 27-9,-1 0 0,0 1 0,0-1 0,1 0 0,-1 0 0,0 0 0,0 0 0,1 0 0,-1 0 0,0-1 0,0 1 0,1 0 0,-1 0 0,0 0 0,0 0-1,1 0 1,-1 0 0,0 0 0,0 0 0,0-1 0,1 1 0,-1 0 0,0 0 0,0 0 0,0 0 0,0-1 0,1 1 0,-1 0 0,0 0 0,0 0 0,0-1 0,0 1 0,0 0 0,0 0-1,0-1 1,1 1 0,-1 0 0,0 0 0,0-1 0,0 1 0,0 0 0,0 0 0,0-1 0,0 1 0,0 0 0,0 0 0,0-1 0,-1 1 0,1 0 0,0 0 0,0 0 0,0-1 0,0 1-1,0 0 1,0 0 0,0-1 0,-1 1 0,1 0 0,0 0 0,0 0 0,0 0 0,0-1 0,-1 1 0,1 0 0,0 0 0,0 0 0,-1 0 0,1 0 0,0-1 0,-20 2-3450,-37 30-3309,42-22 6293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3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95 12,'2'-30'1686,"1"-13"2089,-3 42-3699,0 0-1,1 0 0,-1 0 1,0 0-1,1 0 0,-1 0 1,1 0-1,-1 0 0,1 0 1,0 0-1,-1 0 1,1 0-1,0 1 0,-1-1 1,1 0-1,0 0 0,0 1 1,0-1-1,0 1 0,0-1 1,0 1-1,0-1 0,0 1 1,0-1-1,0 1 1,0 0-1,0-1 0,0 1 1,0 0-1,0 0 0,1 0 1,-1 0-32,-1 1 0,0-1 1,1 0-1,-1 0 1,0 1-1,1-1 0,-1 0 1,0 1-1,0-1 0,1 1 1,-1-1-1,0 0 0,0 1 1,0-1-1,0 1 1,1-1-1,-1 1 0,0-1 1,0 1-1,0-1 0,0 0 1,0 1-1,0-1 1,0 1-1,0-1 0,0 1 1,0-1-1,-1 1 0,1-1 1,0 0-1,0 1 0,0-1 1,0 1-1,-1-1 1,1 0-1,0 1 0,0-1 1,-1 1-1,1-1 0,0 0 1,-1 0-1,1 1 0,0-1 1,-1 1-1,-15 24 963,14-22-817,-18 17 1177,16-17-128,12-11-644,-8 8-589,1 1 0,-1-1 0,0 0 0,1 1 0,-1-1 0,0 0 0,1 1 0,-1-1 0,0 1 0,1-1 0,-1 1 0,0-1 0,0 0 0,1 1 0,-1-1 0,0 1 0,0-1 0,0 1 0,0-1 0,0 1 0,0-1 0,1 1 0,-1 0 0,-1-1 0,1 1 0,0-1 0,0 1 0,0-1 0,0 1 0,0-1 0,-1 1 0,1 21 317,0-20-315,0-1 0,-1 0 0,1 1 0,0-1 1,-1 0-1,1 1 0,-1-1 0,1 0 0,-1 1 0,0-1 0,0 0 0,1 0 1,-1 0-1,0 0 0,0 0 0,0 0 0,0 0 0,0 0 0,-1 0 0,1 0 0,0-1 1,0 1-1,0 0 0,-1-1 0,1 1 0,0-1 0,-1 1 0,1-1 0,0 0 1,-1 1-1,1-1 0,-1 0 0,1 0 0,0 0 0,-1 0 0,1 0 0,-1-1 0,1 1 1,0 0-1,-1-1 0,-1 0 0,-9-12-2751,9-8-3450,3 20 6078,0 1-1,0 0 0,1-1 1,-1 1-1,0 0 0,0-1 1,1 1-1,-1-1 0,0 1 1,1 0-1,-1 0 0,0-1 1,1 1-1,-1 0 0,0 0 1,1-1-1,-1 1 0,1 0 1,-1 0-1,0 0 0,1 0 1,-1 0-1,1-1 0,-1 1 1,1 0-1,-1 0 0,1 0 1,-1 0-1,0 0 1,1 0-1,-1 1 0,1-1 1,-1 0-1,1 0 0,-1 0 1,0 0-1,1 0 0,-1 1 1,1-1-1,-1 0 0,0 0 1,1 1-1,-1-1 0,0 0 1,1 0-1,-1 1 0,0-1 1,1 1-1,11 9-388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23 88,'1'0'207,"-1"-1"0,1 1 0,0-1 0,-1 1 0,1-1 0,0 1-1,0-1 1,-1 1 0,1 0 0,0-1 0,0 1 0,-1 0 0,1 0 0,0 0 0,0-1 0,0 1 0,0 0-1,-1 0 1,1 0 0,0 0 0,0 1 0,0-1 0,-1 0 0,1 0 0,0 0 0,0 1 0,0-1 0,-1 0 0,2 1-1,-2-1-135,0 0-1,-1 0 1,1 1-1,-1-1 1,1 0-1,-1 0 1,1 0-1,0 0 1,-1 0-1,1 0 1,-1 1-1,1-1 1,0 0-1,-1 0 0,1 1 1,0-1-1,-1 0 1,1 0-1,0 1 1,-1-1-1,1 0 1,0 1-1,0-1 1,0 1-1,-1-1 1,1 0-1,0 1 1,0-1-1,0 1 0,0-1 1,0 0-1,-1 1 1,1-1-1,0 1 1,0-1-1,0 0 1,0 1-1,0-1 1,0 1-1,1-1 1,-1 1-1,0-1 1,0 0-1,0 1 0,0-1 1,0 1-1,1-1 1,-1 0-1,0 1 1,0-1-1,1 0 1,-1 1-1,0-1 1,0 0-1,1 1 1,-1-1-1,0 0 1,1 0-1,-1 1 0,0-1 1,1 0-1,-1 0 1,1 0-1,-1 1 1,0-1-1,1 0 1,-1 0-1,1 0 1,-41 16 2466,38-16-2503,0 1 0,0 0 0,0-1 0,0 1 0,0-1 0,0 0 0,0 0 0,0 1 0,0-1 0,-1-1 0,1 1 0,0 0 0,0 0 0,0-1 0,0 1 0,0-1 0,-3-1 0,7-1-289,1-1-1,-1 1 1,1 1-1,0-1 1,0 0-1,0 1 1,7-5-1,-5 4-885,25-21-9504,-30 27 10184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43 136,'-5'-31'2895,"2"19"1690,-10 34-2833,12-19-1692,-1 1 0,1 0-1,-1-1 1,1 1 0,0 0 0,0 0 0,1 0-1,-1 0 1,1 0 0,0 0 0,0 0-1,0 0 1,1 0 0,-1 0 0,1-1-1,0 1 1,0 0 0,0 0 0,0 0-1,1-1 1,2 4 0,4 6-16,0-1-1,1 0 1,0-1 0,17 16 0,-16-18 237,-1 1 0,1 1 1,-2-1-1,14 23 0,-22-32-205,1-1-1,-1 1 1,0 0-1,1 0 1,-1 0-1,0 0 0,0 0 1,0 1-1,1-1 1,-1 0-1,0 0 1,0 0-1,-1 0 1,1 0-1,0 0 0,0 0 1,0 0-1,-1 0 1,1 0-1,-1 0 1,1 0-1,-1-1 0,1 1 1,-1 0-1,1 0 1,-2 1-1,-27 18 743,-37 2-562,64-22-334,-1 1 1,1-1 0,0 0 0,-1 0-1,1 0 1,-1 0 0,1 0-1,0 0 1,-1-1 0,-3 0-1,5 0-339,-1 0-1,0 0 0,1 0 0,-1 0 0,1 0 0,-1-1 1,1 1-1,0 0 0,-1-1 0,1 1 0,0-1 0,0 1 0,0-1 1,0 0-1,1 0 0,-1 1 0,0-1 0,1 0 0,-1 0 1,1 0-1,-1 1 0,1-1 0,0 0 0,0 0 0,0 0 1,0 0-1,0 0 0,0 0 0,0 1 0,1-1 0,0-3 0,2-9-511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5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51 104,'0'-1'97,"0"1"1,0 0-1,-1 0 1,1 0-1,0 0 1,0-1-1,0 1 1,-1 0-1,1 0 0,0 0 1,0-1-1,0 1 1,0 0-1,-1-1 1,1 1-1,0 0 1,0 0-1,0-1 0,0 1 1,0 0-1,0 0 1,0-1-1,0 1 1,0 0-1,0-1 0,0 1 1,0 0-1,0-1 1,0 1-1,0 0 1,0 0-1,0-1 1,0 1-1,0 0 0,0 0 1,1-1-1,-1 1 1,0 0-1,0 0 1,0-1-1,0 1 1,1 0-1,-1 0 0,1-1 1,18-7 2132,37-1-566,-44 8-954,65-7 1273,-14 2-2622,-23 0-4624,-48 9 924,0 0 3981,-7 3-103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5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60 100,'0'-59'5490,"-35"85"-1741,19-2-3714,2 2 0,1-1 0,1 2 1,2-1-1,0 2 0,2-1 0,0 1 0,-3 37 1,10-63-37,1 1 1,-1-1 0,1 1-1,0-1 1,0 1 0,0-1-1,0 1 1,1-1 0,-1 1 0,1-1-1,-1 1 1,1-1 0,0 1-1,0-1 1,0 0 0,0 1 0,0-1-1,1 0 1,-1 0 0,1 0-1,-1 0 1,4 3 0,-2-4-2,0 1 1,0 0 0,0-1 0,0 0-1,0 0 1,0 0 0,1 0-1,-1 0 1,0-1 0,1 1-1,-1-1 1,0 0 0,1 0 0,5-1-1,7-1 0,0-2-1,0 0 1,-1 0 0,1-1-1,23-13 1,-30 14 13,0-2 1,-1 1-1,1-1 1,-1 0-1,-1-1 0,1 0 1,-1 0-1,9-12 1,-15 17-9,1 0 0,-1 1 0,0-1 0,1 0-1,-1 0 1,0 0 0,0 0 0,0 0 0,-1 0 0,1-1 0,0 1 0,-1 0 0,1 0 0,-1 0 0,0-1 0,0 1 0,0 0 0,0-1 0,0 1-1,0 0 1,-1 0 0,1-1 0,-1 1 0,1 0 0,-1 0 0,0 0 0,0 0 0,0 0 0,0 0 0,0 0 0,-1 0 0,1 0 0,0 0 0,-1 1-1,1-1 1,-1 1 0,0-1 0,0 1 0,1-1 0,-1 1 0,0 0 0,0 0 0,-4-1 0,6 1-2,-1 1 0,0-1 0,1 1 1,-1 0-1,0 0 0,0-1 0,1 1 0,-1 0 0,0 0 1,0 0-1,0 0 0,1 0 0,-1 0 0,0 0 0,0 0 1,0 0-1,1 0 0,-1 0 0,0 0 0,0 1 0,1-1 1,-1 0-1,0 0 0,1 1 0,-1-1 0,0 1 0,1-1 1,-2 1-1,-12 25 15,1 42-43,11-58 7,-21 230-8610,18-198 7714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6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101 161 172,'-9'-1'156,"-42"-6"1335,48 7-1313,1-1-1,-1 0 1,1 1-1,-1-1 0,1 0 1,-1 0-1,1 0 1,0-1-1,0 1 0,-1-1 1,1 1-1,0-1 1,0 0-1,1 1 0,-1-1 1,-2-3-1,4 4-123,0 0-1,-1 0 0,1-1 1,0 1-1,0 0 0,0 0 1,0-1-1,0 1 1,1 0-1,-1 0 0,0-1 1,0 1-1,1 0 1,-1 0-1,1 0 0,-1-1 1,1 1-1,0 0 1,-1 0-1,1 0 0,0 0 1,0 0-1,0 0 1,-1 0-1,1 1 0,0-1 1,0 0-1,0 0 1,2 0-1,34-23 128,-36 23-142,29-15 64,45-17 0,-64 28-78,1 1 0,1 1 0,-1 0 0,0 0 0,1 2 0,-1-1 0,15 1 0,-26 1 2,1 0 0,0 0 1,0 0-1,-1 1 0,1-1 0,0 0 1,0 1-1,-1-1 0,1 1 1,-1-1-1,1 1 0,0 0 0,-1 0 1,1-1-1,-1 1 0,0 0 1,1 1-1,-1-1 0,0 0 1,1 0-1,-1 0 0,0 1 0,0-1 1,0 1-1,0-1 0,-1 1 1,1-1-1,0 1 0,0-1 1,-1 1-1,1 0 0,-1-1 0,0 1 1,1 0-1,-1 0 0,0-1 1,0 1-1,0 0 0,0 0 0,0-1 1,-1 1-1,1 0 0,0-1 1,-1 1-1,1 0 0,-1-1 1,-1 3-1,-2 8 220,-1 0-1,0 0 1,-1-1 0,0 0 0,-9 12 0,-36 39 859,38-48-926,0 1 1,1 0-1,1 0 1,0 1-1,-10 21 0,20-33-163,0 0-1,0 0 0,0 0 0,0 0 1,1 1-1,-1-1 0,1 0 1,0 0-1,1 0 0,-1 1 0,1-1 1,-1 0-1,1 0 0,0 0 0,1 0 1,-1 0-1,1 0 0,0-1 0,0 1 1,0 0-1,0-1 0,0 1 0,1-1 1,0 0-1,0 0 0,0 0 0,0 0 1,0 0-1,0-1 0,1 1 0,-1-1 1,1 0-1,0 0 0,0-1 0,0 1 1,-1-1-1,1 1 0,1-1 1,-1-1-1,0 1 0,0 0 0,0-1 1,0 0-1,1 0 0,-1 0 0,0-1 1,0 1-1,0-1 0,0 0 0,0 0 1,5-2-1,-8 2-1,0 1 0,0-1 0,1 1 0,-1-1 0,0 0 1,0 1-1,0-1 0,0 0 0,-1 0 0,1 0 0,0 0 0,0 0 1,0 0-1,-1 0 0,1 0 0,0 0 0,-1 0 0,1 0 0,-1 0 0,1 0 1,-1-1-1,0 1 0,0 0 0,1-3 0,-1 1 18,0 0 0,-1 0 0,1 0 0,-1 0 0,0 0 0,0 0 0,0 0 0,0 1 0,0-1 0,-2-3 0,-4-5 92,0 0 1,-1 1-1,-16-18 1,-38-43 388,7 8-2995,17 26-6725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7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51 268,'-13'-1'584,"-35"-4"2680,47 5-2913,0 0 0,0 0 0,-1 0 0,1-1 0,0 1 0,0-1 0,-1 1 0,1-1 0,0 1 0,0-1 0,0 0 0,0 1 0,0-1 0,0 0 0,-1-1 0,10 1 2401,28-4-1829,75-8-287,86-4-836,-217 22-11558,8-5 10040,5-1 1355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7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22 4,'-7'-4'538,"1"1"0,-1 0 0,-1 0-1,1 1 1,0 0 0,0 1 0,-12-2 0,18 3-346,-1 0-1,1 0 1,0 0 0,0 0 0,0 1-1,-1-1 1,1 1 0,0-1 0,0 0-1,0 1 1,0 0 0,0-1 0,0 1-1,0 0 1,0-1 0,0 1 0,0 0-1,0 0 1,-1 2 0,0-1-32,1 1 1,0 0-1,0-1 1,0 1-1,0 0 1,0 0-1,1 0 1,-1 0-1,1-1 1,0 1-1,0 5 1,0 34 1126,8 55 0,-6-80-2857,2-1 0,-1-1 0,11 26 1,-13-39 1326,-1 0-1,1 0 1,0-1 0,0 1 0,0 0 0,0 0 0,0-1 0,1 1 0,-1-1 0,0 1 0,1-1 0,-1 0 0,1 1 0,0-1 0,-1 0 0,1 0-1,0 0 1,0 0 0,-1 0 0,1 0 0,0-1 0,3 1 0,13 0-425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8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177 107 76,'4'-25'775,"-6"-10"5764,2 34-6237,-1-1-1,1 1 1,-1 0-1,1 0 1,-1 0-1,1 0 0,-1 0 1,0 0-1,0 0 1,1 0-1,-1 0 1,0 0-1,0 0 0,0 1 1,0-1-1,0 0 1,0 1-1,0-1 1,0 0-1,-1 1 0,1-1 1,-1 1-1,-27 1 1131,21 1-1313,1 1 1,0 0-1,-1 1 0,1 0 0,1 0 0,-1 0 0,1 1 0,-1 0 0,1 0 0,1 1 0,-1 0 0,1 0 0,0 0 0,0 0 0,1 1 0,-1 0 0,2 0 0,-1 0 0,1 1 0,0-1 0,0 1 1,1-1-1,0 1 0,1 0 0,0 0 0,-1 8 0,1-11-110,1 1 1,0-1 0,0 1 0,0-1-1,0 1 1,1-1 0,0 1-1,0-1 1,0 0 0,1 1 0,0-1-1,0 0 1,0 0 0,0 0-1,1-1 1,0 1 0,0 0 0,0-1-1,1 0 1,-1 0 0,1 0-1,0 0 1,0 0 0,1-1 0,-1 0-1,1 0 1,-1 0 0,1 0-1,0-1 1,0 0 0,0 0-1,1 0 1,-1-1 0,0 0 0,1 0-1,-1 0 1,0 0 0,8-1-1,-7 1-2,0-1-1,0 0 1,0-1-1,0 1 0,0-1 1,0 0-1,0-1 1,0 1-1,0-1 0,-1-1 1,1 1-1,-1-1 1,1 0-1,-1 0 0,0 0 1,0-1-1,0 1 1,-1-1-1,1-1 0,-1 1 1,0 0-1,0-1 0,0 0 1,3-7-1,-3 5 5,-1-1-1,0 1 1,-1 0-1,0-1 1,0 0-1,0 1 1,-1-1-1,0 0 1,-1 0-1,0 0 1,0 0-1,-1 0 1,0 1-1,0-1 1,0 0-1,-1 0 1,-1 1-1,-3-11 1,-22-33 16,23 44-868,0 1 1,0 0-1,0 0 1,-1 0 0,-8-6-1,11 10 319,0 0-1,0-1 1,-1 1-1,1 1 1,-1-1-1,1 0 1,-1 1-1,0-1 1,0 1 0,0 0-1,0 1 1,1-1-1,-1 1 1,0-1-1,0 1 1,0 1-1,0-1 1,0 0-1,0 1 1,0 0-1,0 0 1,0 0-1,0 0 1,1 1-1,-1-1 1,-6 5-1,-6 4-30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9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2 40,'-40'2'1447,"29"-2"941,0 0 1,1 1 0,-21 4 0,55-2 990,-5 0-3114,21-3-70,66-9 0,-39 2-4334,-66 7 4148,10 1-5333,-13 6 836,-5 2 3598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9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59 152,'-11'2'400,"4"2"336,2-2 388,5 1-12,5-3-148,6-3-152,8 1-183,2-2-221,4-2-156,6 0-136,-1-1-392,0 1-833,-2 0-379,-2-1 56,-3 1 268,1-2 368,-4-1 404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9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164 137 172,'-3'-1'308,"1"-1"0,0 1 1,-1-1-1,1 0 0,0 0 0,0 0 1,0 0-1,1 0 0,-1 0 0,0 0 0,1 0 1,-1-1-1,1 1 0,0-1 0,0 1 0,-2-6 1,3 6-106,0 0 0,0 0 0,0 0 0,0 0 0,1 0 1,-1 0-1,1 0 0,-1 0 0,1 1 0,-1-1 0,1 0 1,0 0-1,0 0 0,0 1 0,0-1 0,0 0 0,1 1 1,0-2-1,4-3-31,0 1 1,1 0-1,-1 0 1,1 0-1,0 1 1,0 0-1,0 1 1,1-1-1,12-3 1,-10 4-179,0 1 0,0-1 0,0 2 1,0-1-1,18 1 0,-26 1 51,-1 0-1,1 0 1,-1 0 0,1 0 0,-1 1-1,0-1 1,1 0 0,-1 1-1,1-1 1,-1 1 0,0 0 0,1-1-1,-1 1 1,0 0 0,0 0-1,1 0 1,-1 0 0,0 0 0,0 0-1,0 0 1,0 0 0,0 0 0,0 0-1,-1 1 1,1-1 0,0 0-1,-1 1 1,1-1 0,0 0 0,-1 1-1,0-1 1,1 1 0,-1-1-1,0 1 1,0-1 0,0 1 0,0-1-1,0 1 1,0-1 0,0 1-1,0-1 1,-1 0 0,1 1 0,-1-1-1,1 1 1,-1-1 0,1 0 0,-2 3-1,-6 15 533,0-1 0,-2 0 0,0 0 0,0-1 0,-25 29 0,20-26-192,0 1 0,1 0 0,-13 30 1,23-44-328,1 1 1,1 0-1,-1 0 1,1 1-1,1-1 1,0 0-1,0 1 0,0-1 1,1 0-1,2 16 1,-2-22-52,1 1 0,-1 0 0,1-1 1,0 1-1,0-1 0,0 1 0,0-1 0,1 1 0,-1-1 1,1 0-1,-1 0 0,1 1 0,0-1 0,0 0 0,0-1 0,0 1 1,0 0-1,0-1 0,0 1 0,1-1 0,-1 1 0,1-1 1,-1 0-1,1 0 0,-1 0 0,1-1 0,-1 1 0,1 0 1,0-1-1,0 0 0,-1 0 0,1 0 0,0 0 0,-1 0 0,1 0 1,5-2-1,-4 2-2,0 0 0,-1-1 0,1 1 0,0-1 0,-1 0 0,1 0-1,-1 0 1,1 0 0,-1-1 0,1 1 0,-1-1 0,0 0 0,0 0 0,0 0 0,0-1 0,0 1 0,0-1 0,-1 0 0,5-5 0,-6 5 31,1-1 0,-1 1 0,0-1 0,0 0 0,0 0 0,0 1 0,-1-1 0,1 0 0,-1 0 0,0 0 0,0 0 1,-1 0-1,1 1 0,-1-1 0,-2-6 0,-3-8 107,0 1 0,-2 0 1,0 1-1,-1 0 1,-1 0-1,-17-22 0,-18-13 0,-7 9-4917,44 37 3432,-1-1 0,-1 1-1,1 1 1,-1 0 0,1 0 0,-1 1-1,0 0 1,-1 1 0,1 0 0,-17-1-1,2 2 196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16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53 116,'-3'-4'410,"-1"-1"1,0 1-1,0 0 0,0 0 0,0 1 1,-1-1-1,1 1 0,-1 0 0,0 0 1,0 1-1,0-1 0,0 1 0,0 0 1,-1 0-1,1 1 0,-1 0 1,1 0-1,-1 0 0,-7 0 0,8 1-312,-1 1 0,1-1 0,0 1 0,0 0 0,0 0 0,0 1 0,-9 3 1,14-5-96,0 1 0,0-1 0,0 0 0,0 1 0,0-1 0,0 0 1,0 1-1,0-1 0,0 1 0,1-1 0,-1 0 0,0 1 1,0-1-1,0 0 0,0 1 0,1-1 0,-1 0 0,0 1 1,0-1-1,0 0 0,1 0 0,-1 1 0,0-1 0,1 0 1,-1 0-1,0 1 0,1-1 0,-1 0 0,0 0 0,1 0 0,-1 0 1,0 1-1,1-1 0,-1 0 0,0 0 0,1 0 0,-1 0 1,0 0-1,1 0 0,-1 0 0,1 0 0,0 0 0,18 7 88,27 0-200,0-3 0,52 0 0,-97-4 139,-55 2-7306,27 0 6231,-4 0 427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16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4,'14'-4'1026,"0"0"-1,1 1 1,-1 0 0,29 0-1,-6-1-133,-4-2-352,-26 4-276,0 0 1,0 1-1,1-1 0,-1 2 0,1-1 0,-1 1 1,1 0-1,8 2 0,-63 10 2644,-99 1-1148,232-11-2152,-52-2 318,-31 0 400,-13 0 371,-2-1-488,27-1 469,12 0-2623,-8 1-5716,-27-1 3525,-7 2 3116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7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294 189 148,'1'-9'286,"0"0"1,0 1-1,1-1 0,0 1 1,1-1-1,-1 1 0,2 0 1,-1 0-1,1 0 1,0 0-1,1 1 0,5-8 1,-2 3 605,0-1 0,11-27 0,-19 40-847,0 0 0,0 0 0,0-1 1,0 1-1,0 0 0,0 0 0,0-1 1,0 1-1,0 0 0,0-1 0,0 1 1,0 0-1,0 0 0,0-1 0,0 1 1,0 0-1,0 0 0,0-1 0,0 1 1,0 0-1,0 0 0,0-1 0,-1 1 1,1 0-1,0 0 0,0-1 0,0 1 1,0 0-1,-1 0 0,1 0 0,0 0 1,0-1-1,-1 1 0,1 0 0,0 0 1,0 0-1,0 0 0,-1 0 0,1-1 1,-1 1-1,-15-1 953,-17 7-125,14 1-750,1 1 0,0 0-1,0 1 1,1 1 0,-25 18 0,38-25-116,0 0-1,0 1 1,1-1-1,-1 1 1,1 0-1,0 0 1,0 0-1,0 1 1,1-1 0,0 0-1,0 1 1,-2 5-1,3-7 2,1 0-1,-1 0 1,1 1-1,0-1 1,0 0-1,0 1 1,1-1-1,-1 0 1,1 0-1,0 1 1,0-1-1,0 0 0,0 0 1,0 0-1,1 0 1,-1 0-1,1 0 1,0 0-1,0-1 1,3 4-1,47 44 92,-43-43-4,0 1 1,0 0 0,0 1 0,-1 0 0,0 0-1,7 13 1,-14-21-44,-1 0 1,1 0-1,-1 0 0,0 0 0,1 0 1,-1 0-1,0 1 0,0-1 0,0 0 1,1 0-1,-1 0 0,0 0 1,-1 0-1,1 1 0,0-1 0,0 0 1,0 0-1,-1 0 0,1 0 0,-1 0 1,1 0-1,-1 0 0,0 2 0,-24 22 841,-44 10 97,60-31-875,-3 2-84,1 0-172,0-1 0,0 0 0,0-1 0,-1 0 0,1-1 1,-1 0-1,0 0 0,0-1 0,0-1 0,-16 0 0,28-1-27,-1 0 0,0 0-1,0 0 1,0 0 0,0 0 0,0 0 0,1 0-1,-1 0 1,0-1 0,0 1 0,0 0 0,1 0-1,-1-1 1,0 1 0,0-1 0,1 1 0,-1-1-1,0 1 1,1-1 0,-1 1 0,0-1 0,1 1-1,-1-1 1,1 0 0,-1 1 0,1-1 0,-1 0-1,1 0 1,0 1 0,-1-1 0,1 0-1,0 0 1,-1 0 0,1 1 0,0-1 0,0 0-1,0 0 1,0 0 0,0 0 0,0 0 0,0 1-1,0-1 1,0 0 0,1 0 0,-1 0 0,0 0-1,0 1 1,1-1 0,-1 0 0,0 0 0,1 1-1,-1-1 1,1 0 0,-1 1 0,1-1 0,-1 0-1,1 1 1,0-1 0,0 0 0,38-36-3053,-14 18 2788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88 24,'-46'-2'939,"33"2"247,0 0 1,0-1 0,0-1-1,-1 0 1,2 0-1,-15-6 1,69-5 71,47-8-774,25-5-567,-39 15-5176,-44 15 314,-22-4 4333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63 4,'-7'-20'881,"6"14"562,-1 1 0,0 0 0,0 0 0,0 0 0,0 0 0,-6-7 0,-3 57 718,-9 39-1572,8-41-541,2 2-1,1-1 1,-3 72 0,35-202-181,-5 27 133,-10 27-6,1 0-1,2 0 1,1 1-1,24-44 1,-35 74 7,-1-1 1,1 1-1,-1-1 1,1 1-1,0-1 0,0 1 1,0 0-1,0 0 1,0-1-1,0 1 0,0 0 1,0 0-1,0 0 1,0 0-1,1 0 0,-1 0 1,0 1-1,1-1 1,-1 0-1,1 1 0,-1-1 1,1 1-1,-1-1 1,1 1-1,-1 0 0,1-1 1,-1 1-1,1 0 1,-1 0-1,1 0 0,0 0 1,-1 1-1,1-1 1,-1 0-1,1 1 0,-1-1 1,1 1-1,-1-1 1,1 1-1,-1 0 0,0-1 1,1 1-1,-1 0 1,0 0-1,0 0 0,0 0 1,1 0-1,-1 0 1,0 1-1,0-1 0,0 0 1,-1 1-1,1-1 1,1 2-1,5 8 22,0 1 1,0 0-1,-1 0 1,8 25-1,1 16-260,-2 0 0,-2 2 0,4 71 0,-11-83-1555,-6-33-5368,-2-16 3366,1 0 4235,-4-8-1040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9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45 118 28,'-22'-8'73,"2"-8"4456,20 15-4348,-1 1-1,1-1 1,0 1 0,0-1-1,-1 0 1,1 1-1,0-1 1,0 0 0,0 1-1,0-1 1,0 0 0,0 1-1,0-1 1,0 0 0,0 1-1,0-1 1,0 0 0,0 1-1,1-1 1,-1 1 0,0-1-1,0 0 1,1 1 0,-1-1-1,23-17 1746,-8 10-1619,1 2 0,0 0 0,27-6 0,103-9-8830,-107 17 5704,-9 2 2013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53 148,'-6'-1'202,"-28"-4"1990,3-4 4335,44 3-1872,9 1-3842,8 1-458,105-14 682,-46 14-3384,-88 4 2103,0-1-1,0 1 1,0 0 0,0 0 0,-1 0 0,1 0-1,0 0 1,0 1 0,0-1 0,0 0-1,0 0 1,-1 0 0,1 1 0,0-1-1,0 0 1,0 1 0,-1-1 0,1 1-1,0-1 1,-1 1 0,1-1 0,0 1 0,-1 0-1,1-1 1,0 1 0,-1 0 0,1-1-1,0 2 1,-1 0-53,0-1-1,0 0 1,0 0 0,-1 1-1,1-1 1,0 0-1,0 0 1,-1 1 0,1-1-1,-1 0 1,1 0-1,-1 0 1,0 1 0,1-1-1,-1 0 1,0 0 0,0 0-1,-1 1 1,-7 7-448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64 4,'1'-2'195,"-1"0"0,1 0 0,-1 0 0,1 0 0,-1-1 1,0 1-1,0 0 0,0 0 0,0 0 0,0-1 0,-1 1 0,1 0 0,-1 0 0,1 0 0,-1 0 1,0 0-1,0 0 0,0 0 0,0 0 0,0 0 0,0 0 0,0 0 0,-1 0 0,1 1 0,-1-1 1,1 1-1,-1-1 0,0 1 0,1 0 0,-3-2 0,0 2 52,1 0 1,0 1-1,-1 0 1,1-1-1,-1 1 1,1 0-1,0 1 1,-1-1-1,1 0 0,0 1 1,-1 0-1,1 0 1,0 0-1,0 0 1,0 1-1,0-1 1,0 1-1,0-1 1,-4 4-1,-5 4-63,1 1 1,0-1-1,0 2 0,1 0 1,1 0-1,0 1 0,0 0 1,1 0-1,1 1 0,0 0 1,0 1-1,-6 22 0,7-19-147,1 0-1,0 1 0,2-1 0,0 1 0,1 0 0,0 0 0,2 0 0,0 0 0,1 0 0,4 19 0,-3-30-35,0 1-1,1 0 1,-1-1 0,2 0 0,-1 0-1,1 0 1,0 0 0,0 0 0,1-1-1,0 0 1,0 0 0,1 0 0,-1 0-1,1-1 1,1 0 0,-1 0 0,0-1-1,1 0 1,0 0 0,0 0 0,1-1-1,8 3 1,-7-3-15,0-1-1,1 0 0,-1 0 1,1-1-1,0 0 1,-1 0-1,1-1 0,0-1 1,-1 0-1,1 0 1,0 0-1,-1-1 1,1-1-1,-1 0 0,0 0 1,0-1-1,17-9 1,-24 12 16,0 0 1,0 0 0,0-1 0,0 1-1,0-1 1,0 1 0,0-1 0,0 1-1,-1-1 1,1 0 0,-1 0 0,1 0-1,-1 0 1,0 0 0,0 0 0,0-1 0,0 1-1,0 0 1,0 0 0,-1-1 0,1 1-1,-1 0 1,1-1 0,-1 1 0,0-6-1,-1 6 6,0-1-1,0 0 1,0 1-1,0-1 1,-1 1-1,1-1 1,-1 1-1,0 0 1,0 0-1,0-1 1,0 1-1,0 0 1,0 1-1,0-1 1,0 0-1,-1 1 1,1-1-1,-1 1 1,1 0-1,-1 0 1,-5-2-1,-17-5 54,-1 2-1,-44-7 0,23 6-23,109-12-186,-14 4 97,-39 11 45,0 1 0,0 0 0,1 0 0,0 1 0,-1 0 0,1 0 0,0 1 0,0 1 0,0-1 0,13 3 0,-22-2 11,1 1 0,-1 0 0,1 0 0,-1 0 0,1 0 0,-1 1 0,0-1 0,1 0 0,-1 0 0,0 1 0,0-1 1,0 1-1,0-1 0,0 1 0,0-1 0,-1 1 0,1 0 0,0-1 0,-1 1 0,1 0 0,-1 0 0,0-1 0,0 1 1,1 0-1,-1 0 0,-1 2 0,-2 55 72,2-49-58,-11 154 90,11-140-122,2 1-1,1-1 0,1 0 1,10 41-1,7-26-246,-2-8-6704,-18-30 6733,-1 0 1,1 0-1,0 0 0,0 0 1,0-1-1,-1 1 1,1 0-1,0 0 0,-1 0 1,1-1-1,-1 1 1,1 0-1,-1 0 0,1-1 1,-1 1-1,0 0 1,1-1-1,-1 1 0,0 0 1,1-1-1,-1 1 0,0-1 1,0 0-1,0 1 1,0 0-1,1-1 225,-14 6-638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6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58 68,'1'-5'264,"13"-36"4869,-14 40-5067,0 1-1,0-1 1,0 1-1,0-1 1,1 1-1,-1-1 1,0 1-1,0-1 1,0 1-1,1-1 1,-1 1-1,0-1 1,1 1-1,-1-1 1,0 1-1,1 0 1,-1-1-1,1 1 1,-1 0-1,1-1 1,-1 1-1,1 0 1,-1 0-1,1-1 1,-1 1-1,1 0 1,-1 0-1,1 0 1,-1 0-1,1-1 1,-1 1-1,1 0 1,-1 0-1,1 0 1,-1 0-1,1 0 1,0 1-1,-1-1 1,1 0-1,-1 0 1,1 0-1,-1 0 1,1 0-1,-1 1 1,1-1-1,-1 0 1,1 1-1,-1-1 1,0 0-1,1 1 1,-1-1-1,1 0 1,-1 1-1,0-1 1,1 1-1,-1-1 1,0 1-1,0-1 1,1 1-1,-1-1 1,0 1-1,0-1 1,0 1-1,1-1 1,-1 1-1,0 0 1,0 0 20,0 0 0,0 0 0,0 1 1,0-1-1,0 0 0,-1 0 1,1 0-1,0 1 0,-1-1 0,1 0 1,0 0-1,-1 0 0,0 0 1,1 0-1,-1 0 0,1 0 0,-1 0 1,0 0-1,0 0 0,0 0 0,0 0 1,0 0-1,0-1 0,0 1 1,0 0-1,0-1 0,0 1 0,0-1 1,0 1-1,0-1 0,-2 1 1,1 0-75,-1 1 0,0-1 0,0 1 0,0-1 0,0 0 0,0 0 0,0 0 0,0-1 0,0 1 0,0-1 0,-6 0 0,9 0-22,0 0 1,0 0 0,0 0 0,-1 0 0,1 0 0,0 0 0,0 0 0,0 0 0,0 0 0,-1 0 0,1-1 0,0 1-1,0 0 1,0 0 0,0 0 0,0 0 0,-1 0 0,1-1 0,0 1 0,0 0 0,0 0 0,0 0 0,0 0 0,0-1 0,0 1-1,0 0 1,0 0 0,0 0 0,0 0 0,0-1 0,0 1 0,0 0 0,0 0 0,0 0 0,0-1 0,0 1 0,0 0 0,0 0-1,0 0 1,0-1 0,0 1 0,0 0 0,0 0 0,0 0 0,0 0 0,1-1 0,8-10-796,15-5-3325,-23 16 3917,0 0 0,0 0 0,1 0 1,-1 0-1,0 0 0,1 0 0,-1 0 0,0 1 1,0-1-1,0 0 0,1 1 0,-1-1 1,0 1-1,0-1 0,0 1 0,0 0 1,0 0-1,0-1 0,0 1 0,0 0 0,0 0 1,0 0-1,0 0 0,-1 0 0,1 0 1,0 0-1,-1 0 0,1 0 0,-1 1 1,2 0-1,0 11-372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64,'-11'29'1887,"10"-25"-854,1-1 0,-1 1 0,1 0 0,0 0 1,0-1-1,0 1 0,0 0 0,1-1 0,1 7 0,-2-9-871,1 0 1,-1 0 0,0 0-1,0 0 1,0 1-1,-1-1 1,1 0 0,0 0-1,0 0 1,-1 0 0,1 0-1,0 0 1,-1 0-1,1 0 1,-1 1 0,0-2-1,1 1 1,-1 0-1,0 0 1,1 0 0,-1 0-1,0 0 1,0 0-1,0-1 1,0 1 0,0 0-1,0-1 1,0 1 0,0-1-1,0 1 1,0-1-1,0 0 1,0 1 0,0-1-1,0 0 1,0 0-1,-3 1 1,1-1-137,0 1 0,0-1 1,0 0-1,0 0 0,0 0 0,0 0 1,0 0-1,0-1 0,0 1 0,0-1 0,0 0 1,0 0-1,0 0 0,-3-2 0,6 2-154,0 0 0,-1 0-1,1 1 1,0-1 0,0 0-1,0 0 1,0 0 0,0 0-1,1 0 1,-1 0 0,0 0-1,0 0 1,0 1 0,1-1-1,-1 0 1,1 0 0,-1 0-1,0 0 1,1 1 0,-1-1-1,1 0 1,0 0 0,-1 1-1,1-1 1,0 1 0,-1-1-1,1 0 1,0 1 0,1-1-1,25-23-6333,29-5-1008,-36 21 6618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7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19 164,'-29'-11'4366,"31"6"-760,16 2-2837,172 10 3505,-189-7-4192,1 0 0,-1 1-1,0-1 1,0 1 0,1-1-1,-1 1 1,0 0 0,0-1-1,0 1 1,0 0 0,0 0-1,0 0 1,0 0 0,0 0-1,0 0 1,-1 0 0,1 0 0,0 0-1,-1 0 1,1 0 0,0 0-1,-1 0 1,0 1 0,1-1-1,-1 0 1,0 1 0,1-1-1,-1 0 1,0 0 0,0 1-1,0-1 1,0 3 0,-2 50 59,1-49-13,-16 89 83,11-72-727,2-1-1,0 1 1,1 0 0,1 36-1,2-56 244,0 0 0,0-1 0,0 1 0,1 0-1,-1-1 1,0 1 0,1-1 0,-1 1 0,1 0-1,0-1 1,-1 1 0,1-1 0,0 0 0,0 1 0,0-1-1,0 0 1,0 1 0,0-1 0,0 0 0,1 0 0,-1 0-1,0 0 1,1 0 0,-1 0 0,0 0 0,1-1-1,-1 1 1,1 0 0,0-1 0,-1 1 0,1-1 0,-1 0-1,1 1 1,0-1 0,-1 0 0,1 0 0,0 0-1,-1 0 1,1 0 0,-1-1 0,1 1 0,0 0 0,-1-1-1,1 1 1,-1-1 0,1 0 0,2-1 0,5-6-292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76 188,'-4'-1'226,"-28"-9"2106,13 0 2679,28 8-1248,34-6-2565,71-12-492,-23 4-4781,0 8-4759,-76 8 8339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1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39 148,'7'-28'3265,"0"18"-493,-7 10-2736,0 0-1,0 0 1,1 0-1,-1 0 1,0 0-1,0 0 1,1 0 0,-1 0-1,0 0 1,0 0-1,1 0 1,-1 0-1,0 0 1,0 0-1,1 0 1,-1 1-1,0-1 1,0 0-1,1 0 1,-1 0 0,0 0-1,0 1 1,0-1-1,0 0 1,1 0-1,-1 1 1,0-1-1,0 0 1,0 0-1,0 0 1,0 1-1,0-1 1,0 0-1,0 0 1,1 1 0,-1-1-1,0 0 1,0 1-1,0-1 1,0 1 107,-1 0-1,1 0 1,0 0 0,0 0 0,0 0 0,-1 0 0,1 0 0,0 0 0,-1 0 0,1-1-1,-1 1 1,1 0 0,-1 0 0,1 0 0,-1-1 0,0 1 0,1 0 0,-1-1 0,0 1-1,0 0 1,1-1 0,-1 1 0,0-1 0,0 1 0,0-1 0,0 0 0,0 1 0,0-1-1,1 0 1,-1 1 0,0-1 0,0 0 0,0 0 0,-1 0 0,-36 7 1922,36-6-1930,-10-2 655,10-4-331,20-8-212,-17 13-254,0-1 0,0 1 0,0-1 0,0 1 0,1-1 0,-1 1 0,0 0 0,0 0 0,1 0 0,-1-1 0,0 1 0,0 0 0,1 1 0,-1-1 0,0 0 0,2 1 0,-2-1 12,-1 1-1,1-1 1,-1 1-1,1 0 1,-1-1-1,1 1 1,-1 0 0,0-1-1,1 1 1,-1 0-1,0 0 1,1 0-1,-1-1 1,0 1-1,0 0 1,0 0 0,0 0-1,0-1 1,0 1-1,0 0 1,0 0-1,0 0 1,0-1-1,-1 1 1,1 0 0,0 0-1,0 0 1,-1-1-1,1 1 1,0 0-1,-1-1 1,0 2-1,-12 13-813,12-15 394,0 1-1,-1-1 1,1 1-1,0-1 1,0 0-1,0 0 1,0 1-1,-1-1 0,1 0 1,0 0-1,0 0 1,0 0-1,0-1 1,-1 1-1,1 0 1,0 0-1,0-1 1,0 1-1,0 0 1,0-1-1,-1 1 1,1-1-1,0 0 1,0 1-1,0-1 1,1 0-1,-1 0 1,0 1-1,0-1 1,0 0-1,0 0 0,1 0 1,-1 0-1,1 0 1,-2-2-1,2 2-115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1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90 176,'4'-5'327,"0"0"0,-1 1-1,2 0 1,-1-1 0,0 1 0,1 1-1,0-1 1,0 1 0,0-1 0,6-2-1,-9 5-58,1-1 0,0 1-1,0 0 1,-1-1-1,1 1 1,0 0-1,0 1 1,0-1 0,0 0-1,0 1 1,0 0-1,0 0 1,0 0-1,0 0 1,1 0 0,-1 0-1,0 1 1,0 0-1,0-1 1,-1 1-1,5 2 1,-7-3-193,1 0 0,-1 1 0,0-1 0,1 0-1,-1 1 1,0-1 0,1 0 0,-1 1 0,0-1 0,0 0 0,0 1 0,1-1 0,-1 0 0,0 1 0,0-1 0,0 0 0,0 1-1,0-1 1,0 1 0,0-1 0,0 1 0,0-1 0,0 0 0,0 1 0,0-1 0,0 1 0,0-1 0,0 0 0,0 1 0,0-1-1,0 1 1,0-1 0,-1 0 0,1 1 0,0-1 0,-15 17 1310,-18 7-391,33-24-996,0 1 0,-1-1-1,1 0 1,0 1 0,0-1-1,-1 0 1,1 1 0,0-1-1,-1 0 1,1 0 0,0 1-1,-1-1 1,1 0 0,0 0-1,-1 0 1,1 1 0,-1-1-1,1 0 1,0 0 0,-1 0-1,1 0 1,-1 0-1,1 0 1,0 0 0,-1 0-1,1 0 1,-1 0 0,1 0-1,-1 0 1,1 0 0,0 0-1,-1 0 1,1-1 0,-1 1-1,1 0 1,0 0 0,-1 0-1,1-1 1,0 1 0,-1 0-1,1 0 1,0-1 0,-1 1-1,1 0 1,0-1 0,0 1-1,-1 0 1,1-1 0,0 1-1,0 0 1,0-1 0,-1 1-1,1 0 1,0-1 0,0 1-1,0-1 1,0 1 0,0-1-1,0 1 1,0 0 0,0-2-1,8-37-1768,-1 11-2044,-7 10-3324,-5 19 5376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20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182 221 196,'-4'-4'679,"1"1"0,-1-1 0,0 1-1,-1 0 1,1 1 0,0-1 0,-1 1 0,1-1 0,-1 1-1,0 1 1,0-1 0,0 1 0,0 0 0,-6-1 0,4 1 23,1-1 1,-1 0 0,1 0-1,0 0 1,-1 0 0,1-1-1,-9-6 1,15 9-660,-1-1 0,0 1 0,1-1 0,-1 0 0,0 1 0,1-1 0,-1 0 0,1 1 0,-1-1 0,1 0 0,-1 0 0,1 0 0,-1 1 0,1-1 0,0 0 0,-1 0 0,1 0 0,0 0 0,0 0 0,0 0 0,0 1 0,0-1 0,0 0 0,0 0 0,0 0 0,0 0 0,0 0 0,0 0 0,1 0 1,0-1-1,0-1-7,1 0 0,0 0 1,0 0-1,0 0 1,0 1-1,1-1 1,-1 0-1,5-2 1,5-5-44,0 2 0,25-14 1,-5 6 0,60-20 0,-82 32 1,1 1 0,-1 1 0,0 0-1,1 0 1,0 1 0,-1 0-1,1 1 1,0 0 0,-1 1 0,16 3-1,-23-4 9,-1 1 0,0-1 0,0 1 0,0 0 0,0 0 0,0 0 0,0 0 0,0 0 0,-1 0 0,1 0 0,0 1 0,-1-1 0,1 1-1,0-1 1,-1 1 0,0 0 0,1-1 0,-1 1 0,0 0 0,0 0 0,1 3 0,-1-1 3,0 0 0,0 0 1,-1 0-1,0 0 0,0-1 0,0 1 0,0 0 1,0 0-1,-1 0 0,0 0 0,-1 4 1,-4 10 21,-1-1 0,-1-1 0,0 1 0,-11 15 0,-33 48 69,17-27-7,-28 58 1,61-107-89,0-1 0,1 1 0,-1 0 0,1 0 0,-1-1 0,1 1 1,0 0-1,1 0 0,-1 1 0,1-1 0,0 0 0,0 0 0,0 0 0,0 0 1,1 0-1,-1 0 0,3 7 0,-1-9-3,-1 1 0,1-1 0,0 0 1,0 0-1,-1-1 0,1 1 0,1 0 0,-1-1 0,0 1 0,0-1 1,0 1-1,1-1 0,-1 0 0,1 0 0,-1 0 0,1 0 1,-1-1-1,1 1 0,0-1 0,-1 1 0,1-1 0,0 0 1,-1 0-1,1 0 0,0-1 0,-1 1 0,5-2 0,1 1-3,1 0 1,-1-1-1,0 0 0,0-1 0,0 0 0,0 0 0,0 0 0,-1-1 1,1-1-1,-1 1 0,0-1 0,0 0 0,11-12 0,-15 14 4,-1 1 0,0-1-1,0 0 1,0 0 0,0 0 0,-1 0-1,1 0 1,-1 0 0,0 0 0,0-1-1,0 1 1,0 0 0,0-1 0,-1 1-1,0-1 1,1 1 0,-1-1 0,0 1-1,-1-1 1,1 1 0,-1 0 0,1-1-1,-1 1 1,0 0 0,0-1 0,-1 1-1,1 0 1,-1 0 0,1 0 0,-1 0-1,0 0 1,0 0 0,-1 1-1,1-1 1,-5-4 0,-6-5-9,-1 0 0,0 1 0,-1 0 0,-1 1 0,1 1 0,-1 0 0,-27-9 0,-42-12-2485,3 9-5032,13 11 253,58 8 6617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24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152 208 112,'-9'-41'2712,"8"34"-806,-1-1 0,1 1 1,-1 0-1,-1 0 0,-4-11 0,6 18-1836,1 1-1,-1-1 1,0 0 0,1 0-1,-1 0 1,1 1-1,-1-1 1,0 0 0,1 1-1,-1-1 1,1 0-1,-1 1 1,1-1-1,-1 1 1,1-1 0,-1 1-1,1-1 1,-1 1-1,1-1 1,0 1 0,-1-1-1,1 1 1,0 0-1,-1-1 1,1 1-1,0 1 1,-13 20 234,-17 36-57,-40 107 0,119-289 481,-32 60-434,-4 13 95,31-76 1,-44 126-389,1 1-1,-1 0 1,0 0 0,0-1-1,0 1 1,0 0 0,0 0-1,1-1 1,-1 1-1,0 0 1,0 0 0,1 0-1,-1-1 1,0 1 0,0 0-1,1 0 1,-1 0 0,0 0-1,0 0 1,1-1-1,-1 1 1,0 0 0,0 0-1,1 0 1,-1 0 0,0 0-1,1 0 1,-1 0 0,0 0-1,1 0 1,-1 0 0,0 0-1,0 0 1,1 0-1,-1 0 1,0 1 0,1-1-1,-1 0 1,0 0 0,1 0-1,14 13 19,9 17 6,-24-29-24,19 28 15,-2 1 1,0 0 0,19 55-1,23 103 27,-40-123-22,-4-34-1032,-21-52-9636,-17-14 4224,14 24 5720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2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52 188,'-13'-8'625,"0"-5"4863,14 4-606,17 4-3525,101-5 567,-87 6-5259,-15 1-5745,-37 10 7766,-5 3 651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50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24,'-2'2'12,"0"-2"-4,4 2 0,3 3-8,-1-3-4,6 0-4,-1 2-12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50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24,'-10'0'72,"3"0"12,3 0 4,-1 0-12,3 0-8,4 0-28,3 2-24,-1 0-16,3-2-20,3 2-20,-1 0-24,0 0-12,-2 0-4,0 0 4,0-2 12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51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32 88,'-29'-3'1273,"1"3"1,-1 0-1,0 2 0,1 0 1,-42 11-1,-31 2 4202,83-10-4225,32-1-873,30 2-324,206-12-514,314-48 0,-533 50 412,-1-1-49,46-2 1,-75 7-51,-43 2-9008,16 0 5814,10-4 2531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52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271 118 108,'16'-47'2211,"-13"39"-1061,1 1 0,-2-1-1,1 0 1,-1-1 0,0 1 0,1-14 0,-36 39 24,-5 10-1096,5-5 8,1 2 0,1 1 1,2 2-1,-48 53 0,73-75-186,1 0 0,-1 0 0,1 0 0,0 1 0,0 0 0,1-1 0,0 1 0,0 0 0,0 0-1,0 0 1,1 0 0,0 10 0,12-18-9661,-4 1 9036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1:53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10 80,'-17'-2'337,"1"-6"11864,31 20-9918,-1-1-1763,0-1 1,1-1-1,27 13 0,-9-5-106,191 94 744,-213-109-4036,-10-1 2455,0-1 0,0 0 0,0 0 0,-1 0 1,1 0-1,0 0 0,0 0 0,0 0 0,0 0 0,-1 0 0,1 0 1,0-1-1,0 1 0,-1 0 0,1 0 0,0-1 0,0 1 1,-1-1-1,1 1 0,0-1 0,-1 1 0,1-1 0,0 1 0,-1-1 1,1 1-1,-1-1 0,1 0 0,-1 1 0,1-1 0,-1 0 0,0 1 1,1-1-1,-1 0 0,1-1 0,-1-5-353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1.3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76 136 68,'7'-20'1068,"-8"-7"6412,1 27-7293,0-1-1,0 1 1,0-1 0,-1 1 0,1 0 0,0-1 0,0 1-1,0 0 1,-1-1 0,1 1 0,0 0 0,0-1-1,-1 1 1,1 0 0,0 0 0,-1-1 0,1 1 0,0 0-1,-1 0 1,1-1 0,-1 1 0,1 0 0,0 0 0,-1 0-1,1 0 1,-1 0 0,1 0 0,0 0 0,-1 0 0,1 0-1,-1 0 1,1 0 0,-1 0 0,-1 0-95,0 1 1,1 0-1,-1 0 0,1 0 1,-1 0-1,1 0 1,-1 1-1,1-1 0,0 0 1,-1 1-1,1-1 1,0 1-1,-1 1 0,-5 7-1,1 0 0,1 0-1,-1 1 1,1-1 0,1 1-1,-6 23 1,8-27-91,1 0 0,0 1 0,0-1 0,0 0 0,1 1 0,0-1 0,0 1 0,1-1 0,0 1 0,0-1 0,1 0 0,3 8 0,-4-13 5,-1 0 0,1 0 0,0 0 0,0-1 0,0 1 0,1 0 0,-1-1 0,0 1 0,1-1 1,-1 1-1,0-1 0,1 0 0,0 1 0,-1-1 0,1 0 0,0 0 0,0 0 0,0 0 1,-1-1-1,1 1 0,0 0 0,0-1 0,0 0 0,0 1 0,0-1 0,0 0 0,0 0 0,0 0 1,0 0-1,0 0 0,0 0 0,0-1 0,0 1 0,0-1 0,0 1 0,0-1 0,0 0 0,0 0 1,2-1-1,2-1 28,0-1 1,0 1 0,0-1-1,0-1 1,-1 1-1,0-1 1,0 1 0,0-1-1,-1-1 1,7-8 0,-5 3 18,-1 0 1,-1-1-1,0 1 1,0-1-1,-1 0 1,-1 0-1,0 0 1,-1 0-1,1-19 1,-2 25-69,0 0-1,0 0 1,0 0 0,-1 0-1,0 0 1,0 0 0,-1 0-1,1 1 1,-1-1 0,0 1-1,-1-1 1,1 1 0,-1 0-1,0-1 1,0 2 0,-1-1-1,0 0 1,0 1 0,0-1-1,0 1 1,-8-5 0,-13 2-1473,23 7 1058,0 0-1,-1 1 1,1-1 0,0 1 0,0-1-1,0 1 1,0 0 0,0 0 0,1 0-1,-1 0 1,0 0 0,0 1 0,1-1 0,-1 0-1,0 1 1,1-1 0,0 1 0,-1 0-1,1-1 1,0 1 0,0 0 0,0 0-1,0 0 1,0 0 0,0 0 0,0 0-1,1 0 1,-1 4 0,0-4 198,1 1 0,0-1 0,0 1 0,0-1 0,0 0 0,0 1 0,1-1 0,-1 0 0,1 1 0,1 3 0,8 13-629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2.1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55 28,'4'-19'2140,"1"-3"2869,-4 22-4883,-1-1 1,1 1-1,0-1 0,-1 1 1,1-1-1,0 1 1,0 0-1,-1 0 0,1-1 1,0 1-1,0 0 1,-1 0-1,1 0 0,0 0 1,0 0-1,0-1 1,-1 2-1,1-1 0,0 0 1,0 0-1,0 0 1,-1 0-1,1 0 0,0 1 1,0-1-1,-1 0 0,1 1 1,0-1-1,-1 0 1,2 2-1,6 2 261,0 1 0,-1 1 0,0-1 1,0 1-1,0 1 0,0-1 0,-1 1 0,0 0 0,-1 1 0,0-1 1,0 1-1,6 13 0,-5-9-145,0 0 1,-1 1-1,-1-1 1,0 1-1,-1 0 0,0 0 1,-1 0-1,1 16 1,-6-49 968,2-19-1148,4 17-28,1 1 0,8-27 0,-10 43-36,0 0 1,0-1-1,0 1 0,1 0 1,-1 0-1,1 1 0,0-1 1,1 0-1,-1 1 0,1 0 1,0 0-1,0 0 0,0 0 1,6-4-1,-8 7-1,0 0 0,0 0 0,0 1 1,0-1-1,0 0 0,0 1 0,0-1 0,0 1 0,1 0 0,-1 0 0,0 0 0,0 0 1,0 0-1,0 0 0,0 0 0,0 1 0,1-1 0,-1 1 0,0-1 0,0 1 0,0 0 1,0 0-1,-1 0 0,1 0 0,0 0 0,0 0 0,-1 1 0,1-1 0,0 1 0,-1-1 0,1 1 1,-1-1-1,0 1 0,2 3 0,6 7 0,-2 1 0,1 1 0,10 27 0,-4-11-6,-13-27 8,1 1 0,0-1-1,1 0 1,-1 1 0,0-1-1,1 0 1,0 0 0,-1-1 0,1 1-1,1 0 1,-1-1 0,0 0-1,0 0 1,1 0 0,7 3 0,-8-4 2,0-1 0,0 1 0,0-1 1,0 0-1,0 0 0,0-1 0,1 1 1,-1-1-1,0 1 0,0-1 0,0 0 1,0 0-1,-1 0 0,1-1 0,0 1 1,0-1-1,-1 1 0,1-1 0,-1 0 1,5-4-1,2-1-27,-1-1 0,0 0 0,-1 0 0,0-1 0,0 0 0,-1 0 0,0 0 0,0-1 0,-1 0 0,0 0 0,-1 0 0,0-1 0,-1 1 0,3-18 0,-6 27 19,1 1 0,-1-1 0,0 1 0,0-1 0,0 0 1,0 1-1,0-1 0,0 1 0,0-1 0,0 0 0,0 1 0,0-1 0,0 1 0,0-1 0,-1 0 0,1 1 0,0-1 0,0 1 0,0-1 1,-1 1-1,1-1 0,0 1 0,-1-1 0,1 1 0,-1-1 0,1 1 0,0-1 0,-1 1 0,1 0 0,-2-1 0,-14 7-120,-15 23 1,30-26 116,-1 0 0,1-1 1,-1 1-1,1 0 0,0 0 1,0 0-1,1-1 0,-1 1 1,0 0-1,1 0 0,0 0 1,-1 0-1,1 0 0,1 0 1,-1 0-1,0 0 0,1 0 1,-1 0-1,1 0 0,0 0 1,1 3-1,1-1 9,0 0 0,0 0-1,1-1 1,-1 1 0,1-1 0,0 0 0,0 0-1,0 0 1,1 0 0,7 4 0,8 3-916,0 0-1,1-1 1,0-1 0,33 9 0,-34-13-1512,-15-5 1511,0 1 1,0 0 0,0 0 0,0 0 0,0 1 0,0 0-1,0 0 1,0 0 0,-1 0 0,1 1 0,5 4-1,-10-6 332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26.7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219 202 148,'7'-46'3502,"-7"0"4631,-26 86-5855,-1 9-2151,2 1-1,3 1 1,-24 76-1,56-138-48,5-15-28,1-24 18,-3-1 1,10-68-1,2-12 195,-23 124-228,8-24 46,-2 30-67,2 19 0,156 382-78,-169-407 87,0 1 1,0 0-1,-1 0 1,0 0 0,0 0-1,0 0 1,-1 1-1,-7-7 1,-4 2-6,0 2 0,0 0 0,-1 1 0,1 1 1,-1 0-1,-33-6 0,24 6 78,0-1 1,-25-12-1,39 14-26,1 0 61,0 0 1,0 0-1,0-1 0,-17-13 1,68 9-165,-14 8 39,47-2 40,1-3 0,137-34 1,-201 36-8,-12 2-40,0 3 2,1 0 0,-1 0 0,1 0 0,-1 0 0,0 0 0,1 1 1,-1-1-1,1 0 0,-1 1 0,1 0 0,-1-1 0,1 1 0,0 0 0,-3 1 0,-18 15 18,0 1 0,-32 36-1,-11 9 54,29-30-71,25-21-144,-1 0 1,-1-1 0,0-1-1,0 0 1,-1-1-1,-19 10 1,33-19 284,-10 3-2215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28.1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61 162 136,'-3'-2'226,"0"0"-1,0 0 1,0-1-1,1 1 1,-1-1-1,1 0 1,-1 0-1,1 0 1,0 0-1,0 0 1,0 0 0,1-1-1,-1 1 1,0-4-1,-12-54 5405,3 7 1211,24 141-5652,-4-8-1300,-4-50-267,4 22-838,3-19-6401,-12-50-72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28.7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9 117 84,'-1'-1'183,"0"-1"0,0 0 0,0 1 0,0-1 0,0 0 0,1 0-1,-1 0 1,1 0 0,-1 0 0,1 0 0,-1 0 0,1 0 0,0 0 0,0 0 0,0 0 0,0 0 0,0 0 0,1 0 0,-1 1 0,1-1-1,-1 0 1,1 0 0,0 0 0,1-2 0,0 1-44,1 0 1,0 0-1,0 1 0,0-1 0,0 1 0,0-1 0,1 1 1,-1 0-1,1 1 0,-1-1 0,1 0 0,4 0 1,2-2 51,72-23 504,-74 25-596,0 1 0,0 0-1,0 0 1,-1 0 0,1 1-1,0 0 1,0 1 0,13 1-1,-20-2-44,0 1-1,0-1 0,0 0 1,-1 0-1,1 1 0,0-1 1,0 0-1,0 1 0,0-1 1,-1 1-1,1-1 0,0 1 1,0-1-1,-1 1 0,1-1 0,0 1 1,-1 0-1,1-1 0,-1 1 1,1 0-1,-1 0 0,1 0 1,-1-1-1,1 1 0,-1 0 1,0 0-1,1 1 0,-1 0 48,0 0 1,-1 0-1,1 0 0,0 0 0,-1 0 1,1 0-1,-1 0 0,1 0 0,-1 0 1,0 0-1,0 0 0,-1 2 0,-7 8 561,0 0 0,-20 21 0,17-20-190,8-8-349,-1 1 1,1-1-1,0 1 1,1 0-1,-1 0 1,1 1-1,-3 8 1,6-13-116,-1-1 1,1 1-1,0-1 1,0 1-1,0-1 1,0 1 0,0-1-1,0 1 1,0-1-1,1 0 1,-1 1-1,0-1 1,1 1-1,-1-1 1,1 0-1,-1 1 1,1-1 0,0 0-1,0 0 1,0 1-1,-1-1 1,1 0-1,0 0 1,1 0-1,-1 0 1,0 0-1,0 0 1,0 0-1,0-1 1,1 1 0,-1 0-1,0-1 1,1 1-1,-1-1 1,0 1-1,1-1 1,-1 0-1,1 1 1,-1-1-1,3 0 1,70 6 303,-59-6-7,0 1 0,0 0 0,0 1 1,26 7-1,-37-7-190,0-1 1,0 1-1,0 0 1,0 0 0,-1 0-1,1 1 1,-1-1-1,1 1 1,-1 0 0,0 0-1,0 0 1,0 0-1,-1 0 1,1 1-1,-1-1 1,0 1 0,0 0-1,0 0 1,0 0-1,-1 0 1,3 6-1,-4-5-56,1-1 0,-1 1 0,0-1 0,0 1 1,0-1-1,-1 1 0,1-1 0,-1 1 0,0-1 0,0 1 0,-1-1 0,1 0 0,-1 1 0,0-1 0,0 0 0,-1 0 0,1-1 0,-1 1 0,0 0 0,0-1 0,0 1 0,0-1 0,-1 0 0,-3 3 0,-4 2-25,0 1 0,0-2 0,-1 1 0,0-2 0,0 0 0,-24 9 1,27-12-262,1-1 0,-1-1 0,0 0 1,0 0-1,1-1 0,-1 0 0,0 0 1,0-1-1,0 0 0,1-1 0,-18-5 1,23 6-286,-1 0 0,1-1 0,-1 1 0,1-1 0,0 0 1,0-1-1,0 1 0,0 0 0,0-1 0,0 1 0,0-1 1,-4-6-1,6 6-97,-1 0-1,1 0 1,0 0 0,0 0 0,0 0-1,0 0 1,1 0 0,-1 0 0,1 0 0,0-1-1,0 1 1,0 0 0,0 0 0,0 0 0,1-1-1,-1 1 1,3-5 0,1-4 49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29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26 113 8,'-5'-41'1208,"-6"3"4110,1 4 3968,29 128-8230,8 118 1,-19-133-958,-3-38-92,-1-15 70,-1 0-1,-2 48 1,-6-60 335,-2-26-198,-3-25-88,9 30-126,1 0-1,-1 0 1,1-1-1,1 1 1,0 0-1,0 0 1,0 0-1,1 0 0,0 0 1,0 0-1,0 1 1,1-1-1,0 0 1,1 1-1,0 0 1,0 0-1,0 0 1,8-8-1,-8 10-24,0-1 0,0 1 0,1 0 0,0 1 0,0-1 0,0 1-1,0 0 1,0 0 0,0 1 0,1 0 0,-1 0 0,1 0 0,0 0 0,0 1-1,-1 0 1,1 0 0,0 1 0,0-1 0,0 1 0,0 0 0,0 1 0,0 0-1,6 1 1,-9-1 9,0 0-1,0 0 0,0 0 0,0 1 0,0-1 1,0 1-1,-1 0 0,1-1 0,-1 1 1,1 0-1,-1 1 0,1-1 0,-1 0 0,0 1 1,0-1-1,0 1 0,-1 0 0,1-1 1,2 7-1,0 3 97,0 1 0,-1 0 0,4 24 0,5 23-1543,-11-57 1069,1 1-1,-1 0 0,1 0 0,0-1 0,0 1 0,0-1 0,0 1 0,0-1 0,1 0 0,-1 0 0,6 4 0,-5-5-122,1 1-1,0-1 1,0-1 0,-1 1-1,1-1 1,0 1 0,1-1-1,-1 0 1,0-1 0,0 1-1,0-1 1,1 1 0,-1-1-1,7-1 1,60-12-3159,-42 5 3137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0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178 204 108,'5'-11'429,"-1"0"0,0 0 0,0 0 0,-1-1 1,0 1-1,-1-1 0,1-15 0,-3 23-117,0 0 0,1 0 0,-1 0 0,-1 0 0,1 0 0,0 0 0,-1 0 0,0 0 0,0 1 0,0-1 0,-1 0 0,1 0 0,-1 1 0,0-1 0,0 1 0,0 0 0,0-1 0,-1 1 0,1 0 1,-1 0-1,0 0 0,0 1 0,0-1 0,0 1 0,-5-3 0,6 4-218,0 0 1,0 0-1,0 1 1,0-1 0,0 1-1,0-1 1,0 1-1,0 0 1,0 0 0,0 0-1,0 0 1,0 0-1,0 0 1,0 1-1,0-1 1,0 0 0,0 1-1,0 0 1,1 0-1,-3 0 1,-1 2-11,1 0 1,0 0-1,0 0 1,0 0-1,0 1 1,0 0-1,-5 7 1,-1 2-41,1 1 1,1 0 0,0 1 0,-6 16-1,8-18-43,1 0-1,0 1 1,1 0-1,1 0 1,0 0 0,1 0-1,1 1 1,0-1-1,1 25 1,0-37-2,0-1 0,0 0 0,0 1 0,0-1 1,1 0-1,-1 1 0,0-1 0,1 0 1,-1 1-1,1-1 0,-1 0 0,1 0 0,0 1 1,-1-1-1,1 0 0,0 0 0,0 0 0,0 0 1,0 0-1,0 0 0,0 0 0,0 0 0,0 0 1,0-1-1,0 1 0,3 1 0,-2-2 4,0 0-1,0 0 0,0 0 0,0-1 1,0 1-1,1 0 0,-1-1 0,0 1 1,0-1-1,0 0 0,0 0 0,-1 1 1,1-2-1,0 1 0,2-1 0,6-5 17,-1 0 0,-1-1 0,1 0 0,-1 0 0,8-10 0,37-61 1126,-53 78-1127,1 1 0,0 0-1,-1 0 1,1 0 0,0 0-1,-1 0 1,1 0 0,0 0 0,-1 0-1,1 1 1,0-1 0,-1 0-1,1 0 1,0 1 0,-1-1 0,1 0-1,-1 0 1,1 1 0,-1-1-1,1 1 1,-1-1 0,1 1 0,-1-1-1,1 1 1,-1-1 0,1 1-1,-1-1 1,0 1 0,1-1 0,-1 1-1,0-1 1,1 1 0,-1 0-1,0 0 1,18 28-28,-17-26 37,9 13-2,25 40-3505,-32-53 2816,-1 0-1,1 0 1,-1 0 0,1-1 0,0 1-1,0-1 1,0 0 0,0 0 0,0 0-1,0 0 1,1 0 0,-1-1 0,1 0 0,5 2-1,-8-3 516,1 0 0,-1 0-1,1 0 1,-1 0-1,1 0 1,-1 0 0,1 0-1,-1-1 1,1 1-1,-1 0 1,1-1 0,-1 0-1,1 1 1,-1-1-1,0 0 1,2-1 0,13-9-308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0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210 66 24,'1'-4'150,"0"1"-1,0-1 1,0 0 0,-1 0-1,0 0 1,0 0 0,0 0-1,0 0 1,0 0 0,-1 0-1,0 1 1,-1-6 0,1 8-67,1 0 1,0 1 0,-1-1-1,1 0 1,0 1-1,-1-1 1,1 1 0,-1-1-1,1 1 1,-1-1 0,0 1-1,1-1 1,-1 1 0,1 0-1,-1-1 1,0 1-1,1 0 1,-1-1 0,0 1-1,0 0 1,1 0 0,-1 0-1,0 0 1,1 0 0,-2-1-1,-1 2 71,1-1 0,0 1 0,-1 0 1,1-1-1,0 1 0,-1 0 0,1 0 0,0 1 0,0-1 0,0 0 0,-4 4 0,-3 2 368,0 1 0,1 0-1,0 0 1,0 1-1,1 0 1,0 1 0,0 0-1,1 0 1,0 0 0,-4 11-1,9-17-418,-1-1-1,1 1 1,0-1-1,0 1 1,1 0-1,-1-1 1,1 1-1,-1 0 1,1 0-1,1-1 1,-1 1-1,0 0 1,1 0-1,0-1 1,0 1-1,0-1 0,0 1 1,0-1-1,1 1 1,0-1-1,-1 0 1,1 1-1,0-1 1,1 0-1,-1 0 1,1-1-1,-1 1 1,1 0-1,0-1 1,0 0-1,0 0 1,0 1-1,0-2 1,6 4-1,5 1 150,1 0 0,0-1-1,1 0 1,22 3 0,-25-6 18,0 1 0,0 0 1,-1 1-1,1 0 0,-1 1 0,0 1 0,12 6 0,-24-12-246,1 1 0,-1-1 0,0 0 0,1 1 0,-1-1 0,0 1 0,1-1 0,-1 1 0,0-1 0,1 0 0,-1 1-1,0-1 1,0 1 0,1-1 0,-1 1 0,0-1 0,0 1 0,0 0 0,0-1 0,0 1 0,0-1 0,0 1 0,0-1 0,0 1 0,0-1-1,0 1 1,0-1 0,0 1 0,-1-1 0,1 1 0,0-1 0,0 1 0,0-1 0,-1 1 0,1-1 0,0 1 0,-1-1 0,1 0 0,0 1-1,-1-1 1,1 1 0,0-1 0,-1 0 0,1 1 0,-1-1 0,1 0 0,-1 0 0,1 1 0,-1-1 0,1 0 0,-1 0 0,1 0 0,-1 1-1,-32 14 403,31-14-390,-65 21 398,-6-6-5852,65-15 4420,-1 0 1,0-1-1,0 1 1,1-2-1,-1 1 1,0-1-1,0-1 1,1 1-1,-1-1 1,1-1-1,0 0 1,-1 0-1,1-1 1,-9-5-1,2-2 473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9.7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42 76,'-4'-27'3849,"6"14"-661,-2 13-3148,0 0-1,0 0 1,0 0-1,0 0 1,0 0-1,0 0 1,0-1-1,0 1 1,0 0-1,0 0 1,1 0-1,-1 0 1,0 0-1,0 0 1,0 0-1,0-1 1,0 1-1,0 0 1,1 0-1,-1 0 1,0 0-1,0 0 1,0 0-1,0 0 1,0 0-1,1 0 1,-1 0-1,0 0 0,0 0 1,0 0-1,0 0 1,0 0-1,1 0 1,-1 0-1,0 0 1,0 0-1,0 0 1,0 0-1,0 0 1,1 0-1,-1 1 1,0-1-1,0 0 1,0 0-1,0 0 1,0 0-1,0 0 1,1 0-1,-1 0 1,0 0-1,0 1 1,0-1-1,0 0 1,2 5 259,-1-1 0,0 1 0,0 0 0,0 0 0,-1 0 0,0 0 0,0 0 0,0 0 0,-1 5 0,1-1-133,0 1-122,-1-5-45,1 0-1,0 0 1,0-1-1,0 1 1,0 0-1,1 0 1,-1 0-1,1-1 1,1 1 0,-1 0-1,1-1 1,0 1-1,2 4 1,-3-9-62,0 0 0,0 0 1,0 0-1,0 0 0,0 0 0,0 0 0,0 0 1,0 0-1,0-1 0,0 1 0,0 0 1,0-1-1,0 1 0,-1 0 0,1-1 1,0 1-1,0-1 0,0 0 0,0 1 1,-1-1-1,1 0 0,0 1 0,-1-1 0,1 0 1,-1 0-1,1 1 0,-1-1 0,1 0 1,-1 0-1,1 0 0,0-1 0,17-30-1313,-15 26 1306,0 0 0,-1 0 0,1 0 0,-1 0 0,-1 0-1,1-1 1,-1 1 0,0 0 0,0-1 0,-1 1 0,-1-13 0,-5 96-7,6-73-594,1 1 0,0-1-1,-1 1 1,2-1-1,-1 0 1,0 1 0,1-1-1,0 0 1,0 0-1,5 8 1,-1-7 45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40.8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21 80,'1'-21'8354,"3"38"-5014,6 23-2902,-10-38-431,0-1 0,1 1 0,-1-1 0,0 1 0,1-1 0,0 0 1,-1 1-1,1-1 0,0 0 0,-1 0 0,1 1 0,0-1 0,0 0 0,0 0 1,0 0-1,0 0 0,0 0 0,2 1 0,-1-2-8,0 0 0,-1-1-1,1 1 1,0 0 0,0-1-1,-1 1 1,1-1 0,0 1-1,-1-1 1,1 0 0,-1 0 0,1 0-1,-1 0 1,1 0 0,-1 0-1,0 0 1,0 0 0,1-1-1,-1 1 1,0 0 0,0-1 0,0 1-1,0-1 1,0 1 0,-1-1-1,2-3 1,1 0-6,-1 0-1,0 0 1,-1-1-1,1 1 1,-1 0-1,0-1 1,0-7-1,-1 13 6,10 33 57,-9-30-42,0-1 1,1-1-1,-1 1 0,1 0 0,0 0 0,-1 0 1,1-1-1,0 1 0,0-1 0,0 0 1,0 1-1,0-1 0,1 0 0,-1 0 0,0 0 1,0-1-1,5 2 0,-5-2-152,-1 0 0,1 0-1,-1 0 1,1 0 0,-1 0 0,0-1-1,1 1 1,-1 0 0,1-1 0,-1 1-1,0-1 1,1 0 0,-1 1 0,0-1 0,0 0-1,1 0 1,-1 0 0,0 0 0,0 0-1,0 0 1,0 0 0,0 0 0,0 0-1,-1 0 1,1-1 0,0 1 0,0 0-1,-1-1 1,1 1 0,0-3 0,-17 9-6435,6 10 5512,-1 8 515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42.4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96 131 148,'18'-49'3404,"-16"42"-2356,0-1 1,0 1 0,-1-1-1,0 0 1,0 1-1,-1-1 1,0 0 0,-2-12-1,-14 69 1100,-32 109-1526,31-109-589,2 1 0,-9 56 0,25-75-43,5-27-2,5-17 42,14-33-37,-2-1-1,26-79 1,-9 22 278,-38 98-260,1-1 0,-1 1 0,1 0 0,0 1 0,1-1 0,-1 0 0,1 1 0,0 0 0,1 0 0,-1 0 0,6-4 0,-9 9-6,0 0 1,0 0-1,0 0 1,-1 0-1,1 1 1,0-1-1,0 0 1,0 1-1,0-1 1,-1 0-1,1 1 1,0-1-1,0 1 1,0-1-1,-1 1 1,1-1-1,0 1 1,-1 0-1,1-1 1,-1 1-1,1 0 1,-1 0-1,1-1 1,-1 1-1,1 0 1,-1 0-1,0 0 1,1-1-1,-1 1 1,0 1-1,14 33 242,-12-30-221,23 68-120,4-1-1,3-1 1,42 66-1,-64-124-2827,-15-39-10864,-1 14 14795,-5-6-1566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42.7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0 116 4,'16'-7'6147,"55"-11"-4506,-34 9-995,-10 3-482,-11 2-671,1 0 0,-1-1 0,1 0 1,-2-1-1,26-14 0,-41 20 443,1 0 0,-1 0-1,0 0 1,1-1 0,-1 1-1,0 0 1,1 0 0,-1 0-1,0-1 1,1 1 0,-1 0-1,0 0 1,1-1 0,-1 1-1,0 0 1,0-1 0,1 1-1,-1 0 1,0-1 0,0 1-1,0 0 1,1-1 0,-1 1-1,0-1 1,0 1 0,0 0-1,0-1 1,0 1 0,0-1-1,0 1 1,0 0 0,0-1-1,0 1 1,0-1 0,0 1-1,0 0 1,0-1 0,0 1-1,0-1 1,-1 1 0,1 0-1,0-1 1,0 1 0,0 0-1,-1-1 1,1 1 0,0 0-1,0-1 1,-1 1 0,-19-9-1350,-6 2 683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43.3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36 52,'1'-3'417,"1"1"0,-1 0 1,1 0-1,0 0 0,0 0 0,0 0 0,0 0 0,0 0 1,0 0-1,5-2 0,-6 4-306,-1 1-1,1-1 1,0 0 0,0 1 0,0-1-1,0 1 1,0-1 0,-1 1-1,1-1 1,0 1 0,0-1 0,-1 1-1,1 0 1,0-1 0,-1 1 0,1 0-1,-1 0 1,1 0 0,-1-1-1,1 1 1,-1 0 0,1 0 0,-1 0-1,0 0 1,1 0 0,-1 0-1,0 0 1,0 0 0,0 0 0,0-1-1,0 1 1,0 2 0,2 4-67,-2-3-26,1 1 0,1-1 0,-1 0 0,0 0-1,1 0 1,0 0 0,3 5 0,-4-9-18,-1 0 0,1 0 1,-1 0-1,1 0 0,-1 0 0,1 0 0,-1 0 0,1 0 1,-1-1-1,1 1 0,-1 0 0,1 0 0,-1-1 0,1 1 1,-1 0-1,0-1 0,1 1 0,-1-1 0,1 1 0,-1 0 1,0-1-1,1 1 0,-1-1 0,0 1 0,0-1 0,1 1 1,-1-1-1,0 1 0,0-1 0,0 1 0,0-1 0,0 1 1,0-1-1,0 0 0,10-22-17,-5 0 7,1 1-18,-5 22 23,0 1 0,0-1 0,-1 1 0,1 0 0,0-1 0,0 1 0,-1 0 0,1 0 1,0 0-1,-1-1 0,1 1 0,-1 0 0,1 0 0,-1 0 0,0 0 0,1 0 0,-1 0 0,0 0 0,1 0 0,-1 0 0,0 0 0,0 0 0,0 0 0,0 1 0,4 10-1831,1-1-1,0-1 0,13 20 1,-13-24 1113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44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18 68,'-7'-17'13571,"4"26"-12421,1 2-925,1 0 0,1 0-1,0 0 1,0 0 0,3 16 0,-3-25-230,1-1-1,-1 1 1,0 0 0,1 0-1,0-1 1,-1 1 0,1 0-1,0-1 1,0 1 0,0-1-1,0 1 1,0-1 0,0 1-1,0-1 1,1 0 0,-1 0-1,2 2 1,-1-2 2,0-1 1,-1 0-1,1 1 1,-1-1 0,1 0-1,0 0 1,-1 0-1,1 0 1,0 0-1,-1-1 1,1 1-1,0 0 1,-1-1-1,1 1 1,-1-1-1,1 0 1,-1 1 0,1-1-1,-1 0 1,1 0-1,-1 0 1,0 0-1,2-2 1,2-1 8,-1 0 0,0 0 0,0-1 1,0 0-1,0 1 0,-1-2 0,0 1 1,5-9-1,-5 7-18,0 1-1,1 0 1,0 1 0,0-1-1,0 0 1,5-4 0,-7 10-19,0-1-1,-1 1 1,1 0 0,-1 0 0,1 0 0,0 0-1,-1 0 1,1 0 0,0 0 0,-1 1 0,1-1-1,-1 1 1,1-1 0,-1 1 0,1-1 0,-1 1-1,1 0 1,-1 0 0,1 0 0,-1 0 0,0 0-1,0 0 1,0 0 0,1 0 0,-1 0 0,0 1-1,1 0 1,32 39-8051,-33-40 7838,-1 0 1,1 0-1,-1 1 0,1-1 0,-1 0 0,1 1 0,-1-1 0,0 1 0,0-1 0,0 1 0,0-1 1,0 0-1,0 1 0,0-1 0,0 1 0,-1-1 0,1 0 0,0 1 0,-1-1 0,1 0 1,-1 1-1,0-1 0,1 0 0,-1 1 0,-2 1 0,-4 7-360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15.1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95 116,'-17'-49'9695,"-3"59"-8455,3-3-830,17-8-431,-1 1-1,1-1 1,0 0-1,0 0 0,0 0 1,0 1-1,0-1 1,0 0-1,0 0 1,0 0-1,1 0 1,-1 1-1,0-1 0,0 0 1,1 0-1,-1 1 1,0-1-1,1 0 1,-1 0-1,1 1 0,-1-1 1,1 0-1,-1 1 1,1-1-1,0 1 1,0-1-1,11-28-5292,-12 29 5220,0-1 1,-1 0 0,1 1-1,0-1 1,0 1 0,0-1-1,0 1 1,-1-1 0,1 0-1,0 1 1,0-1 0,-1 1-1,1-1 1,0 1 0,-1 0-1,1-1 1,-1 1 0,1-1-1,-1 1 1,1 0 0,0-1-1,-1 1 1,1 0 0,-1-1-1,0 1 1,1 0 0,-1 0-1,1 0 1,-1-1 0,1 1-1,-1 0 1,0 0 0,1 0-1,-1 0 1,1 0 0,-1 0-1,1 0 1,-1 0 0,0 0-1,1 0 1,-1 1 0,1-1-1,-1 0 1,1 0 0,-1 0-1,1 1 1,-2 0 0,-16 4-796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3.7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29 367 72,'-19'7'1812,"10"-14"1742,9 6-3346,0-1 1,0 0 0,0 1-1,0-1 1,0 0 0,0 0 0,1 1-1,-1-1 1,1 0 0,-1 1-1,1-1 1,-1 0 0,1 1-1,0-1 1,0 1 0,0-1-1,2-1 1,17-22 329,2 1 0,29-26 0,-25 27-92,37-46 0,-52 56-340,-1 1 1,-1 0 1,15-25-1,-23 36-66,0-1 0,0 0-1,0 0 1,0 0 0,0 0-1,0 0 1,0 0 0,-1-1-1,1 1 1,-1 0 0,0 0-1,1 0 1,-1-1 0,0 1-1,0 0 1,-1 0 0,1 0 0,0-1-1,-1 1 1,1 0 0,-1 0-1,0 0 1,0 0 0,1 0-1,-1 0 1,-3-4 0,3 5-23,-1 0 1,0 0-1,1 0 1,-1 0-1,0 0 0,0 0 1,0 0-1,1 1 1,-1-1-1,0 1 1,0-1-1,0 1 1,0 0-1,0 0 1,0 0-1,0 0 1,0 0-1,0 0 1,0 0-1,0 1 1,0-1-1,0 1 1,0-1-1,0 1 1,0 0-1,1 0 1,-1 0-1,0 0 1,0 0-1,1 0 1,-1 0-1,1 1 1,-3 1-1,0 0-22,1 0 0,0 0 0,-1 0 0,1 0-1,1 1 1,-1-1 0,0 1 0,1 0 0,0-1-1,-1 1 1,2 0 0,-1 0 0,0 1 0,-1 5 0,3-5 2,0 0-1,0 1 1,1-1 0,-1 0 0,1 0 0,0 0 0,1 0 0,-1 0 0,1 0 0,0-1 0,0 1 0,0 0 0,1-1 0,0 0-1,0 1 1,6 6 0,4 2 5,1 0-1,1-1 1,21 15-1,-24-19 8,0 0 0,-1 2-1,1-1 1,-2 1 0,13 15-1,-23-24 1,1 1-1,0-1 1,0 0 0,-1 1-1,1 0 1,-1-1-1,0 1 1,1-1 0,-1 1-1,0-1 1,0 1-1,0 0 1,0-1-1,0 1 1,0-1 0,-1 1-1,1-1 1,0 1-1,-1 0 1,1-1 0,-1 1-1,0-1 1,1 0-1,-1 1 1,0-1-1,0 0 1,0 1 0,0-1-1,0 0 1,0 0-1,0 0 1,0 0 0,-1 0-1,-1 2 1,-7 4 37,0 0 0,0 0 0,-16 8 0,15-10-29,-49 28 264,22-12-533,33-19-1539,17-7-1806,60-27-4975,-56 24 8170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4.1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1 118 56,'2'-3'279,"0"0"0,0 0 1,-1 0-1,1-1 0,-1 1 0,1 0 0,-1-1 0,0 1 1,-1-1-1,2-4 0,0-37 6774,-2 57-5330,0-5-1600,0 0 1,0 0-1,0 1 1,1-1-1,0 0 1,4 12-1,-2-9-108,1 0-1,0 0 0,0-1 1,1 0-1,0 0 0,1 0 1,0-1-1,9 11 0,-11-16-1,-1 0-1,0 0 0,1-1 0,0 1 0,0-1 1,0 0-1,0 0 0,0 0 0,0 0 1,1-1-1,-1 0 0,0 1 0,1-2 0,-1 1 1,1 0-1,-1-1 0,1 0 0,-1 0 1,1-1-1,-1 1 0,9-3 0,-6 2 11,0-1 0,-1 1 0,1-1 0,-1-1 1,0 0-1,0 0 0,1 0 0,-2 0 0,1-1 0,0 0 0,-1 0 0,0-1 0,0 1 0,0-1 0,0 0 0,-1-1 0,0 1 0,5-10 0,-6 9 11,-1 0 0,1 0 0,-2 0 0,1 0 0,-1-1-1,0 1 1,0 0 0,0-1 0,-1 1 0,0-1 0,-1 1-1,1-1 1,-1 1 0,-1 0 0,1-1 0,-1 1-1,0 0 1,0 0 0,-6-10 0,3 5 351,29 21-14834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4.8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40 56,'17'-16'522,"-17"16"-304,1-1 1,-1 1-1,0-1 0,1 0 0,-1 1 1,0-1-1,0 1 0,1-1 0,-1 0 1,0 1-1,0-1 0,0 0 0,0 1 1,0-1-1,0 0 0,0 1 0,0-1 1,0 0-1,0 1 0,0-1 0,-1 0 1,1 1-1,0-1 0,0 0 0,-1 1 1,1-1-1,0 1 0,-1-2 0,0 1 41,0 1 1,1-1-1,-1 1 0,0 0 0,0-1 0,1 1 1,-1 0-1,0-1 0,0 1 0,1 0 0,-1 0 1,0-1-1,0 1 0,0 0 0,0 0 0,1 0 1,-1 0-1,0 0 0,0 1 0,0-1 0,0 0 1,1 0-1,-1 0 0,-1 1 0,-18 13 501,15-9-615,1 0-1,-1 0 0,1 1 0,0 0 1,1 0-1,-1 0 0,1 0 1,1 1-1,-1-1 0,1 1 0,0 0 1,0 0-1,1 0 0,0-1 1,0 11-1,1-13-141,0-1 1,0 1-1,1 0 0,0-1 1,0 1-1,0-1 1,0 1-1,0-1 0,0 0 1,1 0-1,0 1 0,0-1 1,0 0-1,0 0 1,0-1-1,1 1 0,-1 0 1,1-1-1,-1 1 1,1-1-1,0 0 0,0 0 1,0 0-1,0 0 0,1-1 1,-1 1-1,0-1 1,1 0-1,-1 0 0,1 0 1,4 0-1,3 2-690,0-1 0,0-1 0,0 0 0,1-1 0,-1 0 0,0 0 0,0-2 0,0 1 0,0-1 0,0-1 0,0 0 0,0 0 0,-1-1 0,0 0 0,15-9 0,-18 8 335,-1 1 0,0-1 0,1 0 0,-2-1 0,1 1-1,-1-1 1,0 0 0,0-1 0,0 1 0,-1-1 0,7-14-1,-8 13 835,0-1 1,-1 1-1,0-1 0,0 1 0,-1-1 0,0 0 0,0-11 0,-1 19-376,0 1-1,1-1 0,-1 1 1,0 0-1,0-1 1,0 1-1,0-1 1,0 1-1,-1-1 1,1 1-1,0 0 0,0-1 1,0 1-1,0-1 1,0 1-1,-1 0 1,1-1-1,0 1 1,0 0-1,0-1 0,-1 1 1,1 0-1,0-1 1,-1 1-1,1 0 1,0 0-1,-1-1 0,1 1 1,0 0-1,-1 0 1,1 0-1,0-1 1,-1 1-1,1 0 1,-1 0-1,1 0 0,0 0 1,-1 0-1,1 0 1,-1 0-1,-21 8 2249,-14 20 180,32-25-2434,1 1 0,0-1 0,1 1 0,-1 0 0,0 0 0,1 0 0,0 0 0,0 0 0,0 0-1,1 1 1,-1-1 0,1 1 0,0-1 0,0 1 0,0-1 0,1 1 0,0 0 0,0-1 0,0 1 0,0-1 0,1 1 0,0 0 0,0-1 0,0 1 0,0-1 0,1 0 0,0 1-1,2 4 1,-1-4-194,1 0 0,-1-1 0,1 1-1,0-1 1,0 0 0,0 0-1,1 0 1,-1 0 0,1-1-1,0 0 1,0 0 0,0 0-1,1 0 1,-1-1 0,1 0 0,-1 0-1,1-1 1,-1 1 0,1-1-1,0-1 1,0 1 0,6-1-1,2 0-1520,-1-1 0,0-1 0,0 0 1,0-1-1,0-1 0,-1 0 0,1 0 0,18-11 0,-10 5 1062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5.7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64 176 44,'-11'2'417,"7"-1"223,0-1-1,1 1 1,-1 0 0,0 0 0,0 0-1,0 1 1,1 0 0,-5 1 0,32 0 3681,-14-6-4096,0-1-1,0 1 1,-1-2-1,1 1 1,-1-1-1,-1-1 1,15-11-1,-19 15-224,-1-1-1,0 0 0,0 0 1,0-1-1,0 1 0,0-1 0,-1 0 1,0 1-1,3-7 0,-4 8 12,0 0 1,-1 0-1,0 0 0,1 1 0,-1-1 0,0 0 1,0 0-1,0 0 0,0 0 0,0 1 0,0-1 1,-1 0-1,1 0 0,0 0 0,-1 1 0,0-1 0,1 0 1,-1 1-1,0-1 0,0 0 0,0 1 0,0-1 1,-1-1-1,0 1 7,0 0-1,0 1 1,0-1 0,0 0 0,-1 1 0,1-1-1,0 1 1,-1 0 0,1 0 0,-1 0 0,1 0-1,-1 0 1,1 1 0,-1-1 0,0 1 0,1-1-1,-1 1 1,0 0 0,1 0 0,-1 0 0,0 0-1,1 1 1,-1-1 0,0 1 0,1 0 0,-1 0-1,1 0 1,-1 0 0,1 0 0,-1 0 0,1 0-1,0 1 1,0 0 0,-3 2 0,-1-1-12,2 1 1,-1 0-1,0 0 0,1 0 1,0 0-1,-1 1 0,2 0 1,-1 0-1,1 0 0,-1 0 1,1 0-1,1 1 0,-1-1 1,-2 9-1,4-11-55,1 1 0,-1-1-1,0 0 1,1 1 0,0-1 0,0 0 0,0 1 0,0-1-1,0 0 1,1 1 0,-1-1 0,1 0 0,0 1-1,0-1 1,0 0 0,0 0 0,1 0 0,-1 0 0,1 0-1,0 0 1,0 0 0,0-1 0,0 1 0,1-1 0,-1 1-1,0-1 1,1 0 0,0 0 0,0 0 0,-1 0 0,1 0-1,0-1 1,0 0 0,1 1 0,4 0 0,1 0-517,1 0 0,-1-1 1,1 0-1,-1-1 1,1 0-1,0 0 0,-1-1 1,1 0-1,0-1 1,-1 0-1,12-5 0,-2 1-46,0-2 0,-1 0 0,0-1 0,-1-1 0,32-24 0,-42 30 681,-1-1 1,-1 0 0,1-1-1,-1 1 1,0-1-1,0 0 1,-1 0 0,1-1-1,-1 1 1,-1-1 0,1 0-1,-1 0 1,-1 0 0,1-1-1,-1 1 1,0-1 0,-1 1-1,1-12 1,-1 18-10,-1 0-1,0 0 1,0 0 0,0 1-1,0-1 1,0 0 0,0 0-1,-1 0 1,1 1 0,0-1-1,0 0 1,0 0 0,-1 1-1,1-1 1,-1 0 0,1 0-1,0 1 1,-1-1 0,1 1-1,-1-1 1,1 0 0,-1 1 0,0-1-1,1 1 1,-1-1 0,1 1-1,-1-1 1,0 1 0,0 0-1,0-1 1,-1 1 39,0-1 0,0 1-1,0 0 1,0 0 0,0 1 0,1-1 0,-1 0-1,0 1 1,0-1 0,0 1 0,1-1 0,-4 3 0,-1-1 188,1 1 1,0 0 0,-1 1 0,1-1 0,0 1 0,1 0 0,-7 7 0,9-9-189,0 0-1,1 0 1,-1 0-1,1 1 1,0-1-1,0 0 1,0 1-1,0-1 1,0 1-1,1-1 1,-1 1-1,1-1 1,-1 1-1,1-1 0,0 1 1,0 0-1,0-1 1,0 1-1,0-1 1,1 1-1,-1-1 1,1 1-1,0-1 1,0 1-1,0-1 1,2 4-1,2 2 213,1-1-1,0 0 1,1 0 0,-1-1-1,1 1 1,9 4 0,-10-6 57,0-1 1,-1 1-1,1 0 1,-1 1-1,0-1 1,0 1-1,7 12 1,-12-17-318,0 0 0,0 1-1,0-1 1,0 1 0,0-1 0,0 0 0,-1 1 0,1-1 0,0 0 0,-1 1-1,0-1 1,1 0 0,-1 0 0,0 1 0,1-1 0,-1 0 0,0 0 0,0 0-1,0 0 1,0 0 0,0 0 0,0 0 0,-1 0 0,-34 28 41,27-22-38,-8 7 883,4 0-4891,13-14 3829,0 0 1,0 0-1,-1 0 1,1 0-1,0 0 1,0 1-1,-1 0-746,1-1 746,0 0 1,0 0-1,0 0 1,0 0-1,0 1 1,0-1-1,0 0 1,0 0-1,0 0 1,0 1-1,0-1 1,0 0-1,0 0 1,0 0-1,0 0 1,0 1-1,0-1 1,0 0-1,0 0 1,0 0-1,0 1 1,0-1-1,0 0 1,0 0-1,0 0 1,0 0-1,0 1 1,1-1-1,0 0-497,20-4-4510,25-17 2764,-18 7 1921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6.1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99 64,'7'-8'374,"29"-33"1517,-35 39-1567,0 1-1,0 0 1,0 0 0,0 0 0,-1-1 0,1 1-1,0 0 1,-1-1 0,1 1 0,-1-1-1,1 1 1,-1-1 0,0 1 0,1-1 0,-1 1-1,0-1 1,0 1 0,0-1 0,0 1-1,0-1 1,-1 1 0,1-1 0,0 1 0,-1-1-1,1 1 1,-1 0 0,1-1 0,-2-1-1,0 2-143,1 0 0,-1 0 0,1 1-1,-1-1 1,0 0 0,1 1 0,-1-1 0,0 1-1,0 0 1,1 0 0,-1-1 0,0 1-1,0 0 1,0 1 0,1-1 0,-1 0-1,0 0 1,0 1 0,1-1 0,-1 1-1,0-1 1,1 1 0,-1 0 0,1 0 0,-1 0-1,1 0 1,-1 0 0,1 0 0,-1 0-1,0 2 1,-45 35 876,47-37-1018,-3 0-12,1 1 1,0 0-1,0 0 0,0 0 0,0 1 1,0-1-1,0 0 0,1 1 1,-1-1-1,1 1 0,-1 0 0,1-1 1,0 1-1,0 0 0,0 0 1,1 0-1,-1 0 0,1-1 0,-1 1 1,1 0-1,0 0 0,0 0 1,0 0-1,1 0 0,-1 0 0,1 0 1,-1 0-1,1 0 0,2 3 1,0-2-14,0 1 0,0-1 0,0-1 0,1 1 1,-1 0-1,1-1 0,0 0 0,0 0 1,1 0-1,-1 0 0,1-1 0,-1 1 1,1-1-1,0 0 0,0-1 0,5 2 0,21 4 55,-22-6-51,-1 1 0,0 0-1,0 0 1,0 1 0,0 0 0,-1 0 0,12 7-1,-19-10-12,1 1-1,-1-1 0,0 0 0,0 0 0,0 0 1,1 1-1,-1-1 0,0 0 0,0 0 0,0 1 0,0-1 1,0 0-1,0 0 0,1 1 0,-1-1 0,0 0 0,0 1 1,0-1-1,0 0 0,0 0 0,0 1 0,0-1 1,0 0-1,0 1 0,0-1 0,0 0 0,0 0 0,-1 1 1,1-1-1,0 0 0,0 0 0,0 1 0,0-1 0,0 0 1,-1 0-1,1 1 0,0-1 0,0 0 0,-14 13 82,-19 6-75,32-19-15,-79 37-2598,56-28-1278,-1-1-1,0-1 1,-31 5-1,45-12 2745,5-3 617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6.6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20 60,'7'-10'649,"-7"0"4968,-9 12-119,1 8-5106,2-1 14,0 1-1,1 1 0,1-1 0,-1 1 0,2-1 0,-1 1 0,-3 22 1,7-30-397,0 0 0,-1 0 0,1 0 1,0 0-1,1 0 0,-1 0 0,0 0 1,1 0-1,0 0 0,-1 0 0,1 0 1,0-1-1,1 1 0,-1 0 0,0-1 1,1 1-1,0-1 0,-1 1 0,1-1 1,0 0-1,0 1 0,0-1 0,1 0 1,-1-1-1,0 1 0,1 0 0,-1-1 1,1 1-1,0-1 0,-1 0 0,1 0 1,0 0-1,0 0 0,0 0 1,5 0-1,1 1-5,0-1 1,-1-1 0,1 0-1,0 0 1,-1-1 0,18-2 0,-21 2-6,-1 0 1,1-1 0,0 1 0,0-1 0,-1 0 0,1 0 0,-1 0 0,0-1 0,0 1 0,1-1-1,-2 0 1,1-1 0,5-4 0,-9 8-1,1-1-1,-1 0 1,1 1-1,-1-1 1,1 0-1,-1 0 0,0 1 1,1-1-1,-1 0 1,0 0-1,0 0 1,1 0-1,-1 1 1,0-1-1,0 0 1,0 0-1,0 0 1,0 0-1,0 0 1,0 1-1,0-1 1,-1 0-1,1 0 1,0 0-1,0 0 1,-1 1-1,1-1 1,-1 0-1,0-1 1,-26-18-244,-39-3-1713,65 22 1811,-38-5-2723,31 5 1768,0 1 0,0-2 0,0 1 0,0-1 0,1 0-1,-1-1 1,0 0 0,-7-4 0,11 3 548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2:37.0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72 64,'45'-21'1255,"-37"18"-262,0 1 0,1-1 0,-1 1 0,1 1 0,13-1 0,-14 2-436,0 0 0,-1 1 0,1 0 0,-1 1 0,1 0 1,-1 0-1,1 0 0,-1 1 0,0 0 0,0 0 0,-1 1 0,1 0 1,6 5-1,4 3 43,0 1 0,0 1 0,-2 1 1,0 0-1,0 0 0,17 26 0,-32-41-572,0 1-1,0-1 0,0 0 0,0 0 0,0 0 1,0 0-1,0 0 0,0 1 0,0-1 0,0 0 1,0 0-1,0 0 0,0 0 0,0 0 0,0 0 1,0 1-1,0-1 0,0 0 0,0 0 0,0 0 0,0 0 1,0 0-1,1 0 0,-1 0 0,0 1 0,0-1 1,0 0-1,0 0 0,0 0 0,0 0 0,1 0 1,-1 0-1,0 0 0,0 0 0,0 0 0,0 0 1,0 0-1,0 0 0,1 0 0,-1 0 0,0 0 1,0 0-1,0 0 0,0 0 0,0 0 0,1 0 0,-1 0 1,0 0-1,0 0 0,0 0 0,0 0 0,0 0 1,0 0-1,1 0 0,-1 0 0,0 0 0,0-1 1,0 1-1,0 0 0,0 0 0,0 0 0,0 0 1,1 0-1,-1 0 0,0 0 0,0-1 0,0 1 1,1-15 594,-5-18-331,-1-16 3,4 35-603,0 1-1,-1 0 1,0-1-1,-7-20 1,9 33-77,-1 0 1,0 0-1,0 0 0,1 0 1,-1 0-1,0 0 0,0 0 0,0 1 1,0-1-1,0 0 0,0 0 1,-1 1-1,1-1 0,0 1 1,0-1-1,0 1 0,-1-1 1,1 1-1,0 0 0,0-1 1,-1 1-1,1 0 0,0 0 1,-1 0-1,1 0 0,0 0 1,-1 0-1,-1 1 0,3-1 161,-1 0 0,0 0-1,0 0 1,0 0 0,0 0 0,1 0-1,-1 1 1,0-1 0,0 0 0,0 1-1,1-1 1,-1 0 0,0 1 0,0-1-1,1 1 1,-1-1 0,0 1-1,1-1 1,-1 1 0,1-1 0,-1 1-1,1 0 1,-1-1 0,1 1 0,-1 0-1,1 0 1,-1-1 0,1 1 0,0 0-1,0 0 1,-1-1 0,1 1 0,0 0-1,0 0 1,0 0 0,0 0 0,0-1-1,0 1 1,0 1 0,6 10-340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0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203 165 44,'0'-7'312,"0"-1"-1,1 0 1,0 1-1,1-1 1,0 1-1,0-1 1,0 1 0,1 0-1,0 0 1,0 0-1,1 0 1,0 1-1,0-1 1,1 1 0,7-9-1,-11 14-228,0 0 1,1 0-1,-1 0 0,-1 0 1,1 0-1,0 0 0,0-1 1,0 1-1,-1 0 0,1-1 0,0 1 1,-1-1-1,1 1 0,-1-1 1,0 1-1,0-1 0,1 1 1,-1-1-1,0 1 0,0-1 1,-1-2-1,1 3-25,-1 0 0,0 0 0,0 1 0,0-1 0,1 0-1,-1 0 1,0 1 0,0-1 0,0 1 0,0-1 0,0 1 0,0-1 0,0 1 0,0 0 0,-1-1 0,1 1 0,0 0 0,0 0 0,0 0 0,0 0 0,-2 0-1,-6 0 57,-1 1 0,1 0 0,0 0-1,0 1 1,-15 5 0,18-5-111,0 1 1,-1 0-1,1 0 1,0 1-1,1 0 1,-1 0-1,1 0 1,-1 0-1,1 1 1,1 0-1,-1 0 1,-6 9-1,10-12-1,0 1 1,-1-1-1,1 1 0,0-1 0,0 1 0,0-1 0,0 1 0,1 0 0,-1-1 0,1 1 0,0 0 0,0 0 0,0-1 0,0 1 0,0 0 1,0 0-1,1-1 0,-1 1 0,1 0 0,0-1 0,0 1 0,0-1 0,0 1 0,0-1 0,0 1 0,1-1 0,0 0 0,-1 1 0,1-1 1,0 0-1,0 0 0,0 0 0,2 1 0,36 26 94,-33-25-13,1 1 1,-1 0-1,0 1 1,-1-1-1,1 1 0,-1 0 1,7 10-1,-12-14-30,-1-1-1,1 0 0,-1 1 1,0-1-1,0 1 0,0-1 1,0 1-1,0-1 0,0 0 1,0 1-1,0-1 0,-1 1 1,1-1-1,0 0 0,-1 1 1,1-1-1,-1 0 0,0 1 1,1-1-1,-1 0 0,0 0 1,0 1-1,0-1 0,0 0 1,0 0-1,0 0 0,0 0 1,0 0-1,0-1 0,0 1 1,-2 1-1,-45 29 759,41-28-685,-37 20 148,28-15-258,0 0 0,0 1 0,-29 23 0,57-33-133,-1-1 0,0 0 0,0-1 1,12-4-1,28-12-137,-28 12 266,-1-1 1,0-2-1,0 0 1,0-1-1,-2-1 1,26-19-1,-43 34 70,-1 1 0,0-1-1,0 1 1,0 0 0,0-1 0,-1 1-1,1 0 1,-1 0 0,0 0 0,1 8 0,8 23-62,-3-19-168,10 20 276,-4-14-3042,-22-45-5894,4 7 7941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1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25 40,'0'-1'102,"1"0"-1,-1 0 1,0 0 0,0 0-1,0 1 1,0-1 0,1 0-1,-1 0 1,0 0 0,1 1-1,-1-1 1,1 0 0,-1 1-1,1-1 1,-1 0 0,1 1-1,-1-1 1,1 0 0,0 1-1,-1-1 1,1 1 0,0-1-1,0 1 1,-1 0 0,1-1-1,1 0 1,-1 2-10,0-1-1,0 0 1,0 0-1,0 1 1,0-1-1,-1 1 1,1-1-1,0 1 1,0-1-1,0 1 1,-1-1-1,1 1 1,0 0-1,-1-1 1,1 1-1,-1 0 1,1-1-1,0 1 1,-1 0 0,1 1-1,0 0 84,1 0 0,-1 0 0,0 1-1,0-1 1,0 1 0,-1-1 0,1 0 0,0 1 0,-1 0 0,0-1-1,1 1 1,-1-1 0,0 1 0,0-1 0,-1 1 0,1-1 0,0 1-1,-1-1 1,-1 5 0,1-5-48,1-1 0,-1 0 1,1 1-1,-1-1 0,0 0 0,0 0 0,1 0 0,-1 0 0,0 0 1,0 0-1,0 0 0,0 0 0,0 0 0,0 0 0,0 0 0,-1-1 1,1 1-1,0-1 0,0 1 0,-1 0 0,1-1 0,0 0 0,-1 1 1,1-1-1,0 0 0,-1 0 0,1 0 0,0 0 0,-1 0 0,1 0 1,0 0-1,-2 0 0,2-1-109,0 0-1,0 0 1,1-1 0,-1 1-1,0 0 1,1 0 0,-1 0 0,1 0-1,0-1 1,-1 1 0,1 0 0,0 0-1,0-1 1,-1 1 0,1 0 0,0 0-1,0-1 1,0 1 0,1 0 0,-1-1-1,0 1 1,0 0 0,1 0-1,-1-1 1,1 1 0,-1 0 0,1 0-1,-1 0 1,1 0 0,0 0 0,0 0-1,-1 0 1,1 0 0,1-1 0,2-3-585,-1 1 0,1-1 0,0 1 0,1 0 0,-1 0 1,1 0-1,0 1 0,8-5 0,-11 6 235,0 1 0,1 0-1,-1 0 1,0 0 0,1 0-1,-1 0 1,1 0 0,-1 0 0,1 1-1,0 0 1,-1-1 0,1 1-1,-1 0 1,1 0 0,0 0-1,-1 1 1,1-1 0,0 1 0,-1-1-1,1 1 1,2 1 0,4 7-221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1.9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33 103 16,'-18'-29'2804,"4"0"4223,51 79-2962,-26-29-3584,-1 1-1,0 1 1,-2 0-1,6 28 1,-16-58 493,1 1-894,-1 1 0,1-1 0,0 0 0,0 0 1,0 1-1,1-1 0,1-8 0,1-4-38,2 0-1,0 0 1,8-19-1,-9 30-42,0 0 1,0 0 0,1 0-1,-1 0 1,2 1-1,-1 0 1,1 0 0,0 0-1,11-11 1,-15 17-1,0-1-1,0 0 1,0 0 0,0 1 0,0-1 0,0 1 0,0-1 0,0 1 0,0-1 0,0 1-1,0 0 1,0 0 0,1-1 0,-1 1 0,0 0 0,0 0 0,0 0 0,0 0 0,0 0 0,1 0-1,-1 1 1,0-1 0,0 0 0,0 0 0,2 2 0,-1-1-3,1 1 0,-1-1 1,0 1-1,1 0 0,-1 0 1,0 0-1,0 1 0,0-1 1,-1 0-1,3 3 0,3 8-8,-1 0-1,1 0 1,3 16 0,-9-27 12,21 74 378,-7-19-2483,-2-21-5401,-12-35 7089,0 0 0,-1 0-1,1 0 1,0 0 0,0 0 0,0 0 0,0 0-1,0 0 1,0 0 0,0 0 0,1-1-1,-1 1 1,0 0 0,0-1 0,1 1 0,-1-1-1,2 1 1,6 1-521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2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87 52,'0'-4'262,"0"0"-1,-1 0 1,1 0 0,-1 0-1,0 0 1,0 0 0,0 1-1,0-1 1,-1 0 0,0 1-1,1-1 1,-1 1 0,0-1-1,-1 1 1,1 0 0,-1 0-1,1 0 1,-1 0 0,0 1-1,0-1 1,0 1 0,-5-3-1,6 4-91,-1 0-1,1 0 0,-1 0 0,1 0 1,-1 0-1,1 1 0,-1 0 0,0-1 1,1 1-1,-1 0 0,0 0 0,1 0 0,-1 1 1,1-1-1,-1 1 0,0-1 0,1 1 1,-1 0-1,1 0 0,0 0 0,-1 0 1,1 0-1,0 1 0,0-1 0,-1 1 1,1 0-1,0-1 0,1 1 0,-1 0 0,0 0 1,0 0-1,1 0 0,-3 5 0,-1 0-114,1 0-1,0 1 1,0 0-1,1 0 0,0 0 1,0 0-1,1 0 1,0 1-1,0-1 0,1 1 1,0-1-1,1 1 1,0-1-1,1 13 0,0-17-34,-1 1 1,1-1-1,0 1 0,1-1 0,-1 0 0,1 0 1,0 1-1,0-1 0,0 0 0,0-1 0,1 1 0,-1 0 1,1-1-1,0 1 0,0-1 0,1 0 0,-1 0 0,1 0 1,-1 0-1,1-1 0,0 0 0,0 1 0,0-1 0,0-1 1,0 1-1,1-1 0,-1 1 0,9 0 0,0-1-36,-1 0 0,1-1 0,0 0 0,0-2 0,0 1 0,0-1 0,-1-1 0,1 0 0,-1-1 0,0-1 0,0 0 0,19-10 0,-23 11 5,0 0 1,-1-1-1,1 0 0,-1 0 1,0-1-1,0 0 0,0 0 0,-1-1 1,0 0-1,0 0 0,-1 0 1,0-1-1,0 1 0,-1-1 1,0 0-1,0-1 0,-1 1 1,4-16-1,-7 21 12,1-1 1,-1 1-1,0 0 1,0 0 0,0 0-1,-1 0 1,1 0-1,-1 0 1,0 0-1,1 0 1,-1 0-1,-1 1 1,1-1 0,0 0-1,-1 0 1,1 1-1,-1-1 1,0 1-1,0-1 1,0 1-1,0 0 1,0 0 0,0 0-1,-1 0 1,1 0-1,-4-2 1,5 4-3,-1-1 1,1 1 0,-1-1-1,1 1 1,-1-1 0,1 1-1,-1 0 1,0-1-1,1 1 1,-1 0 0,1 0-1,-1 0 1,1 1 0,-1-1-1,0 0 1,1 0-1,-1 1 1,1-1 0,-1 1-1,-1 0 1,1 1-2,0-1 0,0 1 0,1 0 0,-1-1 1,0 1-1,0 0 0,1 0 0,-1 0 0,1 0 0,0 0 0,-1 1 0,1-1 0,0 0 1,0 1-1,1-1 0,-2 4 0,1-1 15,0 0 1,0 0-1,0 1 0,1-1 1,-1 0-1,1 0 0,1 0 1,-1 0-1,1 1 1,0-1-1,0 0 0,0 0 1,1 0-1,2 7 0,0-5-357,0-1-1,0 1 1,1 0-1,-1-1 0,1 0 1,1 0-1,-1-1 0,13 10 1,-7-7-464,1 0 0,0-1 0,0 0 0,1-1 0,0-1 1,0 0-1,0 0 0,1-1 0,-1-1 0,22 2 0,6-4 32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3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74 156,'-3'-38'4318,"-10"2"4825,20 53-8423,0-1-1,-1 1 0,7 33 1,2 4-2185,6-3-4436,-21-50 5745,0-1-1,0 1 0,1 0 0,-1-1 0,0 1 0,0-1 0,1 1 0,-1-1 0,1 1 0,-1 0 0,0-1 0,1 1 0,-1-1 1,1 0-1,-1 1 0,1-1 0,0 1 0,-1-1 0,1 0 0,-1 1 0,1-1 0,-1 0 0,1 0 0,0 0 0,-1 1 0,1-1 0,0 0 1,-1 0-1,1 0 0,0 0 0,-1 0 0,1 0 0,0 0 0,-1 0 0,1 0 0,0-1 0,-1 1 0,1 0 0,0 0 0,-1 0 0,1-1 1,-1 1-1,1 0 0,-1-1 0,1 1 0,-1-1 0,1 1 0,-1 0 0,1-1 0,-1 1 0,1-1 0,-1 0 0,1 0 0,6-11-410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4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33 56,'6'-28'1292,"-5"24"821,-4 10-193,-4 10-1156,5-12-516,0 1 1,0-1 0,-1 1 0,1-1 0,-1 0-1,0 0 1,0 0 0,0 0 0,-1-1 0,0 1-1,1-1 1,-1 0 0,0 0 0,0 0 0,-1-1-1,-4 3 1,8-5-238,1 1 0,0-1 1,0 0-1,-1 0 0,1 0 0,0 0 0,-1 0 0,1 0 0,0 0 0,-1 0 0,1 0 0,0 0 0,0 0 1,-1-1-1,1 1 0,0 0 0,0 0 0,-1 0 0,1 0 0,0 0 0,-1 0 0,1-1 0,0 1 1,0 0-1,0 0 0,-1 0 0,1-1 0,0 1 0,0 0 0,0 0 0,0-1 0,-1 1 0,1 0 0,0 0 1,0-1-1,0 1 0,0 0 0,0-1 0,0 1 0,0 0 0,0-1 0,4-17-1122,-3 15 504,0 0 0,1 1 0,-1-1 1,1 0-1,0 1 0,0-1 0,0 1 1,0-1-1,0 1 0,4-4 0,11 5-1914,-8 4 2020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4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0 163 40,'11'-72'5036,"4"-19"8102,-5 104-11421,1 13-1592,92 280 23,-64-174-7253,-35-120-2471,-6-21 5316,0 0 5308,-3-5-1355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4.8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38 134 20,'-12'-8'168,"3"2"120,2-3 156,2 5 168,3-2 164,0 2 124,4-3 48,7 3-60,0-2-119,12-2-149,5 1-176,4 1-372,5 2-1000,3-5-601,1 3-39,3-4 232,2-5 380,5 0 432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5.1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80 8,'-23'-44'2553,"21"40"-1831,0 0 0,-1 1 0,1 0 0,-1-1 0,0 1 0,1 0 0,-1 1 0,-1-1 0,-4-3 0,12 40 893,25 91-1504,-18-83-2743,0-2-3643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5.5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21 20,'1'0'25,"-1"0"-1,0 0 1,0 0 0,0 0-1,0 0 1,1 0 0,-1 1-1,0-1 1,0 0 0,0 0-1,0 0 1,1 0 0,-1 0-1,0 0 1,0 0 0,0 0-1,1 0 1,-1 0 0,0 0-1,0 0 1,0 0 0,1 0-1,-1 0 1,0 0 0,0 0-1,0 0 1,0 0 0,1 0-1,-1-1 1,0 1 0,0 0-1,0 0 1,0 0 0,1 0-1,-1 0 1,0 0 0,0-1-1,0 1 1,0 0 0,0 0-1,0 0 1,1 0 0,-1 0-1,0-1 1,0 1 0,0 0-1,0 0 1,0 0 0,0-1-1,0 1 1,0 0 0,0 0-1,0 0 1,0-1 0,0 1-1,0 0 1,0 0 0,0 0-1,0 0 1,0-1 0,0 1-1,0 0 1,0 0 0,0 0-1,0-1 1,-1 1 0,1 0-1,0 0 1,11 17 2901,-9 3 456,-2-19-3300,-1-1 1,1 1-1,-1-1 0,1 0 1,0 1-1,-1-1 0,1 0 0,-1 1 1,1-1-1,-1 0 0,0 0 0,1 1 1,-1-1-1,1 0 0,-1 0 1,1 0-1,-1 0 0,1 0 0,-1 0 1,0 0-1,1 0 0,-1 0 0,1 0 1,-1 0-1,0 0 0,1 0 1,-1 0-1,1-1 0,-1 1 0,1 0 1,-1 0-1,1-1 0,-1 1 1,1 0-1,-1-1 0,0 0 0,1 1-105,-1-1 0,0 1 0,0-1-1,0 1 1,1-1 0,-1 0 0,0 0-1,1 1 1,-1-1 0,1 0 0,-1 0-1,1 0 1,-1 0 0,1 1 0,-1-1-1,1 0 1,0 0 0,0 0 0,-1 0-1,1 0 1,0 0 0,0 0 0,0 0-1,0 0 1,0 0 0,0 0 0,0 0-1,0 0 1,1 0 0,-1 0 0,0 0-1,1 0 1,-1 0 0,0 0-1,1 0 1,-1 1 0,1-1 0,0-1-1,0 1-248,0-1-1,0 1 1,0 0-1,-1 0 1,1 0 0,0 0-1,0 0 1,1 0-1,-1 0 1,0 0-1,0 0 1,0 0-1,1 1 1,-1-1-1,0 0 1,0 1-1,1-1 1,-1 1-1,1 0 1,-1-1-1,0 1 1,1 0-1,-1 0 1,1 0-1,-1 0 1,1 0-1,-1 0 1,1 0-1,-1 1 1,2-1-1,10 7-776,3 3 474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5.8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35 8,'-2'-2'341,"0"-1"1,-1 0-1,1 0 0,-1 1 0,0-1 1,0 1-1,0 0 0,0 0 1,0 0-1,-1 0 0,1 1 1,0-1-1,-1 1 0,1 0 0,-1 0 1,0 0-1,1 1 0,-1-1 1,1 1-1,-1 0 0,0 0 1,0 0-1,-5 1 0,5-1-92,-1 0 0,1 1 0,0-1-1,0 1 1,0 0 0,0 1 0,0-1 0,1 0-1,-1 1 1,0 0 0,0 0 0,1 0 0,-1 1-1,1-1 1,0 1 0,0-1 0,0 1-1,0 0 1,0 0 0,-3 7 0,5-9-218,0 1 0,1-1 0,-1 0 1,1 1-1,0-1 0,0 1 0,-1-1 0,1 1 1,0-1-1,0 1 0,0-1 0,1 1 0,-1-1 1,0 0-1,0 1 0,1-1 0,-1 1 0,1-1 0,-1 0 1,1 1-1,0-1 0,0 2 0,2 0 0,0 1 0,0-1-1,0 0 1,0 0 0,0 0-1,1 0 1,5 3 0,6 2 5,1 0 0,29 10 0,-31-13-22,-8-3 8,0 0 1,0 0-1,0 0 1,0 1-1,0 0 1,-1 0-1,8 5 1,-13-7-10,0-1 1,1 1 0,-1 0-1,0-1 1,0 1-1,0 0 1,0-1 0,0 1-1,0 0 1,0-1-1,0 1 1,0 0 0,0-1-1,0 1 1,0-1 0,-1 1-1,1 0 1,0-1-1,0 1 1,-1-1 0,1 1-1,0 0 1,-1-1-1,1 1 1,-1-1 0,1 1-1,0-1 1,-1 1 0,1-1-1,-1 0 1,0 1-1,1-1 1,-1 0 0,1 1-1,-1-1 1,-1 1-1,-24 14 279,24-14-265,-31 15 111,-19 11-770,22-5-3959,47-28-4974,-3-2 8848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6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163 400 20,'5'-2'170,"47"-30"1216,-50 32-1144,-1-1 0,1 0 1,-1 0-1,1 0 1,-1 0-1,0-1 0,1 1 1,-1 0-1,0-1 1,0 1-1,0 0 0,0-1 1,0 0-1,0 1 1,-1-1-1,1 1 1,0-1-1,-1 0 0,1 1 1,-1-1-1,0 0 1,1 0-1,-1 0 0,0 1 1,0-1-1,0 0 1,0 0-1,-1-2 0,0 2-19,-1 1-1,1-1 1,-1 1-1,1-1 0,-1 1 1,0 0-1,0 0 1,1 0-1,-1 0 0,0 0 1,0 0-1,0 0 0,0 0 1,0 1-1,0-1 1,0 1-1,0 0 0,0-1 1,-1 1-1,1 0 0,0 0 1,0 0-1,0 1 1,0-1-1,0 0 0,0 1 1,0 0-1,-3 0 1,-58 20 1130,52-15-1240,1-1 0,0 1 0,0 1 1,0 0-1,1 0 0,0 1 0,-10 12 0,15-17-109,1 0 0,0 1 0,1-1 0,-1 1 0,0 0 0,1 0 0,0 0 0,0 0 0,0 0 0,1 0 0,-1 1 0,1-1 0,0 0 0,0 1 0,1-1 0,-1 1 0,1 0 0,0-1 0,0 1 0,1-1 0,1 9 0,-2-11-3,1-1 0,-1 1 0,1 0 0,0-1 0,0 1 1,0 0-1,0-1 0,0 1 0,0-1 0,0 0 0,0 1 0,0-1 0,1 0 0,-1 0 1,0 1-1,1-1 0,-1 0 0,1 0 0,0-1 0,-1 1 0,1 0 0,2 0 0,0 0 5,-1-1 0,1 1 0,-1-1 0,1 0 0,-1-1 0,1 1 0,-1 0 0,1-1 0,-1 0 0,0 0 0,4-1 0,2-1 6,-1-1-1,0 0 1,0 0 0,-1-1 0,1 0-1,-1 0 1,0 0 0,9-11 0,-8 6-7,0-1 0,-1-1 0,0 1 0,9-24-1,-5 10 2,-11 25-5,1-1 0,-1 1 0,1-1 0,-1 1-1,1 0 1,-1-1 0,1 1 0,-1 0 0,1 0 0,-1-1-1,1 1 1,-1 0 0,1 0 0,-1 0 0,1-1-1,-1 1 1,1 0 0,-1 0 0,1 0 0,0 0 0,-1 0-1,1 0 1,-1 0 0,1 1 0,-1-1 0,1 0 0,-1 0-1,1 0 1,0 0 0,-1 1 0,1-1 0,-1 0-1,1 1 1,-1-1 0,0 0 0,1 1 0,-1-1 0,1 0-1,-1 1 1,0-1 0,1 1 0,-1-1 0,0 1 0,1-1-1,-1 2 1,29 31-16,-15-16 0,-9-13 13,-1 0-1,1-1 0,0 1 1,0-1-1,0 0 0,0 0 1,0 0-1,1-1 0,-1 0 1,1 0-1,0 0 0,-1-1 1,1 0-1,0 0 0,0 0 1,0-1-1,0 0 0,0 0 1,0-1-1,0 1 0,-1-1 1,1 0-1,0-1 0,0 0 1,6-2-1,-5 0-1,0 0-1,0 0 1,0 0 0,-1-1-1,0 0 1,1 0-1,-2-1 1,1 1 0,-1-1-1,0-1 1,0 1 0,0-1-1,-1 0 1,0 0 0,-1 0-1,0 0 1,0-1 0,3-9-1,-2 0 0,-1 0-1,0-1 0,-1 1 1,-1-1-1,0 1 1,-2-1-1,-3-23 0,3 31 4,-1 0-1,0 1 0,0-1 1,-1 0-1,-1 1 0,1 0 1,-1 0-1,-1 0 1,0 0-1,0 1 0,-1 0 1,0 0-1,0 0 0,-11-9 1,15 15 1,1 1 1,-1-1 0,0 1 0,1-1-1,-1 1 1,0 0 0,0 0 0,0 0 0,0 0-1,0 0 1,0 0 0,0 1 0,0-1-1,0 1 1,0-1 0,0 1 0,-1 0-1,1 0 1,0 0 0,0 0 0,-3 0 0,3 1-1,0 0 0,1 0 1,-1 0-1,1 0 1,-1 1-1,1-1 0,-1 0 1,1 1-1,-1-1 1,1 1-1,0-1 1,0 1-1,0 0 0,0-1 1,0 1-1,0 0 1,1 0-1,-2 3 0,-1 4 0,1 1-1,0 0 0,1 1 0,0-1 0,0 0 0,1 0 0,2 16 0,4 9 129,1-1-1,1 0 1,2 0 0,26 58-1,-27-73-504,1-1-1,1 0 1,23 29-1,-25-37-789,1 0 0,0 0 0,0-1-1,1 0 1,0-1 0,18 11-1,-24-17 523,0 0 0,0 0 0,0 0 0,0 0 0,0-1 0,1 0 0,-1 0-1,1 0 1,-1-1 0,10 0 0,9-5-266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7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61 160,'-28'-11'1900,"14"1"4579,17 10-6263,0 0 1,0 1 0,0-1-1,0 1 1,0-1-1,0 1 1,0 0 0,-1 0-1,1 1 1,0-1-1,-1 0 1,1 1-1,0 0 1,2 2 0,36 30 1026,-37-31-989,5 6-2,0-1 0,-1 1-1,0 0 1,-1 1 0,1-1 0,-2 2 0,0-1 0,0 1 0,-1 0 0,0 0 0,-1 0 0,0 1 0,4 22 0,-12-21 671,4-13-905,0 0-1,0 0 1,-1-1 0,1 1-1,0 0 1,-1 0 0,1 0-1,0 0 1,-1-1 0,1 1-1,0 0 1,0 0 0,-1-1-1,1 1 1,0 0 0,0 0-1,0-1 1,-1 1 0,1 0-1,0-1 1,0 1 0,0 0-1,0 0 1,0-1 0,0 1-1,0 0 1,0-1 0,0 1-1,0-1 1,0 1 0,0 0-1,0-1 1,0 1 0,0 0-1,0-1 1,0 1 0,0 0-1,0-1 1,0 1 0,1-24 100,1 0-1,1 1 1,0-1 0,9-25 0,-7 31-845,1 1 0,1 0 0,11-20 0,-8 23-2197,-10 13 2502,1 0 1,0 0-1,0 0 1,0 0-1,0 0 1,0 0-1,0 0 1,0 0-1,0 1 1,0-1-1,0 0 1,0 1-1,1-1 0,-1 1 1,0-1-1,0 1 1,1 0-1,-1-1 1,0 1-1,1 0 1,-1 0-1,0 0 1,1 0-1,-1 0 0,0 0 1,0 1-1,1-1 1,-1 0-1,2 1 1,4 3-92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7.5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90 140,'3'4'116,"0"1"233,1 0 1,-1 0-1,1 0 0,-1 0 0,1-1 0,1 0 1,6 6-1,-9-9-220,0 0 0,0 0-1,0-1 1,0 1 0,1-1 0,-1 1 0,0-1 0,0 0 0,0 1-1,0-1 1,1 0 0,-1-1 0,0 1 0,0 0 0,0-1 0,0 1-1,1-1 1,-1 0 0,0 1 0,0-1 0,0 0 0,0 0 0,-1 0-1,4-3 1,0 1 165,-1 0-1,0-1 1,0 0-1,-1 1 1,1-2-1,-1 1 1,0 0-1,0 0 1,0-1-1,0 0 1,1-5-1,-2 7-97,-1 0 0,0 0 0,1 0 0,-1 0 0,-1 0 0,1 0 0,0 0 0,-1 0 0,0 0 0,0-1 0,0 1 0,0 0 0,0 0 0,0 0 0,-1 0 0,0-1 0,0 1 0,0 0 0,-2-4 0,3 6-157,0 0 1,-1 0-1,1 1 1,-1-1 0,1 1-1,-1-1 1,1 1-1,-1-1 1,0 1-1,1-1 1,-1 1 0,0-1-1,1 1 1,-1-1-1,0 1 1,1 0 0,-1 0-1,0-1 1,0 1-1,1 0 1,-1 0-1,0 0 1,0 0 0,1 0-1,-1 0 1,0 0-1,-1 0 1,-21 13 348,18-7-373,0-1 0,1 1-1,-1-1 1,1 1 0,-5 9 0,7-11 52,0 1 0,0 0-1,1 0 1,0 0 0,-1 0 0,2 0 0,-1 0 0,0 1-1,1-1 1,1 10 0,0-9-393,0-1 0,0 1 0,1-1 0,0 1 0,0-1 1,0 0-1,1 0 0,0 0 0,0-1 0,0 1 0,1 0 0,-1-1 0,1 0 0,6 6 1,-3-4-320,1-1 1,-1 1 0,1-1 0,0-1 0,0 1 0,1-1 0,-1-1 0,1 0 0,0 0 0,0 0 0,0-1 0,1-1 0,-1 1 0,0-2-1,12 1 1,14-5 9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7.9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238 104 48,'2'-2'90,"0"0"-1,0 0 1,-1-1-1,1 1 1,-1-1 0,1 1-1,-1-1 1,0 1-1,0-1 1,0 0-1,0 0 1,-1 0 0,1 0-1,-1 1 1,1-1-1,-1 0 1,0-4 0,-1 5 148,0-1 0,1 1 1,-1 0-1,0 0 1,0 0-1,0 0 1,0 0-1,-1 0 1,1 0-1,0 1 1,-1-1-1,1 0 1,-1 1-1,0-1 1,1 1-1,-1-1 1,-4-1-1,0 0 321,1 0-1,-1 1 0,-1 0 0,1 0 0,0 0 1,-1 1-1,1 0 0,0 0 0,-1 1 1,1-1-1,-1 1 0,1 1 0,-1-1 0,-10 3 1,6 1-208,-1 0-1,1 0 1,0 1 0,0 0 0,-12 9 0,20-12-339,0-1 0,0 1 0,0 0 0,0 0 1,1 1-1,-1-1 0,0 1 0,1-1 0,0 1 0,0 0 0,0-1 0,0 1 0,0 0 0,0 1 0,1-1 1,-1 0-1,1 0 0,0 1 0,0-1 0,0 0 0,1 1 0,-1 4 0,1-7-16,1 0 1,-1 1-1,1-1 0,0 0 0,-1 0 0,1 0 0,0 0 0,0 1 1,0-1-1,-1 0 0,1-1 0,0 1 0,0 0 0,1 0 0,-1 0 1,0-1-1,0 1 0,0 0 0,0-1 0,1 1 0,-1-1 1,0 1-1,1-1 0,-1 0 0,0 0 0,1 0 0,-1 1 0,0-1 1,1 0-1,-1-1 0,0 1 0,1 0 0,-1 0 0,0 0 1,1-1-1,1 0 0,50-13-52,-39 8 21,-8 3-27,1 0-1,0 1 1,0-1-1,0 1 1,0 1-1,13-2 1,-18 3 35,1 1 1,0-1 0,0 0-1,-1 1 1,1 0-1,0 0 1,-1 0 0,1 0-1,-1 0 1,1 1-1,-1-1 1,1 1-1,-1-1 1,0 1 0,0 0-1,0 0 1,0 0-1,0 0 1,0 0 0,-1 0-1,3 5 1,9 15-1107,-11-19 474,-1 1-1,1 0 1,0-1-1,0 1 0,0-1 1,1 0-1,-1 0 1,1 0-1,-1 0 1,1 0-1,0 0 1,0-1-1,1 1 1,-1-1-1,0 0 1,1 0-1,-1 0 1,1-1-1,4 2 0,6-2-223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8.5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239 253 16,'1'-1'163,"0"0"0,1 0 0,-1 0 0,0 0 0,0 0 1,0 0-1,0 0 0,0 0 0,0 0 0,0 0 0,0-1 0,0 1 0,0 0 0,-1-1 0,1 1 0,0-1 1,-1 1-1,1-1 0,-1 1 0,0-1 0,1 1 0,-1-1 0,0 1 0,0-1 0,0 1 0,0-1 0,0 1 1,-1-1-1,1 0 0,0 1 0,-1-1 0,1 1 0,-1 0 0,1-1 0,-1 1 0,0-1 0,0 1 0,1 0 1,-1 0-1,0-1 0,0 1 0,0 0 0,-1 0 0,1 0 0,0 0 0,0 0 0,0 0 0,-1 0 0,-2-1 1,-1-1 386,-1 0 0,0 0 0,-1 1 1,1 0-1,0 0 0,-1 0 1,1 1-1,-1 0 0,0 0 1,-9 0-1,8 2-450,1 0-1,-1 1 1,1-1-1,-1 2 1,1-1 0,0 1-1,-1 0 1,1 1-1,1-1 1,-1 1 0,1 1-1,-1-1 1,1 1-1,0 0 1,1 1 0,0-1-1,-1 1 1,2 0-1,-6 7 1,8-8-105,-1-1-1,0 0 1,1 1-1,0 0 1,0-1-1,0 1 1,1 0 0,-1 0-1,1 0 1,0 0-1,1 0 1,-1 1 0,1-1-1,0 0 1,0 0-1,1 0 1,0 0-1,0 0 1,0 0 0,0 0-1,1 0 1,-1 0-1,1 0 1,1-1 0,-1 1-1,1-1 1,0 1-1,-1-1 1,7 6-1,-4-5-112,1-1-1,1 1 0,-1-1 0,1 0 0,-1 0 0,1-1 0,0 0 0,0 0 0,1-1 0,-1 1 0,0-2 0,1 1 0,-1-1 0,1 0 0,0-1 0,-1 0 0,1 0 0,0 0 0,-1-1 0,1 0 0,9-4 0,-7 4-103,-1-1-1,0-1 0,0 0 1,0 0-1,0-1 1,0 0-1,-1 0 1,1-1-1,-1 0 0,0-1 1,-1 0-1,1 0 1,-1-1-1,-1 1 0,1-2 1,8-11-1,-11 11 223,-1 0-1,0 0 1,-1 0 0,0-1-1,0 1 1,0-1-1,-1 1 1,-1-1-1,1 1 1,-1-1 0,-1 0-1,0 1 1,0-1-1,0 1 1,-5-13-1,-5-13 656,-1 0 0,-23-45 0,17 40 268,18 39-909,0-1-1,0 1 0,0-1 1,0 1-1,0-1 1,0 1-1,0-1 0,-1 1 1,1-1-1,0 1 1,0-1-1,0 1 1,-1 0-1,1-1 0,0 1 1,-1-1-1,1 1 1,0 0-1,-1-1 0,1 1 1,0 0-1,-1-1 1,1 1-1,-1 0 1,1-1-1,0 1 0,-1 0 1,1 0-1,-1 0 1,1 0-1,-2-1 0,-1 18 380,6 26 170,6-1-134,20 62-1,6-10-2711,-33-85 1336,2-1 0,-1-1 0,1 1-1,0 0 1,1-1 0,0 0-1,0 0 1,0 0 0,1-1-1,0 0 1,12 10 0,0-8 90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29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95 44,'4'5'4064,"24"31"244,-26-34-4217,0 1 0,1-1-1,-1 0 1,0 0 0,0-1 0,1 1-1,-1 0 1,1-1 0,0 1 0,-1-1-1,1 0 1,0 0 0,0 0 0,0 0-1,4 0 1,-3-1-63,1-1 0,-1 1-1,0-1 1,1 0 0,-1 0-1,0 0 1,0-1 0,0 1 0,0-1-1,0 0 1,0 0 0,0-1-1,-1 1 1,1-1 0,-1 0-1,0 0 1,0 0 0,0 0 0,0 0-1,4-6 1,2-6 449,0-1 0,-1 1 0,11-31 0,-10 24 788,-9 22-1237,0 0 0,0 0 0,0 0 0,0 1 0,0-1 1,0 0-1,0 0 0,0 0 0,0 0 0,0 1 0,1-1 1,-1 0-1,0 0 0,0 0 0,0 0 0,0 0 0,0 0 1,0 1-1,0-1 0,0 0 0,1 0 0,-1 0 1,0 0-1,0 0 0,0 0 0,0 0 0,0 0 0,0 0 1,1 0-1,-1 0 0,0 0 0,0 0 0,0 1 0,0-1 1,1 0-1,-1 0 0,0 0 0,0 0 0,0 0 0,0-1 1,0 1-1,1 0 0,-1 0 0,0 0 0,0 0 0,0 0 1,0 0-1,0 0 0,1 0 0,-1 0 0,0 0 0,0 0 1,0 0-1,0-1 0,0 1 0,0 0 0,1 0 0,-1 0 1,0 0-1,0 0 0,0 0 0,0-1 0,0 1 1,0 0-1,7 25 678,0 31-95,8 127 933,6 124 236,-20-237-1531,-3-1-1,-15 96 1,16-157-236,0-1-1,-1 1 0,0-1 0,-1 0 1,0 0-1,0 0 0,0 0 0,-1 0 1,-8 11-1,11-16-11,-1 0 0,0-1 1,0 1-1,0 0 0,0-1 1,0 1-1,0-1 0,0 0 0,0 1 1,0-1-1,-1 0 0,1-1 0,-1 1 1,1 0-1,0-1 0,-1 1 1,1-1-1,-1 1 0,1-1 0,-1 0 1,1 0-1,-1-1 0,1 1 1,-1 0-1,1-1 0,-1 1 0,1-1 1,-1 0-1,1 0 0,0 0 0,0 0 1,-1 0-1,-1-2 0,-3-2-14,0 0 0,0-1 0,1 0-1,0 0 1,0 0 0,0-1 0,1 1 0,0-1-1,0-1 1,1 1 0,-1-1 0,2 1 0,-1-1-1,1-1 1,1 1 0,-1 0 0,1 0 0,1-1 0,0 0-1,-1-13 1,1-17-571,1 0 1,2-1-1,8-43 0,-10 79 478,8-52-1711,20-226-11296,-32 161 10330,-3 61 2239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0.4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90 68,'1'-32'2209,"-2"29"-1466,1-1-1,0 1 1,-1-1 0,2 1-1,-1-1 1,0 0 0,1 1-1,-1-1 1,1 1 0,0-1-1,0 1 1,0 0 0,1-1 0,2-4-1,1 42 1660,-3 13-1880,3 38-1462,7-33-5217,-12-51 5949,0 0-1,0 0 1,1 0-1,-1 0 1,0 0-1,0 0 1,1 0-1,-1 0 1,0 0-1,1 0 1,-1 0-1,1-1 1,-1 1-1,1 0 1,0 0-1,-1 0 1,1-1-1,0 1 1,-1 0-1,1-1 1,0 1-1,0-1 1,0 1-1,-1-1 1,1 1-1,0-1 1,0 0-1,0 1 1,0-1-1,0 0 1,0 0-1,0 1 1,0-1-1,0 0 1,0 0-1,0 0 1,0 0-1,0-1 1,0 1-1,0 0 1,1-1-1,7-8-258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0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43 20,'0'-1'103,"-1"0"0,1-1 0,0 1 0,0-1 0,0 1 0,0-1 0,0 1 1,0-1-1,1 1 0,-1-1 0,0 1 0,1-1 0,-1 1 0,1 0 0,-1-1 0,1 1 0,0 0 0,0 0 0,-1-1 0,1 1 0,0 0 0,0 0 0,0 0 1,0 0-1,1 0 0,-1 0 0,0 0 0,0 0 0,0 1 0,1-1 0,-1 0 0,0 1 0,1-1 0,2 0 0,-2 1 139,0-1-1,1 1 0,0-1 1,-1 1-1,1 0 1,-1 0-1,1 0 0,-1 0 1,1 1-1,-1-1 0,1 1 1,-1 0-1,1-1 1,-1 1-1,0 0 0,1 0 1,-1 1-1,0-1 0,0 0 1,3 3-1,-5-4-195,1 0 0,-1 1 1,0-1-1,0 0 0,0 0 0,1 1 0,-1-1 0,0 0 0,0 0 1,0 1-1,0-1 0,0 0 0,0 1 0,0-1 0,1 0 1,-1 1-1,0-1 0,0 0 0,0 0 0,0 1 0,0-1 0,0 0 1,-1 1-1,1-1 0,0 0 0,0 0 0,0 1 0,0-1 1,0 0-1,0 1 0,0-1 0,-1 0 0,1 0 0,0 1 0,0-1 1,0 0-1,0 0 0,-1 0 0,1 1 0,0-1 0,0 0 1,-1 0-1,1 0 0,0 1 0,0-1 0,-1 0 0,1 0 0,0 0 1,-1 0-1,1 0 0,-25 8 1979,1-10-2705,24 2 567,-1 0 1,1 0-1,0 0 0,-1 0 0,1-1 0,0 1 0,0 0 0,-1 0 0,1-1 0,0 1 0,0 0 0,-1 0 0,1-1 0,0 1 0,0 0 0,0 0 0,0-1 0,-1 1 0,1 0 0,0-1 0,0 1 0,0 0 0,0-1 0,0 1 1,0 0-1,0-1 0,0 1 0,0 0 0,0-1 0,0 1 0,0 0 0,0-1 0,0 1 0,0 0 0,0-1 0,0 1 0,1 0 0,-1-1 0,0 1 0,0 0 0,0 0 0,1-1 0,-1 1 0,0 0 0,0 0 0,0-1 0,1 1 0,-1 0 1,0 0-1,1-1 0,0 1-101,-1-1 0,1 1 0,-1-1 0,1 1 1,0-1-1,-1 1 0,1-1 0,0 1 0,0 0 0,-1 0 1,1-1-1,0 1 0,0 0 0,-1 0 0,1 0 0,0 0 1,0 0-1,0 0 0,-1 0 0,1 0 0,0 0 1,0 0-1,0 0 0,-1 0 0,1 1 0,1-1 0,12 4-503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1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0 116 68,'19'17'7535,"-16"-13"-6996,0 0-1,0 0 0,0 1 1,-1-1-1,0 1 1,0 0-1,0-1 0,-1 1 1,1 0-1,-1 0 0,0 0 1,0 6-1,-1-11-333,2-30 162,1 20-370,0-1 0,0 1 1,1 0-1,0 0 0,1 0 0,0 1 1,0-1-1,1 1 0,0 0 0,1 1 0,0 0 1,0 0-1,16-13 0,-19 18 7,0 0 0,0 0 1,1 1-1,-1-1 0,1 1 0,-1 0 0,1 1 0,0-1 1,0 1-1,0 0 0,0 0 0,0 0 0,0 1 0,0-1 0,0 1 1,0 1-1,0-1 0,0 1 0,0 0 0,0 0 0,0 0 1,-1 0-1,1 1 0,0 0 0,-1 0 0,1 0 0,-1 1 0,1 0 1,-1 0-1,0 0 0,5 5 0,0 0 115,-1 0 0,-1 0 1,1 1-1,10 16 0,-2 12-1557,-15-35 898,-1 1 0,1-1-1,-1 0 1,0 1 0,0-1 0,0 0 0,0 1 0,0-1 0,0 0 0,0 1 0,-1-1 0,-1 4 0,2-6 414,0 1 1,0-1-1,0 1 1,0-1 0,0 0-1,0 1 1,0-1 0,0 0-1,0 1 1,0-1-1,-1 0 1,1 0 0,0 1-1,0-1 1,0 0-1,0 1 1,-1-1 0,1 0-1,0 0 1,0 1-1,-1-1 1,1 0 0,0 0-1,-1 1 1,1-1-1,0 0 1,0 0 0,-1 0-1,1 0 1,0 0-1,-1 0 1,1 1 0,0-1-1,-1 0 1,1 0-1,0 0 1,-1 0 0,1 0-1,0 0 1,-1 0-1,1 0 1,-1 0 0,1-1-1,0 1 1,-1 0 0,1 0-1,0 0 1,0 0-1,-1 0 1,1 0 0,0-1-1,-1 1 1,-2-6-562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2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17 180 36,'2'-63'2432,"-15"-28"8063,8 65-7392,8 88-1435,4 60-3525,-6-109 345,1 0 1,1 0-1,-1 0 0,2-1 1,0 1-1,11 22 0,-14-33 1318,0 0 0,0-1 0,0 1 0,0-1 0,0 0 0,0 1 0,0-1 0,0 0 0,1 0 0,-1 0 0,0 0 0,1 0 0,-1 0 0,1 0 0,-1 0 0,1 0 0,0-1 0,-1 1 0,1-1 0,0 1 0,-1-1 0,1 0 0,2 1 0,10-3-329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2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37 28,'-14'-34'1857,"9"32"717,6 22-531,46 141 2713,-17-69-3666,-28-85-959,-1-2 62,0 1 0,0-1 0,1 0 0,-1 0 0,1 0 0,1 0-1,-1-1 1,1 1 0,4 5 0,-5-11-76,0-1 1,0 0-1,-1-1 0,1 1 0,0 0 1,-1 0-1,1-1 0,-1 1 1,0-1-1,0 1 0,0-1 0,0 0 1,1-2-1,0-1-14,-1 4-92,2-6 1,1 1 1,-1 0 0,1 0 0,1 0 0,-1 0-1,9-8 1,-11 13-16,1 0-1,-1 1 0,0-1 1,1 1-1,-1 0 1,1 0-1,0 0 1,-1 0-1,1 0 0,0 0 1,0 1-1,-1-1 1,1 1-1,0 0 1,0 0-1,0 0 1,0 0-1,-1 0 0,1 1 1,0-1-1,5 3 1,-5-3-2,18 6 8,1-2 0,-1-1 1,33 2-1,-49-5-1,0 0 0,0-1 0,0 1 1,0-1-1,0 0 0,0-1 0,-1 1 0,1-1 0,7-3 0,-10 4-3,0-1-1,0 1 1,0 0 0,-1-1-1,1 0 1,0 1-1,-1-1 1,1 0 0,-1 0-1,0 0 1,0 0-1,1 0 1,-1 0 0,-1 0-1,1 0 1,0-1-1,0 1 1,-1 0 0,1 0-1,-1-1 1,0-2-1,0 2-1,0 0 0,0 0 0,0 0 0,0 0 0,-1 0 0,0 0-1,0 0 1,1 0 0,-2 0 0,1 0 0,0 0 0,0 1-1,-1-1 1,0 1 0,1-1 0,-1 1 0,0-1 0,0 1-1,-1 0 1,-3-3 0,5 4-1,0 0 1,-1 0-1,1 1 0,0-1 0,-1 0 1,1 1-1,-1-1 0,1 1 1,-1-1-1,1 1 0,-1 0 0,1 0 1,-1 0-1,0 0 0,1 0 1,-1 0-1,1 0 0,-1 0 0,1 1 1,-1-1-1,1 1 0,-1-1 1,1 1-1,-1-1 0,1 1 0,0 0 1,-1 0-1,1 0 0,0-1 1,0 1-1,0 1 0,-1-1 0,1 0 1,0 0-1,0 0 0,0 0 1,1 1-1,-1-1 0,0 0 1,0 3-1,-2 1-42,0-1 0,1 1 1,0 0-1,0 0 0,1 0 0,-1 1 1,1-1-1,0 0 0,1 0 1,-1 1-1,1-1 0,0 0 0,0 1 1,1-1-1,0 0 0,0 1 0,0-1 1,0 0-1,1 0 0,0 0 1,0 0-1,0 0 0,0 0 0,1-1 1,0 1-1,4 4 0,-4-6-185,0 0 0,0 1 0,1-1 0,-1-1 0,1 1 1,0 0-1,-1-1 0,1 0 0,1 0 0,-1 0 0,0 0 0,0-1 0,1 0 0,-1 0 0,1 0 0,-1 0 0,1-1 0,-1 1 0,1-1 0,5-1 0,43-7-4351,-50 7 4227,1 0 0,-1 0 0,1 0 0,-1-1 0,1 1 0,-1-1 0,1 0 0,-1 0 0,0 0 0,0 0 0,0-1 0,2-2 0,-1-5-202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5.0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56 108,'0'0'58,"-1"0"-1,1 0 1,0-1 0,-1 1 0,1 0-1,0-1 1,-1 1 0,1 0 0,0-1-1,-1 1 1,1 0 0,0-1-1,0 1 1,-1-1 0,1 1 0,0-1-1,0 1 1,0-1 0,0 1-1,0 0 1,0-1 0,0 1 0,-1-1-1,1 1 1,1-1 0,-1 1 0,0-1-1,0 1 1,0-1 0,0 1-1,0-1 1,0 1 0,0 0 0,1-1-1,-1 1 1,0-1 0,0 1-1,1 0 1,-1-1 0,0 1 0,0-1-1,1 1 1,26-13 838,35 0-220,36 4-148,-72 8 451,-21 0 128,-7 1 556,-16 0-1177,8-1-422,0 0 0,0 2 0,1-1 1,-1 1-1,0 0 0,1 1 0,-1 0 1,-14 6-1,21-6 1079,1 3-4041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6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121 133 136,'-24'0'1018,"14"-1"296,1 0 0,-1 2 0,0-1 0,0 1 0,1 0 0,-14 4 0,23-5-1272,0 0 0,0 0 0,0 0 0,0 0 0,-1 0 0,1 0 1,0 0-1,0 0 0,0 0 0,0 0 0,-1 0 0,1 0 0,0 0 1,0 0-1,0 0 0,0 1 0,-1-1 0,1 0 0,0 0 0,0 0 0,0 0 1,0 0-1,0 0 0,-1 0 0,1 0 0,0 1 0,0-1 0,0 0 1,0 0-1,0 0 0,0 0 0,0 0 0,0 1 0,0-1 0,-1 0 0,1 0 1,0 0-1,0 0 0,0 1 0,0-1 0,0 0 0,0 0 0,0 0 1,0 1-1,0-1 0,0 0 0,0 0 0,0 0 0,1 0 0,-1 1 1,0-1-1,0 0 0,0 0 0,0 0 0,0 0 0,0 0 0,0 1 0,14 5 596,18 0-568,-24-7-51,0 0-1,0-1 0,0 0 0,-1 0 1,1-1-1,0 0 0,-1 0 0,0-1 1,0 0-1,0 0 0,12-10 0,-17 12-17,1 1 0,-1-1-1,0 0 1,-1 0-1,1 0 1,0 0-1,0 0 1,-1 0 0,1 0-1,-1-1 1,0 1-1,0-1 1,0 1-1,0-1 1,0 1 0,0-1-1,-1 1 1,1-1-1,-1 0 1,0 1-1,0-1 1,0 0 0,0 0-1,0 1 1,-1-1-1,1 0 1,-1 1-1,1-1 1,-1 1-1,0-1 1,0 1 0,0-1-1,-1 1 1,1 0-1,0-1 1,-1 1-1,0 0 1,-2-3 0,3 3-3,-1 1 1,0-1 0,1 1-1,-1-1 1,0 1 0,0-1-1,0 1 1,0 0-1,0 0 1,0 0 0,0 0-1,0 0 1,0 1 0,0-1-1,0 1 1,-1-1 0,1 1-1,0 0 1,-1 0 0,-1 0-1,-1 0 1,1 1-1,-1 0 1,1 0-1,0 1 1,-1-1-1,1 1 1,0 0-1,0 0 1,-7 5-1,5-3 1,0 1 0,0-1 0,0 2 0,0-1 0,1 0 0,0 1 0,0 0 0,1 0-1,0 1 1,0-1 0,0 1 0,-2 8 0,4-11-1,1 0 0,0 0 1,0 0-1,0 0 0,0 0 0,1 0 0,0 0 0,0 0 0,0 1 0,0-1 0,0 0 1,1 0-1,0 0 0,0 0 0,0 0 0,1 0 0,-1 0 0,1 0 0,0-1 0,0 1 1,0 0-1,0-1 0,1 0 0,-1 1 0,1-1 0,0 0 0,0 0 0,0-1 0,1 1 1,-1-1-1,0 1 0,1-1 0,0 0 0,6 2 0,2 1-537,0-2 1,0 1-1,1-1 0,-1-1 0,1 0 1,-1-1-1,1-1 0,0 0 0,-1 0 0,17-3 1,-16 1-491,1-1 1,0-1 0,-1 0 0,0-1-1,0 0 1,24-14 0,-11 5 575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6.5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338 10 48,'0'0'46,"0"0"1,0-1-1,0 1 0,0 0 1,0-1-1,0 1 1,0 0-1,0-1 0,0 1 1,0 0-1,0-1 0,-1 1 1,1 0-1,0-1 1,0 1-1,0 0 0,0-1 1,-1 1-1,1 0 0,0 0 1,0-1-1,0 1 1,-1 0-1,1 0 0,0-1 1,-1 1-1,1 0 0,0 0 1,0 0-1,-1-1 0,1 1 1,0 0-1,-1 0 1,1 0-1,0 0 0,-1 0 1,1 0-1,0 0 0,-1 0 1,1 0-1,0 0 1,-1 0-1,1 0 0,0 0 1,-1 0-1,-22 10 1865,-16 20 880,4 7-586,1 2 0,-49 76-1,25-33-4547,63-101-4395,-11-8 3476,-19-32 2552,7 18 554,6-9 2458,37 70 3139,-3-1-3956,101 91 1919,-101-92-6624,45 25 0,-65-41 2817,0-1 0,1 0 0,-1 0 0,0 0 0,1 0 0,-1 0 0,1 0 0,-1 0 0,1-1 0,-1 0 0,1 1 0,0-1 0,2 0 0,7-4-291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6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25 160,'-7'-15'783,"-8"6"5786,15 8-6314,-1 1-1,1 1 1,-1-1-1,1 0 1,-1 0 0,1 0-1,-1 0 1,1 0-1,-1 0 1,1 0 0,-1 1-1,1-1 1,-1 0-1,1 1 1,-1-1 0,1 0-1,-1 0 1,1 1-1,0-1 1,-1 1 0,1-1-1,0 0 1,-1 1-1,1-1 1,0 1 0,-1-1-1,1 2 1,-3 15 1473,4 24-230,8 48 1,28 107-1541,-23-129 19,-13-60-160,19 66-1410,-1-40-1566,-18-31 2549,1 1 0,0-1 0,0-1-1,0 1 1,0 0 0,0 0-1,1-1 1,-1 1 0,0-1 0,5 2-1,-6-3 438,0 0-1,0 1 0,-1-1 0,1 0 1,0 0-1,0 0 0,0 0 0,0 0 1,0 0-1,0 0 0,0 0 0,0-1 1,0 1-1,0 0 0,-1-1 0,1 1 1,0 0-1,0-1 0,0 1 0,-1-1 1,1 1-1,0-1 0,0 1 0,-1-1 1,1 0-1,0 1 0,-1-1 0,1 0 1,-1 0-1,1 1 0,-1-1 0,1 0 1,-1 0-1,0 0 0,1 0 0,-1 1 1,0-3-1,6-13-613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7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49 32,'7'-5'241,"0"-1"-1,0 1 1,0 0-1,1 1 1,-1 0 0,1 0-1,0 1 1,16-5-1,-19 7 139,-1 0 0,1 0 0,0 0-1,0 1 1,-1 0 0,1 0 0,0 0 0,0 1-1,0-1 1,8 4 0,-12-4-225,0 0 1,-1 0-1,1 1 0,0-1 1,-1 0-1,1 0 0,0 1 1,-1-1-1,1 1 1,-1-1-1,1 1 0,0-1 1,-1 1-1,1-1 0,-1 1 1,1-1-1,-1 1 0,0 0 1,1-1-1,-1 1 0,0 0 1,1-1-1,-1 1 1,0 0-1,0-1 0,1 1 1,-1 0-1,0 1 0,-9 21 2132,-24 16-869,32-38-1379,-22 20 1649,8-8-5620,37-39-7325,-6 14 10421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7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12 104 56,'18'-54'2485,"-18"25"1620,0 28-3722,-1-1 0,1 1 0,0 0 0,-1 0 0,1 0 0,-1 0 0,0 0 0,1 0 0,-1 0 0,0 0 0,0 0 0,1 0 0,-1 0 0,0 0 1,0 1-1,0-1 0,0 0 0,0 1 0,-2-2 0,3 2-315,0 0 0,-1 0-1,1 0 1,0 0 0,0 0 0,-1 0 0,1 0 0,0 0 0,-1-1 0,1 1 0,0 0 0,-1 0 0,1 1 0,0-1 0,-1 0 0,1 0 0,0 0 0,0 0-1,-1 0 1,1 0 0,0 0 0,-1 0 0,1 1 0,0-1 0,0 0 0,-1 0 0,1 0 0,0 0 0,0 1 0,-1-1 0,1 0 0,0 0 0,0 1 0,0-1-1,0 0 1,-1 0 0,1 1 0,0-1 0,0 1 0,-4 19 832,6 21-759,-1-40-29,24 168-169,-11-114-4154,5-5-5920,-19-49 10012,0 0-1,0-1 1,1 1-1,-1-1 1,0 1-1,0-1 1,1 1-1,-1-1 1,1 1-1,-1-1 1,0 1-1,1-1 1,-1 1-1,1-1 1,-1 0-1,1 1 1,-1-1-1,1 1 1,-1-1-1,1 0 1,-1 0 0,1 1-1,-1-1 1,1 0-1,0 0 1,0 0-1,10 1-400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7.9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33 172,'0'-1'157,"1"0"1,-1 0-1,1 1 0,-1-1 0,1 0 1,-1 0-1,0 0 0,0 1 1,1-1-1,-1 0 0,0 0 1,0 0-1,0 0 0,0 0 0,0 1 1,0-1-1,0 0 0,0 0 1,0 0-1,0 0 0,-1 1 0,1-1 1,0 0-1,-1 0 0,1 0 1,0 1-1,-1-1 0,1 0 0,-1 0 1,1 1-1,-1-1 0,1 0 1,-1 1-1,0-1 0,1 1 1,-1-1-1,0 1 0,0-1 0,1 1 1,-1-1-1,0 1 0,0 0 1,1-1-1,-1 1 0,0 0 0,0 0 1,0 0-1,0 0 0,0 0 1,1 0-1,-1 0 0,0 0 0,0 0 1,0 0-1,0 0 0,0 0 1,1 0-1,-2 1 0,-1 0 184,-1 0-1,1 0 0,0 0 1,0 0-1,0 1 1,0 0-1,0-1 0,1 1 1,-1 0-1,0 0 1,1 0-1,-1 1 0,1-1 1,0 1-1,-2 2 1,2-1-294,-1 1 1,1-1 0,1 0-1,-1 1 1,1-1 0,-1 1-1,1-1 1,1 1-1,-1 0 1,1 0 0,-1-1-1,1 1 1,1 0 0,-1-1-1,1 1 1,-1 0 0,2-1-1,-1 1 1,0 0-1,1-1 1,0 0 0,0 1-1,0-1 1,0 0 0,1 0-1,0 0 1,-1-1 0,2 1-1,-1 0 1,0-1-1,1 0 1,-1 0 0,1 0-1,0 0 1,0-1 0,0 1-1,0-1 1,1 0 0,-1 0-1,0-1 1,1 1-1,0-1 1,-1 0 0,1 0-1,0-1 1,-1 1 0,1-1-1,5-1 1,-8 2-61,-1-1 0,1 0-1,-1 0 1,1 0 0,0 0 0,-1 0 0,1 0-1,-1 0 1,1-1 0,-1 1 0,1-1 0,-1 1-1,1-1 1,-1 1 0,1-1 0,-1 0 0,0 0 0,1 1-1,-1-1 1,0 0 0,0 0 0,0-1 0,2-1-1,-2 1-34,-1 1 0,0-1 0,0 1 0,0-1-1,0 0 1,0 1 0,0-1 0,0 1-1,0-1 1,0 1 0,-1-1 0,1 0-1,-1 1 1,1-1 0,-1 1 0,0 0 0,0-1-1,-1-1 1,-5-8-923,-1 1 1,0 0-1,-1 0 0,-12-10 0,5 6-1538,12 12 1837,-1-1 0,2-1 1,-1 1-1,0 0 0,1-1 0,-1 0 0,1 0 1,0 0-1,0 0 0,1 0 0,-4-6 0,6 3 165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8.2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91 176,'6'0'756,"0"-1"0,0 0-1,0 0 1,0-1 0,0 0 0,9-3-1,-10 2-251,0 1 0,0 1-1,1-1 1,-1 1 0,1 0-1,-1 0 1,1 0 0,-1 1-1,10 0 1,-8 1-170,0 1 0,0 0 0,0 1 0,0-1 0,-1 1-1,1 1 1,-1-1 0,0 1 0,0 0 0,0 0 0,-1 1 0,0 0 0,6 7 0,-2-3 0,-1 0 0,-1 1 0,0 0 0,0 0 0,-1 1 0,10 22 0,-18-44 2,0 1 1,0 0-1,1-1 1,0 1 0,1-1-1,1 0 1,1-15 0,0 17-718,0-1 1,0 0-1,1 1 1,4-12-1,-5 16-287,0 1 0,1 0 0,-1 0 0,1-1 0,0 2 0,0-1 0,0 0 0,0 1 0,7-7 0,-8 9 218,0 0-1,0 0 1,0 0 0,0 0-1,0 1 1,0-1-1,0 1 1,1-1-1,-1 1 1,0 0-1,0-1 1,0 1-1,0 0 1,1 0 0,-1 1-1,0-1 1,0 0-1,0 1 1,0-1-1,0 1 1,0 0-1,0 0 1,4 2-1,5 3-232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8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78 48,'1'2'130,"1"-1"0,0 0 1,0 0-1,0 0 0,0-1 0,0 1 1,0 0-1,0-1 0,0 1 0,0-1 1,0 0-1,0 0 0,0 0 0,0 0 1,0 0-1,0 0 0,0 0 0,1-1 1,-1 1-1,0-1 0,0 1 0,0-1 0,-1 0 1,1 0-1,0 0 0,0 0 0,0 0 1,3-3-1,-3 2 66,0 1 1,0-1-1,1 0 1,-1 1-1,0-1 1,-1 0-1,1-1 1,0 1-1,-1 0 1,1 0-1,-1-1 1,1 1-1,-1-1 1,0 1-1,0-1 1,0 0-1,-1 1 1,1-1-1,-1 0 1,1 1-1,-1-1 1,0-4-1,0 6-137,0 0-1,0 1 0,0-1 1,-1 0-1,1 0 1,0 0-1,-1 1 1,1-1-1,0 0 1,-1 0-1,1 1 1,-1-1-1,1 0 0,-1 1 1,1-1-1,-1 1 1,1-1-1,-1 1 1,0-1-1,1 1 1,-1-1-1,0 1 1,0-1-1,1 1 0,-1 0 1,0-1-1,0 1 1,1 0-1,-1 0 1,0 0-1,0 0 1,0-1-1,0 1 1,1 0-1,-1 0 0,0 1 1,0-1-1,0 0 1,1 0-1,-1 0 1,0 0-1,0 1 1,0-1-1,1 0 1,-1 1-1,0-1 0,1 1 1,-1-1-1,0 1 1,1-1-1,-1 1 1,0-1-1,0 2 1,-2 0 4,0 0 0,0 0 0,0 1 1,0-1-1,0 1 0,0 0 0,1 0 1,-1 0-1,1 0 0,-3 6 0,4-7-72,0 1 0,1 0 0,-1-1 0,1 1 0,-1 0 0,1 0 0,0-1-1,0 1 1,0 0 0,1 0 0,-1-1 0,0 1 0,1 0 0,0-1-1,0 1 1,0 0 0,0-1 0,0 0 0,0 1 0,3 2 0,-1-1-237,1 0 0,-1 0 1,1 0-1,0-1 0,0 0 1,1 1-1,-1-2 0,1 1 1,8 4-1,4 0-857,1-1 1,-1-1-1,1-1 0,0 0 0,19 1 1,50-3-1117,-39-5 1682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39.1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280 242 148,'0'-1'57,"1"1"-1,0-1 1,-1 1 0,1-1 0,-1 0-1,1 1 1,-1-1 0,1 0 0,-1 0-1,1 1 1,-1-1 0,0 0 0,0 0-1,1 1 1,-1-1 0,0 0-1,0 0 1,0 0 0,0 0 0,0 0-1,0 1 1,0-1 0,0 0 0,0 0-1,0 0 1,0 0 0,0 1 0,-1-1-1,1 0 1,0 0 0,-1 0-1,1 1 1,-1-1 0,1 0 0,-1 0-1,1 1 1,-1-1 0,1 1 0,-1-1-1,0 0 1,1 1 0,-1-1 0,0 1-1,1-1 1,-1 1 0,0 0-1,0-1 1,1 1 0,-1 0 0,0-1-1,0 1 1,0 0 0,0 0 0,1 0-1,-1 0 1,0 0 0,0 0 0,0 0-1,0 0 1,-1 0 0,-6 0 523,-1 0 0,1 1 0,0 0 0,-17 3 0,9 1 125,0 1 1,0 0-1,0 1 0,1 1 0,-24 15 0,32-18-576,-1 1 1,1-1-1,0 1 0,1 1 0,0-1 0,-1 1 0,2 0 0,-1 1 0,1-1 0,1 1 0,-1 0 0,-3 10 0,7-17-125,0 1 0,0-1 0,1 1 0,-1 0 0,1-1-1,-1 1 1,1 0 0,0 0 0,-1-1 0,1 1-1,0 0 1,0 0 0,0-1 0,0 1 0,1 0-1,-1 0 1,0-1 0,1 1 0,-1 0 0,1-1-1,0 1 1,-1 0 0,1-1 0,0 1 0,0-1-1,0 1 1,0-1 0,0 0 0,0 1 0,1-1-1,-1 0 1,0 0 0,1 0 0,-1 0 0,1 0 0,-1 0-1,1 0 1,-1 0 0,1-1 0,0 1 0,-1 0-1,1-1 1,0 0 0,3 1 0,2 0 0,0 0 0,0-1 0,0 0 0,1-1 0,-1 1 1,0-1-1,0-1 0,0 1 0,13-6 0,-12 4 9,1 0 0,-1-1 1,-1 0-1,1-1 0,-1 0 0,1 0 0,-1-1 0,-1 0 0,1 0 0,-1 0 1,0-1-1,0 0 0,-1 0 0,9-15 0,-11 14 122,0 0-1,-1 1 1,0-1-1,0 0 1,0 0-1,-1 0 1,-1 0-1,1 0 1,-1 0 0,-1 0-1,1 0 1,-1 0-1,-1 0 1,1 0-1,-1 0 1,-6-14-1,-6-14 757,-1-1 0,-35-58 0,50 95-889,0 0-1,0 0 1,0-1 0,0 1 0,0 0 0,0 0 0,0 0 0,0 0 0,0 0 0,0 0 0,0 0 0,0-1-1,0 1 1,0 0 0,0 0 0,0 0 0,0 0 0,0 0 0,0 0 0,0 0 0,0-1 0,0 1 0,-1 0 0,1 0-1,0 0 1,0 0 0,0 0 0,0 0 0,0 0 0,0 0 0,0 0 0,0 0 0,0 0 0,-1 0 0,1 0-1,0 0 1,0-1 0,0 1 0,0 0 0,0 0 0,0 0 0,-1 0 0,1 0 0,0 0 0,0 0 0,0 0-1,0 1 1,0-1 0,0 0 0,0 0 0,-1 0 0,1 0 0,0 0 0,0 0 0,0 0 0,0 0 0,0 0 0,0 0-1,0 0 1,0 0 0,-1 0 0,1 0 0,0 1 0,0-1 0,0 0 0,-1 12 46,5 17-19,29 90-1265,-17-67-5764,34 72 0,-33-95 5362,2-3 741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49.2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60 28,'7'-14'1407,"-1"2"1709,-11 0 3343,4 11-5705,0 0-636,0 0 0,0 0 1,0 0-1,0 0 0,0 1 1,0-1-1,-1 0 0,1 1 1,0-1-1,0 1 0,0 0 1,-1-1-1,1 1 0,0 0 1,0-1-1,-1 1 0,1 0 1,-3 0-1,4 0-123,0-1 3,0 0 14,7-8-1269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44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75 457 16,'24'-38'5654,"-20"28"-5341,0-1 1,0 0-1,-1 0 0,-1-1 0,0 1 1,0 0-1,-1-1 0,-1 0 1,0-12-1,-3-20 86,-10-47 0,2 23-296,10 56-99,0 3-4,0-1-1,0 1 1,-1 0 0,0 0-1,-1 0 1,-4-12 0,7 21-1,0 0 1,0 0 0,-1-1-1,1 1 1,0 0 0,0 0-1,0 0 1,0 0 0,0 0-1,0-1 1,0 1 0,0 0-1,-1 0 1,1 0 0,0 0-1,0 0 1,0 0 0,0 0-1,0 0 1,-1-1 0,1 1-1,0 0 1,0 0 0,0 0-1,0 0 1,-1 0 0,1 0-1,0 0 1,0 0 0,0 0-1,0 0 1,-1 0 0,1 0-1,0 0 1,0 0 0,0 0-1,0 0 1,-1 0 0,1 0 0,0 1-1,0-1 1,0 0 0,0 0-1,0 0 1,-1 0 0,1 0-1,0 0 1,-7 12 1,-4 17 25,10-28-23,-13 45 84,-15 76 0,27-106-73,-1 1-1,2-1 1,0 1-1,1-1 1,1 1-1,1 0 1,0-1-1,6 23 1,-6-34-15,0 0 1,1 0 0,-1 0 0,1 0-1,0 0 1,0 0 0,0-1 0,1 1 0,0-1-1,0 0 1,0 0 0,0-1 0,1 1-1,-1-1 1,1 0 0,8 4 0,-9-5-1127,0 0 1,0-1-1,1 0 1,-1 0-1,0 0 1,1 0 0,8 0-1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45.2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27 36,'1'-1'194,"-1"0"-1,0 0 1,1-1 0,-1 1 0,0 0-1,1 0 1,-1 0 0,0-1-1,0 1 1,0 0 0,0 0 0,0-1-1,0 1 1,-1 0 0,1 0-1,0-1 1,-1 1 0,1 0 0,-1 0-1,0-2 1,-5 5 3240,2 17-2259,3-9-882,1-1-1,0 1 0,1 0 0,0-1 0,1 1 0,3 12 1,12 15-1420,-15-36 754,-1 1 0,1 0 0,-1 0 0,1-1 0,0 1 0,0-1 1,0 1-1,0-1 0,0 0 0,0 0 0,0 0 0,0 0 0,4 1 0,-5-1 193,0-1 1,1 0-1,-1 0 1,0-1-1,0 1 0,1 0 1,-1 0-1,0 0 0,0-1 1,1 1-1,-1-1 1,0 1-1,0-1 0,0 0 1,0 1-1,0-1 0,0 0 1,0 1-1,0-1 1,0 0-1,1-1 0,7-10-235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45.6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 82 96,'1'-7'215,"-1"2"200,1-1 0,-1 1-1,1-1 1,0 1 0,1-1 0,0 1 0,0 0 0,0 0 0,5-9 0,-7 14-293,0 0 1,1 0 0,-1 0-1,0 1 1,1-1 0,-1 0-1,1 0 1,-1 0-1,0 0 1,1 0 0,-1 0-1,0 1 1,1-1 0,-1 0-1,0 0 1,1 0 0,-1 1-1,0-1 1,0 0-1,1 0 1,-1 1 0,0-1-1,0 0 1,0 1 0,1-1-1,-1 0 1,0 1 0,0-1-1,0 0 1,0 1 0,0-1-1,1 1 1,-1-1-1,0 0 1,0 1 0,0-1-1,0 0 1,0 1 0,0-1-1,0 1 1,-1-1 0,1 0-1,0 1 1,0 0-1,-1 21 3430,-1-20-3409,1 0-1,-1-1 1,1 1 0,-1-1 0,1 1 0,-1-1-1,0 0 1,0 1 0,0-1 0,0 0-1,0 0 1,0 0 0,0-1 0,0 1-1,0 0 1,0-1 0,0 1 0,0-1 0,0 0-1,-1 0 1,1 0 0,0 0 0,-4-1-1,5 1-144,0 0 1,1 0-1,-1 0 0,1-1 0,-1 1 0,0 0 0,1-1 0,-1 1 0,1 0 0,-1-1 0,1 1 0,-1 0 0,1-1 0,-1 1 0,1-1 1,-1 1-1,1-1 0,0 0 0,-1 1 0,1-1 0,0 1 0,-1-1 0,1 0 0,0 1 0,0-1 0,0 1 0,-1-2 0,2 0-71,-1 0-1,0 1 0,1-1 0,-1 0 0,1 1 0,-1-1 0,1 0 1,0 1-1,0-1 0,-1 1 0,1-1 0,0 1 0,1-1 0,-1 1 1,2-3-1,-1 2-318,0 0-1,-1 0 1,1 0 0,0 0-1,0 0 1,0 1 0,0-1 0,1 0-1,-1 1 1,0 0 0,1-1 0,-1 1-1,1 0 1,-1 0 0,1 0 0,0 1-1,-1-1 1,1 1 0,0-1-1,-1 1 1,1 0 0,0 0 0,0 0-1,-1 1 1,1-1 0,0 0 0,-1 1-1,1 0 1,-1 0 0,1 0 0,0 0-1,-1 0 1,0 0 0,1 1 0,-1-1-1,0 1 1,4 2 0,3 8-263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45.9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1 24,'-4'0'856,"1"1"1,0-1-1,0 1 0,0 0 0,-1 0 1,1 1-1,0-1 0,0 1 1,1-1-1,-1 1 0,-4 4 0,1-2-68,0 2 0,0-1-1,1 1 1,-1-1-1,-6 12 1,10-13-615,-1 0 0,1 0 0,-1 0 0,1 1 0,1-1-1,-1 1 1,1-1 0,0 1 0,-2 9 0,3-12-113,0 0-1,0 1 1,0-1-1,1 0 1,-1 1 0,0-1-1,1 0 1,0 1-1,0-1 1,-1 0-1,1 0 1,0 0-1,1 1 1,-1-1 0,0 0-1,1-1 1,-1 1-1,1 0 1,-1 0-1,4 2 1,1 0-48,-1-1 0,1 0 0,0 1 0,1-2 0,-1 1 0,0-1 0,1 0 0,0 0 0,-1-1 0,1 0 0,0 0 0,-1-1 0,15 0 0,-11 0-61,1 1-1,0 0 1,20 4 0,-54 8 1089,22-12-1072,-86 33 224,57-24-3465,1-3-4451,44-19-307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46.3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60 80,'2'-2'282,"-1"0"1,0-1-1,0 1 0,0-1 0,0 1 1,-1-1-1,1 1 0,-1-1 0,1 1 0,-1-1 1,0-4-1,3-17 9097,3 23-5724,2 11-2669,4 14-863,-12-24-3,90 235-272,-71-181-2524,-18-51 1993,1 0 0,-1 0 0,0 0-1,0 0 1,0 0 0,0 1 0,-1-1 0,1 0 0,-1 1-1,0-1 1,0 0 0,0 1 0,0-1 0,-1 0 0,1 1-1,-1-1 1,0 0 0,0 0 0,-2 5 0,-3-1-252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46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12 122 24,'-10'-4'264,"8"0"240,7-2 368,11 0 260,10-3-64,11 1-140,5-3-155,7 1-237,0-1-880,-7 1-857,-7-1-239,-14 1 128,-7-1 312,-12 1 392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51.7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 51 84,'17'-10'2628,"-29"8"757,11 2-3354,0 0-1,1 0 0,-1 0 1,0 1-1,1-1 0,-1 0 1,0 0-1,1 0 0,-1 0 1,0 0-1,1 0 0,-1 0 1,0-1-1,1 1 0,-1 0 1,0 0-1,1 0 0,-1-1 1,1 1-1,-1 0 0,0-1 1,1 1-1,-1 0 0,1-1 1,-1 1-1,1-1 0,-1 1 1,1-1-1,-1 1 0,1-1 1,0 1-1,-1-1 0,1 0 1,26-16 43,-17 16 92,-19 14 338,-33 14 208,43-27-704,-1 0 0,1 1-1,-1-1 1,1 0 0,-1 0 0,0 0 0,1 1-1,-1-1 1,1 0 0,-1 0 0,0 0 0,1 0-1,-1 0 1,1 0 0,-1 0 0,1 0 0,-1 0-1,0 0 1,1-1 0,-1 1 0,1 0 0,-1 0-1,1 0 1,-1-1 0,0 0 0,0 0-5,1 0-1,0 0 1,0-1 0,0 1 0,0 0 0,0 0 0,0-1-1,1 1 1,-1 0 0,0 0 0,1 0 0,-1-1-1,1 1 1,-1 0 0,1 0 0,-1 0 0,1 0 0,1-2-1,-1 2 4,-1-1 0,1 0-1,0 1 1,0-1 0,0 1-1,0-1 1,0 1-1,0-1 1,0 1 0,1 0-1,-1 0 1,0 0 0,1 0-1,-1-1 1,1 2-1,-1-1 1,1 0 0,0 0-1,-1 0 1,1 1-1,0-1 1,-1 1 0,1 0-1,0-1 1,0 1 0,-1 0-1,1 0 1,0 0-1,0 0 1,-1 0 0,1 0-1,0 1 1,0-1 0,-1 1-1,1-1 1,0 1-1,2 1 1,0 0 114,0 0 1,-1 1-1,0 0 0,0-1 0,1 1 1,-2 0-1,1 1 0,0-1 0,-1 0 1,1 1-1,-1-1 0,0 1 0,0 0 1,2 7-1,-2-4 35,0 0 0,-1 0 0,0 1 0,-1-1 0,0 0 0,0 0 0,0 1 0,-1-1 0,0 0 0,0 0 0,-4 10 0,4-13-407,-1 1 0,0 0-1,0 0 1,-1-1-1,1 1 1,-1-1 0,-5 6-1,6-8-221,0 1-1,-1-1 0,1 0 0,-1 0 0,1 0 0,-1 0 0,0-1 0,1 1 0,-1-1 0,0 0 0,0 1 0,-5 0 0,6-2 274,0 0 0,0 1 0,0-1-1,0 0 1,0 0 0,0 0 0,0-1-1,1 1 1,-1 0 0,0-1 0,0 1 0,0-1-1,0 0 1,1 0 0,-1 1 0,0-1-1,-2-2 1,-9-11-595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53.1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41 52,'1'-21'561,"4"1"11464,-5 20-11875,1 26 1837,-1-11-1541,1 0 1,1-1 0,0 1 0,0-1-1,8 21 1,-8-28-600,1 0 0,0-1 0,0 1 0,0-1 0,1 0 1,-1 0-1,2 0 0,-1 0 0,1-1 0,0 0 0,0 0 0,0 0 0,7 5 0,-11-9-209,0-1 1,0 0-1,0 1 0,-1-1 1,1 1-1,0-1 0,0 0 1,0 0-1,0 1 0,0-1 1,-1 0-1,1 0 0,0 0 1,0 0-1,0 0 0,0 0 1,0 0-1,0 0 0,0-1 1,-1 1-1,1 0 0,0 0 1,0-1-1,0 1 0,0-1 1,-1 1-1,1-1 0,0 1 1,0-1-1,0 0 0,13-14-3384,-8 7 3859,10-9-570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56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80 84,'2'-15'469,"-1"8"-53,-1 1 0,1 0 0,1 0 0,-1 0 1,1 0-1,0 0 0,0 0 0,6-10 0,-6 69 4742,1 78-1720,6 66-2377,-9-194-1061,1 0-1,-1 0 1,0 0 0,1 0-1,0 0 1,0 0-1,0 0 1,0 0-1,0 0 1,0-1 0,1 1-1,-1 0 1,1-1-1,0 1 1,0-1-1,0 0 1,0 1 0,0-1-1,0 0 1,1 0-1,-1 0 1,1-1 0,0 1-1,-1-1 1,1 1-1,0-1 1,0 0-1,0 0 1,-1 0 0,1 0-1,0-1 1,0 1-1,1-1 1,-1 0-1,0 0 1,0 0 0,5-1-1,0 1-388,0-1-1,0 0 1,1-1-1,-1 1 1,14-7-1,-15 5-662,0 0-1,0 0 1,-1-1-1,1 1 1,-1-2 0,6-4-1,-2-8-2233,-10 9 2545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57.2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59 208,'-21'-2'500,"5"2"420,4-2 440,5 2 1497,14 0-1621,7 0-252,9-2-264,10 0-232,7-3-276,1-1-716,4-2-1256,-6 1-389,-6-1 157,-5 4 420,-2-2 556,-1-1 568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58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75 64,'-6'-43'2314,"0"16"6034,-1 62-6238,-6 61 1,12-85-2066,1 1 0,0-1 0,0 0 1,1 0-1,1 0 0,0 0 1,1 0-1,0 0 0,7 18 0,-9-27-41,0-1 0,0 1-1,0 0 1,0-1 0,0 1-1,0 0 1,0-1 0,1 1-1,-1-1 1,0 0-1,1 1 1,-1-1 0,1 0-1,0 0 1,-1 0 0,1 0-1,0 0 1,0 0 0,-1 0-1,1-1 1,0 1 0,3 0-1,-2-1 1,0 0 0,1-1 0,-1 1 0,0-1 0,0 1 0,0-1-1,0 0 1,0 0 0,0-1 0,-1 1 0,1 0 0,5-4 0,3-4 3,1 0 0,-1-1 0,0-1 0,16-19 0,63-111 11,-89 141-19,-1-1 0,1 1-1,-1-1 1,1 1 0,-1 0 0,1-1 0,-1 1 0,1 0 0,-1-1 0,1 1-1,0 0 1,-1-1 0,1 1 0,0 0 0,-1 0 0,1 0 0,0 0 0,-1 0 0,1 0-1,0 0 1,-1 0 0,1 0 0,-1 0 0,1 0 0,0 0 0,-1 0 0,1 0-1,0 0 1,-1 1 0,1-1 0,0 0 0,-1 1 0,1-1 0,-1 0 0,1 1 0,-1-1-1,1 1 1,-1-1 0,1 0 0,0 2 0,26 29-66,-5-5 12,-19-24 55,0 0 0,0 0 1,0 0-1,1-1 0,-1 1 1,0-1-1,1 0 0,0 0 1,-1 0-1,1 0 0,-1-1 1,1 1-1,0-1 0,-1 0 0,1 0 1,0 0-1,0-1 0,-1 1 1,1-1-1,-1 0 0,1 0 1,5-3-1,-8 4 3,1-1 1,-1 0-1,1 0 0,-1 0 1,0 0-1,0 0 0,1 0 0,-1 0 1,0-1-1,0 1 0,0 0 1,0-1-1,-1 1 0,1 0 1,0-1-1,-1 1 0,1-1 0,0 1 1,-1-1-1,1-2 0,-1 1 0,0 0 0,0 0 0,-1 1 0,1-1 0,-1 0 0,0 0-1,1 1 1,-1-1 0,0 1 0,-1-1 0,1 0 0,0 1 0,-1 0-1,1-1 1,-1 1 0,-2-2 0,0-2-26,0 1 0,-1 0-1,1 0 1,-1 0 0,-1 0-1,1 1 1,0 0 0,-1 0-1,0 1 1,0-1 0,0 1 0,0 0-1,-1 1 1,-7-2 0,14 3-8,0 1 0,-1 0 0,1 0 0,0 0 0,0 0 1,0 0-1,0 0 0,0 0 0,-1 0 0,1 0 0,0 0 0,0 0 1,0 0-1,0 0 0,0 0 0,-1 0 0,1 0 0,0 0 0,0 0 1,0 0-1,0 0 0,0 0 0,0 0 0,-1 1 0,1-1 1,0 0-1,0 0 0,0 0 0,0 0 0,0 0 0,0 0 0,0 0 1,-1 0-1,1 1 0,0-1 0,0 0 0,0 0 0,0 0 0,0 0 1,0 0-1,0 0 0,0 1 0,0-1 0,0 0 0,0 0 0,0 0 1,0 0-1,0 0 0,0 1 0,0-1 0,0 0 0,0 0 0,0 0 1,0 0-1,0 0 0,0 1 0,0-1 0,0 0 0,9 10-1634,14 6-1059,-10-11 1932,-1-1 0,1 0 0,-1-1 0,1 0 0,0-1 0,0-1 0,0 0 0,20-1 0,-13-2 1185,0 0 0,0-2 1,-1 0-1,35-13 0,-54 17-235,1 0 0,-1 1 1,1-1-1,-1 0 0,1 1 0,-1-1 0,0 0 0,1 1 1,-1-1-1,1 1 0,-1-1 0,0 1 0,1-1 1,-1 1-1,0-1 0,0 1 0,1-1 0,-1 1 0,0-1 1,0 1-1,0-1 0,0 1 0,1 0 0,-1-1 1,0 1-1,0-1 0,0 1 0,0-1 0,-1 1 0,1 0 1,0-1-1,0 1 0,0-1 0,0 1 0,0-1 1,-1 2-1,-4 42 1909,2-13-799,2-24-1097,2 0 1,-1 0-1,1 0 1,0 0-1,0 0 1,1 0-1,4 12 1,-5-18-248,-1 0 1,1 0 0,-1 0 0,1 0 0,0 0 0,-1 0 0,1 0 0,0 0 0,0 0-1,0-1 1,0 1 0,0 0 0,0-1 0,0 1 0,0 0 0,0-1 0,0 0 0,0 1-1,0-1 1,0 1 0,2-1 0,-1 0-354,0 0 0,1 0-1,-1-1 1,0 1 0,0-1 0,1 0 0,-1 0-1,0 1 1,0-1 0,0 0 0,0-1-1,0 1 1,0 0 0,0-1 0,2-1 0,1-1-463,0 0 1,-1 0-1,1-1 1,-1 0-1,7-8 1,-2-2 405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58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84 192,'-10'-17'524,"4"3"508,-4 1 728,6 2 209,1 3-93,3 0-184,0 3-320,5 1-644,2 2-996,0 0-1268,2 4-900,-4 4-61,-1 3 417,1 6 676,0-1 696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58.9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 20,'12'-17'14100,"-8"25"-8601,1 5-6407,-5-12 569,43 138 2349,-23-69-3039,3-1-3589,-23-68 4389,11 23-6775,-11-23 6856,0-1 1,1 1-1,-1-1 0,0 0 0,1 1 1,-1-1-1,0 1 0,1-1 0,-1 0 1,0 1-1,1-1 0,-1 0 1,0 0-1,1 1 0,-1-1 0,1 0 1,-1 0-1,1 1 0,-1-1 0,1 0 1,-1 0-1,1 0 0,-1 0 0,1 0 1,-1 0-1,1 0 0,-1 0 1,1 0-1,-1 0 0,1 0 0,-1 0 1,0 0-1,1 0 0,-1 0 0,1-1 1,-1 1-1,1 0 0,-1 0 0,1-1 1,-1 1-1,0 0 0,1 0 1,-1-1-1,1 1 0,6-10-558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59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72 140,'-4'-37'1667,"1"3"6026,6 73-93,10 24-5698,-1-2-1646,2 12-80,-10-61-1408,-1 0 1,2 0-1,9 18 0,-11-24 546,1 0 0,0-1 0,0 1-1,0-1 1,0 0 0,1 0 0,0 0-1,0 0 1,1-1 0,-1 0 0,1 0-1,0-1 1,0 1 0,0-1 0,0 0 0,1-1-1,-1 0 1,14 3 0,17 0-325,5-3 565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3:59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25 120 48,'-2'-1'392,"0"0"0,0-1 0,1 0 0,-1 1 0,0-1 0,0 0 0,1 0 0,0 0 0,-1 0 0,1 0 0,0 0 0,0-1 0,0 1 0,0 0 0,0 0 0,0-4 0,1 4-98,1 0-1,0 0 0,-1 0 1,1 0-1,0-1 0,0 1 1,0 1-1,1-1 0,-1 0 1,0 0-1,1 0 0,-1 1 1,1-1-1,0 1 0,0-1 1,-1 1-1,1-1 0,2 0 1,-3 1-173,1 0 0,-1 0 1,0 0-1,0 0 0,1 0 0,-1 1 0,1-1 1,-1 0-1,0 1 0,1-1 0,-1 1 1,1 0-1,0-1 0,-1 1 0,1 0 1,-1 0-1,1 0 0,-1 0 0,1 0 1,-1 0-1,1 0 0,0 1 0,-1-1 1,1 1-1,-1-1 0,0 1 0,2 0 0,0 1-3,0 1-1,0-1 0,0 1 1,-1-1-1,1 1 0,-1 0 1,1 0-1,-1 0 0,0 0 1,-1 1-1,3 3 0,1 4-19,-1 0 0,0 0 0,-1 1 0,0-1-1,-1 1 1,2 17 0,-4-28-89,0 0 0,1 0 0,-1 0 0,0 0 0,0-1 0,0 1 0,0 0 0,0 0 0,0 0 0,0 0 0,0 0 0,0 0-1,-1-1 1,1 1 0,0 0 0,0 0 0,-1 0 0,1-1 0,-1 1 0,1 0 0,0 0 0,-1-1 0,0 1 0,1 0 0,-1-1 0,1 1 0,-1 0 0,0-1 0,1 1 0,-1-1 0,0 1 0,0-1 0,1 0 0,-1 1 0,-1 0 0,1-2-3,0 0 1,0 1 0,0-1-1,0 0 1,0 0 0,0 0-1,1 0 1,-1 0 0,0 0 0,1 0-1,-1 0 1,1 0 0,-1 0-1,1 0 1,-1 0 0,1 0-1,0 0 1,0 0 0,-1 0-1,1-1 1,0 1 0,0 0 0,0 0-1,0 0 1,0 0 0,1-1-1,-1-1 1,2-10-5,0 0-1,0 0 1,1 0 0,1 0-1,9-21 1,-11 29-3,0 0 0,1 0 0,-1 0 0,1 0 0,1 0 0,-1 0 0,1 1 1,-1-1-1,1 1 0,1 0 0,-1 1 0,0-1 0,1 1 0,0-1 0,9-3 0,-12 6 5,1 1-1,-1 0 0,1 0 1,-1 0-1,1 0 1,-1 0-1,0 1 0,1-1 1,-1 1-1,0-1 0,1 1 1,-1 0-1,0 0 0,0 0 1,0 0-1,1 0 1,-1 1-1,0-1 0,-1 1 1,1-1-1,0 1 0,0 0 1,-1 0-1,1-1 0,-1 1 1,2 3-1,38 61-1721,-35-56 476,-1 1-481,-4-9 1024,0-1 1,0 1-1,-1 0 1,1 0-1,0-1 0,0 1 1,1 0-1,-1-1 0,0 1 1,0-1-1,1 0 0,-1 1 1,1-1-1,-1 0 0,4 2 1,11-4-1367,-1-3 1630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0.1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28 192,'-1'-1'258,"0"-1"0,0 1 1,0 0-1,0 0 0,0-1 0,0 1 1,0 0-1,0 0 0,-1 0 0,1 0 1,0 0-1,-1 0 0,1 0 0,-1 1 1,1-1-1,-1 1 0,1-1 0,-1 1 1,1-1-1,-1 1 0,1 0 0,-1-1 1,0 1-1,1 0 0,-1 0 0,1 0 1,-1 1-1,0-1 0,1 0 0,-1 1 0,1-1 1,-1 1-1,1-1 0,-1 1 0,1-1 1,-1 1-1,1 0 0,-1 0 0,1 0 1,0 0-1,0 0 0,-1 0 0,1 0 1,0 1-1,0-1 0,0 0 0,0 0 1,1 1-1,-2 1 0,-21 38 4431,15-2-3326,8-36-1337,0 0 0,0 0 1,0 0-1,0-1 0,1 1 1,-1 0-1,1 0 0,0 0 1,0-1-1,0 1 0,0 0 1,0-1-1,1 1 0,-1-1 1,1 1-1,0-1 0,-1 0 1,1 0-1,0 0 0,1 0 1,-1 0-1,0 0 0,0 0 1,1-1-1,-1 1 0,4 0 1,-1 0-15,0 0 1,0-1 0,0 0 0,1 0 0,-1 0 0,0-1-1,1 0 1,-1 0 0,0 0 0,1 0 0,-1-1 0,0 0 0,9-3-1,-9 3-13,1-1-1,0-1 0,-1 1 0,1-1 0,-1 0 0,0 0 0,0 0 1,0-1-1,0 1 0,-1-1 0,1-1 0,4-5 0,-7 8 6,0-1 0,0 0 0,-1 1 0,1-1 0,-1 0 0,0 0 0,0 0 0,0 0 0,0 0 0,0 0 0,-1 0 0,1-1 0,-1 1 0,0 0 0,0 0 0,0 0 0,0 0 0,-1-1-1,1 1 1,-1 0 0,0 0 0,0 0 0,0 0 0,-1-3 0,-14-19 110,-5 6-3303,20 18 2590,-1 0 0,0 0 0,0 0 0,0 0 0,0 0 0,0 1 0,0-1 0,0 1 0,0-1 0,0 1 0,-1 0 0,1 0 0,0 0 0,0 0 0,0 0 0,0 0 0,0 1 0,0-1 0,0 1 0,0-1 0,0 1 0,0 0 0,0 0 0,-4 2 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0.5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86 204,'1'-2'293,"0"0"1,0 0-1,0 0 0,0 0 1,0 0-1,-1 0 0,1 0 1,-1-1-1,0 1 0,0 0 1,0 0-1,0-1 0,0 1 0,0-3 1,-10-32 9629,7 24-5452,22 52-672,1-1-3855,46 141 258,-38-101-2816,1 0-5915,-24-59 2755,-5-19 5673,0 0 0,0 1 1,0-1-1,0 0 0,0 1 0,0-1 0,0 0 0,0 1 0,0-1 1,-1 0-1,1 1 0,0-1 0,0 0 0,0 1 0,0-1 0,0 0 0,-1 0 1,1 1-1,0-1 0,0 0 0,0 1 0,-1-1 0,1 0 0,0 0 1,0 0-1,-1 1 0,1-1 0,0 0 0,-1 0 0,1 0 0,0 0 1,-1 1-1,1-1 0,0 0 0,-1 0 0,1 0 0,0 0 0,-1 0 0,1 0 1,0 0-1,-1 0 0,1 0 0,0 0 0,-1 0 0,1 0 0,0 0 1,-1 0-1,1-1 0,0 1 0,-1 0 0,-8-4-621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0.8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17 138 80,'-7'-8'348,"2"2"364,0-1 548,8 1 356,1-2 201,10-1 59,5 3-104,4-4-288,5 1-372,2 3-552,5 0-1296,-4-1-1628,-3 1-516,-3-4 191,-6-1 605,-3-1 788,-2 1 772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2.0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66 96,'1'-6'184,"2"-29"3198,-11 11 5162,37 100-2649,-2 9-4955,24 67-3177,-49-145 1505,1-1 0,0 0 0,1 0-1,-1 0 1,6 7 0,-8-12 411,0 0 0,0 0 0,0 0 0,0 0 0,0 0 0,0 0-1,0 0 1,1 0 0,-1 0 0,0 0 0,1-1 0,-1 1 0,0 0 0,1-1 0,-1 1 0,1-1 0,-1 0 0,1 1 0,-1-1 0,1 0 0,-1 0-1,1 0 1,-1 0 0,1 0 0,-1-1 0,1 1 0,-1 0 0,1-1 0,2 0 0,-14-19-2302,2 6 2896,1-1 0,0 0 0,1-1 0,-4-15 0,2 7 814,8 22-922,-1 0 0,0 0-1,0 0 1,1 0 0,-1 0-1,1 0 1,-1 0 0,1 0-1,0 0 1,0 0 0,0 0-1,0 0 1,0 0 0,0 0-1,1 0 1,-1 0 0,1 0 0,-1 0-1,1 0 1,0 0 0,0 0-1,0 0 1,0 0 0,0 0-1,0 1 1,1-1 0,-1 0-1,3-2 1,0 2 134,0 0 1,0 0-1,0 1 1,0-1-1,0 1 0,0 0 1,0 0-1,1 0 1,-1 0-1,0 1 1,1 0-1,-1 0 0,6 0 1,-1 1 98,0 0-1,0 1 1,0 0 0,0 0 0,-1 1 0,0 0 0,13 6-1,-19-8-327,-1 0 0,1 0-1,0 0 1,-1 0 0,0 0-1,1 0 1,-1 0 0,0 1-1,1-1 1,-1 1-1,0-1 1,0 1 0,0-1-1,0 1 1,-1-1 0,1 1-1,1 3 1,-2-3-30,0-1 1,0 1-1,-1 0 1,1 0-1,0 0 1,-1-1-1,1 1 1,-1 0-1,0 0 1,0-1-1,1 1 1,-1-1-1,0 1 0,0 0 1,-1-1-1,1 0 1,0 1-1,0-1 1,-1 0-1,1 0 1,-3 2-1,-14 10 156,0-1-1,0 0 0,-26 11 1,26-15-198,0 2 0,0 0 0,-31 25 0,49-35-13,0 0-1,0 0 0,-1 0 1,1 0-1,0 0 0,0 0 1,0 1-1,0-1 0,-1 0 1,1 0-1,0 0 0,0 0 1,0 0-1,0 0 0,-1 1 1,1-1-1,0 0 0,0 0 1,0 0-1,0 0 0,0 1 1,0-1-1,-1 0 0,1 0 1,0 0-1,0 1 0,0-1 1,0 0-1,0 0 0,0 1 1,0-1-1,0 0 0,0 0 1,0 0-1,0 1 0,0-1 1,0 0-1,0 0 0,0 0 1,0 1-1,1-1 0,-1 0 1,0 0-1,0 0 0,0 1 1,0-1-1,0 0 0,0 0 1,0 0-1,1 0 0,-1 1 1,0-1-1,0 0 0,17 1-799,22-6-519,195-53-4025,-184 42 5223,-1-2 1,75-39-1,-117 53 536,0 0 0,-1 0-1,0-1 1,0 1 0,0-1-1,0-1 1,-1 1 0,1-1-1,3-7 1,-7 11-198,-1 1 1,0-1-1,0 0 1,0 0-1,-1 0 1,1 0-1,0 0 0,-1 0 1,1 0-1,-1-1 1,0 1-1,0 0 1,0 0-1,0 0 0,0 0 1,0 0-1,0-1 1,-1 1-1,1 0 1,-1 0-1,1 0 0,-1 0 1,0 0-1,0 0 1,0 0-1,0 1 1,0-1-1,-1 0 0,1 0 1,0 1-1,-1-1 1,1 1-1,-1-1 1,0 1-1,1 0 0,-4-3 1,2 3-142,0 0-1,0-1 1,0 1 0,0 0-1,0 0 1,0 1-1,0-1 1,0 1 0,0-1-1,0 1 1,0 0 0,0 0-1,0 0 1,0 1 0,-1-1-1,1 1 1,0-1 0,0 1-1,0 0 1,0 0 0,1 1-1,-1-1 1,0 1 0,0-1-1,-4 4 1,0 0-7,0 0 0,1 0 1,-1 1-1,1-1 0,0 2 0,0-1 0,1 0 1,-7 12-1,9-13-38,0 1 0,0-1 0,1 1 0,-1-1 0,2 1 0,-1 0 0,1 0 0,-1 0 0,2 0 0,-1 0 0,1 0 0,-1 0 0,2 0 0,-1 0 0,1 0 0,0 0 0,0 0 0,0 0 0,1-1 0,0 1 0,0 0 0,1-1 0,4 8 0,-2-5-38,1-1 0,0 0 0,0 0-1,1 0 1,0 0 0,0-1-1,1 0 1,0-1 0,0 0 0,0 0-1,1-1 1,-1 0 0,1 0 0,11 3-1,0-2-745,0 0 0,0-1 0,0-1 0,0-1 0,22 0 0,-33-2-451,0 0 1,0-1-1,0 0 0,0 0 0,0-1 1,-1 0-1,1-1 0,-1 1 0,1-2 1,-1 1-1,0-1 0,0 0 0,14-11 1,-14 8 459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3.3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127 134 92,'6'-10'950,"1"0"0,-2-1 0,8-17 0,-12 25-345,0-1 0,0 1 0,0 0 0,-1-1 0,1 1 0,-1-1 0,0 1 0,0 0 0,0-1 0,0 1 0,-1-1 0,1 1 0,-1 0 0,0-1-1,0 1 1,0 0 0,-3-6 0,4 9-561,-1-1-1,1 0 1,0 1-1,-1-1 1,1 1-1,-1-1 0,1 1 1,-1-1-1,1 1 1,-1-1-1,0 1 1,1 0-1,-1-1 1,0 1-1,1 0 0,-1-1 1,0 1-1,1 0 1,-1 0-1,0 0 1,1-1-1,-1 1 0,0 0 1,0 0-1,1 0 1,-1 0-1,-1 1 1,-23 10 252,-15 22-296,30-22 5,1 1 0,0-1 1,1 1-1,-11 21 0,17-29-9,-1 0 0,1 0 0,1 1 0,-1-1 1,1 0-1,-1 1 0,1 0 0,1-1 0,-1 1 0,1-1 1,-1 1-1,1 0 0,1-1 0,-1 1 0,1 0 0,-1-1 0,1 1 1,3 6-1,-4-10-1,1 1-1,0-1 1,0 0 0,-1 1 0,1-1 0,0 0-1,0 1 1,0-1 0,1 0 0,-1 0 0,0 0-1,0 0 1,1 0 0,-1 0 0,0 0 0,1 0-1,-1-1 1,1 1 0,-1-1 0,1 1 0,0-1-1,-1 1 1,1-1 0,2 0 0,0 0-14,0 0-1,0-1 1,-1 0 0,1 1 0,0-2 0,-1 1-1,1 0 1,-1-1 0,1 1 0,4-4 0,3-3-50,0 1 0,-1-2 0,0 0-1,0 0 1,10-12 0,-9 4 30,-1 0-1,-1 0 0,8-22 0,-6 18 23,-9 30-92,1 0-1,0 0 0,0 0 1,0 0-1,1 0 0,1-1 1,9 14-1,-11-17-559,1 1 0,1-1 1,-1-1-1,1 1 0,-1-1 1,1 0-1,1 0 0,-1 0 0,1 0 1,-1-1-1,1 0 0,0-1 0,0 1 1,0-1-1,0 0 0,1 0 1,-1-1-1,1 0 0,6 1 0,10-4-126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3.8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315 220 28,'1'-1'81,"1"0"-1,-1-1 1,0 1 0,0 0-1,0-1 1,0 1-1,0 0 1,0-1 0,-1 1-1,1-1 1,0 0 0,-1 1-1,1-1 1,-1 1-1,0-1 1,1 0 0,-1 1-1,0-1 1,0 0 0,0 1-1,0-1 1,-1 0-1,1 1 1,0-1 0,0 0-1,-1 1 1,0-1 0,1 1-1,-1-1 1,0 1-1,1-1 1,-3-2 0,1 2 115,-1 1 0,0-1 1,0 0-1,0 1 1,0 0-1,0 0 0,0 0 1,0 0-1,0 0 1,0 0-1,0 1 0,0-1 1,-1 1-1,1 0 1,0 0-1,0 1 1,-4-1-1,-9 2 587,0 1 1,0 1-1,0 0 0,0 1 1,0 0-1,1 1 0,-28 16 1,35-17-608,0 0 0,0 0 1,1 1-1,-1 0 0,1 0 1,0 1-1,1 0 0,0 0 1,0 0-1,0 1 0,1 0 1,0 0-1,1 1 0,0-1 1,-4 10-1,8-16-171,-1 0-1,0-1 0,0 1 1,1 0-1,-1-1 1,1 1-1,-1 0 1,1 0-1,0 0 1,0-1-1,0 1 1,0 0-1,0 0 1,0 0-1,0 0 1,1-1-1,-1 1 0,1 0 1,-1 0-1,1-1 1,0 1-1,-1 0 1,1-1-1,0 1 1,0-1-1,0 1 1,0-1-1,1 1 1,-1-1-1,0 0 1,1 0-1,-1 1 0,1-1 1,-1 0-1,1 0 1,-1-1-1,1 1 1,0 0-1,-1 0 1,1-1-1,0 1 1,-1-1-1,1 1 1,0-1-1,0 0 1,2 0-1,5 1-1,-1-2-1,1 1 1,0-1-1,-1 0 1,1-1 0,-1 1-1,1-2 1,10-4-1,-10 4 16,0-1-1,0 0 0,-1-1 0,1 0 1,-1 0-1,0-1 0,0 0 0,-1 0 1,0-1-1,0 1 0,-1-2 0,0 1 0,0-1 1,0 0-1,-1 0 0,0-1 0,-1 1 1,0-1-1,0 0 0,-1 0 0,0-1 1,-1 1-1,0 0 0,0-1 0,-1 0 1,0-13-1,-15-84 483,5 63-220,7 34-97,2 12 42,4 48 878,-1-19-2616,0-1 1,1 0-1,18 57 0,-20-81 1056,0 0 0,0-1 0,0 1 0,1-1 0,0 1 0,0-1 0,0 0 0,1 0 0,0 0 0,0-1 0,0 0 0,0 1 0,1-1 0,0-1 0,-1 1 0,1-1 0,1 1 0,-1-2 0,0 1 0,1 0 0,0-1 0,-1 0 0,1-1 0,0 1 0,10 0 0,9-1 116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4.4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182 317 144,'19'-10'423,"40"-24"1312,-57 33-1493,0-1-1,0 1 1,0-1-1,0 1 0,0-1 1,-1 0-1,1 0 1,0 1-1,-1-1 1,0-1-1,1 1 1,-1 0-1,0 0 0,0 0 1,0-1-1,0 1 1,0 0-1,-1-1 1,1 1-1,-1-1 1,1-4-1,-2 5-32,0 0 0,0 0 0,0 0 0,0 0 0,0 1 1,0-1-1,0 0 0,-1 0 0,1 1 0,0-1 0,-1 0 0,0 1 0,1 0 0,-1-1 0,0 1 0,0 0 0,0 0 1,0 0-1,0 0 0,0 0 0,0 0 0,0 1 0,0-1 0,0 1 0,0-1 0,0 1 0,0 0 0,-3 0 0,-64-1 2245,56 2-2214,1 0 0,-1 1 0,0 0 0,1 1 0,-1 1-1,1 0 1,0 0 0,-12 8 0,21-11-229,0 1 0,0 0 1,0 0-1,0 0 0,0 0 1,1 1-1,-1-1 0,1 1 1,0 0-1,-1 0 0,1 0 1,0 0-1,1 0 0,-1 0 1,1 0-1,-1 0 0,1 1 1,0-1-1,0 0 0,0 1 1,1-1-1,-1 1 0,1 0 1,0-1-1,0 1 0,0-1 1,0 1-1,1-1 0,-1 1 1,1-1-1,0 1 0,0-1 1,2 5-1,-1-4-14,-1 1-1,1-1 1,0 1 0,1-1 0,-1 0-1,1 0 1,0 0 0,0 0 0,0 0-1,0-1 1,1 0 0,-1 1-1,1-1 1,0 0 0,0-1 0,0 1-1,0-1 1,1 1 0,-1-1-1,1-1 1,-1 1 0,1-1 0,0 1-1,-1-1 1,1-1 0,0 1-1,0-1 1,0 0 0,0 0 0,-1 0-1,1 0 1,0-1 0,0 0-1,5-1 1,-1-1 0,-1 1 0,1-1-1,-1 0 1,1-1 0,-1 0-1,0 0 1,0-1 0,-1 0-1,0 0 1,1-1 0,-2 0-1,1 0 1,-1-1 0,0 1-1,0-2 1,-1 1 0,8-13-1,-7 4 18,0-1 0,-2 0 0,0 0-1,0 0 1,-2-1 0,0 1-1,-1-1 1,-3-32 0,2 19-24,4-46 1,-1 74 17,2 10 3,1 8 2,13 41-49,17 48-4759,-28-87 1887,0 0 0,0 0-1,23 29 1,-8-27 1084,-12-15 1495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4.7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0 185 8,'2'1'153,"0"0"1,0 0-1,0-1 1,0 1-1,0-1 1,0 1-1,0-1 1,0 0-1,0 0 0,0 0 1,0 0-1,0 0 1,0 0-1,0 0 1,0-1-1,0 1 1,0-1-1,0 1 0,0-1 1,3-1-1,40-20 1872,-42 21-1897,7-5 283,0 0 0,0-1 1,-1 0-1,1 0 0,13-15 0,-20 19-297,-1 0 1,1-1-1,-1 1 1,1 0-1,-1-1 0,0 1 1,0-1-1,0 0 1,-1 0-1,1 1 0,-1-1 1,0 0-1,0 0 1,0-1-1,-1 1 1,1 0-1,-1 0 0,0 0 1,-1-6-1,1 9-95,0 0-1,0 0 0,-1-1 0,1 1 1,0 0-1,0 0 0,-1 0 1,1 0-1,-1 0 0,1 0 1,-1 0-1,0 0 0,1 0 0,-1 0 1,0 0-1,1 0 0,-1 0 1,0 1-1,0-1 0,0 0 1,0 0-1,0 1 0,0-1 0,0 1 1,0-1-1,0 1 0,-2-1 1,0 1-6,1 0 1,0 0-1,0 0 1,-1 1-1,1-1 1,0 1-1,0-1 1,0 1-1,0 0 1,0 0-1,0 0 1,0 0-1,-3 2 1,-2 2 7,0 0-1,0 1 1,1 0 0,0 0 0,0 0-1,-8 11 1,11-11-14,0 0 0,0 0 0,0 0 0,1 1 0,0-1 0,0 1 0,0-1 0,1 1 0,0 0 0,1 0 0,-1-1 0,1 1 0,1 0 0,-1 0 0,1 0 0,0-1 0,1 1 1,-1-1-1,1 1 0,3 6 0,-2-8-16,-1-1 0,1 1 1,0-1-1,0 1 1,0-1-1,0 0 1,1 0-1,0 0 0,-1-1 1,2 1-1,-1-1 1,0 0-1,1 0 1,-1 0-1,1-1 0,0 0 1,0 0-1,0 0 1,0 0-1,0-1 0,0 0 1,0 0-1,0 0 1,1-1-1,-1 1 1,6-2-1,10-1-867,-1-1 0,1-1 0,-1-1 0,0 0 0,0-2 0,-1 0-1,0-2 1,0 0 0,-1-1 0,0 0 0,24-20 0,-18 13 496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5.4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300 298 132,'0'0'180,"1"-1"-1,-1 1 1,1 0-1,-1 0 1,0 0-1,1 0 1,-1 0-1,1 0 1,-1 0-1,0-1 1,1 1-1,-1 0 1,1 0-1,-1-1 1,0 1 0,1 0-1,-1 0 1,0-1-1,1 1 1,-1 0-1,0-1 1,0 1-1,1-1 1,-1 1-1,0 0 1,0-1-1,0 1 1,1-1-1,-1 1 1,0 0 0,0-1-1,0 1 1,0-1-1,0 1 1,0-1-1,0 1 1,0 0-1,0-1 1,0 1-1,0-1 1,0 1-1,0-1 1,-1 1 0,1 0-1,0-1 1,0 1-1,-1-1 1,-24-15 3955,-38-2-927,51 15-2885,0 2 0,0-1 0,0 2 0,0 0 0,0 0 0,0 1 0,1 0 0,-1 1 0,-22 7 1,29-8-299,1 1 0,-1 0 0,1 1 0,-1-1 0,1 0 0,0 1 0,0 0 0,0 0 0,1 1 0,-1-1 0,1 1 0,0-1 0,0 1 0,0 0 0,0 0 0,1 0 0,-1 1 0,1-1 0,0 1 0,1-1 0,-1 1 0,1 0 0,0-1 0,0 1-1,0 0 1,0 10 1,1-10-32,-1 0 0,1 1 1,1-1-1,-1 0 0,1 1 1,0-1-1,0 0 0,0 1 1,1-1-1,0 0 1,0 0-1,0 0 0,0 0 1,1-1-1,0 1 0,0-1 1,0 1-1,1-1 1,0 0-1,-1 0 0,1-1 1,0 1-1,1-1 0,-1 0 1,1 0-1,-1 0 1,1-1-1,0 1 0,0-1 1,0 0-1,0-1 0,0 1 1,1-1-1,-1 0 0,0-1 1,1 1-1,5-1 1,-4 0-14,1 0 1,-1 0 0,0-1 0,0 0 0,0 0 0,0-1 0,0 1-1,-1-2 1,1 1 0,-1-1 0,1 0 0,-1 0 0,0-1 0,0 0-1,0 0 1,0 0 0,-1-1 0,0 0 0,0 0 0,0 0 0,0-1-1,-1 1 1,0-1 0,0 0 0,-1 0 0,0-1 0,0 1 0,3-9-1,-3 2 16,-1-1 1,0 0-1,-1 0 0,0 0 0,-1 0 0,-1 1 0,-3-25 0,-28-101-123,12 64-93,15 39 73,5 36 146,1 0 1,-1 0-1,0 0 0,0 1 1,0-1-1,0 0 0,0 0 1,0 0-1,0 0 0,0 0 1,0 0-1,0 0 0,0 0 1,1 0-1,-1 0 0,0 0 1,0 0-1,0 0 0,0 0 1,0 0-1,0 0 0,0 0 1,0 0-1,0 0 0,0 0 1,0-1-1,1 1 0,-1 0 1,0 0-1,0 0 0,0 0 1,0 0-1,0 0 0,0 0 1,0 0-1,0 0 0,0 0 1,0 0-1,0 0 0,0 0 1,0 0-1,0-1 0,0 1 1,0 0-1,0 0 0,0 0 1,0 0-1,0 0 0,0 0 1,0 0-1,0 0 0,0 0 1,0 0-1,0 0 0,0-1 1,0 1-1,0 0 0,0 0 1,0 0-1,0 0 0,9 19 124,3 16 31,10 54 1,0 39-4446,2 12-7674,-15-111 10240,2-3 767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6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18 206 32,'-9'-76'3979,"6"64"-1989,1-1 0,0 1 0,1 0 0,0-1 0,1 1 0,0-1 0,5-22 0,-5 34-1961,0 1 0,0 0 0,-1 0 0,1-1 0,0 1 0,0 0 0,1-1 0,-1 1 0,0 0 0,0 0 0,0-1 0,0 1 0,0 0 0,0 0-1,0-1 1,0 1 0,0 0 0,1 0 0,-1 0 0,0-1 0,0 1 0,0 0 0,0 0 0,1 0 0,-1-1 0,0 1 0,0 0 0,0 0 0,1 0 0,-1 0 0,0 0 0,0-1 0,1 1 0,-1 0 0,0 0 0,0 0-1,1 0 1,-1 0 0,0 0 0,1 0 0,-1 0 0,0 0 0,0 0 0,1 0 0,-1 0 0,0 0 0,0 0 0,1 1 0,10 14 427,9 34-445,-18-43 112,14 42-48,-2 1-1,12 81 1,-7 24-4713,-12-115 50,-6-37 4065,-1 0 0,1 0 0,-1 0-1,1 0 1,0 0 0,0 0 0,0-1 0,0 1 0,0 0 0,0-1 0,0 1 0,1-1-1,-1 1 1,1-1 0,-1 0 0,4 3 0,-5-4 436,0 0 0,1 0 0,-1 0 0,0 0 1,1 0-1,-1 0 0,1 0 0,-1 0 0,0 0 0,1 0 0,-1 0 0,0 0 0,1 0 0,-1 0 0,0 0 1,1 0-1,-1 0 0,0 0 0,1-1 0,-1 1 0,0 0 0,1 0 0,-1 0 0,0-1 0,1 1 1,-1 0-1,0 0 0,0-1 0,0 1 0,1 0 0,-1 0 0,0-1 0,0 1 0,0 0 0,1-1 1,-1 1-1,0-1 0,3-7-536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6.4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42 108 24,'-1'0'7,"-35"-6"835,31-1 272,22-3-103,229-74 3430,-246 84-4315,1 0 0,0-1 0,-1 1 0,1 0 0,0 0 0,0 0 0,-1 0 0,1 0 0,0 0 0,0 0 0,-1 1 0,1-1 0,0 0 0,-1 0-1,1 0 1,0 1 0,0-1 0,-1 0 0,1 1 0,-1-1 0,1 1 0,0-1 0,-1 0 0,1 1 0,-1 0 0,1-1 0,-1 1 0,1-1 0,-1 1 0,0-1 0,1 1 0,-1 0-1,0-1 1,1 1 0,-1 0 0,0 0 0,0-1 0,1 1 0,-1 0 0,0-1 0,0 1 0,0 0 0,0 0 0,0-1 0,0 1 0,0 0 0,-1 0 0,1-1 0,0 1 0,0 1-1,-11 55 2819,6-28-2084,4-24-809,1 0 0,-1 0 0,1 0 0,1 0 1,-1 1-1,1-1 0,0 0 0,0 0 0,0 0 1,1 0-1,0 0 0,0-1 0,0 1 0,0 0 1,1-1-1,-1 0 0,1 1 0,1-1 0,-1 0 1,6 5-1,-4-6-46,-1 0-1,1 0 1,0-1-1,-1 1 1,1-1 0,1 0-1,-1 0 1,0-1 0,0 0-1,1 1 1,-1-2 0,0 1-1,1-1 1,-1 0 0,1 0-1,-1 0 1,1-1-1,-1 0 1,8-2 0,-10 3 3,0-1 1,0 1-1,-1-1 1,1 0-1,0 0 1,-1 0-1,1 0 0,-1 0 1,1 0-1,-1-1 1,0 1-1,1-1 1,-1 0-1,0 0 1,0 0-1,0 0 1,-1 0-1,1 0 1,0 0-1,-1-1 1,1 1-1,-1 0 1,0-1-1,0 0 0,0 1 1,1-5-1,-2 3 11,0 0 0,0 0 0,0 0 0,-1 1 0,1-1-1,-1 0 1,0 0 0,0 0 0,-1 0 0,1 1-1,-1-1 1,0 1 0,0-1 0,0 1 0,0-1-1,-1 1 1,-5-5 0,-34-28-138,-14 10-4373,52 24 3872,-1 0-1,0 1 1,0 0 0,0 0-1,0 0 1,0 0 0,0 1-1,0 0 1,0 0-1,0 0 1,0 1 0,1 0-1,-1-1 1,0 2 0,0-1-1,0 1 1,0-1 0,1 1-1,-1 1 1,1-1-1,-5 4 1,-1 5-366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6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0 162 260,'0'-16'-29,"0"-28"4239,0 36-2738,1 0 1,0 0-1,0 0 0,0 0 0,1 0 0,0 0 0,1 1 0,0-1 0,0 0 0,6-10 1,-9 18-1443,0 0 0,1-1 0,-1 1 0,0 0 0,0 0 0,0-1 0,1 1 1,-1 0-1,0 0 0,0 0 0,1-1 0,-1 1 0,0 0 0,0 0 1,1 0-1,-1-1 0,0 1 0,1 0 0,-1 0 0,0 0 0,1 0 0,-1 0 1,0 0-1,0 0 0,1 0 0,-1 0 0,0 0 0,1 0 0,-1 0 0,0 0 1,1 0-1,-1 0 0,0 0 0,1 0 0,-1 0 0,0 1 0,1-1 1,-1 0-1,0 0 0,1 0 0,11 15 335,4 20-237,1 18-102,12 70 0,2 3-6264,-31-123 5396,1 1 0,0-1 1,1 0-1,-1 0 1,0 0-1,1 0 0,0 0 1,0-1-1,0 1 0,2 3 1,-2-5 594,-1-1 1,0 1 0,0 0 0,1 0-1,-1 0 1,1-1 0,-1 1-1,0-1 1,1 1 0,-1-1 0,1 0-1,-1 1 1,1-1 0,-1 0 0,1 0-1,-1 0 1,1 0 0,-1 0 0,1-1-1,-1 1 1,1 0 0,-1-1 0,1 1-1,1-2 1,17-5-344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7.4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1 188 52,'8'-126'2252,"-2"64"15077,-4 98-16481,1 19-427,1 0-1,22 95 0,-26-148-419,0 0 0,0 0-1,1 0 1,-1-1 0,1 1 0,-1 0 0,1-1 0,0 1-1,0 0 1,0-1 0,0 1 0,0-1 0,0 1 0,0-1-1,0 0 1,1 1 0,-1-1 0,0 0 0,1 0 0,-1 0-1,1 0 1,0 0 0,-1 0 0,1-1 0,0 1-1,1 0 1,0-1 0,0 0-1,0-1 0,0 1 1,0-1-1,-1 0 0,1 0 1,0 0-1,-1 0 0,1 0 1,-1 0-1,1-1 0,-1 1 1,0-1-1,1 0 0,-1 0 1,2-3-1,19-17 1,-19 17-4,0 1 1,1-1-1,-1 1 0,1 0 1,1 0-1,6-4 0,-10 7 2,0 0 0,0 1-1,0-1 1,1 0 0,-1 1-1,0 0 1,1-1 0,-1 1-1,0 0 1,1 0 0,-1 0 0,0 1-1,0-1 1,1 1 0,-1-1-1,0 1 1,0 0 0,1 0-1,-1-1 1,0 2 0,3 0-1,12 8 7,0 0-149,0-1 0,37 14 0,-50-21 96,0-1 0,-1 0 0,2 0 0,-1 0 0,0 0 0,0-1 0,0 0 0,0 0 0,0 0 0,0 0 1,1-1-1,-1 1 0,0-1 0,0 0 0,0 0 0,0-1 0,0 1 0,-1-1 0,8-4 0,-10 5 40,1 1 0,-1-1 0,0 0 0,0 0 0,1 0 1,-1 0-1,0 0 0,0 0 0,0 0 0,-1-1 0,1 1 0,0 0 0,0 0 0,0-1 0,-1 1 0,1 0 0,-1-1 0,1 1 0,-1-1 0,0 1 0,0-1 0,1 1 1,-1-1-1,0 1 0,0-1 0,0 1 0,0-1 0,-1 1 0,1 0 0,0-1 0,-1 1 0,1-1 0,-1 1 0,1-1 0,-1 1 0,0 0 0,1 0 0,-1-1 0,0 1 0,0 0 1,0 0-1,-1-2 0,-1 1 2,1 0 1,-1-1 0,0 1 0,1 0 0,-1 0-1,0 1 1,0-1 0,0 0 0,0 1 0,0 0-1,-1 0 1,1 0 0,0 0 0,-1 0-1,1 1 1,0 0 0,-5-1 0,5 1 1,0 1 0,0-1 0,1 1 0,-1-1 0,0 1 0,1 0 1,-1 0-1,1 0 0,-1 0 0,1 0 0,-1 0 0,1 1 0,0-1 0,-4 5 0,5-5-1,-1 0 0,2 1 0,-1-1 0,0 1 0,0-1 0,0 1 0,1-1 0,-1 1 0,1 0 0,-1-1-1,1 1 1,0 0 0,-1 0 0,1-1 0,0 1 0,0 0 0,0-1 0,1 3 0,0 1-58,0 0 0,1-1 1,-1 1-1,1 0 1,1-1-1,-1 1 0,0-1 1,1 0-1,0 0 0,0 0 1,0 0-1,1 0 0,-1-1 1,7 5-1,33 19-1682,-27-21 239,-1 0 0,1 0 0,0-2 0,1 0 1,-1 0-1,1-2 0,0 0 0,-1-1 1,1-1-1,28-2 0,-26-2 1028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09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219 32 20,'-76'-5'2263,"56"3"167,-1 0 0,1 1 0,-1 2 0,-30 3 0,50-4-2386,1 0 0,0 0 0,0 0 0,-1 0 0,1 0 0,0 0 0,-1 0 0,1 0 0,0 0 0,0 0 0,-1 0 0,1 0 0,0 0 0,0 0 0,-1 0 0,1 0 0,0 0 0,-1 0 0,1 1 0,0-1 0,0 0 0,0 0 0,-1 0 0,1 0 0,0 1 0,0-1 0,-1 0 1,1 0-1,0 0 0,0 1 0,0-1 0,0 0 0,0 0 0,-1 0 0,1 1 0,0-1 0,0 0 0,0 1 0,0-1 0,0 0 0,0 0 0,0 1 0,0-1 0,13 7 499,23 1-507,4-3-500,1-2 1,0-2-1,61-6 1,44-17-8255,-137 20 7904,-1 0-1,0 0 1,0 0-1,0-1 1,10-5-1,-1-3-363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10.4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278 321 188,'-10'0'113,"-121"-4"2722,117 2-1631,-1 0 1,1-1 0,0 0-1,0-1 1,1-1-1,-26-11 1,38 15-1109,0 1-1,1 0 1,-1 0 0,0-1 0,1 1 0,-1 0 0,1-1 0,-1 1 0,0 0-1,1-1 1,-1 1 0,1-1 0,-1 1 0,1-1 0,-1 0 0,1 1 0,-1-1-1,1 1 1,0-1 0,-1 0 0,1 1 0,0-1 0,0 0 0,-1 1 0,1-1 0,0 0-1,0-1 1,15-9 772,41-1-1042,-49 11 329,101-16-63,-31 7-11,130-36 0,-202 44-79,-1 1 0,1-1 0,0 0 0,0 0 0,-1-1 0,1 0 0,-1 1 0,1-1 0,-1-1 0,0 1 1,3-4-1,-6 5-2,0 1 0,0-1 0,-1 1 1,1-1-1,0 0 0,-1 1 0,1-1 1,-1 0-1,0 1 0,0-1 0,1 0 0,-1 1 1,0-1-1,0 0 0,-1 1 0,1-1 1,0 0-1,-1 1 0,1-1 0,-1 0 1,1 1-1,-1-1 0,0 1 0,1-1 1,-1 1-1,0-1 0,0 1 0,0 0 1,0-1-1,0 1 0,-1 0 0,1 0 1,0 0-1,-1 0 0,1 0 0,0 0 0,-3-1 1,-8-8 7,-2 1 1,0 0-1,0 0 1,0 2 0,-17-7-1,22 10 36,0 1-1,0 0 1,-1 0-1,1 1 1,-1 0-1,1 1 1,-1 0-1,1 1 1,-20 1-1,27-1-25,-1 1-1,1 0 0,-1 0 1,1 0-1,-1 1 0,1-1 1,0 0-1,0 1 0,0 0 0,0-1 1,0 1-1,0 0 0,0 0 1,1 0-1,-1 0 0,1 1 0,-1-1 1,1 0-1,0 0 0,0 1 1,0-1-1,0 1 0,0-1 1,1 1-1,-1-1 0,1 1 0,0 0 1,-1 4-1,0 10 35,1 0 1,0 0-1,3 21 0,-2-26-24,24 197-6,1 12-3878,-22-164-1930,-6 105-1,0-139 4868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11.1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0 313 16,'6'-6'262,"-1"0"-1,1 0 1,0 1 0,1 0 0,-1 0-1,1 1 1,0 0 0,0 0 0,0 0-1,1 1 1,-1 0 0,16-3 0,7-5 153,49-21 154,-38 17-474,0-2-1,-1-2 1,57-36-1,-94 53-77,0 0 0,0 0-1,-1 0 1,1 0 0,-1-1-1,1 1 1,-1-1 0,0 0 0,0 1-1,0-1 1,-1 0 0,1 0-1,-1 0 1,1 0 0,-1-1 0,0 1-1,1-7 1,-2 8 10,0 0 0,-1 0 0,1 0 0,0 1-1,-1-1 1,0 0 0,1 0 0,-1 0 0,0 0 0,0 1 0,0-1 0,0 0 0,0 1-1,-1-1 1,1 0 0,0 1 0,-1 0 0,1-1 0,-1 1 0,1 0 0,-1 0 0,0 0 0,1 0-1,-1 0 1,0 0 0,0 0 0,0 1 0,0-1 0,0 1 0,0-1 0,-3 1 0,-3-2 64,1 1 0,0 0 0,-1 1 1,1 0-1,-1 0 0,1 0 1,-1 1-1,1 0 0,-1 1 1,1 0-1,0 0 0,-9 4 0,14-5-68,0 0-1,0 0 1,0 0-1,0 0 0,0 0 1,0 1-1,0-1 1,1 1-1,-1 0 0,0-1 1,1 1-1,0 0 1,-1 0-1,1 0 0,0 0 1,0 0-1,-1 4 1,1-4-17,1 1 0,0 0 0,0-1-1,0 1 1,0 0 0,0 0 0,1-1 0,-1 1 0,1 0 0,0-1 0,0 1 0,0-1 0,0 1 0,0-1 0,0 1 0,1-1 0,-1 0 0,4 4 0,1 1 8,1 0-1,0 0 1,1-1 0,-1 0 0,1 0-1,0-1 1,1 0 0,-1 0-1,1-1 1,0 0 0,0 0 0,15 3-1,-7-2 31,-1 1 0,26 15 0,-41-21-28,1 1 1,-1-1-1,0 1 1,0 0-1,0 0 0,0-1 1,0 1-1,0 0 0,0 0 1,-1 0-1,1 0 0,0 0 1,0 0-1,-1 1 1,1-1-1,-1 0 0,1 0 1,-1 0-1,1 0 0,-1 1 1,0-1-1,0 0 1,0 0-1,1 1 0,-1-1 1,0 0-1,0 1 0,-1-1 1,1 2-1,-18 35 581,15-35-555,1 1 0,0-1 1,0 1-1,0-1 0,1 1 1,-1 0-1,1-1 0,0 1 1,-1 5-1,2-8-42,1 0 0,-1 1 0,1-1 1,-1 0-1,1 0 0,-1 0 0,1 0 0,0 0 1,-1 0-1,1 0 0,0-1 0,0 1 0,0 0 0,0 0 1,0-1-1,0 1 0,0 0 0,0-1 0,0 1 1,0-1-1,0 1 0,0-1 0,0 0 0,1 1 0,-1-1 1,0 0-1,0 0 0,0 0 0,1 0 0,-1 0 1,0 0-1,0 0 0,0 0 0,0 0 0,1-1 0,-1 1 1,1-1-1,50-9-419,-51 9 376,166-64-2596,-165 65 2643,-1 0 1,0-1-1,1 1 1,-1 0-1,1 0 1,-1-1-1,0 1 1,1 0 0,-1 0-1,1 1 1,-1-1-1,0 0 1,1 0-1,-1 1 1,1-1-1,-1 1 1,0-1 0,0 1-1,1 0 1,-1-1-1,0 1 1,2 2-1,18 25-1172,-19-24 791,-1-1-1,1 0 0,0 0 1,0-1-1,0 1 1,0 0-1,0-1 0,1 1 1,-1-1-1,1 0 1,5 4-1,1-4-220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11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35 224,'-1'-13'-428,"-1"-9"12113,12 40-7514,-8-13-4036,0 0 0,0 0 0,0 0 0,-1-1-1,0 2 1,0-1 0,-1 0 0,1 0 0,-1 0 0,0 0 0,0 0-1,-2 9 1,1-12-129,1 1-1,-1-1 1,1 0-1,-1 1 0,0-1 1,0 0-1,0 0 1,0 0-1,-1 0 1,1 0-1,-1 0 1,1 0-1,-1 0 0,1 0 1,-1-1-1,0 1 1,0-1-1,0 1 1,0-1-1,0 0 0,0 0 1,0 0-1,-1 0 1,1 0-1,0 0 1,-1 0-1,1-1 0,0 1 1,-5-1-1,6 0-6,0 0 1,-1 0-1,1 0 0,-1 0 0,1 0 0,0 0 1,-1-1-1,1 1 0,0 0 0,-1-1 0,1 0 1,0 1-1,-1-1 0,1 0 0,0 1 0,0-1 1,0 0-1,0 0 0,0 0 0,0 0 1,0 0-1,0 0 0,0 0 0,0 0 0,1-1 1,-1 1-1,0 0 0,1 0 0,-1-1 0,1 1 1,-1 0-1,1-1 0,0 1 0,-1-1 0,1 1 1,0 0-1,0-1 0,0 1 0,0-2 0,0-10-1041,1 0 0,-1 0-1,5-20 1,-1 5-8419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12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8 308 52,'-2'-7'408,"1"1"1,-1-1-1,1 0 1,0 1-1,0-1 1,1 0-1,0 0 1,0 1-1,1-1 1,0 0-1,0 0 1,1 1-1,-1-1 1,1 1-1,1-1 0,-1 1 1,1 0-1,0 0 1,1 0-1,-1 0 1,1 1-1,0-1 1,1 1-1,7-7 1,-12 11-298,1 1 1,-1-1 0,1 1 0,0-1 0,-1 1-1,1 0 1,0-1 0,-1 1 0,1 0 0,0 0-1,-1-1 1,1 1 0,0 0 0,0 0 0,-1 0 0,1 0-1,0 0 1,0 0 0,-1 0 0,1 0 0,0 0-1,0 0 1,-1 0 0,1 1 0,0-1 0,0 0-1,-1 0 1,1 1 0,0-1 0,-1 1 0,2 0-1,14 24 1663,0 34-523,-16 12-791,1-81-524,1 1 0,0-1 0,0 1 0,1 0-1,0 0 1,1 0 0,0 0 0,0 1 0,1-1 0,0 1-1,0 0 1,1 1 0,0-1 0,1 1 0,-1 0 0,15-11-1,-19 17 46,-1 0 0,1 1-1,-1-1 1,1 0 0,-1 0-1,1 1 1,-1-1 0,1 1-1,-1 0 1,1-1-1,0 1 1,-1 0 0,1 0-1,0 0 1,-1 0 0,1 0-1,-1 0 1,1 1 0,0-1-1,-1 0 1,1 1 0,-1-1-1,1 1 1,-1 0-1,1 0 1,-1-1 0,1 1-1,1 2 1,2 2 8,0 0 1,0 1-1,-1 0 1,1 0-1,4 10 1,-7-12-37,0 0 0,1 1 0,-1-1 0,1 0 0,0 0 0,0-1 0,0 1 0,1-1 0,-1 1 0,1-1 0,0 0 0,-1 0 0,10 4 0,-6-6-234,1 0 0,-1-1-1,1 0 1,-1 0 0,1-1-1,-1 1 1,1-2 0,-1 1-1,0-1 1,1 0-1,-1-1 1,0 1 0,9-6-1,10-6-1396,49-32-1,-68 41 1496,65-50-1309,-67 51 1453,-1 0 0,1-1-1,-1 0 1,1 0 0,-1 0 0,-1 0 0,1-1 0,-1 0-1,0 0 1,0 0 0,2-9 0,-4 14 51,-1 0 1,0 0 0,1 0-1,-1 0 1,0 0-1,0 0 1,0 0-1,0 0 1,0 0 0,0 0-1,0 0 1,0 0-1,-1 0 1,1 0-1,0 0 1,0 0-1,-1 0 1,1 0 0,-1 0-1,1 0 1,-1 0-1,1 1 1,-1-1-1,0 0 1,1 0 0,-1 0-1,0 1 1,0-2-1,-1 2 35,0-1-1,0 0 0,0 0 0,0 1 1,-1-1-1,1 1 0,0 0 0,0-1 1,0 1-1,0 0 0,0 0 0,-4 1 1,-4 1 250,0 0 0,0 1 0,0 0 0,-15 7 0,17-7-59,1 1 0,0 0-1,0 0 1,1 1 0,-1 0-1,1 0 1,-9 11 0,14-15-215,0 0 0,0 1 0,0-1 0,0 1-1,0-1 1,0 1 0,1 0 0,-1-1 0,1 1 0,-1 0 0,1-1 0,0 1 0,-1 0 0,1 0 0,0-1 0,0 1 0,0 0 0,1 0 0,-1-1-1,0 1 1,1 0 0,-1-1 0,1 1 0,-1 0 0,1-1 0,0 1 0,0-1 0,-1 1 0,1-1 0,0 1 0,1-1 0,-1 1 0,0-1-1,0 0 1,0 0 0,1 0 0,-1 0 0,1 0 0,-1 0 0,4 2 0,44 30-24,-25-18 425,-1 1-1,31 29 1,-47-38-148,0 1 0,-1 0 0,0 0 0,0 0 0,0 0 0,-1 1 1,-1 0-1,1 0 0,-2 1 0,6 17 0,-7-16-93,0-1 1,-1 1-1,0 0 0,-1 0 0,0-1 1,-1 1-1,0 0 0,-1-1 1,0 1-1,-1-1 0,0 1 0,-6 13 1,6-16-122,-1 0 0,0-1 0,0 1 0,0-1 0,-1 0 0,0 0 0,-1-1 0,0 0 1,1 1-1,-2-2 0,1 1 0,-1-1 0,0 0 0,0 0 0,0-1 0,-10 4 0,16-7-59,0-1-1,1 0 0,-1 1 0,0-1 0,0 0 1,0 1-1,0-1 0,0 0 0,0 0 1,1 0-1,-1 0 0,0 0 0,0 0 0,0 0 1,0 0-1,0 0 0,0 0 0,0-1 1,0 1-1,1 0 0,-1 0 0,0-1 0,0 1 1,0-1-1,1 1 0,-1-1 0,0 1 1,-1-2-1,1 0-14,0 1 0,0-1 0,1 0 0,-1 0 0,0 1-1,1-1 1,-1 0 0,1 0 0,0 0 0,-1 0 0,1 0 0,0-3 0,1-6-153,0 0 1,0 0-1,6-18 1,21-47-1314,25-34-5210,9-19-1892,-52 101 7742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13.0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14 138 172,'0'2'266,"-1"0"1,1 0-1,0 1 1,1-1-1,-1 0 1,0 0-1,1 0 0,-1 0 1,1 0-1,-1 0 1,1 0-1,0 0 0,0 0 1,0-1-1,0 1 1,0 0-1,0 0 1,1-1-1,-1 1 0,1-1 1,-1 1-1,1-1 1,-1 0-1,1 1 0,0-1 1,-1 0-1,1 0 1,0 0-1,0 0 1,0-1-1,0 1 0,0 0 1,0-1-1,0 1 1,0-1-1,0 0 0,0 0 1,0 0-1,1 0 1,-1 0-1,0 0 1,0 0-1,0-1 0,0 1 1,4-2-1,47-17 4001,-11-7-3565,-38 21-654,1 0 0,-1 0 0,0 0 0,0-1 1,0 0-1,-1 0 0,0 0 0,0 0 0,0 0 0,-1-1 1,0 1-1,1-8 0,-2 12-48,-1 0 1,1 0-1,-1 0 0,0 0 0,0 0 1,1 0-1,-1 0 0,-1 0 0,1 0 1,0 0-1,0 1 0,-1-1 1,1 0-1,-1 0 0,1 0 0,-1 0 1,0 0-1,0 1 0,0-1 0,0 0 1,0 0-1,0 1 0,-1-1 0,1 1 1,0-1-1,-1 1 0,1 0 1,-1 0-1,1-1 0,-1 1 0,0 0 1,1 0-1,-1 1 0,0-1 0,0 0 1,0 1-1,0-1 0,0 1 0,0-1 1,0 1-1,0 0 0,0 0 1,0 0-1,0 0 0,-2 0 0,-3 1-5,-1 0 0,0 0-1,1 0 1,0 1 0,-1 1 0,1-1-1,0 1 1,0 0 0,0 0 0,1 1-1,-1 0 1,1 1 0,0-1-1,0 1 1,0 0 0,1 0 0,-1 1-1,1 0 1,1 0 0,-1 0 0,1 0-1,0 1 1,1 0 0,-1-1-1,1 1 1,1 1 0,-4 11 0,4-14-4,1 1 0,-1 0 0,1-1 1,0 1-1,1 0 0,-1 0 1,1 0-1,1-1 0,-1 1 0,1 0 1,0 0-1,0-1 0,0 1 0,1 0 1,0-1-1,0 1 0,0-1 1,1 0-1,0 0 0,0 0 0,0 0 1,1 0-1,0-1 0,-1 1 0,1-1 1,1 0-1,-1 0 0,1-1 0,-1 1 1,1-1-1,0 0 0,1-1 1,-1 1-1,0-1 0,1 0 0,6 2 1,28 3-1095,-30-6-31,0-1 1,0-1-1,-1 0 0,1 0 1,0-1-1,-1 0 1,1-1-1,-1 0 0,0 0 1,0-1-1,0 0 0,0-1 1,14-10-1,-4 2 580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13.4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0 102 124,'6'-49'3089,"1"-4"15154,-13 97-17450,21 163-289,-1-40-5291,-14-167 4705,5 51-7839,-4-49 7444,-1 1-1,1-1 1,-1 0 0,1 0 0,0 0-1,0 1 1,0-1 0,0 0-1,0 0 1,1 0 0,-1 0-1,1-1 1,-1 1 0,1 0-1,0-1 1,-1 1 0,1-1-1,4 3 1,6 1-317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4:13.7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51 32,'2'-1'439,"1"1"0,-1-1 0,1 1 1,-1-1-1,1 0 0,-1 0 0,0 0 0,1 0 0,-1 0 0,0-1 0,4-2 1,-5 3 61,10-5 720,0 1 0,0 0 0,1 1 0,0 0 0,-1 1 0,1 0 0,14-1 0,-21 3-952,0 1 1,-1 0 0,1 0 0,-1 0 0,1 1 0,-1-1 0,1 1 0,-1 0 0,0 0 0,6 3 0,-8-3-161,0 0 0,1 1-1,-2-1 1,1 1 0,0-1 0,0 1 0,0-1 0,-1 1 0,1 0-1,-1 0 1,1 0 0,-1 0 0,0 0 0,0 0 0,0 0 0,0 1-1,0-1 1,0 0 0,0 1 0,0 2 0,-1 0-39,0-1-1,0 0 1,0 0 0,0 0-1,0 0 1,-1 0 0,0 0 0,0 0-1,0 0 1,0 0 0,-1 0 0,1 0-1,-1 0 1,0-1 0,-1 1-1,1-1 1,0 1 0,-1-1 0,0 0-1,0 0 1,0 0 0,0 0-1,0-1 1,0 1 0,-1-1 0,1 0-1,-1 0 1,-6 3 0,6-3-130,0 0 1,0 0 0,-1-1 0,1 1 0,-1-1-1,1 0 1,-1 0 0,0-1 0,1 1-1,-1-1 1,0 0 0,1 0 0,-1-1 0,0 1-1,1-1 1,-1 0 0,1 0 0,-1-1 0,1 1-1,-1-1 1,1 0 0,0 0 0,0-1-1,0 1 1,-4-4 0,2-1-713,0 0 0,1 0-1,0 0 1,-6-13 0,8 14-535,-1 0 0,1 0 0,-1 0 0,0 1 0,0 0 0,-1-1 0,1 1 0,-7-5 1,9 9 1052,1 0 0,-1 0 0,0 1 0,1-1 1,-1 0-1,1 1 0,-1-1 0,0 1 1,0 0-1,1-1 0,-1 1 0,0 0 1,0 0-1,1 0 0,-1 0 0,0 0 1,-2 1-1,-15 6-667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37.5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345 151 8,'12'-57'4998,"-38"79"-2901,-8 16-1948,1 1 1,-32 54 0,11-17-138,41-57 3,23-30 65,23-33 17,-16 13-72,150-258 31,-167 289-55,0 0 1,0-1-1,0 1 1,0 0-1,0 0 1,0-1-1,0 1 1,0 0-1,0-1 1,1 1 0,-1 0-1,0 0 1,0 0-1,0-1 1,1 1-1,-1 0 1,0 0-1,0-1 1,1 1-1,-1 0 1,0 0-1,0 0 1,1 0-1,-1 0 1,0-1-1,1 1 1,-1 0 0,0 0-1,0 0 1,1 0-1,-1 0 1,0 0-1,1 0 1,-1 0-1,0 0 1,1 0-1,-1 0 1,0 0-1,0 0 1,1 0-1,-1 1 1,0-1-1,1 0 1,-1 0 0,0 0-1,1 0 1,7 19 65,0 40 27,-7-47-83,43 309 141,-44-320-150,0 0 0,0 0 0,0 0 0,0 0 0,0 0 0,0 0 0,0-1 0,0 1 0,0 0 0,0 0 0,0 0 0,0 0 0,-1 0 0,1-1 0,0 1 0,-1 0 0,1 0 0,-1 0-1,1-1 1,-1 1 0,1 0 0,-1-1 0,1 1 0,-1 0 0,0-1 0,1 1 0,-2 0 0,0-1 0,1 1-1,-1-1 1,0 1 0,1-1 0,-1 0-1,0 0 1,0 0 0,1 0-1,-1 0 1,0 0 0,0 0-1,-3-1 1,-52-22-3,52 21 1,-51-29 349,2-3 0,2-1 1,1-3-1,-63-61 1,113 93-454,14 7-36,32 9-116,-24-5 207,5-1 58,1-1 0,-1-1-1,1-1 1,-1-1 0,1-1 0,-1-2 0,0-1-1,1-1 1,-2-1 0,1-1 0,-1-1 0,38-18 0,-28 5 130,-33 20-81,-1 0 0,1 0 0,0-1 0,0 1-1,-1 0 1,1-1 0,-1 1 0,1-1 0,-1 0 0,1 0 0,-1 1-1,0-1 1,0 0 0,1-4 0,-2 6-25,-1 0 0,0 0 0,0 0 0,1 0-1,-1-1 1,0 1 0,0 0 0,1 0 0,-1 1 0,0-1 0,0 0 0,0 0 0,1 0-1,-1 0 1,0 1 0,1-1 0,-1 0 0,0 1 0,0-1 0,1 0 0,-1 1 0,1-1-1,-1 1 1,0-1 0,1 1 0,-1 0 0,-23 15 220,-31 30 78,-56 58 0,14-11 136,87-83-418,-51 45 738,-79 55 0,137-107-295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39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390 60 24,'-1'-4'284,"-1"0"0,0-1 0,0 1 0,-1 0 0,1 0 0,-1 0 0,0 1 0,0-1 0,0 1 0,-1-1 0,-5-4 0,7 7-180,0 0 0,1 0 0,-1 0 0,0 0 0,0 0 0,0 1 0,1-1 0,-1 1-1,0-1 1,0 1 0,0 0 0,0-1 0,0 1 0,0 0 0,0 0 0,0 1 0,0-1 0,0 0 0,0 1 0,0-1 0,0 1 0,0-1-1,1 1 1,-1 0 0,0 0 0,0 0 0,1 0 0,-1 0 0,-2 3 0,-27 22 333,1 3 0,1 0 1,2 2-1,1 1 0,1 1 0,2 1 1,1 1-1,2 0 0,-19 49 0,34-72-420,1 0-1,1 0 0,0 0 0,0 1 1,1-1-1,1 1 0,0 0 0,0 0 1,3 14-1,-2-23-16,1-1 1,-1 1-1,1 0 0,0-1 1,0 1-1,1-1 1,-1 1-1,1-1 0,0 1 1,0-1-1,0 0 1,0 0-1,0 0 0,1 0 1,-1 0-1,1-1 1,0 1-1,0-1 1,0 0-1,0 0 0,0 0 1,0 0-1,1 0 1,-1-1-1,0 1 0,1-1 1,0 0-1,-1 0 1,1 0-1,0-1 0,-1 1 1,1-1-1,0 0 1,6 0-1,1-1-2,0 1 0,0-2 1,0 1-1,0-2 0,0 1 0,0-1 0,-1-1 0,1 0 1,-1-1-1,0 1 0,-1-2 0,1 0 0,-1 0 1,11-10-1,-19 15 4,0 1-1,0-1 1,-1 0 0,1 0 0,0 0 0,-1 1 0,1-1 0,-1 0 0,1 0 0,-1 0 0,0 0-1,1 0 1,-1 0 0,0 0 0,0 0 0,1 0 0,-1 0 0,0 0 0,0 0 0,0 0 0,0 0-1,-1 0 1,1 0 0,0 0 0,0 0 0,0 0 0,-1 0 0,0-2 0,0 1 3,-1 0 0,0-1 1,0 1-1,0 0 0,0 0 1,0 0-1,0 1 0,0-1 1,-1 0-1,-3-1 0,-6-4 31,-1 2 0,0-1 0,-16-3-1,-7-1 49,-47-15 134,88 21-224,0 2 0,0-1 0,1 0 0,0 1-1,-1 0 1,13-2 0,4-1 6,-12 2-6,0 1-1,0 0 1,0 0-1,0 1 1,13 0-1,-21 2 12,1-1 1,-1 0-1,0 1 0,1-1 0,-1 1 1,0-1-1,0 1 0,0 0 0,1 0 0,-1 0 1,0 1-1,0-1 0,0 0 0,-1 1 1,1-1-1,0 1 0,0 0 0,-1-1 0,1 1 1,-1 0-1,0 0 0,1 0 0,-1 0 1,0 0-1,0 0 0,0 1 0,1 3 0,4 22 147,-1 0 0,-1 0 0,-2 0 0,0 1 0,-5 46 0,1-49-566,1 0 1,1 0-1,2-1 1,0 1-1,2 0 0,13 48 1,-17-73 171,6 12-2261,-6-12 2398,0-1 1,0 0-1,0 0 0,1 0 1,-1 0-1,0 1 0,0-1 1,0 0-1,0 0 1,0 0-1,0 1 0,1-1 1,-1 0-1,0 0 0,0 0 1,0 0-1,0 0 0,1 0 1,-1 0-1,0 1 0,0-1 1,0 0-1,1 0 1,-1 0-1,0 0 0,0 0 1,1 0-1,-1 0 0,0 0 1,0 0-1,0 0 0,1 0 1,-1 0-1,0 0 1,0 0-1,0 0 0,1 0 1,-1 0-1,0 0 0,0-1 1,0 1-1,1 0 0,-1 0 1,0 0-1,0 0 0,0 0 1,0 0-1,1-1 1,-1 1-1,0 0 0,0 0 1,0 0-1,0 0 0,0-1 1,0 1-1,1 0 0,3-10-728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0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83 92,'1'-7'549,"-2"1"1,1-1-1,-1 1 1,0-1-1,0 1 1,-1 0-1,0 0 1,0 0-1,0 0 0,-1 0 1,-4-7-1,4 16-442,-1 0 0,1 0 0,0 1 0,0-1 0,0 1 0,0 0 0,0 0-1,-1 4 1,-10 16 87,2 1 0,-16 42-1,24-56-187,1 0 0,0 1 0,0-1 0,1 1 1,1 0-1,0 0 0,1 0 0,1 19 0,-1-30-6,0 1 1,0-1 0,0 1-1,1-1 1,-1 0 0,0 1-1,1-1 1,-1 1 0,1-1-1,-1 0 1,1 0 0,0 1-1,0-1 1,-1 0 0,1 0-1,0 0 1,0 0 0,0 0-1,0 0 1,0 0 0,1 0-1,-1 0 1,0 0 0,0-1-1,0 1 1,3 0 0,-2 0-2,0-1 0,1 0 0,-1 0 1,0-1-1,1 1 0,-1 0 0,0-1 1,1 1-1,-1-1 0,0 0 0,1 0 1,-1 0-1,0 0 0,2-1 1,9-6 15,-1-1 0,0 0 0,17-18 1,-28 26-10,22-27 120,-19 23-84,0 0 0,0 0 0,0 0 1,1 0-1,0 1 0,9-8 0,-14 12-40,1 0 0,-1 0 0,1 0-1,-1 0 1,1 0 0,-1 0 0,1 0 0,0 0-1,-1 0 1,1 0 0,-1 0 0,1 0 0,-1 1 0,1-1-1,-1 0 1,1 0 0,-1 1 0,1-1 0,-1 0-1,1 0 1,-1 1 0,1-1 0,-1 1 0,0-1-1,1 0 1,-1 1 0,0-1 0,1 1 0,-1-1 0,0 1-1,0-1 1,1 1 0,-1-1 0,0 1 0,0-1-1,0 1 1,0-1 0,1 1 0,-1 0 0,8 30 26,-6-22-14,0-3-10,0 0-1,0-1 0,0 1 0,1-1 0,0 1 0,0-1 0,0 0 0,1 0 1,-1-1-1,1 1 0,1-1 0,-1 1 0,0-1 0,1-1 0,5 5 0,-6-7-2,0 1 0,0-1 0,0 1 0,0-1-1,0 0 1,1 0 0,-1-1 0,0 0 0,0 1-1,1-1 1,-1-1 0,0 1 0,0 0-1,1-1 1,-1 0 0,0 0 0,0 0 0,0-1-1,0 0 1,0 1 0,0-1 0,4-3-1,1-1 14,0-1-1,0 0 0,0 0 0,-1-1 0,0 0 0,0 0 0,-1-1 0,0 0 0,0 0 0,-1 0 0,7-16 0,-9 17-12,0-1 0,-1 1 0,0-1 0,0 1 0,-1-1 0,0 0 0,-1 0 0,0 0 0,0 0 0,-1 0 0,0 0 0,0-1 0,-1 1 0,-3-15 0,3 23-31,1 0 0,0 0-1,0 0 1,-1 0 0,1 1 0,0-1 0,-1 0 0,1 0 0,-1 1 0,1-1 0,-1 0-1,1 0 1,-1 1 0,1-1 0,-1 1 0,0-1 0,1 0 0,-1 1 0,-1-1 0,-10 5-3187,12-3 3055,-1 0-1,1 0 1,-1 0-1,0 0 1,1 0-1,0 0 1,-1 0-1,1 0 1,-1 0-1,1 0 1,0 0-1,0 0 1,0 0-1,0 0 1,0 0 0,0 1-1,0-1 1,0 0-1,0 0 1,0 0-1,0 0 1,1 0-1,-1 0 1,0 0-1,1 0 1,-1 0-1,1 0 1,-1 0 0,2 1-1,5 3-213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0.7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 72,'11'-2'-155,"9"0"2917,-20 2-2666,1 1 0,-1-1 0,1 1 1,-1-1-1,1 1 0,-1-1 1,1 1-1,-1-1 0,0 1 0,0 0 1,1-1-1,-1 1 0,0 0 1,0-1-1,1 1 0,-1-1 0,0 1 1,0 0-1,0 0 0,0-1 1,0 1-1,0 0 0,0-1 1,0 1-1,0 0 0,-1-1 0,1 1 1,0-1-1,0 1 0,-1 0 1,1 0-1,-7 30 1521,-1 1-1,1 0-1,-2 45 1,8-68-1554,1 0-1,0 1 1,1-1-1,0 0 1,0 0-1,1 0 0,1 0 1,-1 0-1,1-1 1,0 1-1,1-1 1,0 0-1,8 11 1,-10-15-483,1-1 0,0 0 0,0 0 0,0 0 0,1-1 0,-1 1 0,1-1 1,-1 0-1,1 0 0,0 0 0,0 0 0,0 0 0,6 0 0,-8-1 171,0 0-1,1-1 1,-1 1-1,0-1 1,1 0-1,-1 0 0,0 0 1,0 0-1,1 0 1,-1-1-1,0 1 1,0-1-1,1 1 1,-1-1-1,0 0 0,0 0 1,0 0-1,0 0 1,0 0-1,0 0 1,0 0-1,0-1 1,-1 1-1,1-1 0,0 0 1,1-2-1,7-12-164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1.0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43 115 88,'-10'-47'3209,"15"27"32,-4 19-3138,-1 1-1,1 0 1,0-1-1,-1 1 1,1 0-1,0 0 1,-1 0-1,1-1 0,0 1 1,0 0-1,-1 0 1,1 0-1,0 0 1,0 0-1,-1 0 1,1 0-1,0 1 1,-1-1-1,1 0 0,0 0 1,-1 1-1,1-1 1,0 0-1,-1 1 1,1-1-1,0 0 1,-1 1-1,1 4 3428,-12-3-2141,10-1-1354,-1-1 0,1 0 0,-1 0 1,1 0-1,-1-1 0,0 1 0,1 0 0,-1-1 0,1 1 0,-1 0 0,1-1 0,-1 0 0,1 1 0,-1-1 0,1 0 0,-2-1 0,-15-27-497,17 9-3675,13 41-3864,-5 1 6612,4 6 628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1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0 172 268,'2'-53'3320,"-1"40"-1512,0 1 0,1 0-1,0-1 1,1 1 0,1 0-1,0 1 1,10-23 0,-16 45-1342,0-1 1,0 1-1,1 20 1,-1-2-340,-11 156-108,13-146-1682,6 44-1,-6-80 1231,0 0-1,1 0 1,-1-1 0,1 1-1,-1 0 1,1 0 0,0-1-1,0 1 1,0 0 0,0-1 0,1 1-1,-1-1 1,1 0 0,0 1-1,-1-1 1,1 0 0,0 0-1,0 0 1,0 0 0,1 0 0,-1-1-1,0 1 1,5 2 0,-5-4 62,1 1 0,-1-1 0,1 1 0,-1-1 0,0 0 0,1 0 0,-1 0 0,1 0 0,-1 0 0,0 0 0,1-1 0,-1 1 0,0-1 0,4-1 0,23-15-41,-6-3 61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1.7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46 197 120,'-7'-118'2109,"-4"40"3352,4 126-253,0-6-4048,0 15 264,0 95 0,8-131-1558,1 0 0,1 0 0,6 22 1,-6-31-517,1-1 0,0 0 0,1 0 0,0 0 0,1-1 1,10 16-1,-12-20-71,0-1 0,1 0 1,0 0-1,0-1 0,0 1 1,0-1-1,1 0 0,0 0 1,0-1-1,0 0 0,0 0 0,0 0 1,0 0-1,12 2 0,10 1-126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2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54 165 80,'-4'-31'2051,"-15"-60"-1,9 49 1970,11 59-3357,-1-1-1,0 1 1,-5 29-1,2-10-250,-11 246 858,15-221-3112,10 65 0,-11-121 1270,1-1 0,-1 0 0,1 0 0,0 0-1,0 0 1,0 0 0,1 0 0,0 0 0,-1 0-1,1-1 1,0 1 0,4 4 0,-5-8-266,3-4 373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2.5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9 134 116,'-1'-5'114,"1"0"1,-1 1-1,1-1 1,0 0-1,0 0 1,1 0-1,-1 0 0,1 1 1,0-1-1,0 0 1,1 1-1,-1-1 1,1 0-1,0 1 0,0 0 1,1-1-1,-1 1 1,1 0-1,0 0 1,0 1-1,0-1 0,1 1 1,-1-1-1,1 1 1,0 0-1,0 0 1,0 1-1,0-1 1,0 1-1,1 0 0,-1 0 1,1 0-1,-1 1 1,1-1-1,0 1 1,-1 1-1,1-1 0,0 0 1,0 1-1,0 0 1,0 0-1,0 1 1,-1-1-1,1 1 0,7 2 1,-6-1 60,0 0-1,0 0 1,0 0 0,-1 1 0,1 0 0,-1 0 0,0 0-1,0 1 1,0-1 0,0 1 0,0 1 0,-1-1 0,0 1-1,0-1 1,0 1 0,-1 0 0,1 1 0,3 6 0,-6-7-13,1-1 1,-1 1-1,1-1 1,-1 1 0,0-1-1,-1 1 1,1 0 0,-1 0-1,0-1 1,0 1 0,-1 0-1,1-1 1,-1 1 0,0 0-1,0-1 1,-1 1 0,1-1-1,-1 0 1,0 1 0,0-1-1,0 0 1,-1 0 0,0 0-1,-4 5 1,-7 6 60,0 0 1,-2-1 0,1-1-1,-1-1 1,-1 0 0,0-1-1,-1-1 1,0 0-1,-33 11 1,50-20-315,0 0-1,0-1 1,-1 1-1,1-1 1,-1 0-1,1 1 1,0-1-1,-1 0 1,1 0-1,-1 1 1,1-1-1,-1 0 1,1-1-1,0 1 1,-1 0-1,1 0 1,-1-1-1,1 1 1,-2-1-1,2 0-61,1 0-1,0 0 1,0 1-1,0-1 0,0 0 1,0 0-1,0 1 1,0-1-1,0 0 1,0 0-1,0 1 0,0-1 1,1 0-1,-1 0 1,0 1-1,1-1 1,-1 0-1,0 1 1,1-1-1,-1 0 0,1 1 1,-1-1-1,1 0 1,0 0-1,42-42-5210,-13 22 3561,51-26 0,-39 27 1470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2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92 32,'3'0'191,"0"0"1,0 0-1,0 0 0,-1 0 1,1 1-1,0-1 0,0 1 1,0 0-1,-1 0 0,1 0 0,-1 0 1,1 0-1,-1 1 0,1-1 1,-1 1-1,0-1 0,1 1 1,-1 0-1,0 0 0,0 0 1,0 0-1,-1 0 0,1 1 1,2 2-1,5 7 1911,-7-10-1988,0-1 0,0 1 1,0-1-1,0 0 1,0 0-1,1 0 0,-1 0 1,0 0-1,1-1 1,-1 1-1,0-1 0,1 1 1,-1-1-1,0 0 1,1 0-1,-1 0 0,1 0 1,-1 0-1,1-1 0,-1 1 1,0-1-1,1 1 1,-1-1-1,0 0 0,0 0 1,4-2-1,1 0-63,0-1-1,1 1 1,-2-1 0,1-1-1,0 0 1,10-9 0,-15 12-44,0 1 1,-1-1-1,1 0 1,0 0-1,0 0 1,-1-1-1,0 1 1,1 0-1,-1 0 1,0-1-1,0 1 1,0-1-1,0 1 1,-1-1-1,1 1 1,-1-1-1,1 0 1,-1 1 0,0-1-1,0 0 1,0 1-1,0-1 1,-1 0-1,1 1 1,-1-1-1,0 1 1,1-1-1,-1 1 1,0-1-1,-3-3 1,2 4 5,0 0 1,0 0 0,0-1-1,-1 2 1,1-1 0,-1 0-1,1 0 1,-1 1 0,0-1-1,0 1 1,1 0-1,-1 0 1,0 0 0,0 0-1,0 1 1,0-1 0,0 1-1,0 0 1,-1 0 0,1 0-1,0 0 1,0 0-1,0 1 1,0-1 0,0 1-1,-4 1 1,-4 2 36,1 1 0,0 0 0,0 1-1,0 0 1,0 0 0,1 1 0,0 0 0,1 1 0,-1-1-1,-10 15 1,16-18-32,-1 1-1,1-1 1,0 1-1,0 0 1,1 0 0,-1 0-1,1 0 1,1 0-1,-1 0 1,-1 10-1,2-12-12,1 0 0,0 0 1,0 0-1,1 0 0,-1 0 0,1 0 0,-1 0 0,1 0 0,0 0 0,0 0 1,0 0-1,0 0 0,1-1 0,-1 1 0,1-1 0,0 1 0,0-1 0,0 1 1,0-1-1,4 4 0,1-1-40,1 0 0,0-1 0,0 0 0,0 0 0,0 0 0,1-1 0,-1 0 1,1-1-1,0 0 0,0 0 0,0-1 0,-1 0 0,19-1 0,-14 0-698,0-1-1,0 0 1,0-1-1,0 0 1,0-1-1,-1 0 1,1-1-1,-1 0 1,12-7-1,-22 10 586,-1 1-1,1-1 0,-1 0 1,0 0-1,1 0 0,-1 0 0,0 0 1,1-1-1,-1 1 0,0 0 1,0 0-1,0-1 0,0 1 0,0-1 1,0 1-1,-1-1 0,1 1 1,0-1-1,-1 0 0,1-2 0,-3-11-562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307 118 124,'-4'-1'431,"0"0"0,1-1 0,-1 0 0,0 0 0,1 0 0,0 0 0,-1 0-1,1-1 1,-6-5 0,9 7-327,0 1-1,0-1 0,-1 1 0,1-1 0,0 1 1,0-1-1,0 1 0,0-1 0,0 0 0,0 1 1,0-1-1,0 1 0,0-1 0,0 1 0,0-1 1,0 0-1,1 1 0,-1-1 0,0 1 1,0-1-1,0 1 0,1-1 0,-1 1 0,0-1 1,1 0-1,22-18 585,0 7-495,-17 9-110,1-1 0,-1 1 0,0-1 0,0-1 0,9-7 0,-14 11-63,-1 1 0,0 0 0,0-1 0,0 1 0,1 0 0,-1-1 0,0 1 0,0 0 0,0-1 0,0 1 0,0 0-1,1-1 1,-1 1 0,0-1 0,0 1 0,0 0 0,0-1 0,0 1 0,0 0 0,0-1 0,-1 1 0,1-1 0,0 1 0,0 0 0,0-1 0,0 1 0,0 0 0,0-1 0,-1 1 0,1 0-1,0-1 1,0 1 0,-1 0 0,1-1 0,0 1 0,0 0 0,-1 0 0,1-1 0,0 1 0,-1 0 0,1 0 0,0 0 0,-1-1 0,1 1 0,0 0 0,-1 0 0,1 0 0,-1 0-1,1 0 1,0 0 0,-1 0 0,1 0 0,0 0 0,-1 0 0,1 0 0,-1 0 0,1 0 0,0 0 0,-1 0 0,1 0 0,-1 1 0,-29-2 621,21 3-582,1-1 1,-1 1 0,1 0 0,0 1 0,0 0 0,0 1 0,0-1-1,0 1 1,1 1 0,0 0 0,-13 10 0,17-13-54,1 1 0,-1 0 0,1 0 0,0 0 0,0 0 0,0 0 0,0 0 0,1 1 0,-1-1 0,1 0 0,0 1 0,-1 0 0,2-1 0,-1 1 0,0 0 0,1-1 0,0 1 0,0 0 0,0-1 0,0 1 0,0 0 0,1-1 0,0 1 0,0 0 0,0-1 0,0 1 0,0-1 0,1 1 0,-1-1 0,3 4 0,28 40-23,-25-37 142,1 0 0,-2 0 0,1 1 1,-1 0-1,7 20 0,-12-28-51,0 0 0,-1 0 0,1 0 0,-1 0 0,0 0-1,0 0 1,0 0 0,0 0 0,-1-1 0,1 1-1,-1 0 1,0 0 0,1 0 0,-1 0 0,0 0 0,-1-1-1,1 1 1,0-1 0,-1 1 0,0-1 0,0 1 0,1-1-1,-1 0 1,0 0 0,-1 0 0,1 0 0,0 0-1,-5 3 1,-5 3 43,-1 0-1,0-1 1,0 0-1,-1-1 1,0 0 0,0-1-1,0 0 1,-1-2-1,0 0 1,1 0-1,-1-1 1,0-1-1,-17-1 1,30 0-131,0 0 1,1 0-1,-1 0 1,0-1 0,1 1-1,-1-1 1,0 1-1,1-1 1,-1 1-1,0-1 1,1 0-1,-1 0 1,1 0 0,0 0-1,-1 0 1,-1-2-1,3 3-90,-1-1-1,1 0 1,-1 0-1,1 1 1,0-1-1,-1 0 1,1 0-1,0 0 0,0 0 1,0 1-1,0-1 1,0 0-1,-1 0 1,2 0-1,-1 0 1,0 0-1,0 1 1,0-1-1,0 0 1,0 0-1,1 0 1,-1 0-1,1 0 1,0-2-327,0 1 1,1 0-1,-1 0 1,1 0-1,0 0 1,0 0-1,0 0 1,0 0-1,0 1 1,0-1-1,0 1 1,0-1-1,1 1 1,-1 0 0,0 0-1,1 0 1,-1 0-1,1 0 1,-1 1-1,4-1 1,35 1-2722,-22 2 2472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8.0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50 509 156,'2'1'193,"1"0"1,-1 0-1,0-1 0,0 1 1,0-1-1,1 1 0,-1-1 0,0 0 1,0 1-1,1-1 0,-1-1 1,0 1-1,0 0 0,1 0 1,-1-1-1,0 1 0,0-1 1,0 0-1,1 0 0,-1 1 0,0-2 1,0 1-1,0 0 0,-1 0 1,1 0-1,0-1 0,0 1 1,1-3-1,8-4-53,-1-1 1,0 0-1,13-17 1,-16 17-129,0-1-1,-1 0 1,0 0 0,0 0 0,4-13-1,-9 20 4,0 1-1,0-1 0,0 1 0,0-1 0,0 1 0,-1-1 0,1 1 0,-1-1 0,0 0 0,0 1 0,0-1 0,0 0 0,0 1 0,0-1 1,-1 0-1,1 1 0,-1-1 0,0 1 0,0-1 0,0 1 0,0-1 0,0 1 0,0-1 0,-1 1 0,1 0 0,-1 0 0,0 0 1,-3-3-1,2 3 12,0 1 0,0 0 0,0 0 0,0 0 0,-1 0 0,1 1 0,0-1 0,-1 1 0,1 0 0,0 0 0,-1 0 0,1 0 0,0 0 0,-1 1 0,1 0 0,0 0 0,-1 0 0,1 0 0,0 0 1,0 0-1,0 1 0,0 0 0,-5 3 0,-4 3 48,0 0-1,0 1 1,1 0 0,-13 13 0,20-17-53,0 0 0,0 0 1,0 0-1,0 0 0,1 0 1,-1 1-1,2 0 0,-1-1 1,0 1-1,1 0 0,0 0 1,-2 13-1,4-16-20,0 0 1,0 0-1,0 1 1,1-1-1,-1 0 0,1 0 1,0 0-1,0 1 1,0-1-1,0 0 0,0 0 1,1 0-1,-1 0 1,1-1-1,0 1 1,0 0-1,0-1 0,0 1 1,0-1-1,1 0 1,-1 0-1,1 0 0,0 0 1,-1 0-1,1 0 1,5 2-1,1 0-204,0 1-1,0-1 1,0-1-1,1 1 1,-1-2-1,1 1 1,0-2-1,0 1 1,0-1 0,0 0-1,0-1 1,0-1-1,-1 1 1,1-1-1,0-1 1,0 0-1,0 0 1,-1-1-1,1-1 1,-1 1-1,0-1 1,0-1 0,0 0-1,14-10 1,-10 5 58,0-1 1,-1 0-1,-1-1 1,0 0-1,0-1 1,-1 0-1,-1-1 1,0 0-1,-1 0 1,-1-1-1,0 0 1,0 0-1,-2-1 1,5-21-1,0-14 1141,-3-1 1,-1 0-1,-2-56 0,-9 89 731,-4 27-55,-7 30-62,9-4-1059,2 1 0,2 0 0,1 0 0,3 52 1,2-57-1476,1 1 0,16 56 1,1-44-3418,-20-42 4117,0 1-1,0 0 1,0-1-1,0 1 1,1-1 0,-1 1-1,0-1 1,1 0-1,-1 1 1,1-1 0,0 0-1,-1 0 1,1 0 0,0 0-1,0 0 1,0-1-1,-1 1 1,1-1 0,0 1-1,0-1 1,4 1-1,7-4-262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8.4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6 229 180,'-5'3'1883,"7"-2"-643,16-2-46,28-11-40,-30 4-648,0 0 1,0-1 0,-1-1 0,23-19 0,-32 24-333,0 0 0,0-1 0,-1 1 0,0-1 0,0 0 0,-1 0 0,0-1 0,0 0 0,0 0 0,-1 1 0,0-2 0,0 1 0,2-11 0,-4 16-114,-1 0-1,1 1 1,-1-1-1,0 0 1,0 0 0,0 0-1,0 0 1,0 0 0,0 0-1,0 1 1,-1-1-1,1 0 1,-1 0 0,1 0-1,-1 1 1,0-1-1,0 0 1,1 1 0,-1-1-1,0 0 1,-1 1 0,1-1-1,0 1 1,0 0-1,-1-1 1,1 1 0,0 0-1,-1 0 1,0 0-1,1 0 1,-1 0 0,1 0-1,-1 0 1,0 1 0,0-1-1,-2 0 1,0 0 22,1 1 0,-1 0 1,0-1-1,0 1 0,0 1 0,1-1 1,-1 0-1,0 1 0,0 0 0,1 0 1,-1 0-1,1 1 0,-1-1 0,1 1 1,-1-1-1,1 1 0,-5 4 0,-1 1 46,1 2-1,-1-1 1,1 1-1,0 1 0,1-1 1,0 1-1,1 1 1,0-1-1,-7 19 0,11-26-148,1 0-1,0 0 1,0 0-1,0 0 1,0 0-1,0 0 1,1 0-1,-1 0 1,1 1-1,0-1 1,0 0-1,0 0 1,0 0-1,1 0 1,-1 1-1,1-1 0,0 0 1,0 0-1,0 0 1,0 0-1,0 0 1,1 0-1,-1-1 1,1 1-1,0 0 1,0-1-1,0 1 1,0-1-1,0 0 1,0 0-1,1 0 1,-1 0-1,1 0 1,0 0-1,-1 0 1,1-1-1,0 0 0,0 1 1,0-1-1,0 0 1,4 0-1,4 2-851,1-1-1,-1-1 0,1 0 0,0-1 0,0 0 0,-1-1 1,1 0-1,0-1 0,21-6 0,-1-1-975,-1-2 0,37-17-1,-37 13 1495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8.7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 71 152,'0'-2'149,"-3"-38"2385,3 38-2237,0 1 0,0 0 0,0 0 0,0 0 0,0-1-1,0 1 1,-1 0 0,1 0 0,0 0 0,-1 0 0,1 0 0,-1 0 0,1 0-1,-1 0 1,0 0 0,1 0 0,-1 0 0,0 0 0,0 0 0,0 0-1,0 0 1,0 1 0,1-1 0,-1 0 0,0 1 0,-1-1 0,1 1 0,-1-1-1,0 1-64,1 1 0,-1-1 0,1 1 0,-1 0-1,1 0 1,-1 0 0,1 0 0,0 0 0,0 0-1,-1 0 1,1 0 0,0 0 0,0 1 0,0-1-1,0 0 1,0 1 0,0-1 0,1 1 0,-1-1-1,0 1 1,1-1 0,-1 1 0,1 2-1,-11 41 713,10-43-830,-1 11-99,1 0 1,-1 1-1,2-1 0,0 0 1,1 1-1,0-1 0,1 0 0,0 0 1,8 24-1,-8-33-309,0 1-1,0 0 1,1-1 0,-1 1 0,1-1-1,0 0 1,0 0 0,1 0 0,-1 0-1,1 0 1,8 5 0,-8-6-223,0-1 0,0 0 0,1 0 0,-1 0 0,1-1 0,-1 1 0,1-1 0,0 0 0,-1-1 0,1 1 0,0-1 0,-1 0 0,1 0 0,9-2 0,-1 1-135,-1-2 0,1 0-1,-1 0 1,0-1 0,0-1 0,0 0 0,-1-1-1,0 0 1,15-10 0,3-8 286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9.1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47 230 32,'0'-30'1036,"-2"0"1,-11-51-1,8 59 1646,-1 1 1,-10-25-1,14 57 472,0 56-2243,24 115-129,-9-105-3181,2 13-7219,-15-67 6478,-4-14 2458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49.5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14 183 20,'-2'-3'187,"1"0"1,-1 1-1,1-1 1,-1 0-1,1 0 1,0 0-1,0 0 1,0 0-1,1 0 1,-1 0-1,1 0 1,-1-1-1,1 1 1,0 0-1,0 0 1,1 0-1,-1 0 1,1 0-1,-1 0 1,3-6-1,-1 5-22,1 0-1,0 1 0,0-1 0,1 1 1,-1-1-1,1 1 0,-1 0 1,1 0-1,0 1 0,0-1 0,0 1 1,0 0-1,8-3 0,-1 0-94,0 1 0,0 0 0,1 0-1,0 1 1,-1 0 0,21-1 0,-26 4-24,0 0 1,1 0 0,-1 1-1,0 0 1,0 0 0,0 0-1,0 1 1,0 0 0,-1 0 0,1 0-1,0 1 1,-1 0 0,0 0-1,10 8 1,-8-6-34,1 0 0,-1 0 1,1-1-1,0 1 0,0-2 0,0 1 0,0-1 1,1 0-1,14 2 0,-20-5-9,0 1 1,-1-1 0,1 0-1,-1 0 1,1 0-1,0 0 1,-1 0 0,1-1-1,-1 1 1,1-1-1,-1 0 1,1 1-1,-1-1 1,1 0 0,-1-1-1,0 1 1,1 0-1,-1-1 1,0 1 0,0-1-1,0 0 1,0 0-1,0 1 1,-1-1-1,1-1 1,-1 1 0,1 0-1,-1 0 1,0 0-1,1-1 1,-1 1 0,0-1-1,-1 1 1,1-1-1,0 1 1,-1-1-1,1-3 1,-1 4 42,1 0 1,-1 0-1,0 0 0,0 0 1,0 0-1,0 0 0,0 0 0,0 0 1,0 0-1,-1 0 0,1 0 1,-1 0-1,1 0 0,-1 0 1,0 0-1,0 0 0,0 0 0,0 1 1,0-1-1,0 0 0,-1 1 1,1-1-1,0 1 0,-1-1 1,0 1-1,1 0 0,-1-1 1,0 1-1,1 0 0,-1 0 0,0 0 1,0 1-1,0-1 0,0 0 1,0 1-1,0-1 0,0 1 1,-2-1-1,-1 0 105,0 1 1,0-1 0,0 1-1,0 0 1,0 0 0,0 1-1,0-1 1,0 1 0,0 0-1,1 1 1,-1-1 0,0 1-1,0 0 1,-6 4-1,6-3-41,0 1 0,0-1-1,1 1 1,-1 1-1,1-1 1,0 0 0,0 1-1,1 0 1,-1 0-1,1 0 1,0 0 0,1 1-1,-1-1 1,1 1-1,0 0 1,0-1-1,1 1 1,0 0 0,0 0-1,0 6 1,1-7-157,0 0 1,1 0-1,-1 0 0,1 0 1,1 0-1,-1 0 1,1 0-1,-1 0 1,1-1-1,1 1 0,-1-1 1,1 1-1,-1-1 1,1 0-1,1 0 0,-1 0 1,0-1-1,1 1 1,0-1-1,0 0 1,0 1-1,0-2 0,0 1 1,6 2-1,5 2-750,0-1-1,1-1 1,-1 0-1,1-1 1,1-1-1,-1 0 1,0-1-1,1-1 0,28-1 1,4-4-1504,95-19 0,-79 9 1856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0.0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286 403 40,'0'-2'79,"0"1"1,0 0-1,-1 0 0,1 0 1,0-1-1,-1 1 0,1 0 0,0 0 1,-1 0-1,1 0 0,-1 0 1,0-1-1,1 1 0,-1 0 1,0 1-1,0-1 0,0 0 1,1 0-1,-1 0 0,0 0 0,0 1 1,-2-2-1,-33-9 2159,26 10-1498,1 1 0,-1 0 1,1 1-1,-1 0 0,-15 3 0,14 0-234,1 0-1,0 0 0,0 1 1,0 0-1,1 1 0,0 0 1,0 1-1,0 0 0,-12 13 1,16-15-383,0 0-1,0 1 1,0 0 0,1 0 0,0 0 0,0 1-1,1-1 1,-1 1 0,2 0 0,-1 0-1,1 0 1,0 0 0,0 0 0,1 1 0,-1 8-1,2-13-116,0 0-1,0-1 1,0 1-1,0-1 1,1 1-1,-1 0 0,1-1 1,-1 1-1,1-1 1,0 1-1,0-1 0,1 0 1,-1 1-1,0-1 1,1 0-1,-1 0 1,1 0-1,0 0 0,-1 0 1,5 3-1,-2-3-4,-1 0 0,1 0 1,0-1-1,0 1 0,0-1 0,0 0 0,0 0 0,0 0 0,0-1 0,0 1 0,0-1 0,5 0 0,5-1-12,0-1 0,0 0-1,-1-1 1,1 0-1,-1-1 1,25-11-1,-25 8-1,1 0 0,-1-1 0,0 0 0,-1-1-1,0-1 1,0 0 0,-1 0 0,-1-1 0,1-1 0,-2 1-1,0-2 1,0 1 0,-1-1 0,10-23 0,-10 15 69,0 0 0,-2-1 0,-1 0 0,0 0 0,-2-1 0,0 1-1,-2-1 1,0 1 0,-4-29 0,-15-113 1661,4 236-835,10 147-1596,14-108-4062,-5-82-363,15 48 0,-6-42 3408,4-1 828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1.8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122 235 44,'-69'-18'2534,"22"11"2903,41 8-2783,12 3-1405,14 3-645,5-3-478,0-2-1,0 0 1,0-2 0,32-3 0,-41 1-113,0 0 0,0-1 0,-1-1 0,1 0 0,-1-1 1,0-1-1,26-13 0,-39 18-8,1-1 0,-1 1 0,1-1 0,-1 0 0,1 1-1,-1-1 1,0 0 0,0 0 0,0-1 0,0 1 0,0 0 0,0-1 0,-1 1 0,1-1 0,-1 1 0,0-1 0,0 0 0,0 0 0,0 0-1,0 1 1,0-1 0,-1 0 0,1 0 0,-1 0 0,0 0 0,0 0 0,0 0 0,-1-5 0,-1 2 28,0 1 1,0 0 0,-1 0 0,0 0-1,1 0 1,-2 1 0,1-1 0,0 1-1,-1 0 1,0 0 0,0 0-1,0 0 1,0 1 0,-9-6 0,6 4 103,0 1 1,0-1 0,-1 1 0,1 1 0,-1-1-1,0 1 1,-11-2 0,16 4-98,0 1 0,1 0 0,-1 0 0,0 0 0,1 0-1,-1 0 1,0 1 0,1-1 0,-1 1 0,0 0 0,1 0 0,-1 0 0,1 0 0,-1 0 0,1 0 0,0 1 0,0-1 0,-1 1-1,1 0 1,0-1 0,0 1 0,1 0 0,-1 0 0,0 0 0,1 1 0,-1-1 0,-1 3 0,-5 9 61,1 0 0,1 0 0,0 1 1,0 0-1,-5 27 0,-10 83 219,16-89-244,-8 51-418,-42 332 811,42-279-3804,6-2-4041,7-89 1451,2-56 5378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2.6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0 402 68,'1'-3'70,"-1"0"0,1-1-1,0 1 1,0-1 0,0 1 0,0 0 0,0 0-1,1 0 1,-1 0 0,1 0 0,0 0 0,0 0 0,0 0-1,0 1 1,1-1 0,-1 1 0,1 0 0,-1-1-1,5-1 1,8-6 246,0 0-1,26-11 1,-15 9 5,0-2 9,29-15 1127,-1-2 0,90-69 0,-140 97-1214,-1 0 0,1 0-1,-1-1 1,0 0-1,0 1 1,-1-1 0,1 0-1,-1 0 1,1 0-1,-1-1 1,-1 1 0,1 0-1,-1-1 1,2-8-1,-3 11-154,0 0-1,0 0 0,0 1 0,0-1 0,-1 0 1,1 0-1,-1 0 0,1 0 0,-1 0 0,0 1 1,1-1-1,-1 0 0,0 1 0,0-1 0,-1 1 1,1-1-1,0 1 0,0-1 0,-1 1 0,1 0 1,-1-1-1,1 1 0,-1 0 0,1 0 0,-1 0 1,0 0-1,0 1 0,1-1 0,-1 0 0,0 1 1,0-1-1,0 1 0,0 0 0,0-1 0,1 1 1,-1 0-1,-4 1 0,-40-3 491,45 2-572,-1 0-1,1 0 1,0-1-1,-1 1 1,1 1-1,0-1 1,0 0-1,-1 0 1,1 0 0,0 1-1,-1-1 1,1 0-1,0 1 1,0-1-1,0 1 1,0 0-1,-1-1 1,1 1-1,0 0 1,0 0-1,0 0 1,0 0-1,1 0 1,-1 0-1,0 0 1,0 0-1,1 0 1,-1 0-1,0 0 1,1 0-1,-1 2 1,1-2-4,1 1 0,-1 0 0,1-1 0,0 1 0,-1-1 0,1 1 0,0-1 0,0 1 0,0-1 0,0 0 0,0 1 0,1-1 0,-1 0 0,0 0 0,1 0 0,-1 0 0,0 0-1,1 0 1,2 1 0,37 18 45,-29-15-29,30 14 27,-28-14-42,1 2 0,-2-1 0,1 2 0,-1 0 0,15 11 1,-25-16-1,1 0 0,-1 1 0,0-1 0,0 1 0,-1 0 0,1-1 1,-1 1-1,1 0 0,-1 0 0,-1 1 0,1-1 0,-1 0 0,1 1 0,-1-1 1,0 1-1,-1-1 0,1 1 0,-1-1 0,0 1 0,0-1 0,0 1 1,-2 5-1,-2 13-18,-6 37 165,9-58-180,1 0 0,0 0 1,0 0-1,0 0 0,0 0 0,0 1 0,0-1 0,1 0 0,-1 0 0,0 0 1,1 0-1,0 0 0,0 0 0,0 0 0,0 0 0,0 0 0,0 0 0,0-1 0,0 1 1,3 2-1,-2-3-186,0 0 0,0-1 1,0 1-1,0 0 0,0-1 0,0 0 1,0 0-1,0 1 0,0-1 0,0 0 1,0-1-1,0 1 0,0 0 1,0-1-1,0 1 0,0-1 0,0 1 1,0-1-1,0 0 0,0 0 0,0 0 1,-1 0-1,3-2 0,45-34-4736,-38 28 3934,9-8-158,-1-1-1,23-27 1,-35 37 1222,0-1 0,-1 1 0,0-1 0,-1 0 0,0-1 0,-1 1 0,1-1-1,4-17 1,-9 25 84,0 1 0,1-1-1,-1 1 1,0-1-1,1 0 1,-1 1-1,0-1 1,0 1-1,0-1 1,-1 0 0,1 1-1,0-1 1,-1 1-1,1-1 1,-1 1-1,1-1 1,-1 1 0,0-1-1,1 1 1,-1-1-1,0 1 1,0 0-1,0-1 1,0 1-1,-1-1 1,0 1 17,1 1 0,0 0 0,0-1 0,-1 1 1,1 0-1,0 0 0,0 0 0,-1 0 0,1 0 0,0 0 0,0 0 0,-1 0 0,1 0 1,0 1-1,0-1 0,-1 0 0,1 1 0,0-1 0,0 1 0,0 0 0,0-1 0,0 1 0,0 0 1,0-1-1,0 1 0,0 0 0,0 0 0,0 0 0,0 0 0,0 0 0,0 2 0,-4 2 88,1 1-1,0 0 0,1 0 0,-1 1 0,1-1 0,0 1 0,1 0 0,0 0 0,0 0 0,0 0 0,1 0 0,0 0 0,0 0 0,1 0 0,0 0 0,0 1 0,1-1 0,-1 0 0,2 0 0,-1 0 0,5 14 1,-4-16-220,0 0 1,1 0-1,-1 1 1,1-1-1,0-1 1,0 1-1,0 0 1,1-1 0,-1 0-1,1 1 1,0-2-1,1 1 1,-1 0-1,0-1 1,1 0 0,0 0-1,0 0 1,0 0-1,0-1 1,0 0-1,1 0 1,-1-1 0,1 1-1,-1-1 1,1 0-1,0-1 1,-1 1-1,8-1 1,-11 0-20,0 0-1,0 0 1,0 0 0,0 0-1,0-1 1,0 1 0,0-1-1,0 1 1,0-1 0,-1 1 0,1-1-1,0 0 1,0 0 0,-1 0-1,1 0 1,0 0 0,-1 0-1,1-1 1,-1 1 0,1 0-1,-1-1 1,0 1 0,0-1-1,0 0 1,2-2 0,-2 1-18,0-1 0,-1 1 1,1-1-1,-1 1 0,0-1 1,0 1-1,0-1 0,0 1 1,-1-1-1,1 1 0,-1-1 0,0 1 1,-1-4-1,-5-10-1237,0 0-1,-1 1 1,0-1-1,-13-15 1,16 23-325,-3-4-3913,11 13 5041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3.1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 4,'2'-1'311,"0"0"0,1 1 1,-1-1-1,0 0 0,0 1 0,1-1 0,-1 1 0,0 0 1,1 0-1,-1-1 0,0 2 0,1-1 0,-1 0 1,0 0-1,1 1 0,-1-1 0,0 1 0,0 0 0,4 1 1,-2 1 5,-1-1 1,1 1 0,-1-1 0,0 1-1,1 0 1,-1 1 0,-1-1-1,1 0 1,0 1 0,1 3 0,6 11 480,-2 1 1,0-1 0,9 35-1,-12-39-234,0 9-194,-4-18-268,0 0-1,0 0 1,0 0-1,1 0 1,-1 0 0,1-1-1,4 8 1,-3-15 5,-1-1 0,0 1 0,0-1 0,0 0 0,-1 0 0,1 0 0,-1 0-1,0 0 1,1-6 0,0 2-13,0 1-78,26-67 147,-26 69-155,0-1 0,1 1 0,0 0 0,0 0 0,0 0 0,1 0 0,0 1 0,-1 0 0,2-1 0,7-6-1,-11 11-5,-1 0-1,1-1 0,-1 1 0,1 0 1,0 0-1,-1-1 0,1 1 0,-1 0 1,1 0-1,-1 0 0,1 0 0,0-1 1,-1 1-1,1 0 0,-1 0 0,1 0 1,0 1-1,-1-1 0,1 0 0,-1 0 1,1 0-1,-1 0 0,1 0 0,0 1 1,-1-1-1,1 0 0,-1 0 0,1 1 1,-1-1-1,1 1 0,-1-1 0,1 1 1,10 23 92,-3 32 77,-8-53-165,0-1-3,0 0 1,0 0-1,0 0 0,0 0 0,0 0 1,1 0-1,-1 0 0,1 0 0,-1 0 1,1 0-1,0 0 0,0-1 1,0 1-1,0 0 0,0 0 0,0-1 1,2 2-1,-2-2-2,0-1 0,0 1 1,-1-1-1,1 0 0,0 0 1,0 1-1,0-1 0,0 0 0,0 0 1,0 0-1,0 0 0,0 0 1,0 0-1,0-1 0,0 1 0,-1 0 1,1 0-1,0-1 0,0 1 1,0 0-1,0-1 0,0 1 1,-1-1-1,1 1 0,1-2 0,6-4 1,0-1-1,0-1 1,-1 1-1,0-1 0,6-10 1,6-10-29,12-19-28,-29 44 49,-1 1 0,1 0 1,0 0-1,0-1 0,1 1 1,-1 0-1,0 1 0,1-1 0,-1 0 1,1 1-1,0 0 0,-1-1 1,6-1-1,-7 4 6,1-1 0,-1 0 0,0 0 1,1 0-1,-1 1 0,0-1 0,1 1 1,-1-1-1,0 1 0,0-1 0,1 1 0,-1 0 1,0-1-1,0 1 0,0 0 0,0 0 1,0 0-1,0 0 0,0 0 0,0 0 0,-1 0 1,1 0-1,0 0 0,-1 1 0,1-1 0,0 0 1,-1 0-1,0 1 0,1 1 0,13 47 46,-11-36-27,5 14 5,20 73-2395,-8-35-5087,-20-64 7232,0 0 0,0 0 0,1-1 0,-1 1 1,1 0-1,-1 0 0,1-1 0,0 1 0,-1-1 1,1 1-1,0 0 0,0-1 0,0 0 0,0 1 1,1-1-1,-1 0 0,0 1 0,1-1 0,-1 0 1,0 0-1,1 0 0,-1 0 0,1 0 0,0-1 1,-1 1-1,4 1 0,9-5-268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4.2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93 133 164,'-8'-17'1710,"0"0"1,-7-26-1,-5-12 8136,16 54-7379,2 12-1548,-2 18-657,4-27-125,-13 112 307,-4 39-1354,16-51-6082,1-98 6369,4 24-4879,-4-27 5374,0-1 1,0 1-1,0 0 0,1-1 1,-1 1-1,0 0 0,1-1 1,-1 1-1,0-1 0,1 1 1,-1-1-1,1 1 1,-1-1-1,1 1 0,-1-1 1,1 1-1,-1-1 0,1 0 1,-1 1-1,1-1 0,0 0 1,-1 1-1,1-1 0,0 0 1,-1 0-1,1 0 1,0 0-1,-1 0 0,1 1 1,0-1-1,-1 0 0,1 0 1,0-1-1,1 1 0,9-3-587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4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79 119 24,'2'-24'284,"-1"14"328,1 1 0,-2 0 0,1-1 0,-2 1 0,1 0 0,-1 0 0,-4-17 0,5 26-541,0-1 0,0 1 0,0 0-1,0 0 1,0 0 0,0 0 0,0 0-1,0 0 1,0-1 0,0 1 0,0 0-1,0 0 1,0 0 0,0 0-1,0 0 1,0 0 0,-1 0 0,1-1-1,0 1 1,0 0 0,0 0 0,0 0-1,0 0 1,0 0 0,0 0 0,0 0-1,-1 0 1,1 0 0,0 0-1,0 0 1,0 0 0,0 0 0,0 0-1,-1-1 1,1 1 0,0 0 0,0 0-1,0 0 1,0 0 0,0 1 0,0-1-1,-1 0 1,1 0 0,0 0-1,0 0 1,0 0 0,0 0 0,0 0-1,0 0 1,-1 0 0,1 0 0,0 0-1,0 0 1,0 0 0,0 0 0,0 1-1,0-1 1,-7 12 1891,-5 20-307,11-29-1148,-14 44 1069,2 0 0,-9 76 1,21-122-1573,1 1 0,-1 0 0,1-1 1,0 1-1,0 0 0,0-1 0,0 1 1,0-1-1,0 1 0,0 0 1,1-1-1,-1 1 0,0-1 0,1 1 1,-1 0-1,1-1 0,0 0 0,0 1 1,-1-1-1,1 1 0,0-1 0,0 0 1,0 1-1,1-1 0,1 2 0,-1-2-2,0-1-1,0 1 1,1-1-1,-1 1 1,0-1-1,0 0 1,1 0-1,-1 0 1,0 0-1,1 0 1,-1 0 0,0-1-1,0 1 1,1-1-1,3-1 1,5-3-3,1 0 0,-1 0 0,0-1 0,0-1 0,14-11 0,-2-5-1,-20 18 2,1 1 0,0-1 0,0 1 0,1 0 0,-1 0-1,1 1 1,0 0 0,0-1 0,10-3 0,-14 7 7,0 0 0,0 0 0,0 0 0,0 0-1,0 0 1,-1 1 0,1-1 0,0 0 0,0 1 0,0-1-1,-1 1 1,1-1 0,0 1 0,0-1 0,-1 1-1,1-1 1,0 1 0,-1 0 0,1-1 0,-1 1 0,1 0-1,-1 0 1,1-1 0,-1 1 0,0 0 0,1 0-1,-1 0 1,0 0 0,1 0 0,10 34 133,-9-26-90,0-4-40,0 1 0,1 0 1,-1-1-1,1 0 0,0 1 0,0-1 0,1 0 1,-1-1-1,1 1 0,0-1 0,0 1 1,1-1-1,0 0 0,-1-1 0,1 1 0,8 3 1,-10-6-12,0 0 0,0 0 0,1 0 1,-1 0-1,0-1 0,1 1 0,-1-1 1,1 0-1,-1 0 0,1 0 0,-1-1 1,0 1-1,1-1 0,-1 0 1,0 0-1,1 0 0,-1 0 0,0 0 1,0-1-1,0 0 0,0 1 0,0-1 1,0 0-1,-1-1 0,1 1 0,-1 0 1,1-1-1,-1 1 0,0-1 0,2-3 1,0 0-1,-1 1 0,1-1 1,-1 1-1,-1-1 0,1 0 0,-1 0 1,2-8-1,-4 12 2,1 1-1,0-1 1,-1 0 0,0 0 0,1 0-1,-1 0 1,0 0 0,0 0-1,0 0 1,0 0 0,0 0-1,0 0 1,-1 1 0,1-1 0,-1 0-1,1 0 1,-1 0 0,0 0-1,0 1 1,0-1 0,0 0 0,0 1-1,0-1 1,0 0 0,0 1-1,-1 0 1,-1-3 0,2 4-2,0-1 0,0 1 1,0 0-1,0-1 0,1 1 1,-1 0-1,0 0 0,0-1 0,0 1 1,0 0-1,0 0 0,0 0 1,0 0-1,0 0 0,0 0 0,1 1 1,-1-1-1,0 0 0,0 0 1,0 1-1,0-1 0,0 0 1,0 1-1,1-1 0,-1 1 0,0-1 1,0 1-1,1 0 0,-1-1 1,0 1-1,1 0 0,-1-1 1,1 1-1,-1 0 0,1 0 0,-1-1 1,1 1-1,-1 0 0,1 0 1,0 0-1,-1 0 0,1 0 0,0-1 1,0 1-1,0 0 0,0 0 1,0 0-1,0 0 0,0 2 1,-1 2-9,0 0 0,1 0 0,0 1 0,0-1 0,0 0 0,1 0 1,1 10-1,1-9-163,1 1-1,0-1 1,0 0 0,0 0 0,1 0 0,0-1-1,0 1 1,0-1 0,1 0 0,0-1 0,0 1-1,0-1 1,0-1 0,1 1 0,0-1 0,-1 0 0,1 0-1,0-1 1,0 0 0,9 2 0,6 1-1801,0-2 0,0 1 1,0-2-1,0-1 0,34-3 1,-49 2 1570,0-1 0,0 0 1,0 0-1,0-1 0,0 0 1,13-6-1,2-6-58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5.2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185 139 56,'-77'-6'444,"19"6"440,20-2 564,27-2 692,22-3-331,27 1-561,20 0-556,14-3-1092,10-1-1224,2-3-433,-3-1 153,-9-5 432,-11-2 568,-10 0 556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6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0 327 236,'1'2'203,"-1"-1"1,1 0-1,0 1 0,-1-1 0,1 1 1,0-1-1,0 0 0,0 0 0,0 0 0,0 1 1,0-1-1,0 0 0,0 0 0,0 0 1,0 0-1,1-1 0,-1 1 0,0 0 1,1-1-1,-1 1 0,1 0 0,-1-1 1,1 0-1,-1 1 0,2-1 0,44 10 441,-43-10-437,25 4-11,-1-2 1,1-1-1,0-2 1,53-7-1,-62 4-131,0 0 1,0-1-1,0-1 0,-1 0 1,0-2-1,0 0 0,28-18 0,-43 24 27,0-1 0,0 0 0,0 0-1,0 0 1,-1-1 0,1 1 0,-1-1-1,0 0 1,0 0 0,0 0 0,0 0-1,-1 0 1,0-1 0,0 1 0,0-1-1,0 0 1,-1 1 0,0-1 0,0 0-1,0 0 1,0 0 0,-1 0 0,0 0-1,0 0 1,0 0 0,-1 0 0,1 0-1,-1 1 1,0-1 0,-1 0 0,-2-6-1,-2-4 389,-2-1-1,0 1 0,-1 1 1,0 0-1,-1 0 0,-1 1 1,-23-23-1,34 35-456,-1 0-1,1 0 1,-1 1 0,0-1-1,1 0 1,-1 0 0,0 1-1,1-1 1,-1 0-1,0 1 1,0-1 0,1 1-1,-1-1 1,0 1 0,0-1-1,0 1 1,0 0 0,0-1-1,0 1 1,0 0 0,0 0-1,0 0 1,0 0-1,0 0 1,0 0 0,0 0-1,0 0 1,0 0 0,0 0-1,1 0 1,-1 1 0,0-1-1,0 0 1,0 1 0,0-1-1,0 0 1,0 1-1,0-1 1,1 1 0,-1 0-1,0-1 1,0 1 0,1 0-1,-1-1 1,0 1 0,1 0-1,-1 0 1,1 0 0,-1-1-1,1 1 1,-1 0-1,1 0 1,0 0 0,-1 0-1,1 1 1,-3 8 19,0 0-1,0 1 1,1-1 0,-1 12 0,3-18-30,-25 278 148,-6 49-2266,19-253 147,2-23-3762,-5 100 1,15-152 5083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6.8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4 359 36,'-1'-3'68,"0"1"-1,1-1 1,-1 1 0,1 0 0,-1-1-1,1 1 1,0-1 0,0 1-1,0-1 1,0 1 0,1-1-1,-1 1 1,1-1 0,-1 1 0,1 0-1,0-1 1,0 1 0,0 0-1,0-1 1,0 1 0,0 0 0,1 0-1,-1 0 1,1 0 0,0 0-1,-1 1 1,1-1 0,0 0-1,0 1 1,0-1 0,0 1 0,0 0-1,5-2 1,11-7 177,0 0 0,0 2 1,25-8-1,-19 7-144,55-21 159,-36 16 61,-1-2 1,-1-2-1,-1-2 1,55-36-1,-93 54-236,0 1 0,1-1 0,-1 0 0,0 0 0,0 0 0,0 0 0,-1 0 0,1 0 0,0 0 0,-1-1 0,0 1 0,1 0 0,-1-1 0,0 0 0,0 1 0,0-1-1,0-4 1,-1 6-34,0-1-1,-1 1 1,1-1-1,0 1 1,-1 0-1,0-1 1,1 1-1,-1 0 1,0-1-1,1 1 1,-1 0-1,0-1 1,0 1-1,0 0 1,0 0-1,0 0 1,0 0-1,0 0 1,-1 0-1,1 0 1,0 1-1,-1-1 1,1 0-1,0 1 1,-1-1-1,1 1 1,-1-1-1,1 1 1,0 0-1,-1-1 1,1 1-1,-4 0 1,-5-1 105,0 0 1,-1 0 0,1 1 0,0 0-1,-1 1 1,1 1 0,-14 3-1,17-4-100,1 1 0,-1 0 0,1 0 0,0 1 0,0-1 0,0 1 0,1 1 0,-1-1 0,1 1 0,-1 0 0,1 0 0,-7 9 0,11-12-49,0 0-1,0 0 1,0 0-1,0 1 1,1-1-1,-1 0 1,0 1-1,1-1 1,-1 0-1,1 1 1,-1-1-1,1 1 1,0-1-1,-1 1 1,1-1-1,0 1 1,0-1-1,0 1 1,0-1-1,1 1 1,-1-1-1,0 1 1,0-1-1,2 3 1,0-1-2,-1-1 0,1 1 0,0 0 1,0-1-1,0 0 0,1 0 0,-1 0 0,0 0 1,1 0-1,0 0 0,3 2 0,8 3 6,1 0-1,0-1 1,23 6-1,-37-12-9,83 18 31,-61-15-18,0 2 1,0 1-1,0 0 0,22 11 1,-42-16 1,-1 1 0,0-1 0,0 1 0,1 0 0,-1 0 0,0-1 1,-1 1-1,1 1 0,0-1 0,0 0 0,-1 0 0,1 1 0,-1-1 1,0 1-1,2 4 0,9 46 133,-4-12-134,1-12-20,-8-21-73,1-1 1,0 1-1,1-1 0,0 0 1,0 0-1,1 0 0,6 11 1,-9-17-91,0-1 1,0 0 0,1 1-1,-1-1 1,0 0-1,0 0 1,0 0 0,0 0-1,0 0 1,0 0 0,0 0-1,0 0 1,0 0 0,1 0-1,-1-1 1,0 1 0,0 0-1,0-1 1,0 1-1,0-1 1,0 1 0,0-1-1,-1 1 1,1-1 0,0 0-1,0 0 1,1 0 0,25-22-2227,-14 9 1944,0 0 0,-1-1 0,-1 0 0,0-1 1,12-25-1,-6 5 1542,20-60-1,-40 110-107,1 0 0,0 0 0,0 17 0,1-28-1178,1 1 0,0 0 0,-1-1 1,2 1-1,-1 0 0,0-1 0,1 1 1,-1 0-1,1-1 0,0 1 0,0 0 0,1-1 1,-1 0-1,1 1 0,0-1 0,0 0 1,0 0-1,0 0 0,0 0 0,1 0 0,-1 0 1,6 4-1,-7-7 109,0 1 1,-1-1-1,1 0 1,-1 0 0,1 1-1,0-1 1,0 0-1,-1 0 1,1 0-1,0 0 1,-1 0-1,1 0 1,0 0-1,-1 0 1,1 0-1,0 0 1,-1 0-1,1-1 1,0 1-1,-1 0 1,1 0 0,1-1-1,5-7-395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7.2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30 102 20,'-3'-6'164,"0"0"1,0 0-1,1 0 0,0 0 1,-2-10-1,4 14-54,0 1 0,0 0 0,0-1 0,0 1 0,0 0 0,0 0 0,0-1 0,0 1 0,0 0 0,1-1 0,-1 1 0,1 0 0,-1 0 0,1 0 0,-1-1 0,1 1-1,-1 0 1,1 0 0,0 0 0,0 0 0,0 0 0,0 0 0,-1 0 0,1 1 0,0-1 0,1 0 0,-1 0 0,0 1 0,0-1 0,0 0 0,0 1 0,0-1 0,1 1 0,0-1 0,-2 1-35,1 0 1,-1 0-1,0 0 0,0 0 0,0 0 0,0-1 1,0 1-1,0 0 0,0 0 0,0 0 1,0 0-1,0 0 0,0-1 0,0 1 1,0 0-1,0 0 0,0 0 0,0 0 0,0 0 1,0-1-1,0 1 0,0 0 0,0 0 1,0 0-1,0 0 0,0 0 0,0-1 0,0 1 1,0 0-1,0 0 0,-1 0 0,1 0 1,0 0-1,0 0 0,0-1 0,0 1 1,0 0-1,0 0 0,0 0 0,-1 0 0,1 0 1,0 0-1,0 0 0,0 0 0,0 0 1,0 0-1,-1 0 0,1 0 0,0 0 0,0 0 1,0 0-1,0 0 0,-1 0 0,1 0 1,0 0-1,0 0 0,0 0 0,0 0 1,0 0-1,-1 0 0,1 0 0,0 0 0,-19-8 2375,7 2-1303,31 6-3052,-7-1-404,0 2 1,-1-1 0,19 4-1,-1 5 692,-11 1 1190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8.0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1 151 240,'2'3'995,"0"-1"0,0 0 0,0 1 0,0 0 0,-1-1 0,1 1 0,-1 0 0,1 0 0,0 5 0,11 59 2427,-7-28-2398,-6-39-1021,0 1 1,0-1-1,0 0 0,0 1 1,0-1-1,0 0 0,1 0 1,-1 1-1,0-1 0,0 0 1,0 1-1,0-1 0,0 0 1,1 0-1,-1 1 0,0-1 1,0 0-1,0 0 0,1 0 1,-1 1-1,0-1 1,0 0-1,1 0 0,-1 0 1,0 1-1,0-1 0,1 0 1,-1 0-1,0 0 0,0 0 1,1 0-1,-1 0 0,0 0 1,1 0-1,-1 0 0,0 0 1,1 0-1,-1 0 0,0 0 1,1 0-1,-1 0 0,0 0 1,0 0-1,1 0 0,-1 0 1,0 0-1,1-1 0,-1 1 1,0 0-1,0 0 0,1 0 1,-1 0-1,0-1 0,0 1 1,0 0-1,1 0 0,-1-1 1,0 1-1,0 0 0,0 0 1,0-1-1,1 1 0,-1 0 1,15-20 55,-13 19-45,41-64 72,-31 45-78,1 1-1,0 0 0,2 0 1,0 2-1,20-19 0,-34 35-8,0 0-1,0 0 1,0 0-1,0 0 1,0 0-1,0 0 1,0 0-1,0 0 1,1 1-1,-1-1 1,0 0-1,1 1 1,-1-1-1,0 1 1,1-1-1,-1 1 1,1 0-1,-1 0 0,0 0 1,1-1-1,-1 1 1,1 1-1,-1-1 1,1 0-1,-1 0 1,1 0-1,-1 1 1,0-1-1,1 1 1,-1-1-1,0 1 1,2 0-1,0 3 3,0-1 0,0 1-1,0 0 1,0 0 0,-1 0 0,0 1-1,0-1 1,2 6 0,-3-7-8,1 1 1,-1 0 0,1-1-1,0 1 1,-1-1-1,2 1 1,-1-1-1,0 0 1,1 0-1,-1 0 1,1 0-1,0 0 1,6 4-1,-1-5-100,0 0 0,0 0-1,0-1 1,0 0 0,0 0-1,0-1 1,0 0 0,0 0-1,0-1 1,13-3-1,8-2-831,41-15-1,-61 18 750,78-32-1421,-81 32 1513,0 1-1,-1-1 1,0-1 0,1 1 0,-1-1 0,-1 1 0,1-1 0,0-1 0,-1 1 0,0-1-1,0 0 1,5-7 0,-9 11 95,1 0 0,-1 0-1,0 0 1,1 0 0,-1 1 0,0-1-1,0 0 1,1 0 0,-1 0 0,0 0-1,0 0 1,0 0 0,0 0 0,0 0-1,0 0 1,0 1 0,-1-1 0,1 0-1,0 0 1,0 0 0,-1 0 0,1 0-1,0 1 1,-1-1 0,1 0 0,-1 0-1,1 0 1,-1 1 0,0-1-1,0 0 1,-1-1 15,-1 1 0,1-1 0,0 1 0,-1 0 0,1 0 0,-1 0 0,0 0 0,1 0 0,-1 1-1,-3-1 1,-63 0 476,42 3-3,-51 11 1,69-11-376,1 0 0,-1 1 0,0 0 0,1 1 0,0 0 0,0 0 1,0 1-1,0 0 0,-10 8 0,17-11-98,-1-1 0,1 1 1,-1-1-1,1 1 0,0 0 1,0-1-1,0 1 0,0 0 1,0 0-1,0 0 0,0 0 1,1 0-1,-1 0 0,1 0 1,-1 0-1,1 0 0,0 0 1,0 0-1,0 1 1,0-1-1,0 0 0,0 0 1,1 0-1,-1 0 0,1 0 1,-1 0-1,1 0 0,0 0 1,0 0-1,0 0 0,0 0 1,0-1-1,0 1 0,0 0 1,1-1-1,-1 1 0,3 2 1,7 7-28,0-1 1,0 0-1,1-1 1,16 9-1,-14-9 10,17 12-25,-1 2 0,-1 0 0,-1 2 0,-1 1 0,43 53-1,-62-68 117,0 0-1,-1 1 0,0 0 0,-1 0 1,-1 1-1,0-1 0,0 1 1,-1 0-1,-1 1 0,0-1 0,-1 1 1,0-1-1,-1 1 0,-1 0 1,0-1-1,-1 1 0,0 0 0,-1-1 1,-5 19-1,2-18 25,0 0 0,-1 0 0,0 0 0,-1-1 0,-1 0 1,0 0-1,-1-1 0,0 0 0,-1 0 0,-16 15 0,19-21-81,-1 0 1,1 0-1,-1 0 0,0-1 1,0 0-1,0 0 1,-1-1-1,0 0 0,1-1 1,-1 0-1,-1 0 0,1-1 1,0 0-1,-1-1 0,1 0 1,-1 0-1,-15-2 0,21 1-29,0 0 0,0-1-1,0 0 1,0 0-1,0 0 1,0 0 0,0 0-1,1-1 1,-1 0 0,0 0-1,1 0 1,0 0-1,-1-1 1,1 1 0,0-1-1,0 1 1,0-1-1,1 0 1,-3-4 0,2 2-36,1 0 0,0 0 0,0 0 0,0 0 0,1 0 0,0 0 0,0-1 0,0 1 0,0 0 0,1-1 0,0 1 0,1-9 0,2-6-637,1-1-1,1 1 1,1 1-1,0-1 1,2 1 0,11-22-1,106-191-8340,-94 179 8314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8.4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17 123 4,'0'2'238,"0"-1"1,0 1-1,0 0 1,0-1-1,0 1 1,0 0-1,1-1 1,-1 1-1,1 0 1,-1-1-1,1 1 1,-1-1-1,1 1 1,0-1-1,0 1 0,0-1 1,0 0-1,0 1 1,0-1-1,1 2 1,1-2 56,-1 0 0,1 0 0,-1 0 0,1 0 0,0 0 0,-1-1 0,1 1 0,0-1 0,0 1 0,-1-1-1,7-1 1,4 1 155,1-1-1,0-1 1,-1 0-1,1-1 1,25-9-1,-34 11-411,0-1-1,1 0 0,-1-1 0,0 1 0,-1-1 1,1 0-1,0-1 0,-1 1 0,1-1 1,-1 1-1,0-1 0,-1-1 0,1 1 0,0 0 1,-1-1-1,0 0 0,2-5 0,-4 8-34,0 0-1,0 1 0,-1-1 0,1 0 0,-1 0 0,0 0 0,1 0 0,-1 0 0,0 0 0,0 0 1,0 0-1,0 0 0,-1 0 0,1 0 0,0 1 0,-1-1 0,1 0 0,-1 0 0,0 0 1,0 0-1,0 1 0,0-1 0,0 0 0,-1-1 0,-1 0-6,0 1 0,0 0 0,0-1 0,0 1 0,0 0 0,-1 1 0,1-1 0,0 1 0,-1-1-1,1 1 1,-8-1 0,0 0-13,0 0 1,1 1-1,-1 0 0,0 1 0,0 1 0,0 0 0,-20 4 0,24-3 12,1 0 0,-1 0 0,1 1 1,0 0-1,0 0 0,0 1 0,1 0 0,-1 0 0,1 0 0,0 1 0,-9 9 1,12-11 3,0-1 0,1 1 0,-1 0 0,1 0 0,-1-1 0,1 1 1,0 0-1,0 0 0,0 1 0,1-1 0,-1 0 0,1 0 0,-1 0 1,1 0-1,0 0 0,0 1 0,1-1 0,-1 0 0,1 0 0,-1 0 0,1 0 1,0 0-1,0 0 0,1 0 0,-1 0 0,0 0 0,3 3 0,2 3-101,1 0 0,-1-1 0,1 0 0,1 0 0,-1 0-1,12 8 1,-6-7-737,-1-1 0,1 0 0,1-1 1,0 0-1,0-1 0,0 0 0,1-1 0,-1-1 0,1 0 0,0-1 0,31 1 0,-5-5 141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8.7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11 216 52,'-5'-60'1441,"0"-23"2846,5 78-3543,0-1-1,1 0 0,0 1 1,0-1-1,0 1 1,1 0-1,-1-1 1,1 1-1,1 0 0,-1 0 1,6-8-1,-1 56 2586,-1 171-5182,-9-142-2987,-2-2-3547,2-45 6666,-1-7 760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59.1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 1 216,'0'0'159,"0"1"1,0-1-1,0 1 1,0 0-1,0-1 0,1 1 1,-1-1-1,0 1 0,0-1 1,1 1-1,-1 0 0,0-1 1,1 0-1,-1 1 1,1-1-1,-1 1 0,1-1 1,-1 1-1,1-1 0,-1 0 1,1 1-1,-1-1 1,1 0-1,-1 1 0,1-1 1,-1 0-1,2 0 0,25 13 2375,-14-7-1030,-9-3-1038,1-1 1,-1 1-1,0 0 0,0 0 1,-1 0-1,1 0 0,0 1 1,-1-1-1,0 1 0,0 0 0,0 0 1,0 0-1,-1 1 0,4 8 1,-6-11-342,1 0-1,-1 1 1,0-1 0,0 0 0,0 1 0,0-1-1,-1 0 1,1 1 0,-1-1 0,1 0 0,-1 0 0,0 0-1,0 1 1,0-1 0,0 0 0,0 0 0,0 0-1,-1 0 1,1 0 0,0-1 0,-1 1 0,0 0 0,1-1-1,-1 1 1,0-1 0,0 1 0,0-1 0,0 0 0,0 0-1,0 0 1,0 0 0,-5 1 0,3 0-116,0 0 0,0 0 1,0-1-1,0 0 0,-1 1 0,1-2 0,0 1 1,-1 0-1,1-1 0,-1 0 0,1 0 1,0 0-1,-1 0 0,1-1 0,-1 0 0,1 0 1,0 0-1,0 0 0,-1-1 0,-3-2 1,5 3-311,1-1 1,-1 0 0,1 0-1,0 0 1,-1 0 0,1 0-1,0 0 1,0-1 0,1 1-1,-1-1 1,0 1 0,-1-5 0,1 3-583,1 0 1,0 0-1,0 0 0,0-1 1,0 1-1,1 0 1,0 0-1,0-1 1,0 1-1,1-6 1,3-22-4187,-4 24 3982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8:25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284 245 156,'-142'-2'2509,"1"-1"6308,254 6-6822,136-6-2025,290-67-1496,-475 61 1175,-52 5 319,-20-1 18,-41-5 25,-3-1 20,15-5 104,-47-31 0,49 27 743,-50-22 1,84 41-869,1 1 0,0-1 0,-1 1 0,1 0 0,0-1 0,-1 1 0,1 0 0,0 0 0,-1-1 0,1 1 0,-1 0 0,1 0 0,-1 0 0,1-1 0,-1 1 0,1 0 0,-1 0 0,1 0 0,0 0 0,-1 0 0,1 0 0,-1 0 0,1 0 0,-1 0 0,1 0 0,-1 0 0,1 0 0,-1 0 0,1 1 0,-1-1 0,1 0 0,-1 0 0,1 0 0,0 1 0,-1-1 0,1 0 0,-1 0 0,1 1 1,13 16 37,32 22-95,-11-18 37,0-2 0,1-1 0,41 14 0,38 19 14,-105-45 249,-14-3 452,-18 11-46,-228 258 2223,247-267-2872,-2 0-18,1 0 1,-1 1-1,1 0 0,1 0 1,-1 0-1,1 1 0,0-1 1,-4 10-1,8-15-30,0-1 0,0 0 0,0 1 0,0-1 0,0 0 0,0 1 0,-1-1-1,1 0 1,0 1 0,0-1 0,0 0 0,0 1 0,0-1 0,1 0 0,-1 1 0,0-1 0,0 0 0,0 1 0,0-1 0,0 0 0,0 0-1,0 1 1,1-1 0,-1 0 0,0 1 0,0-1 0,0 0 0,1 0 0,-1 0 0,0 1 0,0-1 0,1 0 0,-1 0 0,0 0 0,1 1 0,-1-1-1,1 0 1,14-1-2502,15-10-3291,-28 10 5321,1-1 0,-1 1 0,1-1 0,-1 1 0,0-1 0,0 0 0,1 0-1,-2 0 1,1 0 0,0-1 0,0 1 0,-1 0 0,1-1 0,1-2-1,-4-5-292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8:14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72 196,'-4'-3'666,"0"-1"0,0 0-1,0 1 1,0-2 0,1 1-1,-1 0 1,-3-6 0,-17-20 7971,24 29-8548,-1 1 0,0-1 0,0 1 0,1 0 0,-1-1 0,0 1 0,0 0 0,1 0 0,-1-1 0,0 1 0,0 0 0,0 0 0,1 0 0,-1 0 0,0 0 0,0 0 0,0 0 0,1 0 0,-1 0 0,0 0 0,0 1 0,0-1-1,1 0 1,-1 1 0,0-1 0,0 0 0,1 1 0,-1-1 0,0 1 0,1-1 0,-1 1 0,0-1 0,1 1 0,-1-1 0,1 1 0,-1 0 0,1-1 0,-1 1 0,1 0 0,0-1 0,-1 1 0,1 0 0,0 0 0,0 0 0,-1-1 0,1 2 0,-14 37-222,10-15 173,1 1-1,0 0 1,2 0-1,2 0 1,2 25-1,24 124-2941,-26-167 2568,4 7-3533,2-36-7086,-5 11 11181,-2-3-737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8:1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47 209 12,'-7'-11'395,"1"1"0,0-1 0,0 0 0,1-1 0,1 0-1,0 1 1,-4-19 0,8 26-312,0 1 0,0-1 0,0 1-1,0-1 1,0 1 0,1 0 0,-1-1 0,1 1-1,0-1 1,0 1 0,0 0 0,1 0-1,-1-1 1,1 1 0,0 0 0,-1 0 0,1 1-1,1-1 1,-1 0 0,0 1 0,1-1 0,-1 1-1,1 0 1,0 0 0,0 0 0,0 0 0,0 0-1,0 0 1,0 1 0,0 0 0,4-2 0,3 0-53,1 1 0,-1 0 1,0 0-1,1 1 1,-1 0-1,0 1 1,1 0-1,-1 1 1,1 0-1,-1 0 1,18 6-1,-21-5 31,0 0-1,-1 1 1,1-1-1,-1 1 1,0 1-1,1-1 1,-1 1 0,7 6-1,-11-7 38,1-1-1,0 1 1,-1 0 0,0 0-1,0 0 1,0 0-1,0 0 1,0 0 0,0 1-1,-1-1 1,0 1 0,1-1-1,-1 1 1,-1-1 0,1 1-1,0 5 1,-1-4 154,-1 0 0,1-1 0,-1 1 0,0 0 0,-1-1 0,1 1 0,-1 0 0,0-1 1,0 0-1,0 1 0,-1-1 0,1 0 0,-1 0 0,0-1 0,-1 1 0,1 0 0,0-1 0,-1 0 0,0 0 0,-5 3 1,3 0 185,0-1 1,0 1 0,0 0 0,1 1 0,-8 10 0,13-16-424,0-1-1,0 1 1,0-1-1,0 1 1,0-1-1,0 1 1,0-1-1,0 1 1,0-1-1,1 0 1,-1 1-1,0-1 1,0 1-1,0-1 1,0 1-1,1-1 1,-1 0-1,0 1 1,1-1-1,-1 1 1,0-1-1,1 0 1,-1 1-1,0-1 1,1 0-1,-1 0 0,1 1 1,-1-1-1,0 0 1,1 0-1,-1 0 1,1 1-1,-1-1 1,1 0-1,-1 0 1,1 0-1,-1 0 1,1 0-1,-1 0 1,1 0-1,-1 0 1,0 0-1,1 0 1,-1 0-1,1 0 1,-1 0-1,1-1 1,34 2 86,-28-1-46,13 0 54,1 1 1,-1 0 0,0 2 0,0 0 0,31 11 0,-45-13 11,0 2 0,0-1 0,0 1 0,0 0 0,0 0 1,-1 0-1,1 1 0,-1 0 0,0 0 0,0 0 0,-1 0 0,1 1 0,-1 0 0,0 0 0,0 0 1,-1 1-1,1-1 0,-1 1 0,0 0 0,-1 0 0,4 11 0,-5-13-11,-1 1-1,1-1 0,-1 1 0,0-1 1,0 1-1,0 0 0,-1-1 1,1 1-1,-1-1 0,0 1 1,-1-1-1,1 0 0,-1 1 1,1-1-1,-6 8 0,2-5 10,1-1-1,-1 1 0,-1-1 0,1 0 0,-1 0 1,-1-1-1,1 0 0,-13 8 0,13-8-174,-1-1-1,1 0 1,-1-1-1,0 0 1,0 0-1,0 0 1,-1-1-1,1 0 1,0-1-1,-1 0 1,1 0-1,-1 0 1,0-1-1,1 0 1,-1 0-1,1-1 1,-1 0-1,0 0 1,1-1 0,-11-4-1,13 3-393,0 0 1,1 0-1,-1 0 1,1-1-1,0 1 0,-5-7 1,-18-27-6874,5 6-1824,15 25 7533,0 5 825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107 186 24,'-29'-1'674,"-13"-1"1841,38 1-1752,0 1 0,0-1 0,1 0-1,-1 0 1,0 0 0,0-1 0,-5-2 0,9 0 2141,9 1-1896,9 1-687,6 4-194,27 4 83,81-2 0,-118-5-205,1 0 0,-1-1 1,0 0-1,0-1 0,0-1 1,0 0-1,-1 0 0,0-2 0,0 0 1,20-12-1,-31 17 33,-1 1 1,1-1-1,-1 0 1,1 0-1,-1 0 1,1 0-1,-1-1 0,0 1 1,1 0-1,-1-1 1,0 1-1,0 0 1,0-1-1,0 0 1,0 1-1,0-1 0,-1 1 1,1-1-1,0 0 1,-1 0-1,0 1 1,1-1-1,-1 0 0,0 0 1,0 0-1,0 1 1,0-1-1,0 0 1,0 0-1,0 0 1,-1 1-1,1-1 0,-1 0 1,1 1-1,-1-1 1,0 0-1,0 1 1,1-1-1,-1 0 0,0 1 1,0-1-1,-1 1 1,1 0-1,0-1 1,0 1-1,-1 0 1,1 0-1,-2-1 0,-5-4 242,1 0-1,-1 1 0,0 0 0,0 0 0,-1 1 1,0 0-1,-17-5 0,20 7-239,0 1-1,-1-1 1,1 2-1,0-1 1,-1 0-1,1 1 1,-1 1-1,1-1 1,0 1 0,-1 0-1,1 0 1,-7 2-1,10-1-37,0-1 1,0 1-1,1 0 0,-1-1 0,0 1 0,1 0 1,-1 1-1,1-1 0,0 0 0,-1 1 0,1-1 1,0 1-1,1 0 0,-1 0 0,0-1 0,1 1 1,0 0-1,-1 1 0,1-1 0,0 0 0,1 0 1,-1 0-1,0 0 0,1 1 0,0 3 0,1 243-10,4-99-6,-7-44-29,4 107-1806,-2-209 1508,4 36-2250,-3-40 2202,-1 1 1,0 0-1,0-1 1,1 1-1,-1-1 1,1 1-1,0-1 1,-1 1-1,1-1 1,0 0 0,0 1-1,0-1 1,0 0-1,0 0 1,0 1-1,0-1 1,0 0-1,0 0 1,1 0-1,1 1 1,-2-2 242,0 0 0,0 0 0,-1 0 1,1-1-1,0 1 0,0 0 0,0 0 0,0-1 1,0 1-1,-1 0 0,1-1 0,0 1 0,0-1 0,0 1 1,-1-1-1,1 1 0,0-1 0,-1 0 0,1 1 1,-1-1-1,1 0 0,0 1 0,-1-1 0,0 0 0,1 0 1,-1 0-1,1 1 0,-1-1 0,0 0 0,0 0 1,1 0-1,-1 0 0,0 0 0,0 1 0,0-1 1,0-1-1,4-15-289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40 162 220,'-6'-5'-19,"-23"-25"4224,28 29-4058,1 1 0,-1-1 0,1 1 0,0-1 0,-1 1 0,1-1 0,0 0 1,-1 1-1,1-1 0,0 0 0,0 1 0,0-1 0,-1 0 0,1 0 0,0 1 1,0-1-1,0 0 0,0 1 0,0-1 0,0 0 0,0 0 0,1 1 0,-1-1 1,0 0-1,0 1 0,0-1 0,1 0 0,-1 1 0,0-1 0,1 0 1,-1 1-1,1-1 0,-1 1 0,1-1 0,-1 1 0,1-1 0,-1 1 0,1-1 1,-1 1-1,1-1 0,-1 1 0,1 0 0,0-1 0,-1 1 0,1 0 0,0 0 1,0-1-1,79-26 1657,4 6-4448,37-12-5782,-95 23 7111,-2 2 576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50 220,'1'-27'1895,"-1"26"-1494,0 0 1,-1 0 0,1 0-1,0 0 1,-1-1 0,1 1-1,-1 0 1,1 0 0,-1 0-1,0 0 1,0 0 0,1 0 0,-1 0-1,0 0 1,0 0 0,0 1-1,0-1 1,0 0 0,0 0-1,-2 0 1,2 0-4,-1 1 1,1 0-1,0-1 1,-1 1-1,1 0 0,0 0 1,-1 0-1,1 0 1,0 0-1,-1 0 0,1 1 1,0-1-1,-1 0 1,1 1-1,0-1 0,-1 0 1,1 1-1,-2 1 1,-16 15-93,13-10-246,1 0-1,1 1 1,-1-1 0,1 1 0,1 0 0,0 0 0,0 0 0,0 0 0,1 1 0,0-1 0,1 1-1,0-1 1,0 1 0,1 11 0,0-16-144,1 1-1,-1 0 0,2 0 1,-1-1-1,0 1 1,1-1-1,0 1 0,0-1 1,0 1-1,0-1 1,1 0-1,0 0 0,0 0 1,0-1-1,0 1 1,1-1-1,-1 1 0,1-1 1,0 0-1,0-1 1,0 1-1,0-1 1,0 1-1,0-1 0,1-1 1,-1 1-1,6 1 1,8 1-2100,1-1 0,0 0 0,0-2 0,0 0 0,0-1 0,23-3 0,-12 1 949,-10 1 810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45 105 32,'-11'-22'560,"-7"-11"2116,2 14 2759,19 25-4603,0 0 1,-1 0-1,0 1 1,0-1-1,1 9 1,-1 54 237,-3-38-966,1-31-96,0 0 0,0 1 0,0-1 0,-1 0 0,1 0 0,0 0 0,0 1 0,0-1 1,0 0-1,0 0 0,0 0 0,0 1 0,0-1 0,0 0 0,0 0 0,0 0 0,0 1 0,0-1 0,0 0 0,0 0 0,0 0 0,0 1 0,0-1 0,1 0 0,-1 0 0,0 0 0,0 1 1,0-1-1,0 0 0,0 0 0,0 0 0,1 0 0,-1 1 0,0-1 0,0 0 0,0 0 0,0 0 0,1 0 0,-1 0 0,0 0 0,0 0 0,0 0 0,1 1 0,-1-1 0,0 0 0,0 0 1,0 0-1,1 0 0,-1 0 0,0 0 0,0 0 0,0 0 0,1 0 0,-1 0 0,0 0 0,0 0 0,0-1 0,1 1 0,12-14 751,10-20 422,-12 13-738,-2 3-219,2 0 0,12-17-1,-21 31-219,1 1-1,0-1 1,0 1-1,0 0 1,1 0-1,-1 0 1,0 0-1,1 1 1,0-1-1,0 1 1,0 0-1,0 0 1,0 0-1,0 1 1,6-2-1,-8 3-5,0 0 0,-1 0 0,1 0 1,0 0-1,-1 0 0,1 0 0,0 0 0,-1 1 0,1-1 0,0 1 0,-1-1 1,1 1-1,-1 0 0,1-1 0,-1 1 0,1 0 0,-1 0 0,1 0 0,-1 0 1,2 2-1,0 1 19,0-1 0,-1 1 0,1 0 0,-1 0 0,1 0 0,-1 0 0,2 7 0,0 2 82,0 0 0,-1 1 0,0 0 1,0 16-1,1 2 232,1 3-3729,4-56-11611,-6 12 14171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50 64,'0'-10'511,"0"-17"1621,-5 14 5065,12 22-1413,4 14-4116,0-1-994,-2-6-188,39 73 732,-43-80-1118,-1 1 0,-1-1-1,0 1 1,0 0-1,-1 0 1,0 0 0,0 16-1,-2-22-54,0-1 0,-1 1 1,1 0-1,-1 0 0,0-1 0,0 1 0,0 0 0,-1-1 0,1 1 0,-1-1 0,0 0 1,0 1-1,0-1 0,0 0 0,-1 0 0,1 0 0,-1-1 0,-5 5 0,-3 2-420,-1-1 0,-1 0 1,-21 9-1,-15 11-9309,48-28 9342,0 1-1,1-1 1,-1 1-1,0-1 1,1 1-1,-1-1 1,0 1 0,1-1-1,-1 1 1,1 0-1,-1-1 1,1 1 0,-1 0-1,1 0 1,0-1-1,-1 1 1,1 0-1,0 0 1,-1 0 0,1-1-1,0 1 1,0 0-1,0 0 1,0 0 0,0 1-1,2 4-699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29 208,'-49'-9'3813,"37"7"-1194,0 0 1,0 1-1,0 1 0,-16 1 1,28-1-2579,0 0 1,0 0 0,0 0 0,0 0 0,0 0-1,0 0 1,0 0 0,-1-1 0,1 1 0,0 0 0,0 0-1,0 0 1,0 0 0,0 0 0,-1 0 0,1 0-1,0 0 1,0 0 0,0 0 0,0 0 0,-1 0-1,1 0 1,0 0 0,0 0 0,0 0 0,0 0 0,0 1-1,-1-1 1,1 0 0,0 0 0,0 0 0,0 0-1,0 0 1,0 0 0,0 0 0,0 0 0,-1 0 0,1 1-1,0-1 1,0 0 0,0 0 0,0 0 0,0 0-1,0 0 1,0 0 0,0 1 0,0-1 0,0 0 0,0 0-1,0 0 1,0 0 0,0 0 0,0 1 0,0-1-1,0 0 1,0 0 0,0 0 0,0 0 0,0 1-1,0-1 1,0 0 0,12 5 626,20 3-663,0-8-396,1-2-1,-1-1 0,45-10 0,-32 5-3968,1 2-4218,-44 6 8319,-9 7-5304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0 140,'-9'3'256,"-33"10"1835,40-12-1790,1-1 0,-1 1 0,0 0-1,1-1 1,-1 1 0,1 0 0,-1 0 0,1 0-1,0 0 1,-1 0 0,1 0 0,0 0-1,0 1 1,-1-1 0,1 0 0,0 1 0,1-1-1,-3 3 1,4-3-99,-1 0-1,0 0 1,0 0 0,0 0 0,1 0-1,-1 0 1,0-1 0,1 1-1,-1 0 1,1 0 0,-1 0 0,1-1-1,-1 1 1,1 0 0,0-1-1,-1 1 1,1 0 0,0-1 0,0 1-1,-1-1 1,1 1 0,0-1-1,0 1 1,0-1 0,0 0-1,-1 1 1,1-1 0,0 0 0,0 0-1,0 0 1,0 0 0,0 1-1,1-1 1,33 3 2426,-6-5-1421,49-8 0,-25 2-4381,0 4-7824,-38 7 6135,-9-1 3936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257 134 92,'7'-36'2556,"-7"30"-1518,0 1 1,-1-1-1,1 0 0,-1 0 0,0 1 0,0-1 0,-4-9 1,4 13-574,0-1 0,0 0 1,-1 1-1,1-1 1,-1 1-1,0-1 0,1 1 1,-1 0-1,0 0 1,0 0-1,-1 0 0,1 0 1,0 0-1,-1 1 1,-3-3-1,4 3-383,-1 0 0,0 0 0,0 0 1,0 1-1,1-1 0,-1 1 0,0 0 0,0-1 0,0 1 0,0 1 1,-3-1-1,-5 2 2,1 1 0,0 0 1,1 1-1,-1 0 0,0 0 0,1 1 1,0 0-1,0 0 0,1 1 0,-12 10 1,14-11-85,0 0 0,0 1 0,0 0 1,1 0-1,0 0 0,0 1 0,0 0 1,1 0-1,0 0 0,1 0 0,-1 1 0,1-1 1,-3 15-1,6-20-32,-1 0 0,1 0 0,-1 0-1,1 1 1,0-1 0,0 0 0,0 0 0,0 1 0,1-1 0,-1 0 0,1 0 0,-1 0-1,1 1 1,0-1 0,0 0 0,0 0 0,0 0 0,0 0 0,2 3 0,-1-4-13,-1 0 0,1 0 1,0 0-1,0 0 0,-1 0 1,1 0-1,0 0 0,0-1 1,0 1-1,0-1 0,0 1 1,0-1-1,0 0 0,0 0 1,0 0-1,0 0 0,3 0 1,4-1-42,-1-1 1,1 0-1,-1-1 1,1 1 0,-1-2-1,0 1 1,0-1-1,9-6 1,15-14 77,-25 18 32,0 0 1,1 1 0,0 0-1,0 0 1,0 0-1,16-5 1,-22 9-8,0 1-1,1 0 1,-1 0-1,0 0 1,0 1 0,0-1-1,1 1 1,-1-1-1,0 1 1,0-1 0,0 1-1,0 0 1,0 0-1,0 0 1,0 0 0,-1 1-1,1-1 1,0 0-1,0 1 1,-1-1 0,1 1-1,-1 0 1,0-1-1,1 1 1,-1 0 0,0 0-1,0 0 1,1 3-1,3 4 103,0 1-1,-1-1 0,0 1 0,3 17 0,-2-5-51,-2 0-1,0 1 0,-2-1 1,-1 0-1,0 1 1,-2-1-1,0 0 0,-2 0 1,-11 40-1,12-52-63,-1 0 1,0-1-1,0 1 1,-1-1-1,-1 0 0,0-1 1,0 1-1,0-1 0,-1 0 1,-9 8-1,9-11 23,1 0 0,-1-1 1,0 0-1,0 0 0,0 0 1,-1-1-1,1 0 0,-1-1 0,0 1 1,0-1-1,1-1 0,-1 0 0,-1 0 1,-12 0-1,18-1-7,0 0 1,0 0-1,-1 0 0,1-1 1,0 1-1,0-1 0,-1 0 1,1 0-1,0 0 0,0 0 1,0 0-1,0-1 0,0 1 1,0-1-1,1 0 0,-1 0 1,0 0-1,1 0 0,0 0 1,-3-4-1,2 2 2,1 0 1,0 0-1,0 0 1,0-1-1,0 1 1,1-1-1,0 1 1,0-1-1,0 0 1,0 1-1,1-1 1,0-7 0,1-5-462,1 0 1,1 0-1,0 0 1,1 1-1,1-1 0,11-25 1,-4 16-4159,0 1 0,32-45 0,-5 23 1038,-17 26 2933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63 176,'5'-9'772,"8"-18"1162,-13 27-1535,1-1 0,-1 0 1,0 0-1,1 0 0,-1 1 0,0-1 0,0 0 0,0 0 1,0 0-1,1 0 0,-1 0 0,0 0 0,-1 1 1,1-1-1,0 0 0,0 0 0,0 0 0,0 0 1,-1 0-1,1 1 0,0-1 0,-1 0 0,0-1 0,1 2-57,-1-1-1,0 0 0,0 1 0,1-1 0,-1 1 0,0-1 0,0 1 0,0 0 0,0-1 0,0 1 0,0 0 0,0-1 0,1 1 0,-1 0 0,0 0 0,0 0 0,0 0 0,0 0 0,0 0 0,0 0 0,0 0 0,0 1 0,-2-1 0,-20 17 1809,17-11-2103,1 0 1,0 1-1,1-1 1,-8 15-1,9-13-23,-1 0 0,1 0-1,1 1 1,0-1 0,0 1-1,0 0 1,1-1 0,0 1 0,1 0-1,0 0 1,1 0 0,-1-1 0,2 1-1,-1 0 1,1-1 0,0 1 0,1-1-1,0 1 1,5 8 0,-3-8-366,0-1 0,0-1 0,1 1 0,0-1 0,0 0 0,0 0 1,13 9-1,-10-9-846,0 0 1,1-2 0,0 1-1,0-1 1,0 0 0,19 5-1,-15-6-1431,1-1 0,28 3 0,-29-5 1655,1 0-1,0-2 1,14-2 0,3-2 304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37 126 84,'-6'-9'410,"-18"-30"2770,23 38-2798,0 0 0,1 0 0,-1-1 0,0 1 0,1 0 0,-1-1-1,1 1 1,-1-1 0,1 1 0,0 0 0,-1-1 0,1 1 0,0-1-1,0 1 1,0-1 0,0 1 0,1-1 0,-1 1 0,0-1 0,1 1-1,-1 0 1,1-3 0,0 4-288,-1 0-1,1-1 1,0 1 0,-1 0-1,1-1 1,0 1-1,0 0 1,-1 0-1,1 0 1,0-1 0,0 1-1,-1 0 1,1 0-1,0 0 1,0 0 0,-1 0-1,1 0 1,0 1-1,-1-1 1,1 0 0,0 0-1,0 0 1,-1 1-1,1-1 1,0 0-1,-1 1 1,1-1 0,0 1-1,-1-1 1,1 1-1,-1-1 1,1 1 0,-1-1-1,1 1 1,-1-1-1,1 1 1,0 0 0,20 25 533,-21-25-536,7 9 76,-2 1 0,1 0 1,-1 1-1,-1-1 0,0 1 1,-1 0-1,0 0 0,1 16 1,3 8 260,-5-43-234,-1 0 0,1 0 1,0 0-1,1 0 0,-1 1 0,6-9 1,0-5-75,2-7-39,-7 16-80,0 0 1,1 0-1,1 0 0,0 1 1,0-1-1,1 1 0,0 1 0,1-1 1,0 1-1,11-11 0,-17 19-5,0 0-1,1 1 1,-1-1-1,0 0 1,1 1-1,-1-1 1,0 1-1,1 0 1,-1-1-1,1 1 1,-1 0 0,1 0-1,-1 0 1,1 0-1,-1 0 1,1 0-1,-1 1 1,0-1-1,1 0 1,-1 1-1,1-1 1,-1 1-1,0 0 1,1-1-1,-1 1 1,0 0 0,0 0-1,0-1 1,1 1-1,-1 0 1,0 0-1,0 1 1,0-1-1,0 0 1,-1 0-1,2 2 1,5 5-3,-1 2 0,0-1 0,7 16 0,-10-20 4,8 18-728,14 44 0,-16-36-3885,-2 0-5112,2-15 6170,-3-11 2937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74 204,'-17'-27'1733,"2"4"2548,1-1 5454,31 52-5341,15 12-2675,10 16-1180,-26-32-330,-6-9-53,0 0 0,-1 1 0,8 20 0,-15-31-159,-1 0 0,1 0 1,-1 0-1,0 0 0,0 0 0,0 0 0,-1 1 1,0-1-1,0 0 0,0 0 0,-1 1 1,0-1-1,0 0 0,0 0 0,-3 8 0,-26 40-2767,-4 5-7413,32-54 9493,1 0 1,-1-1-1,1 1 1,0 0-1,0 0 1,1-1 0,-1 1-1,1 0 1,0 0-1,0 0 1,0 0-1,0 0 1,2 6-1,3 4-21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29 124,'-64'5'5084,"-1"-3"8850,224-4-10817,3-9-5666,-161 11 2425,26-5-2933,-16-4-3044,-11 9 5895,0-1 0,0 1 1,0 0-1,0 0 1,0-1-1,0 1 1,0 0-1,0 0 0,0-1 1,-1 1-1,1 0 1,0 0-1,0 0 1,-20-5-6504,11 8 6036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68 228,'-29'-30'4038,"19"11"1187,12 1 4056,-1 19-9104,1 1-1,-1 0 1,1-1 0,-1 1-1,1 0 1,-1 0-1,0 0 1,0 0-1,0 0 1,0 0-1,0 1 1,0 1-1,5 20-219,-2 0-1,0 1 1,0 43-1,3 22-5140,-5-78 3257,0 0 0,1 0 0,0 0 0,1 0 1,7 13-1,-9-21 1522,0 0 1,1 1-1,-1-1 1,1 0 0,0 0-1,0-1 1,1 1-1,5 5 1,12 3-88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82 122 36,'-6'-28'639,"-4"-21"3631,-8 5 8067,-1 87-9723,10-1-2556,1 1 0,2-1 0,2 1-1,2 0 1,2 0 0,2 0-1,10 61 1,-10-95-54,-2-3 3,0-1-1,1 1 1,0-1 0,0 1 0,1-1-1,-1 1 1,1-1 0,0 0-1,1 0 1,-1 0 0,7 9 0,-8-14-4,-1 1 1,1-1 0,-1 0 0,1 0 0,-1 0 0,1 0 0,-1 1 0,1-1 0,0 0 0,-1 0-1,1 0 1,-1 0 0,1 0 0,0 0 0,-1 0 0,1-1 0,-1 1 0,1 0 0,0 0 0,-1 0 0,1 0-1,-1-1 1,1 1 0,-1 0 0,1-1 0,-1 1 0,1 0 0,-1-1 0,1 1 0,-1-1 0,0 1 0,1-1-1,-1 1 1,0-1 0,1 1 0,-1-1 0,0 1 0,1-1 0,-1 1 0,0-1 0,0 1 0,0-1-1,0 0 1,1 1 0,-1-2 0,10-30 60,-9 31-61,7-30-65,24-59-1,-29 83 5,0 1 1,0-1-1,0 1 0,1 0 1,0 0-1,0 1 1,0-1-1,1 1 0,0 0 1,0 0-1,0 0 0,1 1 1,-1 0-1,1 0 0,11-6 1,-14 9 36,0 0 0,0 1-1,-1-1 1,1 1 0,0-1 0,0 1 0,0 0 0,0 0 0,0 0 0,0 0 0,0 1 0,-1-1-1,1 1 1,0 0 0,0 0 0,0 0 0,-1 0 0,4 2 0,-1 0 7,0 1 1,0-1 0,-1 1-1,0 0 1,1 0 0,-2 1-1,1-1 1,5 9-1,0 3 5,0 1-1,-1-1 1,-1 1 0,9 32-1,-12-33 1599,1 2-3472,5 0-5744,-9-17 7232,0-1 0,0 1 0,0-1 0,0 1 0,-1-1 0,1 0-1,0 1 1,0-1 0,0 0 0,0 0 0,0 1 0,0-1 0,0 0 0,0 0 0,0 0 0,0 0-1,0 0 1,0-1 0,1 1 0,19-8-1978,-4 1 1620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52 204,'-1'-2'331,"1"-1"0,-1 1 0,1-1 0,-1 1 0,0-1 0,0 1 0,0-1 1,-1 1-1,1 0 0,-1 0 0,1 0 0,-1 0 0,1 0 0,-1 0 0,0 0 0,0 0 0,0 1 0,0-1 0,0 1 0,-1-1 0,1 1 0,0 0 1,-1 0-1,1 0 0,0 0 0,-1 0 0,1 1 0,-1-1 0,0 1 0,1 0 0,-1-1 0,1 1 0,-1 0 0,0 1 0,1-1 0,-1 0 1,1 1-1,-1-1 0,1 1 0,-1 0 0,1 0 0,-1 0 0,1 0 0,-5 3 0,-1 1 530,-1 0 0,1 0 0,0 1 0,-13 12 1,-19 27-484,33-35-263,0 1 0,1 0 0,0 0-1,1 1 1,1-1 0,-1 1 0,2 0 0,0 0 0,0 1 0,1-1 0,-1 23 0,3-29-176,0-1 0,1 1 0,0-1 1,0 1-1,0-1 0,1 1 0,-1-1 1,1 0-1,1 1 0,-1-1 0,1 0 1,0-1-1,0 1 0,0 0 1,0-1-1,1 0 0,0 0 0,0 0 1,0 0-1,0 0 0,1-1 0,-1 0 1,1 0-1,0 0 0,0-1 0,0 1 1,1-1-1,6 2 0,0-1-840,-1 0 0,1 0 0,17 1 0,-15-3-572,0-1-1,0-1 1,-1 0 0,1-1 0,0 0 0,-1-1 0,1 0 0,-1-1 0,13-6-1,-6 2 623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59 180,'-3'-4'651,"-12"-15"4831,15 19-5335,0 0-1,-1-1 1,1 1 0,0 0-1,0 0 1,-1 0 0,1 0-1,0 0 1,0-1 0,0 1-1,-1 0 1,1 0 0,0-1-1,0 1 1,0 0 0,0 0-1,0-1 1,-1 1 0,1 0-1,0 0 1,0-1 0,0 1-1,0 0 1,0 0 0,0-1-1,0 1 1,0 0 0,0 0-1,0-1 1,0 1-1,0 0 1,0-1 0,0 1-1,0 0 1,0 0 0,1-1-1,-1 1 1,0 0 0,0 0-1,0-1 1,0 1 0,0 0-1,1 0 1,-1 0 0,0-1-1,0 1 1,0 0 0,1 0-1,-1 0 1,0 0 0,0-1-1,1 1 1,-1 0 0,0 0-1,0 0 1,1 0 0,-1 0-1,11 42 2215,-4-10-1961,-3 0 1,2 49-1,-3-81 197,3-11-326,7-14-64,1-14-60,-8 22-136,0 0-1,1 1 1,1 0 0,0 0-1,1 1 1,14-19 0,-22 33-12,0 1 1,-1 0 0,1-1-1,0 1 1,-1-1-1,1 1 1,0 0 0,0-1-1,-1 1 1,1 0-1,0 0 1,0 0 0,-1-1-1,1 1 1,0 0-1,0 0 1,0 0-1,-1 0 1,1 0 0,0 0-1,0 1 1,-1-1-1,1 0 1,0 0 0,0 1-1,-1-1 1,1 0-1,0 1 1,-1-1 0,1 0-1,0 1 1,-1-1-1,1 1 1,0-1 0,-1 1-1,1 0 1,-1-1-1,1 1 1,-1 0 0,0-1-1,1 1 1,-1 0-1,0-1 1,1 2 0,22 41 20,-18-34-22,23 56-25,10 18-489,-4-37-6194,-34-45 6413,0-1 0,1 1-1,-1-1 1,1 0 0,-1 1-1,1-1 1,-1 0 0,1 1-1,-1-1 1,1 0 0,-1 0-1,1 1 1,0-1 0,-1 0 0,1 0-1,-1 0 1,1 0 0,0 0-1,-1 0 1,1 0 0,-1 0-1,1 0 1,0 0 0,-1 0 0,1 0-1,-1 0 1,1 0 0,-1-1-1,2 1 1,8-10-2218,-3-1 1692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2:5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40 240,'-8'-11'1029,"-4"-4"1952,6 1 4586,12 18-2660,24 19-2884,3 7-1465,-1 2 0,-2 0 0,49 71 0,-72-95-462,-2 2 1,1-1-1,-1 1 1,-1-1-1,0 1 1,0 1-1,-1-1 0,0 0 1,-1 1-1,0 0 1,-1-1-1,0 1 1,0 0-1,-2 16 1,-1-16-264,0 0 0,0 0-1,-1-1 1,0 1 0,-9 17 0,5-15-1176,0 0 0,-1-1 1,0 1-1,-14 13 0,-22 23-12363,42-46 12827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72 60,'7'-43'3002,"-7"40"-1928,1-1 1,-2 1-1,1 0 1,0 0-1,0 0 0,-1 0 1,-1-3-1,-7 38 2760,-2 18-3166,-5 60-1,7-4-2860,11-68-3696,-2-38 5630,0 1-1,0 0 0,0 0 1,0-1-1,1 1 0,-1 0 1,0 0-1,0-1 0,1 1 1,-1-1-1,1 1 0,-1 0 0,0-1 1,1 1-1,0-1 0,-1 1 1,1-1-1,0 2 0,0-2 127,0 0 0,-1 0 0,1 0 0,0 0 0,-1 0 0,1 0 0,0-1 0,-1 1-1,1 0 1,0 0 0,-1 0 0,1-1 0,0 1 0,-1 0 0,1-1 0,0 1 0,-1 0-1,1-1 1,-1 1 0,1-1 0,-1 1 0,1-1 0,-1 1 0,1-2 0,10-9-334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71 216,'-30'-12'1603,"-15"-6"6956,45 18-8491,0 0 0,0 0 1,0 0-1,1 0 0,-1 0 1,0 0-1,0 0 0,0 0 0,0 0 1,0 0-1,0 0 0,0 0 1,0 0-1,0 0 0,0 0 1,0 0-1,0 0 0,1 0 1,-1 0-1,0 0 0,0 0 1,0 0-1,0 0 0,0 0 0,0 0 1,0 0 272,0 0-272,0 0-1,0 0 0,0 0 1,0 0-1,0-1 0,1 1 1,-1 0-1,0 0 0,0 0 1,0 0-1,0 0 0,0 0 0,0 0 1,0 0-1,0 0 0,0 0 1,0 0-1,0 0 0,0-1 1,0 1-1,0 0 0,0 0 1,0 0-1,0 0 0,0 0 1,0 0-1,-1 0 0,1 0 0,0 0 1,0 0-1,0 0 0,0 0 1,0 0-1,0-1 0,13-1 1310,18-2-1348,-28 4 294,91-13 568,-35 5-352,-19 3-3034,-7 2-2510,0 1-3518,-21 2 7190,2 1 694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60 28,'-7'-31'1997,"-5"3"5956,11 28-7866,1 0 0,0 0 0,-1 0 0,1 0-1,-1 0 1,1 0 0,0-1 0,-1 1 0,1 0-1,0 0 1,-1 0 0,1 0 0,0 0 0,-1 1 0,1-1-1,-1 0 1,1 0 0,0 0 0,-1 0 0,1 0-1,0 0 1,-1 1 0,1-1 0,0 0 0,0 0 0,-1 0-1,1 1 1,0-1 0,-1 0 0,1 0 0,0 1-1,0-1 1,0 0 0,-1 1 0,1-1 0,0 0 0,0 1-1,0 0 1,-11 13 518,5-5-266,-6 9 482,-13 26 0,22-38-761,1 0 0,-1 0 0,1 0 0,1 1 0,-1-1 0,1 0 0,0 0 0,0 1 0,1 7 0,0-13-59,0 1 1,0-1 0,0 0 0,0 0-1,0 0 1,0 0 0,0 0 0,0 1-1,0-1 1,1 0 0,-1 0 0,0 0 0,1 0-1,-1 0 1,1 0 0,0 0 0,-1 0-1,1 0 1,0 0 0,-1 0 0,1 0 0,0-1-1,0 1 1,0 0 0,0 0 0,0-1-1,0 1 1,0 0 0,0-1 0,0 1-1,0-1 1,0 0 0,0 1 0,0-1 0,0 0-1,0 0 1,0 1 0,1-1 0,-1 0-1,0 0 1,0 0 0,0-1 0,0 1 0,0 0-1,1 0 1,1-1 0,1-1 12,0 1 0,0-1 1,0 0-1,0 0 0,-1 0 0,1 0 0,-1-1 1,1 0-1,-1 1 0,0-1 0,5-6 1,-3 2 199,0-1 0,-1 0 0,0 0 0,0 0 0,-1-1 0,0 1 1,0-1-1,-1 0 0,0 0 0,1-17 0,-1 17 597,2 9-425,7 18-341,0 0-66,-1-10-7,1 0 1,-1 0 0,1-1-1,0 0 1,1-1-1,0 0 1,0-1 0,0 0-1,16 3 1,-27-8 28,-1 1 0,0-1 0,1 0 0,-1 0 0,0 0 0,1 1 0,-1-1 1,0 0-1,1 0 0,-1 0 0,0 0 0,1 0 0,-1 0 0,1 0 0,-1 0 0,0 0 0,1 0 0,-1 0 0,1 0 1,-1 0-1,0 0 0,1 0 0,-1 0 0,0-1 0,1 1 0,-1 0 0,0 0 0,1 0 0,-1-1 0,0 1 1,1 0-1,-5-13 70,-21-21-14,18 25-139,5 6 565,-9-12-1639,-3-12-6150,14 27 7088,-1-1 1,1 0-1,0 1 0,0-1 0,-1 0 0,1 0 0,0 0 0,0 1 0,0-1 1,0 0-1,0 0 0,0 0 0,0 1 0,0-1 0,0 0 0,0 0 0,1 1 1,-1-1-1,0 0 0,0 0 0,1 1 0,-1-1 0,0 0 0,1 0 1,-1 1-1,1-1 0,-1 1 0,1-1 0,-1 0 0,1 1 0,0-1 0,-1 1 1,1-1-1,0 1 0,-1 0 0,1-1 0,0 1 0,-1 0 0,1-1 1,0 1-1,0 0 0,0 0 0,-1-1 0,1 1 0,0 0 0,0 0 0,-1 0 1,1 0-1,0 0 0,0 0 0,0 1 0,-1-1 0,2 0 0,12 1-221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81 92,'1'0'354,"0"-1"0,0 1 0,0-1-1,-1 1 1,1-1 0,0 1 0,0-1 0,0 0 0,-1 1 0,1-1 0,0 0-1,-1 0 1,1 0 0,-1 1 0,1-1 0,-1 0 0,1 0 0,-1 0-1,1 0 1,-1 0 0,0 0 0,0 0 0,1 0 0,-1 0 0,0 0 0,0 0-1,0 0 1,0 0 0,0 0 0,0 0 0,0 0 0,-1 0 0,1 0-1,0 0 1,-1 0 0,1 0 0,0 0 0,-1 0 0,1 0 0,-1-1 0,0 1 78,0 0 0,0 0 0,0 0 0,0 0 0,0 0 0,-1 1 0,1-1 0,0 0 0,0 0 0,0 1 0,-1-1 0,1 1 0,0-1 0,-1 1 1,-2-1-1,-15 3-429,16 0 46,0-1-1,-1 1 0,1-1 1,0 1-1,0 0 1,0 0-1,1 1 0,-1-1 1,0 0-1,1 1 0,0 0 1,-1-1-1,1 1 1,0 0-1,0 0 0,1 0 1,-1 1-1,1-1 0,-1 0 1,1 1-1,-1 4 1,2-5-52,0-1 1,0 1 0,0-1 0,0 0 0,0 1 0,0-1 0,1 1 0,-1-1 0,1 0 0,0 1 0,0-1 0,0 0-1,0 0 1,0 0 0,0 0 0,0 0 0,1 0 0,-1 0 0,1 0 0,0 0 0,-1 0 0,1-1 0,0 1-1,0-1 1,0 0 0,0 1 0,0-1 0,0 0 0,1 0 0,-1 0 0,0 0 0,3 0 0,-1 0 3,0 0 0,0 0 1,0-1-1,0 1 0,0-1 0,0 0 1,0 0-1,-1-1 0,1 1 0,0-1 1,0 0-1,0 0 0,0 0 0,0 0 1,-1-1-1,1 1 0,0-1 1,-1 0-1,0 0 0,1 0 0,-1-1 1,0 1-1,0-1 0,0 0 0,-1 0 1,1 0-1,0 0 0,-1 0 0,0 0 1,0-1-1,0 1 0,0-1 1,-1 1-1,1-1 0,-1 0 0,0 0 1,0 0-1,0 0 0,-1 0 0,0 0 1,1 0-1,-1 0 0,0 1 0,-1-1 1,1 0-1,-1 0 0,0 0 1,0 0-1,-1-4 0,1 6-442,0-1-1,0 1 1,-1 0 0,1 0-1,0 0 1,-1 0 0,0 0-1,1 0 1,-1 1 0,0-1-1,0 0 1,0 1-1,0-1 1,0 1 0,0 0-1,0 0 1,0 0 0,-1 0-1,1 0 1,0 0 0,-1 0-1,-2 0 1,1 1-457,-1-1-1,1 1 1,-1 0 0,1 0 0,-1 0 0,1 0-1,0 1 1,-1 0 0,1 0 0,0 0-1,-7 3 1,-5 5-484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68 256,'-4'-17'1060,"-9"-15"5758,3 13 304,10 19-7026,0 0 0,0 0 0,0 1 1,0-1-1,0 0 0,0 0 0,0 0 0,0 0 97,0 0-97,0 0 0,-1 0 0,1 0 0,0 0 0,0 0 1,0 0-1,0 1 0,0-1 0,0 0 0,0 0 0,0 0 0,0 0 1,-1 0-1,1 0 0,0 0 0,0 0 0,0 0 0,0 0 1,0 0-1,0 0 0,0 0 0,-1 0 0,1 0 0,0 0 1,0 0-1,0 0 0,0-1 0,0 1 0,0 0 0,0 0 1,0 0-1,0 0 0,-1 0 0,1 0 0,0 0 0,0 0 1,0 0-1,0 0 0,0 0 0,0 0 0,0-1 0,0 1 1,-5 116 297,1 26-1144,5-116-1194,7 41 0,0-34-2377,-7-31 3859,-1-1 0,1 1 0,0 0 0,-1-1 0,1 1-1,0-1 1,0 0 0,0 1 0,0-1 0,0 0 0,0 1 0,1-1 0,-1 0 0,0 0 0,1 0-1,2 2 1,-4-3 379,1 0 0,-1 0 0,0 0 0,1 0-1,-1 0 1,0 0 0,1 0 0,-1 1 0,1-1 0,-1 0-1,0-1 1,1 1 0,-1 0 0,0 0 0,1 0-1,-1 0 1,1 0 0,-1 0 0,0 0 0,1 0 0,-1-1-1,0 1 1,1 0 0,-1 0 0,0-1 0,0 1-1,1 0 1,-1 0 0,0-1 0,0 1 0,1 0 0,-1-1-1,0 1 1,0 0 0,0 0 0,1-1 0,-1 0-1,2-9-555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68 100,'0'-3'132,"0"0"0,1 0 1,-1 0-1,1 1 0,0-1 0,-1 0 0,1 0 1,0 0-1,1 1 0,-1-1 0,0 0 0,1 1 1,0-1-1,0 1 0,-1 0 0,1-1 0,0 1 1,1 0-1,-1 0 0,0 1 0,1-1 0,-1 0 1,1 1-1,-1-1 0,1 1 0,0 0 0,-1 0 1,1 0-1,0 0 0,0 0 0,0 1 0,0-1 1,0 1-1,5 0 0,0 0 239,1-1 1,0 2-1,-1-1 1,1 2-1,0-1 0,-1 1 1,10 3-1,-13-4-42,0 1 1,-1 0-1,1 0 0,0 0 1,-1 1-1,0 0 1,1 0-1,-1 0 0,0 0 1,-1 0-1,1 1 0,-1 0 1,6 6-1,-8-8-165,0 0 0,-1 0 0,1 0 0,0 0 0,-1 0 0,0 0 0,1 0 0,-1 0-1,0 0 1,0 0 0,0 0 0,0 0 0,0 1 0,-1-1 0,1 0 0,0 0 0,-1 0 0,0 0 0,0 0 0,1 0 0,-1-1 0,0 1-1,0 0 1,-1 0 0,1 0 0,0-1 0,0 1 0,-1-1 0,1 1 0,-1-1 0,-2 2 0,-6 6 160,0-1 0,-1-1 0,-19 11 0,27-16-279,2-2-50,-5 4-211,0-1-1,0 0 1,0 0-1,0 0 1,-12 2-1,14-7-4200,10-4 1489,10-5-1222,-5 5 2743,0 1-1,1 0 1,12-3-1,-4 2 957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183 60 76,'18'-12'293,"-7"-4"3823,-10 16-3835,-1-1 1,0 0-1,0 1 1,1-1-1,-1 0 1,0 0-1,0 1 1,0-1-1,0 0 1,0 1 0,0-1-1,0 0 1,0 0-1,0 1 1,-1-1-1,1 0 1,0 1-1,0-1 1,-1 0-1,0 0 1,0-1 121,0 1-1,0 0 1,0 0-1,0 0 1,0 0-1,-1 0 1,1 0-1,0 0 1,-1 1 0,1-1-1,0 0 1,-1 1-1,-1-1 1,-3 0-87,1 0-1,0 0 1,0 1 0,0 0 0,-1 0-1,1 0 1,0 0 0,0 1 0,0 0 0,0 0-1,0 1 1,0-1 0,0 1 0,0 0-1,0 1 1,1-1 0,-6 4 0,1-1-257,1 1 0,0 0 0,1 0 0,-1 1 0,1-1 0,0 2 0,1-1 0,-8 12 0,11-13-57,-1 0-1,2 0 1,-1 1 0,1-1-1,0 1 1,0-1 0,1 1-1,-1 10 1,2-16-11,0 0 0,-1 1-1,1-1 1,0 1 0,0-1 0,0 1 0,0-1-1,1 1 1,-1-1 0,0 1 0,1-1 0,-1 1-1,1-1 1,-1 0 0,1 1 0,0-1 0,-1 0-1,1 0 1,0 1 0,0-1 0,0 0-1,0 0 1,0 0 0,0 0 0,0 0 0,0 0-1,1 0 1,-1 0 0,0-1 0,0 1 0,1 0-1,-1-1 1,1 1 0,-1-1 0,0 0 0,1 1-1,-1-1 1,1 0 0,-1 0 0,1 0 0,-1 0-1,1 0 1,2 0 0,0-1-6,-1 1 0,1-1 0,-1 0 0,1 0-1,-1 0 1,1-1 0,-1 1 0,0-1 0,0 0 0,1 0 0,-1 0 0,-1 0 0,1 0-1,0-1 1,4-3 0,1-4 10,-1-1 0,0 1 0,7-15 0,-9 16 28,1-1 1,0 1-1,13-16 1,-18 25-24,-1-1 0,0 1 0,1 0 0,-1 0 0,1-1 0,-1 1 0,1 0 0,-1 0 0,1 0 0,-1-1 0,1 1 0,-1 0 0,1 0 0,-1 0 0,1 0 0,-1 0 0,1 0 0,-1 0 0,1 0 0,-1 0 0,1 0 0,-1 1 0,1-1 0,-1 0 0,1 0 0,-1 0 1,0 1-1,1-1 0,-1 0 0,1 0 0,-1 1 0,1-1 0,-1 0 0,0 1 0,1-1 0,-1 0 0,0 1 0,1-1 0,-1 1 0,0-1 0,0 1 0,1 0 0,13 23-72,-12-19 46,3 4 738,11 23-1689,-11-23-759,1 0 0,-1-1 0,13 14-1,-17-20 1334,1 0 0,-1-1-1,1 1 1,0 0 0,0 0-1,0-1 1,0 1 0,0-1-1,0 0 1,0 1 0,1-1-1,-1 0 1,0 0 0,1 0-1,-1-1 1,1 1 0,-1-1-1,1 1 1,-1-1 0,1 0-1,-1 0 1,1 0 0,-1 0-1,1 0 1,-1-1 0,1 1-1,-1-1 1,1 0 0,-1 1-1,1-1 1,-1 0 0,0-1-1,3 0 1,11-10-187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36 101 168,'2'-14'396,"3"-30"1161,-5 41-856,0-1 0,0 1 1,-1 0-1,1 0 0,0-1 0,-1 1 1,0 0-1,0 0 0,0 0 1,-2-5-1,3 8-558,0 0 1,-1 0-1,1-1 0,0 1 1,0 0-1,0 0 0,0 0 1,0 0-1,0-1 0,-1 1 1,1 0-1,0 0 1,0 0-1,0 0 0,0 0 1,-1 0-1,1 0 0,0-1 1,0 1-1,0 0 0,0 0 1,-1 0-1,1 0 0,0 0 1,0 0-1,0 0 1,-1 0-1,1 0 0,0 0 1,0 0-1,-1 0 0,1 0 1,0 0-1,0 0 0,0 0 1,-1 0-1,1 0 1,0 1-1,0-1 0,-7 9 2222,-2 13-881,5-6-1334,1 1 0,1-1 0,0 1 0,1 22-1,2-20-2894,5 31 0,4-9-4769,-9-39 7130,-1 0 0,1 0 0,0 0 0,0 0-1,0 0 1,0 0 0,0 0 0,0 0 0,1-1 0,-1 1 0,1 0-1,-1-1 1,1 1 0,0-1 0,-1 1 0,4 1 0,6-1-181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1 145 192,'6'-57'1274,"0"12"1448,1 2 4348,-6 56-644,2 33-4455,-4-12-1304,0-18-534,1 0-1,1 0 1,0 0-1,5 27 1,-6-42-131,1 0 1,-1 0 0,0 0 0,1 0 0,-1 0 0,0 0 0,1 0 0,-1 0-1,1 0 1,0 0 0,-1 0 0,1 0 0,0-1 0,-1 1 0,1 0 0,0 0-1,0-1 1,0 1 0,0-1 0,-1 1 0,1 0 0,0-1 0,1 1 0,23-2 21,-23 1-24,0-1-1,0 1 1,0-1 0,0 1-1,0 0 1,0 0 0,1 0-1,-1 0 1,0 0-1,0 1 1,0-1 0,0 1-1,0-1 1,0 1 0,0 0-1,4 2 1,-2 1 7,0 0 0,0 0 1,0 0-1,-1 1 0,1-1 0,-1 1 1,0 0-1,2 7 0,-1-6-781,-1 0 0,1 1 1,9 10-1,-10-49-16652,-8 17 16854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34 120,'-36'-12'2176,"12"5"4233,31 7 436,17-4-4776,5 0-3022,-10 2-1136,-3-1-1732,1 2 1,20 0 0,-6 5 1414,-11 2 1756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 72 96,'12'-10'685,"11"-13"994,-22 23-1333,-1-1 0,1 0-1,0 0 1,-1 1 0,1-1 0,0 0 0,-1 0 0,0 0 0,1 0 0,-1 0 0,1 0 0,-1 0 0,0 0-1,0 0 1,1 0 0,-1 0 0,0 0 0,0 0 0,0 0 0,0 0 0,0 0 0,-1 0 0,1-1 0,-1 1 26,1 0 1,-1 0 0,1 1-1,-1-1 1,0 0 0,1 0 0,-1 1-1,0-1 1,1 1 0,-1-1-1,0 1 1,0-1 0,0 1 0,0-1-1,-1 0 1,-20-3 1996,15 3-2139,1 1 1,0 0-1,0 1 0,-10 1 0,15-2-218,0 0 0,0 0-1,-1 1 1,1-1 0,0 0 0,0 0 0,0 1-1,0-1 1,-1 1 0,1 0 0,0-1-1,0 1 1,0 0 0,0-1 0,0 1 0,0 0-1,0 0 1,1 0 0,-1 0 0,0 0-1,0 0 1,1 0 0,-1 0 0,0 0-1,1 0 1,-1 0 0,1 0 0,0 1 0,-1-1-1,1 0 1,0 3 0,0-1 3,1 0 1,0 1-1,0-1 0,0 0 1,0 0-1,1 1 1,0-1-1,-1 0 0,1-1 1,4 6-1,8 9 85,29 27-1,-6-7 280,-36-36-353,-1-1 0,1 0 0,-1 1 0,0-1 1,1 0-1,-1 1 0,1-1 0,-1 1 0,0-1 0,1 1 0,-1-1 0,0 1 0,0-1 0,1 1 0,-1 0 0,0-1 0,0 1 0,0-1 0,0 1 0,0-1 0,1 1 0,-1 0 0,0-1 0,-1 1 0,1-1 0,0 1 0,0 0 1,0 0 3,-1-1 1,0 1 0,1-1 0,-1 0 0,1 1 0,-1-1-1,0 0 1,1 0 0,-1 1 0,0-1 0,0 0 0,1 0-1,-1 0 1,0 0 0,1 0 0,-1 0 0,0 0 0,0 0-1,-4 0-183,1 0 1,0-1-1,-1 0 0,1 0 0,0 0 0,-6-2 0,-10-15-7833,20 18 7703,-1-1 1,1 1-1,0 0 1,-1-1-1,1 1 1,-1 0-1,1-1 1,0 1-1,-1-1 1,1 1-1,0-1 1,-1 1-1,1-1 1,0 1-1,0-1 1,0 1-1,-1-1 1,1 1-1,0-1 1,0 1-1,0-1 1,0 1-1,0-1 1,0 0-1,0 1 1,0-1-1,0 1 1,0-1-1,0 1 1,1-1-1,-1 1 1,0-1-1,0 1 1,0-1 0,1 1-1,-1-1 1,0 1-1,1-1 1,-1 1-1,0-1 1,1 1-1,-1 0 1,1-1-1,6-1-747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0 131 224,'18'-65'3797,"-10"32"1681,2 2 3949,-10 31-9393,0 0-1,0 0 1,0 0-1,0 0 0,0-1 1,0 1-1,0 0 1,0 0-1,0 0 0,1 0 1,-1 0-1,0 0 0,0 0 1,0 0-1,0 0 1,0 0-1,0 0 0,0 0 1,0 0-1,0 0 1,0 0-1,0 0 0,0 0 1,1 0-1,-1 0 1,0 0-1,0 0 0,0 0 1,0 0-1,0 0 1,0 0-1,0 0 0,0 0 1,0 0-1,0 0 0,0 0 1,1 0-1,-1 0 1,0 0-1,0 0 0,0 0 1,0 0-1,0 0 1,0 0-1,0 0 0,0 0 1,0 0-1,0 0 1,0 0-1,0 0 0,0 1 1,0-1-1,0 0 1,1 0-1,-1 0 0,0 0 1,0 0-1,0 0 1,0 0-1,0 0 0,0 0 1,0 0-1,0 0 0,0 1 1,5 9 604,1 13-425,-3 15-48,-4 58 0,0-18-1859,2-57-1168,4 34 0,-3-49 1592,-1 0 0,1 0-1,0 0 1,0 0 0,4 7 0,-6-11 1020,1-1 1,0 0 0,0 1-1,-1-1 1,1 0-1,0 1 1,0-1-1,0 0 1,0 0 0,1 0-1,-1 0 1,0 0-1,0 0 1,1 0-1,-1 0 1,0-1-1,1 1 1,-1 0 0,1-1-1,-1 1 1,1-1-1,-1 0 1,1 1-1,-1-1 1,1 0-1,2 0 1,5-3-235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43 109 16,'-7'-3'148,"4"1"53,0 1 0,0-1-1,0 1 1,0-1 0,1 0 0,-1 0-1,0 0 1,1 0 0,-1 0-1,1-1 1,-3-4 0,4 7-123,1-1 0,0 1-1,0-1 1,1 1 0,-1-1 0,0 1 0,0-1-1,0 0 1,0 1 0,0-1 0,1 1 0,-1-1 0,0 1-1,0-1 1,1 1 0,-1 0 0,0-1 0,1 1-1,-1-1 1,0 1 0,1 0 0,-1-1 0,1 1 0,-1 0-1,1-1 1,-1 1 0,1 0 0,-1-1 0,1 1-1,0 0 1,19-8 579,-17 7-508,46-13 835,89-12 1,-134 25-918,-1 1 67,0-1 1,0 1 0,1-1 0,-1 1-1,0 0 1,0 0 0,0 0-1,0 1 1,0-1 0,0 1 0,0 0-1,0 0 1,0 0 0,4 2-1,-6-2 35,0 0 0,0 0 0,1 1 0,-1-1 0,0 1 0,0-1 0,0 1 0,-1-1 0,1 1 0,0 0 0,-1-1 0,1 1 0,-1 0 0,1-1 0,-1 1 0,0 0 0,1 0 0,-1-1 0,0 1 0,0 0 0,-1 0 0,1-1 0,0 1 0,0 0 0,-2 3 0,0 8 739,-1 0-456,0 0 1,1 1 0,1-1-1,0 1 1,2 16 0,-1-27-434,1 0 0,-1-1 0,1 1 1,-1 0-1,1-1 0,0 1 0,0 0 1,1-1-1,-1 1 0,0-1 0,1 1 1,-1-1-1,1 0 0,0 0 1,0 0-1,0 0 0,0 0 0,0 0 1,0 0-1,0-1 0,1 1 0,-1-1 1,1 1-1,-1-1 0,1 0 0,0 0 1,-1 0-1,1 0 0,0-1 1,-1 1-1,6-1 0,-6 1 11,0-1 0,0 0 0,0 1 0,0-1-1,0 0 1,0-1 0,0 1 0,0 0 0,0 0 0,0-1 0,0 1 0,-1-1-1,1 0 1,0 0 0,0 1 0,0-1 0,-1 0 0,1 0 0,0-1 0,-1 1-1,3-2 1,-3 1 24,1 0 0,-1-1-1,0 1 1,0 0-1,0-1 1,0 1 0,0-1-1,0 1 1,0-1 0,-1 1-1,0-1 1,1 0 0,-1 1-1,0-4 1,-1-3-140,0 1-1,0 0 1,-1-1 0,1 1-1,-2 0 1,1 0 0,-1 0-1,-1 1 1,-4-10 0,1 8-1393,1 0 1,-1 0-1,0 1 1,-1 0-1,-13-11 1,16 15 681,0 1 1,0-1 0,0 1-1,0 0 1,0 1 0,-1-1 0,1 1-1,-1 0 1,1 0 0,-1 1 0,-11-2-1,5 4 188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53 60,'0'-3'352,"0"1"0,-1 0 0,1-1 1,-1 1-1,0 0 0,1 0 0,-1-1 0,0 1 0,-1 0 0,1 0 0,0 0 1,0 0-1,-1 0 0,1 1 0,-1-1 0,0 0 0,0 1 0,1-1 1,-1 1-1,-2-2 0,0 1 297,0 1 1,1 0 0,-1-1 0,0 1-1,0 0 1,0 1 0,0-1-1,0 1 1,0 0 0,-8 0-1,2 1 600,-1 1-1,0 0 0,-14 4 0,-22 13-363,36-14-666,1 1 1,-1 1-1,-17 14 1,24-18-202,1 1 0,-1-1 0,1 1 0,-1-1-1,1 1 1,1 0 0,-1 0 0,0 1 0,1-1 0,0 1 0,0-1 0,-2 7 0,4-10-19,-1 1 1,1-1-1,0 0 1,0 0-1,0 0 1,0 0-1,0 0 1,0 0-1,0 0 1,0 0-1,0 0 0,0 0 1,0 1-1,1-1 1,-1 0-1,0 0 1,1 0-1,-1 0 1,1 0-1,-1 0 1,1-1-1,0 1 0,-1 0 1,1 0-1,0 0 1,1 1-1,0-1-2,0 0-1,0 0 1,0-1-1,0 1 1,0 0-1,0-1 1,0 0-1,0 1 1,0-1-1,1 0 1,-1 0 0,4-1-1,3 0-11,0 0 0,1-1 0,-1-1 0,0 0 0,10-4 0,-8 1 11,-1 0-1,1-1 1,-1-1 0,0 1-1,13-16 1,25-17 3,-48 40 0,1-1 0,-1 1 0,1 0 1,-1-1-1,0 1 0,1 0 1,-1 0-1,1 0 0,-1 0 0,1-1 1,-1 1-1,1 0 0,-1 0 1,1 0-1,-1 0 0,1 0 0,-1 0 1,0 0-1,1 0 0,-1 0 1,1 0-1,-1 1 0,1-1 0,-1 0 1,1 0-1,-1 0 0,1 1 1,-1-1-1,0 0 0,1 0 0,-1 1 1,1-1-1,-1 0 0,0 1 1,1-1-1,-1 0 0,0 1 0,0-1 1,1 1-1,-1-1 0,0 0 1,0 1-1,1-1 0,-1 1 0,0-1 1,0 1-1,0-1 0,0 1 1,0-1-1,0 1 0,0-1 0,0 1 1,4 29 42,-4-29-38,0 213 737,-1-91-597,1-100-138,-1-1 0,0 1 0,-2 0 0,-6 26 0,7-43 3,0 0-1,-1 1 1,1-1 0,-1 0 0,0-1 0,-1 1 0,1 0 0,-6 6 0,6-9-3,0 0 1,-1 0-1,1-1 1,0 1-1,-1-1 0,1 1 1,-1-1-1,0 0 1,0-1-1,0 1 1,0-1-1,0 0 1,0 1-1,-5-1 1,4 0-18,1-1 1,-1 0 0,0 0-1,1 0 1,-1-1 0,0 0-1,1 0 1,-1 0 0,1 0-1,0-1 1,-1 1-1,1-1 1,0 0 0,0 0-1,0-1 1,0 1 0,0-1-1,1 0 1,-1 0 0,1 0-1,0-1 1,0 1 0,0-1-1,0 0 1,0 0-1,1 0 1,0 0 0,-2-4-1,-1-2-59,1 1 0,0-1-1,1 0 1,0 0-1,1 0 1,0 0-1,1-1 1,0 1 0,0-1-1,1 1 1,2-16-1,-1 16-94,2 0 0,-1 0 1,1 0-1,1 0 0,6-13 0,-4 13-974,0 0 1,0 0 0,1 1-1,10-11 1,1 3-1654,0 1 0,0 1 0,2 0 0,25-14-1,-23 16 2172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119 85 152,'11'-21'1237,"-10"19"-557,0 0 1,-1 0-1,1 0 0,-1 0 1,0 0-1,1 0 1,-1 0-1,0 0 1,0 0-1,-1 0 1,1 0-1,-1-4 0,1 5-270,-1 0 0,1 0-1,-1 0 1,1 0 0,-1 0-1,0-1 1,1 1-1,-1 1 1,0-1 0,0 0-1,0 0 1,0 0 0,1 0-1,-1 0 1,0 1 0,-1-1-1,1 0 1,0 1-1,0-1 1,-2 0 0,1 1-326,-1-1-1,1 1 1,-1-1 0,1 1 0,0 0 0,-1 0 0,1 0 0,-5 1 0,2 0-33,1 1 0,-1 0 0,0-1 1,1 2-1,-1-1 0,1 0 0,0 1 1,0 0-1,0 0 0,0 0 0,0 0 0,1 1 1,0 0-1,-1-1 0,1 1 0,1 0 1,-1 1-1,0-1 0,1 0 0,0 1 0,0-1 1,0 1-1,1 0 0,0-1 0,0 1 0,0 0 1,0 0-1,1 0 0,-1 0 0,1 0 1,1 0-1,-1 0 0,1 0 0,0 0 0,0 0 1,0-1-1,0 1 0,4 7 0,-4-10-48,0 0-1,0 0 0,1-1 0,-1 1 0,0 0 1,0-1-1,1 1 0,-1-1 0,1 0 0,0 1 1,-1-1-1,1 0 0,0 0 0,0 0 1,-1 0-1,1 0 0,0-1 0,0 1 0,0-1 1,0 1-1,0-1 0,0 1 0,0-1 1,0 0-1,0 0 0,0 0 0,0 0 0,0-1 1,1 1-1,-1 0 0,-1-1 0,1 0 0,0 1 1,3-3-1,-1 2 0,-1-1 0,0 0 0,0 0 0,0 0 0,0 0 0,0-1 0,-1 1 0,1-1-1,-1 1 1,0-1 0,1 0 0,-1 0 0,0 0 0,-1 0 0,1-1 0,-1 1 0,1 0 0,1-8 0,-1 0-203,-1-1 1,0 1-1,-1-1 1,0 0-1,-3-15 0,-3 0-4288,-4 2-5513,12 30 4265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104 351 192,'1'-1'399,"0"0"-1,0 1 1,0-1 0,0 0 0,0 0-1,-1 0 1,1 1 0,0-1 0,0 0-1,-1 0 1,1 0 0,-1 0 0,1 0-1,-1 0 1,0 0 0,1-1 0,-1 1-1,0 0 1,0 0 0,1 0 0,-1 0-1,0 0 1,0 0 0,0-1 0,-1 1-1,1 0 1,0 0 0,0 0-1,-1 0 1,1 0 0,0 0 0,-1 0-1,1 0 1,-1 0 0,1 0 0,-1 0-1,0 0 1,1 0 0,-1 0 0,0 0-1,0 0 1,-1-1 0,1 1 59,-1 0 1,1 0-1,-1 0 0,1 0 1,-1 0-1,1 0 0,-1 0 1,0 0-1,0 1 0,1-1 0,-1 1 1,-3-1-1,4 0-437,-1 1 0,1 0 0,-1 0 0,1 0 0,0 1 0,-1-1 0,1 0 0,-1 0 0,1 1 0,-1-1 0,1 1 0,0-1 0,-1 1 0,1 0 0,0-1 0,-1 1 0,0 2-1,-4 2 24,1 0-1,0 1 1,0 0-1,1 0 1,0 0-1,0 0 1,1 1-1,-6 12 1,7-15-56,0 1 0,1 0 0,-1 0 1,1 0-1,0 0 0,0 0 0,1 0 1,0 0-1,0 0 0,0 0 0,0 0 1,1 0-1,2 10 0,-3-14 6,0 0 0,0 0 0,1-1 0,-1 1 0,0 0 0,1 0 0,-1 0-1,1 0 1,-1-1 0,1 1 0,-1 0 0,1-1 0,0 1 0,-1 0 0,1-1 0,0 1 0,-1-1-1,1 1 1,0-1 0,0 1 0,0-1 0,-1 1 0,1-1 0,0 0 0,0 1 0,0-1 0,1 0-1,0 0-2,-1 0 0,1-1 0,-1 1 0,1-1 0,0 1-1,-1-1 1,1 0 0,-1 1 0,0-1 0,1 0-1,-1 0 1,1 0 0,1-2 0,3-3-13,-1 0 1,1 0-1,-1-1 0,8-13 1,-2-4 20,6-11-30,-15 38 16,-1 0 0,1 0-1,0 1 1,-1-1 0,1 0-1,-1 1 1,0-1 0,1 7-1,0-3-16,-2-3-27,1-1-1,0 0 0,0 0 0,1 0 0,-1 0 0,0 0 1,1 0-1,0 0 0,0 0 0,0-1 0,0 1 0,0-1 1,0 1-1,1-1 0,-1 0 0,1 0 0,-1 0 0,1 0 1,0 0-1,0-1 0,0 1 0,0-1 0,0 0 0,0 0 1,1 0-1,-1 0 0,0 0 0,0-1 0,1 0 0,-1 1 0,0-1 1,1 0-1,-1-1 0,0 1 0,6-2 0,2 0 26,1 0-1,-1-1 1,0-1-1,0 0 1,0 0-1,-1-1 1,1-1 0,-1 0-1,-1 0 1,1-1-1,-1 0 1,0 0-1,0-1 1,-1 0-1,0-1 1,-1 0-1,0 0 1,0-1-1,-1 0 1,0 0-1,-1 0 1,0-1-1,0 0 1,-1 1 0,-1-2-1,0 1 1,-1 0-1,0-1 1,1-19-1,-2 17 62,-1 0-1,-1 1 0,0-1 1,-1 1-1,-1 0 0,0 0 1,-1 0-1,0 0 0,-1 0 1,0 1-1,-11-19 0,15 29-19,0 1 0,0-1 1,-1 0-1,1 1 0,0-1 0,-1 1 0,1-1 0,-1 1 0,0 0 0,1 0 1,-1 0-1,0 0 0,0 0 0,0 0 0,0 0 0,-2-1 0,2 2-2,1 0-1,-1 0 1,1 0-1,-1 1 1,1-1-1,-1 0 1,1 0-1,0 1 1,-1-1-1,1 1 1,0-1-1,-1 1 0,1 0 1,0-1-1,0 1 1,-1 0-1,1 0 1,-1 1-1,-2 2 3,0 1-1,0 0 0,0 0 1,0 0-1,1 1 0,0-1 1,1 1-1,-1 0 0,-2 7 1,-2 12-218,1 0 1,1 0 0,1 0 0,2 0-1,0 0 1,2 1 0,2 29 0,1-31-1703,1 0 0,1 0 1,0 0-1,13 30 1,-16-47 1232,1-1 1,0 1-1,0-1 1,0 0-1,1 0 1,0-1-1,0 1 1,1-1 0,-1 0-1,1 0 1,0 0-1,10 7 1,6-1 136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24 204,'-8'-6'1271,"-1"-3"5987,10 3-886,12 4-4225,-12 2-2090,-1 0 0,0 0 0,1-1 0,-1 1 0,1 0 0,-1 0 0,0 0 0,1 0 0,-1 0 0,1 0 0,-1 0 0,1 0 0,-1 0 0,0 1 0,1-1 0,-1 0 0,1 0 0,-1 0 0,0 0 0,1 1 0,-1-1 0,0 0 0,1 0 0,-1 0 0,0 1 0,1-1 0,-1 0 0,0 1 0,1-1 0,-1 0 0,0 1 0,0-1 0,1 0 0,-1 1 0,0-1 0,0 1 0,0-1 0,0 0 0,0 1-1,0-1 1,1 1 0,-1-1 0,0 0 0,0 1 0,0-1 0,0 1 0,0-1 0,0 1 0,-1-1 0,1 0 0,0 1 0,0-1 0,0 1 0,0-1 0,0 0 0,-1 1 0,1-1 0,0 1 0,-1 1 59,0-1-1,-1 1 1,1 0-1,0-1 1,-1 1-1,1 0 0,-1-1 1,1 0-1,-1 1 1,-2 1-1,1-2-18,1 0 0,-1 0 0,0 0 1,1 0-1,-1-1 0,0 1 0,0-1 0,-5 0 0,8 1-90,0-1 0,0 0 0,-1 0 0,1 0 0,0-1-1,0 1 1,-1 0 0,1 0 0,0 0 0,0 0 0,0 0-1,-1 0 1,1 0 0,0 0 0,0 0 0,-1 0 0,1-1 0,0 1-1,0 0 1,0 0 0,0 0 0,-1 0 0,1-1 0,0 1 0,0 0-1,0 0 1,0 0 0,0-1 0,0 1 0,-1 0 0,1 0-1,0-1 1,0 1 0,0 0 0,0-1 0,10-13-61,9 0 622,2 7-5020,-20 6 4119,0 1 0,-1 0 0,1 0-1,0 0 1,0 0 0,-1 0 0,1 0 0,0 0 0,0 1 0,-1-1 0,1 0 0,0 0 0,0 1-1,-1-1 1,1 0 0,0 1 0,-1-1 0,1 1 0,0-1 0,-1 0 0,1 2 0,0-1-115,0 0 0,-1 0 0,1 0 1,-1 1-1,1-1 0,-1 0 1,0 0-1,1 1 0,-1-1 0,0 0 1,0 0-1,0 1 0,0-1 1,0 0-1,0 1 0,0-1 0,-1 2 1,-6 31-2744,2-15 2718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22 76,'15'-9'3509,"-13"9"-2741,-1 0 0,1-1-1,-1 1 1,1 0 0,0 0 0,-1 0 0,1 0-1,0 0 1,-1 0 0,1 0 0,0 1-1,2 0 1,-3-1-334,0 1 0,1-1 0,-1 1 1,0-1-1,0 1 0,0 0 0,0 0 0,-1-1 0,1 1 0,0 0 0,0 0 1,0 0-1,-1 0 0,1 0 0,0 0 0,-1 0 0,2 2 0,-1 16-820,-1-19 416,0 1 0,0-1 0,0 1 0,0-1 0,0 1 0,0-1 0,0 1 0,0-1 0,-1 0 0,1 1 1,0-1-1,0 1 0,-1-1 0,1 1 0,0-1 0,0 0 0,-1 1 0,1-1 0,0 0 0,-1 1 0,1-1 0,-1 0 0,1 1 0,0-1 0,-1 0 0,1 0 0,-1 0 0,1 1 0,-1-1 1,1 0-1,-1 0 0,1 0 0,-1 0 0,1 0 0,-1 0 0,1 0 0,-1 0 0,1 0 0,-1 0 0,1 0 0,0 0 0,-2 0 0,1-1-18,0 1-1,0-1 0,0 1 1,0-1-1,0 1 0,0-1 1,0 0-1,1 1 0,-1-1 1,0 0-1,0 0 1,0 1-1,1-1 0,-1 0 1,1 0-1,-1 0 0,0 0 1,0-2-1,-1-20-455,0 3-3725,-13 37-7843,-5 19 7242,9-14 3835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95 56,'-6'-71'5917,"6"71"-5799,0 0-1,0-1 1,0 1-1,0 0 1,0 0-1,0 0 0,0-1 1,0 1-1,0 0 1,0 0-1,0 0 1,0 0-1,-1-1 1,1 1-1,0 0 1,0 0-1,0 0 1,0 0-1,0-1 0,0 1 1,-1 0-1,1 0 1,0 0-1,0 0 1,0 0-1,0 0 1,-1 0-1,1-1 1,0 1-1,0 0 1,0 0-1,0 0 0,-1 0 1,1 0-1,0 0 1,0 0-1,0 0 1,-1 0-1,1 0 1,0 0-1,0 0 1,0 0-1,-1 0 1,1 0-1,0 0 0,0 0 1,0 1-1,0-1 1,-1 0-1,1 0 1,0 0-1,0 0 1,0 0-1,0 0 1,-1 0-1,1 1 1,0-1-1,0 0 0,0 0 1,0 0-1,0 0 1,0 1-1,0-1 1,-1 0-1,1 0 1,0 0-1,0 0 1,0 1-1,-9 13 3169,5 8-3104,2 0-1,0 0 1,1 0 0,2 1 0,0-1 0,1 0 0,2 0 0,0 0 0,11 33 0,-12-46-128,1 3-340,-2-24-1757,-1-5-2304,6-35 0,-4 39 3451,-1-1-1,0 0 0,-1 0 0,-2-20 0,-1 19 1071,0 0-1,-1 0 1,-1 1-1,0-1 1,-1 1-1,-1 0 0,-14-26 1,47 61 6265,51 41-5263,-52-49-991,0-1 1,31 10-1,15 6 58,-59-24-170,-9-2 2021,-16-2-509,10 0-1553,-10 1 153,0 1 0,1-1 1,0 2-1,-1 0 0,1 0 0,0 1 0,-16 8 0,-70 41-212,44-22 645,24-15-1639,24-13-2643,31-15-9946,-22 8 12777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156 107 160,'1'-4'223,"0"0"-1,1 0 1,0 0-1,0 0 1,0 0-1,0 1 1,1-1-1,-1 1 1,1-1-1,0 1 1,0 0-1,0 0 1,1 0-1,-1 1 1,1-1-1,4-2 1,-2 1 211,0 0 1,-1 0 0,1-1-1,6-8 1,-12 13-338,1-1 0,-1 1 0,0 0 0,0 0 0,1-1 1,-1 1-1,0 0 0,0 0 0,0-1 0,0 1 0,1 0 0,-1-1 0,0 1 0,0 0 0,0-1 1,0 1-1,0 0 0,0-1 0,0 1 0,0 0 0,0-1 0,0 1 0,0 0 0,0-1 1,0 1-1,0 0 0,0 0 0,0-1 0,0 1 0,-1 0 0,1-1 0,0 1 0,0-1 1,-13-4 1603,-17 4-538,29 1-1087,-14 2 72,1-1 0,0 1-1,-1 1 1,1 1 0,0 0-1,0 1 1,1 0-1,0 1 1,-17 10 0,28-15-146,0 0 1,1 0 0,-1 0 0,0 0-1,1 0 1,-1 0 0,1 1 0,0-1-1,-1 1 1,1-1 0,0 1-1,0-1 1,0 1 0,0-1 0,0 1-1,0 0 1,0 0 0,1-1 0,-1 1-1,0 0 1,1 0 0,0 0 0,-1 0-1,1 0 1,0 0 0,0 0 0,0 0-1,0 0 1,1-1 0,-1 1-1,1 4 1,2-2-5,-1 1-1,1 0 1,0-1-1,0 0 1,0 0 0,1 0-1,0 0 1,-1 0-1,1-1 1,7 5-1,42 27 12,-39-27 122,1 1 0,-1 1 1,-1 0-1,0 1 0,14 14 0,-26-24-54,0 0 0,0 0 0,0 0 0,0 0 0,-1 0-1,1 1 1,0-1 0,-1 0 0,1 0 0,-1 0 0,1 1 0,-1-1-1,0 0 1,1 0 0,-1 1 0,0-1 0,0 0 0,0 1 0,0-1-1,0 0 1,0 1 0,0-1 0,0 0 0,-1 1 0,0 1 0,0-1 4,-1 0 0,1 0 0,-1 0 0,1 0 0,-1 0 0,0-1 0,0 1 0,0-1 0,0 1 0,0-1 1,0 0-1,-4 2 0,-8 3 59,0-1 1,0-1 0,-23 4 0,36-8-138,-16 4-127,-33 5 422,48-8-447,1-1 0,-1 0-1,0 0 1,0 0-1,0 0 1,1 0 0,-1 0-1,0-1 1,0 1-1,1 0 1,-1-1 0,0 0-1,1 1 1,-1-1-1,0 0 1,1 0 0,-1 0-1,1 0 1,-1 0-1,1 0 1,0 0-1,-2-2 1,3 1-382,-1 1 0,1-1-1,-1 0 1,1 0 0,0 1 0,-1-1-1,1 0 1,0 0 0,0 1 0,1-1 0,-1 0-1,0 0 1,1 1 0,-1-1 0,1 0-1,0-2 1,13-27-4501,-8 20 4215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97 35 24,'-59'-7'3109,"22"-2"5886,43 11-8515,1-2 1,0 1-1,0-1 0,0 0 1,10-1-1,8-1-332,66 2-726,132-18-1,-216 17-556,-10 11-10910,-2-6 11348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97 28,'1'-1'63,"9"-24"1205,-7 5 6854,-9 24-6161,-5 6-204,-11 22 346,-37 67 0,31-48-1885,24-44-210,-14 28 9,17-34-22,0 1 1,0 0-1,0 1 1,0-1-1,1 0 1,-1 0-1,1 0 1,0 0-1,-1 0 1,1 1-1,0-1 1,0 0-1,1 5 1,-1-7 3,1 0-1,-1 1 1,0-1-1,1 0 1,-1 0 0,0 1-1,0-1 1,1 0 0,-1 0-1,0 0 1,1 1 0,-1-1-1,1 0 1,-1 0-1,0 0 1,1 0 0,-1 0-1,0 0 1,1 0 0,-1 0-1,1 0 1,-1 0 0,0 0-1,1 0 1,-1 0-1,1 0 1,-1 0 0,0 0-1,1 0 1,-1 0 0,0 0-1,1-1 1,-1 1-1,1 0 1,-1 0 0,0 0-1,0-1 1,1 1 0,-1 0-1,0 0 1,1-1 0,-1 1-1,0 0 1,1-1-1,15-14-12,-15 14 9,8-9-6,-1 0 1,-1 0-1,1-1 1,-2 0-1,1 0 0,-2 0 1,8-21-1,0-7 72,7-43-1,-9 33 265,0 24 110,-3 20-54,-7 5-360,-1 1 0,1-1 1,-1 0-1,1 1 0,0-1 0,-1 0 1,1 1-1,-1-1 0,1 1 0,-1-1 1,1 1-1,-1-1 0,0 1 0,1 0 1,-1-1-1,0 1 0,1-1 0,-1 1 1,0 0-1,16 37 775,15 53 0,-20-53-751,28 60 1,-38-96-660,9 21 527,-8-16-2987,-18-16-13928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54 100,'-14'-3'360,"4"-1"348,3 2 464,3 2 1644,11 0-1379,0 0-153,6-1-244,4-1-256,0 0-216,4-1-364,-3 1-720,3 0-1376,-1-1-468,0-1 123,1-2 481,5-4 628,2 0 612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8 136,'-23'3'1073,"17"-3"419,0 1 1,0 0-1,0 0 1,-10 4-1,16-5-1359,0 1-1,0-1 0,0 0 0,1 1 0,-1-1 1,0 0-1,0 1 0,1-1 0,-1 0 0,0 0 0,1 1 1,-1-1-1,0 0 0,1 0 0,-1 1 0,0-1 0,1 0 1,-1 0-1,1 0 0,-1 0 0,0 0 0,1 0 1,-1 1-1,1-1 0,-1 0 0,0 0 0,1 0 0,-1 0 1,1-1-1,19 6 321,27-4 300,0-2 1,51-7 0,-23 2-319,-70 5-572,53-2 446,-34 2-3050,-43-4-9777,11 0 11883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202 45 24,'23'-25'1899,"-12"7"2110,-15 17 753,-16 8-2239,4 1-1827,0 1 1,1 1-1,0 0 0,-16 16 0,17-14-603,1 1 1,0 1-1,1-1 0,1 2 0,0 0 0,1 0 0,-12 25 1,20-35-96,0 1 1,0-1-1,0 0 1,1 1 0,0 0-1,0-1 1,0 1-1,1 0 1,0-1 0,0 1-1,0 0 1,1 0-1,1 7 1,-1-8-8,1-1 0,0 0 0,0 1-1,0-1 1,0 0 0,0 0 0,1 0 0,0 0-1,0-1 1,0 1 0,0-1 0,1 0 0,-1 0 0,1 0-1,0 0 1,0-1 0,4 3 0,1-1-61,-1 0 0,2 0 0,-1-1 0,0 0 1,1-1-1,18 3 0,-22-5 17,0 1 1,0-1-1,0 0 1,-1 0 0,1-1-1,0 0 1,0 0-1,0 0 1,0-1-1,0 0 1,-1 0 0,9-4-1,-13 5 52,-1 1 0,1-1-1,0 1 1,0-1 0,0 1 0,-1-1-1,1 1 1,0-1 0,0 0 0,-1 0-1,1 1 1,-1-1 0,1 0-1,-1 0 1,1 0 0,-1 0 0,1 0-1,-1 1 1,0-1 0,1 0 0,-1 0-1,0 0 1,0 0 0,0 0 0,0 0-1,0-2 1,0 1 2,-1 0 0,0 0 0,0 0 0,0 1 1,1-1-1,-2 0 0,1 0 0,0 1 0,0-1 0,0 0 0,-1 1 0,-1-2 0,-4-4 14,-1 1 0,0 1-1,0-1 1,-12-4-1,-2 0 7,-1 1 0,0 2-1,-31-7 1,67 16-158,-1-1-1,1-1 1,24-2 0,-23 1 120,-1 0 0,1 1 0,-1 0 0,1 1 0,-1 1 0,16 3 0,-26-4 36,-1 1-1,1-1 1,0 1 0,-1 0-1,1-1 1,-1 1-1,1 0 1,-1 0 0,0 1-1,0-1 1,0 0-1,0 1 1,0-1 0,-1 1-1,1 0 1,-1 0-1,0-1 1,1 1 0,-1 0-1,0 4 1,4 9 175,-2 1 0,3 27 0,-3-13-64,-1-23-393,0 8 376,1 0 0,1 0 0,9 22 0,-12-34-481,1 0 0,0 0 0,1-1 0,-1 1 0,0 0 0,1-1-1,5 6 1,-6-8-204,0 1 0,0-1 0,0 1 0,0-1 0,0 0 0,0 0 0,0 0 0,1 0 0,-1 0 0,0-1 0,0 1 0,1-1 0,-1 1 0,0-1-1,4 0 1,-5 0 370,0 0-1,0 0 0,0 0 0,0 0 0,0 0 0,0-1 0,1 1 0,-1 0 0,0-1 0,0 1 1,0-1-1,0 1 0,0-1 0,0 1 0,0-1 0,-1 0 0,1 1 0,1-2 0,6-6-568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110 121 44,'-56'-8'2586,"44"5"-88,1 0-1,-20-8 0,37 12-2228,0 0 0,0 0 0,0-1 0,0 0 1,8-1-1,2 0-157,18 1-99,9 1 8,0-2-1,0-1 0,44-10 0,-87 12-19,1 0 0,-1 0 0,1 0 1,-1 0-1,0 0 0,1 0 0,-1-1 0,1 1 0,-1 0 0,1 0 0,-1 0 1,0 0-1,1-1 0,-1 1 0,1 0 0,-1-1 0,0 1 0,1 0 0,-1-1 1,0 1-1,0 0 0,1-1 0,-1 1 0,0 0 0,0-1 0,1 1 0,-1-1 0,0 1 1,0-1-1,0 1 0,0 0 0,0-1 0,1 1 0,-1-1 0,0 1 0,0-1 1,0 1-1,0-1 0,-1 1 0,1-1 0,0 1 0,0 0 0,0-1 0,0 1 1,0-1-1,0 1 0,-1-1 0,1 1 0,0 0 0,0-1 0,-1 1 0,1-1 1,0 1-1,-1 0 0,1-1 0,0 1 0,-1 0 0,1 0 0,-1-1 0,-2-2 17,1 1 0,-1 0 0,1 0-1,-1 0 1,0 0 0,0 0 0,-4-2-1,-104-40 2780,147 58-2599,-1-1-1,2-2 1,44 7-1,-81-17-110,0-1-1,0 0 1,0 1-1,0-1 1,0 1-1,0-1 1,0 0-1,0 1 1,0-1-1,0 0 1,0 1-1,0-1 1,0 1-1,0-1 1,-1 0-1,1 1 1,0-1-1,0 0 0,0 1 1,-1-1-1,1 0 1,0 0-1,-1 1 1,1-1-1,0 0 1,0 0-1,-1 1 1,1-1-1,0 0 1,-1 0-1,1 0 1,-1 1-1,-19 16 443,12-10-256,0-1-363,-32 33 750,36-36-971,1 1 0,0 0 1,0 0-1,0 1 1,0-1-1,0 1 1,1-1-1,-2 6 1,18-15-12092,8-14 9176,-14 12 2235,5-3 468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235 78 120,'2'-2'83,"10"-9"1316,1 0 1,19-26-1,-32 37-1281,0-1-1,1 1 1,-1 0-1,0-1 1,0 1-1,1 0 1,-1-1-1,0 1 1,0-1-1,0 1 1,0-1-1,0 1 1,0 0-1,0-1 1,0 1-1,0-1 1,0 1-1,0-1 1,0 1 0,0-1-1,0 1 1,0 0-1,0-1 1,0 1-1,0-1 1,-1 1-1,1-1 1,0 1-1,0 0 1,-1-1-1,1 1 1,0 0-1,0-1 1,-1 1-1,1 0 1,0-1-1,-1 1 1,1 0-1,-1 0 1,1-1-1,0 1 1,-1 0 0,1 0-1,-1 0 1,1 0-1,0-1 1,-1 1-1,1 0 1,-1 0-1,1 0 1,-1 0-1,1 0 1,-1 0-1,1 0 1,0 0-1,-1 0 1,0 1-1,-27-2 2961,10 3-2448,1 0 0,-1 2-1,1 0 1,0 0 0,0 2 0,0 0-1,0 1 1,-30 18 0,41-21-596,1 0 0,-1 0 0,1 1 0,0 0 0,0 0 0,0 0 0,1 0 0,0 1 0,0 0 0,0 0 0,-3 6 0,5-6-28,0-1 0,1 1 0,-1-1-1,1 1 1,0 0 0,1-1 0,0 1 0,-1 0 0,2 0 0,-1-1 0,1 1 0,0 0 0,0-1 0,0 1 0,3 6 0,-2-4-23,1-1 1,0 0-1,0 1 1,1-1-1,0 0 1,0-1-1,1 1 1,10 11-1,-12-15-27,0-1-1,0 1 1,1 0-1,0-1 1,-1 0 0,1 0-1,0 0 1,0 0-1,0-1 1,0 0 0,0 1-1,1-1 1,-1-1-1,0 1 1,1-1 0,-1 1-1,9-2 1,-2 0-221,1-1-1,0 0 1,-1-1 0,1-1 0,-1 0 0,0 0 0,0-1-1,-1 0 1,1-1 0,-1 0 0,0-1 0,-1 0 0,13-11-1,-5-6 293,-13 10 349,-4 14-352,0-1 0,0 1 0,0 0 0,0-1 0,0 1 1,0 0-1,0-1 0,0 1 0,0 0 0,0 0 0,0-1 0,0 1 0,-1 0 0,1-1 0,0 1 0,0 0 0,0 0 0,0 0 0,-1-1 0,1 1 0,0 0 0,0 0 0,-1 0 1,1-1-1,0 1 0,0 0 0,-1 0 0,1 0 0,0 0 0,0 0 0,-1 0 0,1-1 0,0 1 0,-1 0 0,1 0 0,-1 0 15,0 1-1,0-1 1,0 0-1,0 0 1,0 1-1,0-1 1,0 0-1,0 1 1,0-1-1,0 1 1,1-1-1,-1 1 1,0-1-1,0 1 0,1 0 1,-1 0-1,0-1 1,1 1-1,-1 0 1,1 0-1,-1-1 1,1 1-1,-1 0 1,1 0-1,-1 0 1,1 0-1,0 0 1,0 0-1,-1 1 1,0 1-11,0 1 1,0-1-1,1 1 1,-1-1-1,1 0 0,0 1 1,0 4-1,0-6-35,0-1 0,1 1 0,0 0 0,-1 0-1,1 0 1,0-1 0,0 1 0,0 0 0,0-1 0,0 1-1,0-1 1,0 1 0,1-1 0,-1 1 0,0-1-1,1 0 1,-1 0 0,1 0 0,0 0 0,-1 0 0,1 0-1,0 0 1,0 0 0,-1 0 0,1-1 0,0 1-1,0-1 1,0 0 0,0 1 0,0-1 0,0 0 0,-1 0-1,1 0 1,0-1 0,0 1 0,0 0 0,0-1-1,0 1 1,0-1 0,-1 1 0,1-1 0,0 0 0,0 0-1,-1 0 1,1 0 0,0 0 0,-1 0 0,1 0-1,-1-1 1,0 1 0,1 0 0,-1-1 0,0 1 0,0-1-1,0 0 1,2-2 0,-3 2 8,1 0 1,-1 0-1,0 0 0,1-1 1,-1 1-1,0 0 0,0 0 1,0 0-1,-1 0 0,1 0 0,0 0 1,-1 0-1,0 0 0,1 0 1,-1 0-1,0 0 0,0 0 1,0 0-1,0 1 0,0-1 1,0 0-1,-1 1 0,1-1 1,0 1-1,-4-3 0,-1-2 4,0 1 1,-1-1-1,1 2 0,-1-1 0,-10-4 0,11 6-283,-1 1 0,1-1 1,-1 1-1,0 0 0,-7 0 0,23 4-7909,9 1 3422,12 0 2089,-10-3 1971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 2 216,'-13'-1'9276,"-8"3"-4305,9 1-3765,-1 0 1,1 0 0,0 1-1,-20 10 1,28-12-1118,0 1 0,0-1 1,1 1-1,-1 0 0,0 0 0,1 0 0,-5 5 1,7-6-75,0-1 1,0 1 0,0 0 0,0 0-1,0-1 1,0 1 0,0 0-1,1 0 1,-1 0 0,1 0 0,-1 0-1,1 0 1,0 0 0,0 1-1,-1-1 1,2 0 0,-1 2 0,1-1-17,0 0 1,0 0-1,1 0 1,-1-1-1,1 1 1,-1 0-1,1-1 1,0 1-1,0-1 1,0 1-1,0-1 1,1 0-1,-1 0 1,0 0-1,1 0 1,0-1-1,4 3 1,7 4-22,1-2 0,15 6 0,-29-11 20,17 5-9,-12-5 13,0 1-1,0 0 1,0 0 0,-1 1-1,1 0 1,9 6 0,-15-8 0,0-1 0,0 1 0,0-1-1,0 1 1,0-1 0,0 1 0,0-1 0,0 1 0,0-1 0,0 1 0,0-1 0,-1 1 0,1-1 0,0 0 0,0 1 0,-1-1 0,1 1 0,0-1 0,-1 0 0,1 1 0,0-1 0,-1 0 0,1 1 0,0-1 0,-1 0 0,1 0 0,-1 1 0,1-1-1,-1 0 1,1 0 0,-1 0 0,1 0 0,-1 1 0,1-1 0,0 0 0,-2 0 0,-19 8 52,-2-2-247,-33 5-98,20-9-4695,36-2 4756,0 0-1,-1 0 1,1 0-1,0 0 1,0 0-1,-1 0 1,1 0-1,0 0 0,-1 0 1,1 0-1,0 0 1,0 0-1,-1 0 1,1-1-1,0 1 0,0 0 1,-1 0-1,1 0 1,0 0-1,0 0 1,-1-1-1,1 1 1,0 0-1,0 0 0,0 0 1,-1-1-1,1 1 1,0 0-1,0 0 1,0-1-1,0 1 1,0 0-1,0 0 0,-1-1 1,1 1-1,0 0 1,0-1-1,0 1 1,0 0-1,0 0 0,0-1 1,0 1-1,0-1 1,8-10-4790,0 4 4247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51 56,'-3'-27'3714,"-1"13"2127,-3 5 3318,8 11-8932,0 1-1,-1 0 0,1 0 0,-1 1 0,0-1 0,0 0 1,0 3-1,0 5-131,5 48-175,7 59 19,-8-96-1663,11 33 0,-11-43-785,3 4-2713,-5-9-2289,1-10 5823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65 68,'-14'-4'606,"10"3"334,0 0-1,0-1 1,1 1 0,-1-1 0,0 1 0,-4-4 0,15 2 3336,14 0-3330,-1 2-1319,0-1-1,35-8 0,-45 7-2175,1-1-1,-1 0 1,18-9-1,-18 8 1614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5 36,'-22'1'969,"-19"0"7091,34 0-3722,17-1-1081,66-4-3315,-38 2-3118,0 1-6414,-41 3 6628,-4 0 2308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10 108,'-3'4'220,"3"-1"104,0 0 88,3-1 92,2-1 48,1-2 12,5-1-24,2 1-68,2-1-104,4 1-120,3-2-128,0 0-300,1 0-600,1 2-240,-4 0 64,-1-1 196,-5-1 252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155 122 116,'-8'-4'1028,"-1"1"1,0 0-1,1 0 1,-1 1-1,-18-2 0,19 4-44,0-2-1,0 1 1,0-1-1,1 0 1,-1 0-1,0-1 1,-10-5-1,18 7-943,-1 1 0,1 0 0,0-1 1,-1 1-1,1 0 0,-1-1 0,1 1 0,0-1 0,-1 1 0,1 0 1,0-1-1,-1 1 0,1-1 0,0 1 0,0-1 0,0 1 0,-1-1 0,1 1 1,0-1-1,0 1 0,0-1 0,0 1 0,0-1 0,0 0 0,0 1 1,0-1-1,0 1 0,0-1 0,0 1 0,0-1 0,1 1 0,-1-1 1,0 1-1,0-1 0,0 1 0,1-1 0,-1 1 0,0-1 0,1 1 1,-1 0-1,0-1 0,1 1 0,-1-1 0,1 1 0,-1 0 0,0-1 1,1 1-1,-1 0 0,2-1 0,23-15 117,-10 9-163,0 0 0,1 1 0,1 0 0,-1 1 0,0 1 0,1 1 0,0 0 0,0 1 0,0 1 0,30 2 0,-46-1 10,0 0-1,0 0 0,1 0 1,-1 1-1,0-1 0,0 0 1,0 0-1,0 1 0,0-1 1,0 1-1,0-1 0,0 1 1,0-1-1,-1 1 1,1 0-1,0-1 0,0 1 1,0 0-1,-1 0 0,1 0 1,0-1-1,-1 1 0,1 0 1,-1 0-1,1 2 1,0-2 20,-1 1 1,0 0 0,0 0 0,0 0-1,0-1 1,0 1 0,0 0-1,-1 0 1,1 0 0,-1-1 0,1 1-1,-1 0 1,-1 2 0,-4 6 224,0 0 0,0-1 0,-13 15 0,18-22-185,-32 36 770,10-13-259,-24 36 0,41-54-509,1 1 0,1 0 0,0 0-1,0 1 1,1-1 0,-1 1 0,2 0-1,-1 0 1,-1 14 0,4-20-62,0-1 1,0 1-1,0-1 0,0 1 1,0-1-1,0 1 1,1-1-1,-1 1 0,1-1 1,-1 1-1,1-1 0,0 0 1,0 1-1,0-1 1,1 0-1,-1 0 0,0 0 1,1 0-1,0 0 1,-1 0-1,1 0 0,0 0 1,0-1-1,0 1 0,0-1 1,0 1-1,0-1 1,0 0-1,1 0 0,-1 0 1,0 0-1,1 0 1,-1 0-1,1-1 0,-1 1 1,1-1-1,-1 0 0,1 1 1,-1-1-1,1 0 1,-1-1-1,5 0 0,-3 1-7,0 0-1,0-1 0,0 0 0,0 0 0,0 0 0,-1 0 0,1 0 1,0-1-1,-1 0 0,1 0 0,-1 0 0,0 0 0,1 0 0,-1-1 1,0 1-1,0-1 0,-1 0 0,1 0 0,0 0 0,-1 0 1,0 0-1,0-1 0,0 1 0,0-1 0,0 1 0,-1-1 0,2-6 1,-2 5-1,-1 1 1,0-1 0,0 0 0,0 1 0,-1-1-1,1 0 1,-1 1 0,0-1 0,0 0-1,-1 1 1,1 0 0,-1-1 0,-5-7 0,2 4 12,0 1 1,0 1 0,-1-1 0,0 1-1,0 0 1,0 0 0,-8-5-1,-3 0-1188,1 0-1,-23-9 0,-28-10-9717,63 29 10180,0-1 1,1 1-1,-1-1 0,1-1 1,-1 1-1,-3-3 0,0-2-199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65 40,'0'-3'146,"-2"-28"3589,-1 11 3939,3 20-7482,-1-1 0,1 0 0,0 1 0,0-1-1,0 1 1,0 0 0,0-1 0,-1 1 0,1-1 0,0 1 0,0-1-1,-1 1 1,1-1 0,0 1 0,-1 0 0,1-1 0,0 1 0,-1 0-1,1-1 1,-1 1 0,1 0 0,-1-1 0,1 1 0,0 0 0,-1 0-1,0-1 1,-7 10 987,0 22-1403,-5 151 384,13-154-259,1-27 82,-1-1 0,0 0 0,0 1-1,0-1 1,0 0 0,0 1 0,0-1-1,0 0 1,1 1 0,-1-1 0,0 0-1,0 0 1,1 1 0,-1-1-1,0 0 1,0 0 0,1 1 0,-1-1-1,0 0 1,0 0 0,1 0 0,-1 1-1,0-1 1,1 0 0,-1 0 0,1 0-1,0 0-50,0 0-1,0 0 0,-1-1 0,1 1 0,0 0 0,0-1 1,0 1-1,0 0 0,-1-1 0,1 1 0,0-1 0,0 1 1,-1-1-1,1 1 0,1-2 0,0 0-234,0 0 0,0-1 0,0 1 0,0-1-1,0 1 1,-1-1 0,1 1 0,-1-1 0,0 0 0,1 0-1,-1 0 1,-1 0 0,1 0 0,0 0 0,-1 0 0,1 0-1,-1 0 1,0 0 0,0-4 0,-2-5-109,1 1 1,-2-1-1,-6-20 0,-3-10 461,0-26 828,12 68-856,0-1 0,0 1 1,0 0-1,0-1 0,0 1 1,0-1-1,0 1 1,0-1-1,0 1 0,0-1 1,1 1-1,-1 0 1,0-1-1,0 1 0,0-1 1,0 1-1,1 0 0,-1-1 1,0 1-1,0-1 1,1 1-1,-1 0 0,0 0 1,1-1-1,-1 1 0,0 0 1,1-1-1,-1 1 1,1 0-1,-1 0 0,0 0 1,1-1-1,-1 1 1,1 0-1,-1 0 0,1 0 1,-1 0-1,0 0 0,1 0 1,-1 0-1,1 0 1,-1 0-1,1 0 0,-1 0 1,1 0-1,-1 0 1,0 0-1,1 1 0,-1-1 1,1 0-1,0 0 0,27 9 1179,-24-8-1093,8 4 72,-1 0 1,0 1-1,0 0 1,0 1 0,-1 0-1,0 1 1,0 0-1,-1 0 1,11 13 0,-9-10-139,-1 0 1,1-1-1,1-1 0,0 0 1,1-1-1,14 9 1,-26-17-43,-1 0 0,0 0 0,0 0 1,0 1-1,0-1 0,0 0 0,1 0 0,-1 0 1,0 0-1,0 0 0,0 1 0,1-1 0,-1 0 0,0 0 1,0 0-1,0 0 0,1 0 0,-1 0 0,0 0 1,0 0-1,1 0 0,-1 0 0,0 0 0,0 0 0,1 0 1,-1 0-1,0 0 0,0 0 0,0 0 0,1 0 0,-1 0 1,0 0-1,0-1 0,0 1 0,1 0 0,-1 0 1,0 0-1,0 0 0,0 0 0,0-1 0,1 1 0,-1 0 1,0 0-1,0 0 0,0 0 0,0-1 0,0 1 1,1 0-1,-1 0 0,0 0 0,0-1 0,0 1 0,0 0 1,-5-15 9,4 14-5,0 0-1,0 0 1,0 1-1,0-1 1,0 0 0,-1 1-1,1-1 1,0 0-1,0 1 1,0 0-1,-1-1 1,1 1-1,0 0 1,0 0-1,-1-1 1,1 1 0,0 0-1,-1 0 1,1 0-1,0 1 1,0-1-1,-1 0 1,1 0-1,0 1 1,-2 0-1,-33 11 127,-1 3-415,-84 35 1179,39-20-6365,75-29 2576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165 14 56,'-4'-2'263,"0"0"0,0 0 0,0 1 0,0-1 0,0 1 0,0 0 0,0 0 0,-1 1 0,1-1 0,0 1 0,0 0-1,-1 0 1,1 0 0,0 0 0,-1 1 0,1 0 0,-7 2 0,6-2 211,-1 1 0,1 0 0,-1 0 0,1 1-1,0-1 1,0 1 0,0 0 0,0 1 0,0-1 0,1 1-1,-1 0 1,-5 6 0,9-8-359,-1 0 1,1 0-1,0 0 0,0 0 1,0 1-1,0-1 0,0 0 1,1 0-1,-1 1 0,0-1 0,1 0 1,0 1-1,0-1 0,0 0 1,0 1-1,0-1 0,0 0 1,1 3-1,0 0-16,0-1 0,1 1 1,0-1-1,0 0 0,0 0 0,0 0 0,1 0 1,5 6-1,2 2-13,2-1 1,0 0 0,0-1-1,17 12 1,-1-4 169,-11-7 539,0 0 0,26 25 0,-42-36-724,-1 1 0,1-1 1,-1 1-1,0-1 0,1 1 1,-1-1-1,1 1 0,-1-1 0,0 1 1,1 0-1,-1-1 0,0 1 0,0-1 1,1 1-1,-1 0 0,0-1 1,0 1-1,0 0 0,0-1 0,0 1 1,0 0-1,0-1 0,0 1 1,0 0-1,0-1 0,-1 2 0,1-1 5,-1 0 0,0 0 0,1 0 0,-1 0 0,0 0-1,0 0 1,0 0 0,0 0 0,0 0 0,0 0 0,0 0-1,-2 0 1,-5 3 86,-1 0 0,1-1-1,-11 4 1,13-6-46,-19 8 14,12-4-227,-1-1 0,1 0 1,-1 0-1,0-2 1,-15 2-1,29-4-50,-1 0-1,1 0 1,-1 0 0,1 1-1,-1-1 1,1 0 0,-1 0 0,1 0-1,-1 0 1,1 0 0,0-1-1,-1 1 1,1 0 0,-1 0 0,1 0-1,-1 0 1,1 0 0,-1-1-1,1 1 1,0 0 0,-1 0-1,1-1 1,0 1 0,-1 0 0,1-1-1,0 1 1,-1 0 0,1-1-1,0 1 1,-1 0 0,1-1 0,0 1-1,0-1 1,0 1 0,-1-1-1,1 1 1,0 0 0,0-1 0,0 1-1,0-1 1,0 1 0,0-1-1,0 1 1,0-1 0,9-22-9686,-2 10 6441,-7 7 2927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16 36,'-37'6'1579,"-1"0"3273,-15 1 5880,53-7-10702,0 1-1,0-1 1,0 0-1,0 0 1,0 0 0,0 0-1,0 0 1,0 0 0,0 0-1,0 0 1,0 0 0,0 0-1,0 0 1,0 0 0,0 0-1,0 0 1,0 0 0,0 0-1,0 0 1,0 0 0,0 0-1,0 0 1,0 1-1,0-1 1,0 0 0,0 0-1,0 0 1,0 0 0,0 0-1,0 0 1,0 0 0,0 0-1,0 0 1,0 0 0,0 0-1,0 0 1,0 0 0,0 0-1,0 0 1,0 0-1,0 0 1,-1 0 0,1 0-1,0 0 1,0 0 0,0 0-1,0 0 1,9 2 319,11 1-336,19-2-282,-1-2 0,73-10 0,-72 3-4722,-1-2-4641,-20 2 6604,-7 3 2526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34 40,'-8'-9'1381,"-2"-4"2563,10 13-3793,0 0 0,0-1 1,0 1-1,0 0 0,-1-1 1,1 1-1,0-1 0,0 1 1,0 0-1,0-1 0,0 1 1,0-1-1,0 1 0,0 0 1,0-1-1,0 1 0,0-1 1,0 1-1,1 0 0,-1-1 0,0 1 1,0 0-1,0-1 0,0 1 1,1 0-1,-1-1 0,0 1 1,0 0-1,1-1 0,-1 1 1,1-1-1,-1 1-38,0 1 0,1-1-1,-1 0 1,0 0 0,1 0 0,-1 0 0,0 1 0,1-1-1,-1 0 1,0 0 0,0 0 0,1 1 0,-1-1 0,0 0-1,0 1 1,1-1 0,-1 0 0,0 1 0,0-1 0,0 0-1,1 1 1,-1-1 0,0 0 0,0 1 0,0-1 0,0 0-1,0 1 1,0-1 0,0 0 0,0 1 0,0-1 0,0 1-1,0-1 1,0 0 0,0 1 0,2 15 1009,2 19-907,10 37 0,-6-33-4744,-3 15-6066,-2-47 10026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67 236,'-6'-5'-106,"3"2"860,1 1 1,-1-1 0,0 1 0,1-1-1,-1 0 1,-2-4 0,5 6-640,0 1 0,0-1 0,0 0 0,-1 1-1,1-1 1,0 1 0,0-1 0,0 0 0,0 1 0,0-1 0,0 1 0,0-1 0,0 0 0,1 1 0,-1-1 0,0 0 0,0 1 0,0-1 0,1 1 0,-1-1 0,0 1 0,1-1-1,-1 1 1,0-1 0,1 1 0,-1-1 0,1 1 0,-1-1 0,1 1 0,-1 0 0,1-1 0,-1 1 0,1 0 0,-1-1 0,1 1 0,-1 0 0,1 0 0,0-1 0,-1 1 0,1 0-1,-1 0 1,1 0 0,1 0 0,11-5 95,1 1 1,1 1-1,15-2 0,-24 4-150,1 0 1,-1 1 0,1 0-1,-1 0 1,1 1 0,-1 0-1,1 0 1,-1 0-1,8 3 1,-13-3 41,0-1-1,0 0 0,0 1 1,0-1-1,0 1 1,0-1-1,0 1 1,-1 0-1,1-1 0,0 1 1,0 0-1,0-1 1,-1 1-1,1 0 1,-1 0-1,1 0 1,0 0-1,-1 0 0,1 0 1,-1 0-1,0 0 1,1 0-1,-1 0 1,0 0-1,0 0 1,1 0-1,-1 0 0,0 0 1,0 0-1,0 0 1,0 0-1,-1 0 1,1 0-1,0 0 1,0 0-1,-1 0 0,1 0 1,0 0-1,-1 0 1,1 0-1,-1 0 1,1 0-1,-1 0 0,-1 2 1,-4 5 524,-1 1 0,1-1 0,-16 13 0,7-6-171,15-14-440,-1 0 0,1-1-1,-1 1 1,1 0 0,-1-1 0,1 1 0,-1 0-1,1-1 1,0 1 0,0 0 0,-1 0 0,1 0-1,0-1 1,0 1 0,0 0 0,0 0-1,0 0 1,0 0 0,0-1 0,0 1 0,0 0-1,0 0 1,0 0 0,1 0 0,-1 1 1,1-1 1,0 1 0,0-1 0,0 0-1,0 1 1,0-1 0,1 0-1,-1 0 1,0 0 0,0 0-1,3 2 1,6 2 28,0-1 0,0 1 1,13 3-1,-12-5 20,-6-1-29,35 15 229,-38-16-188,0 0 1,0 0-1,0 0 1,0 1 0,0-1-1,0 1 1,0-1-1,0 1 1,-1 0-1,1 0 1,-1 0 0,1 0-1,-1 0 1,2 2-1,-3-2-25,0-1 0,0 0-1,0 0 1,0 0-1,0 0 1,0 0 0,0 0-1,-1 1 1,1-1 0,0 0-1,-1 0 1,1 0 0,-1 0-1,1 0 1,-1 0 0,1 0-1,-1 0 1,0 0-1,1 0 1,-1-1 0,0 1-1,0 0 1,0 0 0,1-1-1,-1 1 1,0 0 0,-2 0-1,-30 17 586,28-16-574,-8 4-39,0-1 1,0 0-1,-1-1 1,-26 4-1,35-7-426,-1-1-1,0 0 0,1 0 1,-1 0-1,0-1 0,-9-1 1,13 1-217,-1 0 1,1 0 0,-1 0 0,1 0-1,-1 0 1,1-1 0,0 1-1,-1-1 1,1 1 0,0-1 0,0 0-1,0 0 1,0 0 0,-2-4-1,3 5 216,0 0 0,1 0-1,-1 0 1,1 0 0,-1 0-1,1 0 1,-1-1 0,1 1 0,0 0-1,-1 0 1,1-1 0,0 1-1,0 0 1,0 0 0,0-1-1,0 1 1,0 0 0,0 0-1,1-1 1,-1 1 0,0 0-1,1 0 1,-1 0 0,1 0-1,-1-1 1,1 1 0,1-1-1,5-2-159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19 220,'-6'0'520,"-16"-1"3363,10-3 3156,18 5-2863,10-2-3194,-3 0-545,85-3 2032,-49 2-4392,1 1-9803,-38-2 6797,-6 0 3937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68 20,'2'-5'732,"0"0"1,0 0-1,0 0 1,-1-1-1,2-7 0,-3 11 593,0-1 0,0 1-1,0-1 1,0 1-1,0-1 1,-1 1-1,1 0 1,-2-5-1,2 7-1252,0 0 0,0 0 0,0 0-1,0 0 1,0 0 0,0-1 0,0 1-1,0 0 1,0 0 0,0 0 0,0 0-1,-1 0 1,1-1 0,0 1 0,0 0-1,0 0 1,0 0 0,0 0-1,0 0 1,-1 0 0,1 0 0,0 0-1,0 0 1,0-1 0,0 1 0,0 0-1,-1 0 1,1 0 0,0 0 0,0 0-1,0 0 1,0 0 0,-1 0 0,1 0-1,0 0 1,0 0 0,0 0-1,0 0 1,-1 0 0,1 0 0,0 1-1,0-1 1,0 0 0,-8 7 1035,-3 10-576,2 7-400,2 0 1,0 0-1,2 0 0,-4 41 1,0-5-87,5-35-39,0-6-176,0 1 0,1 23 1,3-43 148,-1 0 0,1 0 1,0 0-1,0 0 1,0 0-1,0 0 1,0 0-1,0 0 1,0 0-1,0 1 0,0-1 1,0 0-1,0 0 1,0 0-1,0 0 1,0 0-1,0 0 1,0 0-1,0 1 0,0-1 1,0 0-1,0 0 1,0 0-1,0 0 1,0 0-1,0 0 0,0 0 1,0 0-1,0 1 1,0-1-1,0 0 1,0 0-1,0 0 1,0 0-1,0 0 0,0 0 1,0 0-1,0 0 1,0 0-1,0 1 1,1-1-1,-1 0 0,0 0 1,0 0-1,0 0 1,0 0-1,0 0 1,0 0-1,0 0 1,0 0-1,1 0 0,-1 0 1,0 0-1,0 0 1,0 0-1,0 0 1,0 0-1,0 0 0,0 0 1,0 0-1,1 0 1,-1 0-1,0 0 1,0 0-1,0 0 1,6-9-708,4-15-32,-3-3 438,-1 0-1,-1 0 0,2-45 0,-4 36 615,9-40 1,-12 75-272,0 1 1,0 0 0,0-1 0,0 1 0,0 0-1,0-1 1,0 1 0,0 0 0,0-1 0,1 1-1,-1 0 1,0 0 0,0-1 0,0 1 0,0 0-1,1-1 1,-1 1 0,0 0 0,0 0 0,0 0-1,1-1 1,-1 1 0,0 0 0,0 0 0,1 0-1,-1 0 1,0-1 0,1 1 0,-1 0 0,0 0-1,1 0 1,-1 0 0,0 0 0,0 0 0,1 0-1,-1 0 1,0 0 0,1 0 0,-1 0 0,0 0-1,1 0 1,-1 0 0,0 0 0,1 0 0,-1 0-1,0 0 1,0 1 0,1-1 0,-1 0 0,0 0-1,1 0 1,-1 0 0,0 1 0,0-1 0,1 0-1,-1 0 1,0 1 0,0-1 0,0 0 0,0 0-1,1 1 1,-1-1 0,0 0 0,0 0 0,0 1-1,16 22 541,-14-20-480,18 28 156,-2 1 0,23 58 0,-20-23-5223,-19-50-1140,-2-16 5950,0-1-1,0 0 0,0 0 0,0 1 0,0-1 0,0 0 0,1 1 0,-1-1 0,0 0 1,0 0-1,0 1 0,0-1 0,-1 0 0,1 1 0,0-1 0,0 0 0,0 1 0,0-1 1,0 0-1,0 0 0,0 1 0,0-1 0,-1 0 0,1 0 0,0 1 0,0-1 0,0 0 1,-1 0-1,1 0 0,0 1 0,0-1 0,-1 0 0,1 0 0,0 0 0,0 0 1,-1 1-1,1-1 0,0 0 0,0 0 0,-1 0 0,1 0 0,0 0 0,-1 0 0,1 0 1,0 0-1,-1 0 0,1 0 0,0 0 0,-1 0 0,-2-2-438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20 102 32,'-17'-9'863,"17"8"-731,0 1-1,0 0 1,0 0-1,-1 0 1,1 0-1,0-1 1,0 1-1,0 0 0,0 0 1,-1 0-1,1-1 1,0 1-1,0 0 1,0 0-1,0-1 1,0 1-1,0 0 1,0 0-1,0-1 1,0 1-1,0 0 0,0 0 1,0-1-1,0 1 1,0 0-1,0-1 1,0 1-1,0 0 1,0 0-1,0-1 1,0 1-1,0 0 1,2-2 632,0 0 1,1 0 0,-1 1 0,0-1 0,1 1 0,-1 0-1,1-1 1,-1 1 0,5-1 0,37-13 2909,27-2-8633,-9 2-2820,-5 0 4464,-28 8 2828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6 32,'-59'15'5078,"9"-4"9211,111-8-11163,-38-4-3498,110-7 1106,-89 4-3515,-2-1-3748,-39 5 5703,-2 0 419,0 0 1,0 0-1,0 0 1,0 0-1,0 0 1,0 0 0,0 0-1,0 0 1,-1 0-1,1-1 1,0 1-1,0 0 1,0-1-1,0 1 1,0-1-1,-1 1 1,1-1-1,0 1 1,-1-1-1,1 1 1,0-1-1,-1 0 1,1 1 0,0-1-1,-1 0 1,1 0-1,-1 1 1,0-1-1,2-2 1,-2 0-131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271 41 8,'7'-13'-434,"-3"-2"7321,-4 14-6565,0 1 1,0-1-1,0 1 0,0 0 1,0-1-1,0 1 0,0-1 1,0 1-1,-1-1 0,1 1 1,0 0-1,0-1 1,0 1-1,-1 0 0,1-1 1,0 1-1,0 0 0,-1-1 1,1 1-1,0 0 0,-1-1 1,0 1-1,-16-4 3492,5 5-3492,0 0 0,0 1 0,0 0 1,1 1-1,-1 0 0,1 1 0,-1 0 0,1 1 0,1 0 0,-1 1 0,1 0 1,-17 13-1,19-13-246,0 1 0,0 0 0,0 1 0,1-1 0,0 2 0,1-1 0,-1 1 0,2 0 0,-1 0 0,1 0 0,1 1 0,0 0 0,0 0 0,-3 16 0,6-23-75,0 1-1,1-1 0,-1 1 0,1-1 0,0 1 0,0-1 1,0 1-1,1-1 0,-1 1 0,1-1 0,0 1 1,0-1-1,0 0 0,1 1 0,-1-1 0,1 0 0,-1 0 1,5 6-1,-3-6-34,1 0 0,-1 0 1,1 0-1,0 0 0,0-1 1,0 1-1,0-1 1,0 0-1,0-1 0,1 1 1,-1-1-1,9 2 0,1 0-107,0-2-1,0 0 1,1-1-1,-1 0 1,0-1-1,0 0 1,0-2-1,19-4 1,-26 5 96,-1 0 1,0-1-1,1 0 1,-2 0-1,1 0 1,8-6-1,-13 8 41,0 0-1,0 0 1,0 0-1,0 1 1,0-1-1,-1 0 0,1 0 1,0 0-1,-1 0 1,1 0-1,-1 0 1,1 0-1,-1 0 1,1-1-1,-1 1 0,0 0 1,1-2-1,-1 1 3,-1 1-1,1 0 1,0 0-1,-1 0 1,1 0-1,-1-1 1,1 1-1,-1 0 1,0 0-1,1 0 1,-1 0-1,0 0 1,0 0-1,0 0 1,0 1-1,0-1 1,0 0-1,0 0 1,0 1-1,0-1 1,-2 0-1,-4-3 4,0 1 0,0 0 0,0 0-1,-1 0 1,0 1 0,1 1 0,-14-2 0,-57 0 129,67 3-159,38-2-1027,34-6 0,-35 3 1231,0 2 0,48 0 0,-73 3-123,0 0 0,1 0-1,-1 0 1,0 1-1,0-1 1,1 0-1,-1 1 1,0-1 0,0 1-1,1-1 1,-1 1-1,0 0 1,0 0-1,0-1 1,0 1 0,0 0-1,0 0 1,0 0-1,0 0 1,-1 0-1,1 0 1,0 0 0,0 1-1,-1-1 1,1 0-1,-1 0 1,1 0-1,0 3 1,0 2 193,0 1 0,0 0 1,0 0-1,-1 10 0,0 5 81,4 2 43,0 0-1,10 29 0,1 2-2736,-7 0-7751,-8-52 9115,0 0 1,0-1-1,0 1 1,0 0 0,0 0-1,-1 0 1,1 0-1,-1-1 1,-1 6-1,-2-1 107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30 88,'-34'4'2245,"-52"8"12834,150-12-13485,-17-3-1993,64-14 1,-45 4-3776,-68 6-4575,-13 1 4040,11 6 4236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10 8,'-34'-6'2634,"13"2"4723,28 7-4278,122 38-1434,-97-33-828,-31-7-707,1-1 1,-1 0-1,0 0 0,0 1 1,0-1-1,0 1 0,0-1 0,1 1 1,-1-1-1,0 1 0,0 0 1,0-1-1,-1 1 0,1 0 1,0 0-1,0 0 0,0 0 0,1 2 1,-2-3-27,0 1 1,0 0-1,0 0 1,0 0-1,0-1 1,0 1-1,0 0 1,0 0-1,0-1 1,0 1-1,-1 0 1,1 0-1,0-1 1,-1 1-1,1 0 1,0-1-1,-1 1 1,1 0-1,-1-1 1,1 1-1,-2 0 1,-4 5 292,0-1 0,0 0 0,0 0 0,-11 5 0,9-5-480,-35 18-1702,16-10-3101,3 2-4484,21-10 4943,7-3 3778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282 83 88,'0'-2'314,"1"0"1,-1 0-1,1 0 1,0 0-1,0 0 1,0 0-1,0 0 1,0 0-1,1 0 1,-1 1-1,0-1 1,3-2-1,-2 2 224,0 1-1,-1-1 1,1 0-1,-1 0 1,0 0 0,1-1-1,-1 1 1,0 0-1,1-4 1,-2 5-375,0 0 1,0 0-1,0 0 1,-1 0 0,1 0-1,0 0 1,-1 0-1,1 1 1,0-1-1,-1 0 1,1 0-1,-1 0 1,1 0-1,-1 1 1,0-1-1,1 0 1,-1 0-1,0 1 1,0-1-1,1 1 1,-1-1 0,0 0-1,0 1 1,0 0-1,0-1 1,1 1-1,-1-1 1,0 1-1,0 0 1,-2 0-1,-5-3 241,0 1-1,0 0 1,0 1-1,-1 0 1,1 0-1,0 1 1,-1 0-1,1 0 1,0 1-1,-9 1 1,4 1-156,0 0 1,0 1 0,1 0 0,-1 0 0,-19 12 0,24-11-218,1 0 0,0 1 1,0 0-1,0 0 0,1 0 1,0 1-1,0 0 0,1 1 1,0-1-1,0 1 1,1 0-1,0 0 0,0 0 1,-5 17-1,8-20-27,-1-1 1,1 1-1,0 0 1,1 0-1,-1-1 0,1 1 1,-1 0-1,2 0 0,-1 0 1,0-1-1,1 1 1,0 0-1,0 0 0,0-1 1,1 1-1,0-1 1,0 1-1,0-1 0,0 0 1,0 0-1,1 0 0,0 0 1,0 0-1,0 0 1,0-1-1,1 1 0,-1-1 1,1 0-1,7 4 1,-4-4-146,0 0 0,0 0 1,0-1-1,1 0 0,-1 0 1,1-1-1,0 0 0,-1 0 1,1-1-1,0 0 0,-1 0 1,15-3-1,-7 1-1211,0-1 0,15-5-1,20-13-7729,-9-4 3394,-27 16 5209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4 124,'-4'-1'1209,"1"0"0,-1 0-1,0 1 1,0-1 0,-1 1 0,1 0-1,0 0 1,0 1 0,0-1 0,-7 3-1,4-1-406,1 0 0,0 1-1,0 0 1,0 0-1,0 0 1,-7 6 0,7-4-599,0 0 1,0 0-1,1 0 1,0 1 0,0 0-1,0 0 1,1 0 0,-1 1-1,2-1 1,-1 1-1,1 0 1,-4 9 0,6-13-187,1-1-1,-1 1 1,1-1 0,-1 1 0,1-1 0,0 1 0,0-1 0,0 1 0,0-1-1,0 1 1,0 0 0,1-1 0,-1 1 0,1-1 0,0 1 0,0-1 0,1 4-1,0-5-23,-1 1-1,1 0 0,-1 0 1,1-1-1,0 1 0,-1-1 1,1 1-1,0-1 1,0 0-1,0 0 0,0 0 1,0 0-1,1 0 0,-1 0 1,4 0-1,1 0-78,0 0 0,1 0-1,-1-1 1,0 0 0,0-1 0,0 1 0,0-2 0,1 1-1,-1-1 1,-1 0 0,8-3 0,-8 3 34,0-1 0,0 0 0,-1 0 0,1-1 0,-1 0 0,0 0 0,0 0 0,0 0 0,-1-1 0,0 0 0,0 0 0,4-6 0,-6 8-66,-1 1-1,1-1 1,-1 0 0,0 0 0,0 0 0,0 0 0,0 0 0,0 0 0,-1-1 0,0 1 0,1 0 0,-1 0 0,0 0 0,0 0-1,-1-1 1,1 1 0,-1 0 0,0 0 0,0 0 0,0 0 0,0 0 0,0 0 0,0 0 0,-1 0 0,0 1 0,-3-5 0,4 5-998,-1 0 1,0 0 0,1 0-1,-1 1 1,0-1 0,0 1-1,0 0 1,-1-1-1,1 1 1,0 0 0,0 0-1,-1 0 1,-3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68,'2'5'17631,"-3"-5"-17561,1 1-1,-1-1 1,1 1 0,-1-1-1,1 1 1,-1-1-1,1 1 1,0 0 0,-1-1-1,1 1 1,0-1-1,-1 1 1,1 0 0,0-1-1,0 1 1,0 0-1,-1 0 1,1-1 0,0 1-1,0 0 1,0-1-1,0 1 1,0 0 0,0-1-1,0 1 1,1 0-1,-1-1 1,0 1 0,0 0-1,0 0 1,1-1-1,-1 1 1,0-1 0,1 2-1,2 1-61,0 0 0,-1 0-1,1 0 1,1 0 0,-1 0 0,0-1 0,1 1-1,-1-1 1,1 0 0,0 0 0,4 1-1,3 1-14,1 0-1,17 2 0,-19-5 76,0 1 0,0 1 0,-1 0 0,16 6 0,-24-5 580,-8 2-249,-16 3-75,17-7-271,0 1-248,-24 9-567,29-11 360,0-1-1,-1 0 1,1 0-1,0 1 1,0-1-1,-1 0 1,1 0-1,0 0 1,0-1-1,-1 1 0,1 0 1,-2-1-1,3 1 119,-1 0 0,1 0-1,0 0 1,0-1-1,-1 1 1,1 0-1,0 0 1,0-1-1,-1 1 1,1 0-1,0 0 1,0-1 0,-1 1-1,1 0 1,0 0-1,0-1 1,0 1-1,0 0 1,0-1-1,0 1 1,-1 0-1,1-1 1,0 1 0,0 0-1,0-1 1,0 0-1,4-10-4024,8-9 1025,-3 11 2794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64 224,'-1'-38'6568,"-1"12"7206,9 89-11404,-1-23-2263,1 51 54,9 69-2792,-15-156 2108,4 26-3709,-4-29 3435,-1 1 0,1-1 0,-1 1 0,1-1 0,0 1 0,-1-1 1,1 1-1,0-1 0,0 0 0,0 1 0,0-1 0,0 0 0,0 0 0,3 2 0,-4-3 728,0 0 0,0 0-1,0 0 1,0 0 0,1 0-1,-1 0 1,0 0 0,0 0-1,0 1 1,0-2-1,1 1 1,-1 0 0,0 0-1,0 0 1,0 0 0,1 0-1,-1 0 1,0 0 0,0 0-1,0 0 1,0 0 0,1 0-1,-1 0 1,0 0 0,0 0-1,0-1 1,0 1 0,0 0-1,0 0 1,1 0-1,-1 0 1,0 0 0,0-1-1,0 1 1,0 0 0,0 0-1,0 0 1,0 0 0,0-1-1,0 1 1,0 0 0,0 0-1,0 0 1,0-1 0,1 0-130,3-6-318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52,'12'-2'15120,"11"-1"-11693,4-1-3728,18-7-8615,-53 9 1643,1 0 6324,-5 0-11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7 8,'2'1'408,"1"-1"1,-1 0-1,0 0 1,1-1-1,-1 1 1,1-1-1,-1 1 1,0-1-1,1 0 1,-1 1-1,5-4 1867,-10 5-1753,0-1 0,0 1 0,0 0 0,1 0 1,-1 0-1,0 0 0,1 0 0,-1 0 0,1 1 0,-4 2 0,-5 2 297,9-5-905,-33 16 594,19-5-2702,7 1-4638,13-14 2630,1-3 3750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55 132,'-18'-4'3084,"13"3"-1173,0 0 0,0-1 0,0 1 0,0-1 0,0 0 1,0 0-1,1-1 0,-8-4 0,29 3-814,27 0-1195,-3 0-71,-13 1-2726,-6-2-2561,-1-2-3744,-16 4 6040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17 104,'0'0'115,"-1"1"1,0-1-1,0 1 1,0 0-1,1-1 1,-1 1-1,0 0 1,1 0-1,-1-1 1,0 1-1,1 0 1,-1 0-1,1 0 0,-1 0 1,1-1-1,0 1 1,-1 0-1,1 0 1,0 0-1,0 0 1,0 0-1,-1 0 1,1 1-1,1-1 80,-1 0 0,1-1 1,0 1-1,-1-1 0,1 1 0,0-1 0,-1 1 1,1-1-1,0 1 0,-1-1 0,1 0 0,0 1 1,0-1-1,-1 0 0,1 0 0,0 0 0,0 1 1,0-1-1,-1 0 0,3 0 0,8 0 1389,0 0 0,19-3 0,-30 3-1615,55-9 741,27-8-6586,-19 4 240,-46 10 4883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49 104,'-24'-1'933,"-12"-2"3136,3-5 6030,36 9-9731,1-1 0,-1 0 1,0 1-1,0-1 0,1 0 1,-1-1-1,4 1 0,5-1-141,27-1 222,-1 0-1,0-3 0,0-1 1,51-16-1,-100 67 1085,-6 43-1357,8-49-881,-5 53 0,14-73-321,5 2-4470,-5-20 5255,0-1-1,1 1 1,-1 0 0,0-1 0,0 1-1,0 0 1,1-1 0,-1 1-1,0-1 1,1 1 0,-1-1-1,1 1 1,-1-1 0,0 1-1,1-1 1,-1 1 0,1-1-1,0 1 1,-1-1 0,1 0-1,-1 1 1,1-1 0,-1 0 0,1 1-1,0-1 1,-1 0 0,1 0-1,0 0 1,-1 0 0,1 0-1,0 1 1,-1-1 0,1 0-1,0 0 1,-1-1 0,1 1-1,0 0 1,-1 0 0,1 0-1,0 0 1,-1-1 0,1 1 0,-1 0-1,1 0 1,0-1 0,-1 1-1,1-1 1,-1 1 0,1 0-1,-1-1 1,1 1 0,-1-1-1,1 1 1,0-2 0,5-6-656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43 104,'-26'-1'977,"-1"1"1713,0 3 8847,27-3-11433,8 2 1527,13 2-890,20-3-877,54-7-1,-27-5-4973,-5-8-4177,-46 11 7378,-6 1 888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80 80,'-2'-1'-114,"-1"0"609,0 0 1,0 0 0,1 0 1,-1 0-1,1 0 0,-1-1 0,1 1 1,-3-3-1,5 4-373,0-1 1,-1 1 0,1 0-1,0 0 1,0-1 0,0 1-1,0 0 1,0-1 0,-1 1-1,1 0 1,0-1 0,0 1-1,0 0 1,0-1 0,0 1-1,0 0 1,0-1 0,0 1-1,0 0 1,0-1 0,0 1-1,0 0 1,1-1 0,-1 1-1,0 0 1,0-1 0,13-12 1005,-3 8-1040,0-1-1,1 1 0,0 1 0,-1 0 1,1 0-1,1 1 0,-1 1 0,18-3 0,93 0-101,-119 5 23,-1 0-7,-1-1 0,0 1 0,1 0 0,-1 0 0,0 0 0,0 1 0,1-1 0,-1 0 0,0 0 0,1 1 0,-1-1 0,0 1 0,0-1 0,0 1 0,1-1 1,-1 1-1,0 0 0,0-1 0,0 1 0,0 0 0,0 0 0,0 0 0,1 2 0,-2-2-1,1 1 0,-1-1-1,0 0 1,1 1 0,-1-1 0,0 1 0,0-1-1,0 1 1,0-1 0,-1 1 0,1-1 0,0 1 0,-1-1-1,1 1 1,-1-1 0,1 1 0,-2 0 0,-3 9 120,-1-1 1,-1 0 0,-14 17-1,-18 16 1347,18-21-901,1 1 0,-20 30 0,36-46-531,0-1-1,0 0 1,1 1 0,0-1 0,0 1 0,1 0 0,0 0 0,0 0 0,0 0 0,1 1-1,0-1 1,1 0 0,-1 0 0,2 10 0,0-11-16,0-1 0,1 1 1,0-1-1,0 0 0,0 1 0,0-1 0,1 0 0,0-1 1,0 1-1,0 0 0,1-1 0,0 0 0,-1 0 1,1 0-1,1 0 0,-1 0 0,0-1 0,9 5 1,7 3-6,1-1 0,0-1 0,29 9 0,-22-9 58,-34-9 216,-1 0 0,1 0 0,-1 1 0,0 0 0,1 0 0,0 0 0,-1 1 0,1 0 0,0 0 0,0 1 1,-7 3-1,7-3-274,0 1 0,0 0 0,0 0 0,0 1 0,1 0 0,0 0 1,0 0-1,0 0 0,1 1 0,-1 0 0,1 0 0,-4 9 0,4-5 15,0 0 0,0 0 1,1 0-1,1 0 0,0 1 0,0-1 0,0 17 0,3 3 124,1 0 1,1 0 0,1 0-1,17 55 1,-12-56-30,-5-18-62,0 0 1,-1 1 0,2 16-1,-5-27-55,0 1-1,-1-1 1,1 0-1,0 0 1,-1 0-1,1 1 1,0-1-1,-1 0 1,0 0-1,1 0 1,-1 0-1,1 0 0,-1 0 1,0 0-1,0 0 1,0 0-1,0 0 1,0-1-1,0 1 1,0 0-1,0 0 1,0-1-1,0 1 0,0-1 1,0 1-1,0-1 1,0 1-1,-1-1 1,1 0-1,0 0 1,0 1-1,0-1 1,-2 0-1,-8 1-23,0 0 0,-19-1 0,21 0-45,-22-1-454,-2-5-4683,30 5 4473,-1 0 0,1 0-1,0 0 1,0 0 0,0-1-1,1 1 1,-1-1 0,0 0 0,0 0-1,1 0 1,-1 0 0,1 0-1,0 0 1,0-1 0,0 1-1,0-1 1,-3-4 0,1-4-221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67 36,'0'-2'477,"0"-1"0,0 0 1,0 1-1,0-1 0,0 0 0,-1 1 0,1-1 0,-1 1 1,0-1-1,0 1 0,0-1 0,0 1 0,0-1 0,0 1 1,-1 0-1,1 0 0,-1 0 0,0 0 0,0 0 1,1 0-1,-1 0 0,0 0 0,-1 1 0,1-1 0,0 1 1,-4-2-1,3 2 95,0 0 0,0 0 0,0 0 1,-1 1-1,1-1 0,0 1 0,0 0 1,-7 0-1,5 0-539,0 1 1,0 0-1,0 1 1,0-1-1,-9 4 1,7-1 9,1 0 0,0 0 1,0 0-1,0 1 0,1 0 0,-1 0 0,1 1 1,1-1-1,-1 1 0,1 0 0,0 0 0,0 1 1,0-1-1,1 1 0,0 0 0,-3 10 0,5-14-48,0 0-1,0 1 1,0-1-1,0 1 1,1-1-1,0 1 1,-1 0-1,1-1 1,0 1 0,1 0-1,-1-1 1,1 1-1,-1-1 1,1 1-1,0-1 1,1 1-1,-1-1 1,0 0-1,1 1 1,0-1-1,0 0 1,0 0-1,0 0 1,0 0-1,1-1 1,-1 1-1,1-1 1,0 1-1,-1-1 1,1 0-1,0 0 1,0 0-1,1 0 1,-1-1-1,4 2 1,-4-2-2,0 1 0,0-1 1,0 0-1,1 0 0,-1 0 0,0-1 1,1 1-1,-1-1 0,1 0 0,-1 0 1,1 0-1,-1 0 0,0-1 1,1 1-1,-1-1 0,0 0 0,1 0 1,-1 0-1,0-1 0,0 1 0,0-1 1,0 1-1,0-1 0,0 0 0,0 0 1,-1 0-1,1-1 0,-1 1 1,4-5-1,-2 1 5,0 0 0,-1 0 0,0 0 0,0 0 0,0-1 0,-1 1 0,0-1 1,0 1-1,0-1 0,-1 0 0,0 0 0,-1 0 0,0-11 0,-3-26-1260,2 33-3444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66 4,'-5'-20'1673,"5"-8"5592,0 10-1669,0 65-3618,1 79 11,1-84-2608,1 1-1,13 60 1,-16-103 601,9 30-3021,-8-29 2510,-1 0 0,1 1 0,0-1 0,0 0 0,-1 0 0,1 0 0,0 0 0,0 0-1,0 0 1,0 0 0,2 1 0,-3-1 387,0-1 0,1 0 0,-1 0 0,0 0 0,1-1 0,-1 1 0,1 0 0,-1 0 0,0 0 0,1 0 0,-1 0 0,0 0 0,1 0 0,-1-1 0,0 1 0,1 0 0,-1 0 0,0 0 0,0-1 0,1 1 0,-1 0 0,0-1 0,0 1 0,1 0 0,-1 0 0,0-1 0,0 1 0,0 0 0,0-1 0,1 1 0,-1 0 0,0-1 0,0 1 0,0-1 0,0 1 0,0 0 0,0-1 0,0 1 0,0 0 0,0-1 0,0 1 0,0 0 0,0-2 0,0-8-619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68,'0'-4'194,"0"1"0,1 0 0,-1-1 0,1 1 0,-1 0-1,1-1 1,0 1 0,1 0 0,-1 0 0,0 0 0,1 0 0,0 0 0,0 0 0,0 0 0,0 0 0,0 1 0,0-1-1,1 1 1,4-4 0,-5 5-83,0 0 0,0-1 0,0 2 0,0-1 0,0 0 0,0 0 0,0 1 0,1-1 0,-1 1-1,0-1 1,1 1 0,-1 0 0,0 0 0,0 0 0,1 0 0,-1 1 0,0-1 0,0 1 0,1-1 0,-1 1 0,0 0-1,0-1 1,0 1 0,0 1 0,0-1 0,0 0 0,0 0 0,0 1 0,0-1 0,2 3 0,-2-2 54,0 0 0,0 0 0,0-1 0,0 2 0,0-1 1,-1 0-1,1 0 0,-1 0 0,1 1 0,-1-1 0,0 1 1,0-1-1,0 1 0,0-1 0,0 1 0,-1 0 0,1-1 1,-1 1-1,0 0 0,0 0 0,0-1 0,0 1 0,0 0 1,0 0-1,-1-1 0,1 1 0,-1 0 0,0-1 0,0 1 1,0-1-1,0 1 0,0-1 0,-1 1 0,1-1 0,-4 4 0,-2 2 91,1 0 0,-2-1-1,1 0 1,-1-1 0,0 0-1,0 0 1,-1 0 0,-13 6-1,13-9-2094,20-11-9047,-3 5 10184,5 0-641,1-1 618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7 100 60,'-3'-51'3134,"0"27"1858,2-1 3913,8 92-7328,-8-26-1702,4 81-95,-1-103-809,1-1 0,6 24 1,-9-39 423,2 0 0,-1 0-1,0 0 1,0 0 0,1 0 0,0 0 0,0 0 0,0-1 0,0 1 0,2 2 0,-3-4 325,0 0 0,0 0-1,0 0 1,1 0 0,-1-1 0,0 1 0,0 0 0,0-1 0,1 1 0,-1-1 0,0 1 0,0-1-1,1 0 1,-1 1 0,0-1 0,1 0 0,-1 0 0,0 0 0,1 0 0,-1 0 0,0-1 0,1 1-1,-1 0 1,0 0 0,1-1 0,1 0 0,5-4-490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51 8,'-10'-2'277,"8"1"26,0 1 1,-1-1-1,1 1 0,-1-1 1,1 0-1,0 0 1,0 0-1,0 0 0,-1 0 1,1 0-1,0-1 1,-3-2-1,5 4-216,1-1 0,-1 1 0,0-1 0,0 1 0,1 0 0,-1-1 1,0 1-1,0-1 0,1 1 0,-1 0 0,0-1 0,1 1 0,-1 0 0,1-1 0,-1 1 0,0 0 0,1-1 0,-1 1 0,1 0 0,-1 0 0,1 0 0,-1 0 1,1-1-1,-1 1 0,1 0 0,0 0 0,19-5 470,-16 4-333,13-3 184,44-10 322,-57 13-701,1 1 0,0-1 0,-1 1 0,1 0 0,0 1 0,-1-1 0,1 1 0,0 0 0,-1 0 0,7 2 0,-9-2-11,0 1 0,0-1 0,-1 1-1,1 0 1,0-1 0,-1 1 0,1 0 0,-1 0-1,1 0 1,-1 0 0,0 0 0,0 0 0,0 1 0,0-1-1,0 0 1,-1 1 0,1-1 0,-1 0 0,1 1-1,-1-1 1,0 4 0,1 8-72,-1-1 0,-2 19-1,2-30 18,-1 5-690,1-1-1,0 1 0,0 0 1,2 11-1,-2-16 520,0 0 0,1 0 1,0-1-1,-1 1 0,1 0 0,0-1 1,0 1-1,-1 0 0,1-1 0,0 1 1,1-1-1,-1 0 0,0 1 0,0-1 1,1 0-1,-1 0 0,1 0 0,-1 1 0,1-2 1,-1 1-1,1 0 0,2 1 0,12 2-321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61 44,'-1'-8'419,"-3"-14"1746,6 11 2720,2 12-2283,-1 7-1396,-1 10 276,-2-17-1320,-1 1 0,1-1 0,-1 1 0,0-1 0,1 1 0,-1-1-1,0 0 1,0 1 0,0-1 0,0 0 0,0 0 0,0 0 0,-1 0 0,1 0 0,0 0 0,0 0-1,-1 0 1,1 0 0,-1-1 0,1 1 0,-1 0 0,1-1 0,-1 1 0,-2-1 0,3 1-141,0-2 1,0 1 0,0 0-1,1 0 1,-1 0-1,0 0 1,0-1 0,0 1-1,0 0 1,0-1-1,0 1 1,1 0 0,-1-1-1,0 1 1,0-1 0,1 0-1,-1 1 1,0-1-1,1 0 1,-1 1 0,1-1-1,-1 0 1,0 0 0,1 1-1,0-1 1,-1 0-1,1 0 1,-1 0 0,1 0-1,0 1 1,0-1-1,0 0 1,-1 0 0,1 0-1,0 0 1,0 0 0,0 0-1,0 0 1,0 0-1,1 0 1,-1 0 0,0 0-1,7-29-1804,2 14-4626,-3 36-1632,-2-3 7009,1 4 541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0 114 172,'1'-15'2096,"4"2"5531,-5 12-7381,1 1 0,-1 0 0,0 0 0,1 0 0,-1-1 0,1 1 0,-1 0 0,1 0 0,-1 0 0,1 0 0,-1 0 0,1 0 0,-1 0-1,1 0 1,-1 0 0,1 0 0,-1 0 0,1 0 0,-1 0 0,1 0 0,-1 0 0,0 1 0,1-1 0,0 0 0,12 8-831,-9-5 619,-1 0 0,0 1 0,0-1 0,0 1 0,0 0 0,0 0 0,-1 0 0,0 0 0,0 1 0,0-1 0,0 1 0,-1-1 0,1 1 0,-1-1 0,0 1 0,-1 0 0,1 0 0,-1 8 0,16-54-22,-16 39-13,26-65 57,-23 62-51,0-1 1,0 1-1,0 0 0,1-1 0,-1 2 0,1-1 1,0 0-1,1 1 0,7-6 0,-12 9-4,1 1-1,-1 0 1,1-1 0,-1 1-1,1 0 1,-1 0-1,1-1 1,0 1 0,-1 0-1,1 0 1,-1 0-1,1 0 1,0 0 0,-1 0-1,1 0 1,-1 0-1,1 0 1,0 0 0,-1 0-1,1 0 1,-1 0-1,1 1 1,0-1 0,-1 0-1,1 0 1,-1 1-1,2 0 1,12 16 77,2 24 192,-14-32-195,1-1-17,-1 1-1,1-1 0,-2 0 1,1 1-1,-1-1 0,-1 1 1,1 0-1,-2 8 0,2-62 69,2 34-147,1 0-1,0 1 0,0-1 0,11-18 1,-12 25 15,-1 0 1,0 1-1,1-1 0,0 0 1,0 1-1,0 0 1,0 0-1,1 0 1,-1 0-1,1 0 1,0 1-1,-1-1 1,1 1-1,0 0 0,6-2 1,-8 4 5,0 0 1,1-1 0,-1 1-1,0 0 1,0 0-1,1 0 1,-1 1-1,0-1 1,0 1-1,0-1 1,1 1-1,-1 0 1,0-1-1,0 1 1,0 0-1,0 0 1,0 1 0,-1-1-1,1 0 1,0 1-1,0-1 1,-1 1-1,1-1 1,-1 1-1,1 0 1,-1 0-1,0-1 1,0 1-1,0 0 1,0 0 0,1 4-1,1 0-269,-1 0 0,0 0-1,0 0 1,2 9 0,-3 21-4388,-3-23 1722,1-10 2416,1-1 1,-1 1-1,1 0 1,-1 0-1,1 0 0,0 0 1,0-1-1,0 1 1,1 0-1,-1 0 1,1 0-1,-1 0 1,1-1-1,1 4 0,3-1 118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03:15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214 267 68,'0'-2'332,"0"0"0,0 1-1,0-1 1,-1 0 0,1 0 0,0 0 0,-1 0 0,1 1-1,-1-1 1,0 0 0,1 1 0,-1-1 0,0 0 0,0 1-1,0-1 1,0 1 0,0-1 0,-1 1 0,1 0 0,0-1-1,-1 1 1,-2-2 0,1 2 225,0-1 1,0 1-1,0 0 0,-1 0 1,1 0-1,-1 0 1,1 1-1,-1-1 0,1 1 1,-1 0-1,-4 0 0,-1 1 573,0 0 0,-1 1 0,-14 4 0,-17 11-50,36-13-1004,-1 0 0,0 1 1,1 0-1,0 0 0,-8 9 0,11-12-75,1 0-1,-1 0 1,1-1-1,0 1 1,-1 0-1,1 1 0,0-1 1,0 0-1,1 0 1,-1 0-1,0 1 1,1-1-1,-1 0 0,1 1 1,0-1-1,-1 0 1,1 1-1,1-1 1,-1 1-1,1 3 1,-1-5-4,0 0 0,1-1 0,-1 1 1,1 0-1,-1 0 0,1 0 0,-1 0 1,1-1-1,0 1 0,-1 0 0,1-1 1,0 1-1,-1 0 0,1-1 0,0 1 1,0-1-1,0 1 0,-1-1 0,1 1 1,0-1-1,0 0 0,2 1 0,-1-1-3,1 0 0,-1 0-1,0 0 1,1 0-1,-1 0 1,0 0-1,1-1 1,-1 1-1,3-2 1,3-1-40,1-1 0,-1 0 0,14-10 0,-11 7 0,-8 4 25,0 1 0,0-1 0,0 1 0,1 1 0,-1-1 0,1 0 0,5-1 0,-8 3 17,0 0 1,0 0-1,0 0 0,0 0 1,1 0-1,-1 0 0,0 0 1,0 0-1,0 1 0,0-1 1,1 1-1,-1-1 0,0 1 1,0-1-1,0 1 0,0-1 1,0 1-1,0 0 0,0 0 1,0-1-1,-1 1 0,1 0 1,0 0-1,0 0 0,-1 0 1,1 0-1,0 0 0,0 2 0,1 2-38,1-1 0,0 0 0,-1 0-1,2 0 1,-1-1 0,0 1-1,1-1 1,-1 0 0,1 0-1,0 0 1,8 4 0,-8-5-25,0-1 1,0 1-1,0-1 1,1-1 0,-1 1-1,0-1 1,0 1-1,0-1 1,1 0-1,-1-1 1,0 1 0,0-1-1,1 0 1,4-1-1,0-1 41,0 0-1,0-1 0,0 0 1,0-1-1,0 0 1,-1 0-1,0-1 0,0 0 1,-1 0-1,1-1 1,-1 0-1,-1 0 0,1-1 1,-1 1-1,-1-1 0,0-1 1,0 1-1,0-1 1,5-14-1,-7 14 66,1-1 1,-2 0-1,1 1 1,-1-1-1,0 0 1,-1-1-1,-1 1 0,1 0 1,-2 0-1,1 0 1,-1-1-1,-1 1 0,0 0 1,0 0-1,-1 1 1,0-1-1,-1 1 1,-9-19-1,12 27-33,1 0-1,0 0 0,-1 1 1,1-1-1,-1 0 1,0 0-1,1 0 1,-1 0-1,0 1 1,1-1-1,-1 0 1,0 0-1,0 1 1,0-1-1,1 1 1,-1-1-1,0 1 1,0-1-1,0 1 1,0 0-1,0-1 1,0 1-1,0 0 0,0 0 1,0-1-1,-2 1 1,2 1-3,-1-1 0,1 1 0,0 0 0,-1 0 0,1 0 0,0-1 0,0 1 0,-1 0 0,1 1 0,0-1 0,0 0 0,0 0 0,0 0 0,1 1 0,-2 1 0,-3 7 0,0 1-1,1-1 1,-5 19 0,2-6 21,2 1 1,1 0 0,1-1 0,0 1-1,2 0 1,2 30 0,0-45-164,0 0-1,1 0 1,0 0 0,1 1-1,-1-2 1,2 1 0,-1 0-1,1-1 1,0 1 0,1-1-1,0 0 1,0-1 0,1 1-1,0-1 1,0 0 0,1 0-1,0-1 1,14 10-1,-8-8-2346,0 0 0,28 12-1,-34-18 1626,0 1-1,0-1 0,0 0 1,0-1-1,1 0 1,-1 0-1,0 0 1,10-1-1,-2-2-56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2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52 68,'-1'-5'662,"-1"0"-1,1 0 1,-1 0 0,0 1 0,-1-1-1,1 1 1,-6-7 0,8 10-474,-1 0 0,1 1-1,-1-1 1,1 1 0,-1-1 0,1 1 0,-1 0 0,0-1-1,1 1 1,-1-1 0,0 1 0,1 0 0,-1 0 0,0-1-1,1 1 1,-1 0 0,0 0 0,0 0 0,1 0 0,-1 0-1,0 0 1,-1 0 0,1 1-91,0-1-1,-1 1 1,1 0-1,0 0 1,-1-1-1,1 1 1,0 0 0,0 0-1,0 0 1,0 1-1,0-1 1,0 0-1,0 0 1,0 0-1,-1 3 1,-8 16 109,1 0 0,1 0 1,0 1-1,2 0 0,0 0 0,-4 34 0,-6 134-275,15-173 88,-3 59 17,10 123-1,-2-167-1278,13 51 1,-16-80 882,0 1 1,-1 0-1,1-1 1,0 1-1,0-1 1,1 0-1,-1 1 1,0-1-1,1 0 1,-1 1-1,1-1 1,0 0-1,2 2 1,-4-4 266,0 0 1,1 0-1,-1 0 0,0 0 1,1 0-1,-1 0 0,0 0 1,1 1-1,-1-1 0,0 0 1,1 0-1,-1 0 0,0 0 1,1 0-1,-1 0 1,0 0-1,1-1 0,-1 1 1,0 0-1,0 0 0,1 0 1,-1 0-1,0 0 0,1 0 1,-1-1-1,0 1 0,0 0 1,1 0-1,-1 0 0,0-1 1,0 1-1,1 0 0,-1 0 1,0-1-1,8-22-1246,-4-3 816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3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37 117 12,'-16'-16'306,"-4"-10"3635,20 25-3871,0 0-1,0 0 0,0 0 1,0 0-1,1 1 1,-1-1-1,0 0 0,1 0 1,-1 0-1,0 0 1,1 1-1,-1-1 0,1 0 1,-1 0-1,1 1 0,-1-1 1,1 0-1,0 1 1,-1-1-1,1 0 0,0 1 1,0-1-1,0 1 1,-1 0-1,1-1 0,0 1 1,0-1-1,0 1 1,0 0-1,-1 0 0,1 0 1,0-1-1,0 1 0,0 0 1,1 0-1,66-17 506,1 4 0,133-11-1,-141 26-2483,-60-2 1755,0 0 1,0 0-1,0 0 0,1 1 0,-1-1 0,0 1 0,0-1 0,0 0 0,0 1 0,0 0 0,0-1 0,0 1 0,0 0 0,0-1 0,-1 1 0,1 0 0,0 0 1,1 1-1,-2 0 27,0-1 1,0 0 0,0 0-1,0 0 1,0 0 0,0 0 0,0 0-1,0 1 1,-1-1 0,1 0-1,0 0 1,-1 0 0,1 0 0,-1 0-1,1 0 1,-1 0 0,1 0-1,-1 0 1,0 0 0,0 0 0,1-1-1,-1 1 1,-2 1 0,-10 11-395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3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50 176,'-2'1'260,"0"0"1,0 0-1,0 0 1,0-1-1,0 1 0,0-1 1,0 1-1,0-1 1,0 0-1,0 1 1,0-1-1,0 0 0,-3-1 1,0-3 3422,20-4-1698,18-3-1401,-1 2 1,1 1-1,44-4 0,-17 8-3994,-3 5-3790,-44 0 6283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2 145 48,'-2'-24'2402,"3"2"3348,0 20-5591,1 1 0,-1-1 1,1 1-1,-1-1 0,1 1 0,0 0 0,0 0 0,-1 0 0,1 0 1,0 0-1,0 0 0,0 0 0,3 0 0,3-1-59,-1 0-1,1 0 1,-1 1-1,1 0 1,0 0 0,-1 1-1,1 0 1,0 0-1,0 1 1,-1 0-1,1 1 1,-1-1-1,1 1 1,-1 1-1,0-1 1,0 1 0,11 7-1,-13-8-10,-1 1 0,0 0-1,1 0 1,-2 1 0,1-1 0,0 1-1,-1 0 1,1 0 0,-1 0 0,0 0-1,0 1 1,-1-1 0,0 1 0,1-1 0,-1 1-1,-1 0 1,1 0 0,-1 0 0,0 0-1,0 0 1,0 1 0,-1-1 0,0 0-1,0 0 1,0 0 0,-2 9 0,1 14 941,1-28-1004,1 0-1,-1 0 1,0 0 0,1 0 0,-1 0 0,1 0-1,-1 0 1,0 0 0,1 0 0,-1 0 0,0 0-1,1 0 1,-1 0 0,0-1 0,1 1 0,-1 0-1,0 0 1,1 0 0,-1-1 0,0 1 0,0 0-1,1 0 1,-1-1 0,0 1 0,0 0 0,1-1 0,-1 1-1,0 0 1,0-1 0,0 1 0,0 0 0,1-1-1,-1 1 1,0-1 0,26-49 417,-21 39-614,7-16-295,14-46 0,-23 64-840,-1 1 0,-1-1 0,0 1-1,0-1 1,-1-17 0,-5 12-5623,1 19 6073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16,'21'-3'5621,"-21"18"2394,-3 9-8264,3-15 379,-2 104 1829,3-103-2508,0 0-1,0 1 1,1-1 0,0 0 0,1 0 0,0 0 0,1 0 0,7 15 0,-11-25 395,0 1 1,1 0-1,-1-1 0,0 1 0,0 0 0,1-1 0,-1 1 0,0-1 0,1 1 1,-1-1-1,0 1 0,1-1 0,-1 1 0,1-1 0,-1 1 0,1-1 0,-1 1 1,1-1-1,-1 0 0,1 1 0,0-1 0,-1 0 0,1 1 0,-1-1 0,1 0 1,0 0-1,-1 0 0,1 0 0,0 1 0,-1-1 0,1 0 0,0 0 1,-1 0-1,1 0 0,0-1 0,-1 1 0,1 0 0,0 0 0,-1 0 0,1 0 1,-1-1-1,1 1 0,0 0 0,-1-1 0,1 1 0,-1 0 0,1-1 0,-1 1 1,1-1-1,-1 1 0,1-1 0,-1 1 0,1-1 0,-1 1 0,0-1 0,1 1 1,-1-1-1,0 0 0,0 1 0,1-2 0,4-14-726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4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53 196,'-1'-2'253,"0"0"-1,0-1 1,1 1-1,-1 0 1,1 0-1,-1 0 1,1-1 0,0 1-1,-1 0 1,1 0-1,0-1 1,1 1 0,-1 0-1,0 0 1,1-1-1,-1 1 1,1 0-1,1-3 1,-1 5-146,0-1 0,0 0 0,0 0 0,0 0 1,0 1-1,1-1 0,-1 1 0,0-1 0,1 1 0,-1-1 0,0 1 0,1 0 1,-1 0-1,0 0 0,1 0 0,-1 0 0,1 0 0,-1 0 0,0 0 0,1 0 0,-1 0 1,0 1-1,1-1 0,-1 1 0,0-1 0,0 1 0,1-1 0,-1 1 0,0 0 1,0 0-1,2 1 0,-2-2-22,0 1 0,1-1 0,-1 1 0,0-1 1,0 1-1,0 0 0,0-1 0,0 1 0,0 0 0,0 0 1,0 0-1,0 0 0,0 0 0,-1 0 0,1 0 0,0 0 1,-1 0-1,1 0 0,0 0 0,-1 1 0,1-1 0,-1 0 1,0 0-1,1 0 0,-1 3 0,0-2 72,-1 0 1,1 0-1,-1 0 0,0-1 1,1 1-1,-1 0 1,0-1-1,0 1 0,0-1 1,0 1-1,-1-1 0,1 1 1,0-1-1,-1 1 0,-1 0 1,-2 3 96,-1-2-1,1 1 1,-1-1 0,1 0 0,-1 0 0,0 0 0,0-1 0,0 0 0,-9 2-1,4-5 566,3-4-6470,8 5 5439,0-1 0,0 1 1,0-1-1,0 1 0,0 0 0,1-1 1,-1 1-1,0 0 0,0-1 0,1 1 1,-1 0-1,0-1 0,0 1 0,1 0 1,-1-1-1,0 1 0,1 0 0,-1 0 1,0 0-1,1-1 0,-1 1 0,0 0 1,1 0-1,-1 0 0,1 0 0,-1-1 0,0 1 1,1 0-1,-1 0 0,1 0 0,-1 0 1,0 0-1,1 0 0,-1 0 0,1 0 1,-1 0-1,0 1 0,1-1 0,-1 0 1,1 0-1,-1 0 0,0 0 0,1 1 1,-1-1-1,1 0 0,10 2-696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5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13 183 260,'-12'3'14504,"31"16"-12740,-11-7-1530,0 1 0,-2 0-1,0 1 1,0-1 0,-1 1-1,-1 0 1,0 0 0,-1 1-1,0-1 1,-1 1 0,-1 21-1,0-68-207,2 1-1,0-1 0,12-42 0,-11 54-84,2 0 0,1 0 0,0 1-1,2 0 1,0 1 0,21-33 0,-28 49 42,0-1-1,0 1 1,0-1 0,0 1-1,0 0 1,1 0 0,-1 0-1,1 0 1,-1 0 0,1 0-1,-1 1 1,1-1 0,0 1-1,0 0 1,0 0 0,0 0-1,4-1 1,-5 3 10,-1-1-1,1 0 1,0 1 0,-1-1-1,1 1 1,-1-1 0,1 1-1,-1 0 1,1-1 0,-1 1-1,0 0 1,1 0 0,-1 0-1,0 0 1,0 0-1,1 1 1,-1-1 0,0 0-1,0 0 1,-1 1 0,1-1-1,0 1 1,0-1 0,-1 1-1,1-1 1,0 1 0,-1-1-1,0 1 1,1-1-1,-1 1 1,0 0 0,0-1-1,0 1 1,0 1 0,1 12-3,-1 0-1,0 1 1,-1-1 0,-4 23 0,2-27-89,1 0 0,1 0 0,0 0 0,0 0 0,1 0 0,1 0 0,0 0-1,0 0 1,5 18 0,-5-28-18,0 1 0,0 0 0,0-1-1,0 0 1,0 1 0,0-1 0,1 1-1,-1-1 1,0 0 0,1 0 0,-1 0 0,1 0-1,-1 0 1,1 0 0,0 0 0,-1-1-1,1 1 1,0 0 0,-1-1 0,1 1 0,0-1-1,0 0 1,0 0 0,-1 0 0,1 0-1,0 0 1,0 0 0,0 0 0,-1 0-1,1-1 1,0 1 0,0-1 0,-1 1 0,4-2-1,6-2-599,0 0 0,-1-1 0,20-11 0,2-4-329,-1-2 1,31-26-1,-48 36 982,-1-1 0,0 0 0,-1-1 0,-1 0 0,0 0 0,13-24 0,-23 36 115,0-1-1,0 1 1,1 0-1,-1 0 1,0-1 0,-1 1-1,1-1 1,0 1 0,-1 0-1,1-1 1,-1 1 0,0-1-1,0 0 1,0 1-1,0-1 1,0 1 0,-1-1-1,1 1 1,-1-1 0,0-2-1,-1 4 49,1-1 0,0 1-1,0 0 1,-1-1 0,1 1-1,0 0 1,-1 0 0,1 0-1,-1 0 1,0 0 0,1 0-1,-1 0 1,0 1 0,0-1-1,1 0 1,-1 1 0,0 0-1,0-1 1,0 1 0,-3 0-1,-2 0 162,1 0-1,-1 0 0,0 1 0,0 0 1,0 1-1,1-1 0,-1 1 1,1 0-1,-1 1 0,1 0 0,0 0 1,0 0-1,-8 6 0,10-6-211,0 0 0,1 0 1,0 0-1,-1 0 0,1 1 0,0-1 0,1 1 0,-1 0 0,1 0 0,0 0 1,0 0-1,0 0 0,0 0 0,1 1 0,-1-1 0,1 0 0,0 1 0,1-1 1,-1 1-1,1 0 0,0-1 0,0 1 0,1 5 0,0-3-42,2-1 1,-1 1-1,1 0 0,0-1 0,0 0 1,1 0-1,0 0 0,0 0 0,0-1 1,0 1-1,1-1 0,0 0 1,1 0-1,7 5 0,3 3 11,0 0 0,0 1-1,-1 0 1,-1 2 0,16 21-1,-25-29 44,0 1 0,0 0 0,-1 0 0,-1 0 0,1 0 0,-1 1 0,-1-1 0,0 1-1,0 0 1,-1-1 0,0 1 0,-1 0 0,-1 14 0,-2 14 663,-11 56 1,11-79-494,-1 1-1,-1-1 1,0-1-1,-1 1 1,0-1-1,-12 20 1,16-31-190,0-1 1,0 1-1,0-1 1,0 1-1,-1-1 0,1 0 1,-1 0-1,1 0 1,-1 0-1,0 0 0,1 0 1,-1-1-1,0 1 1,0-1-1,0 0 0,-6 2 1,8-3-33,-1 0 1,1 0-1,0 0 1,0 0-1,0-1 1,0 1 0,0 0-1,0 0 1,0-1-1,0 1 1,0 0-1,0-1 1,0 1-1,0-1 1,0 1-1,0-1 1,0 0 0,0 1-1,0-1 1,0-1-1,-1 0-9,1 0 0,-1 0 0,1 0 0,0-1-1,0 1 1,0 0 0,0 0 0,1-1 0,-1 1 0,1-1 0,-1 1 0,1-5-1,-1-8-277,1 0-1,1 0 0,0 0 0,4-17 1,17-62-4638,-4 24-518,16-86-1820,-26 111 6610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6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0 220 136,'7'7'2634,"3"0"5203,5-9-5775,59-24 2275,5-15-3283,-70 36-1063,0-1 0,0 0 0,0-1 0,-1 1 0,0-2 0,0 1 0,-1-1 0,0 0 1,0-1-1,-1 0 0,0 0 0,-1 0 0,6-15 0,-10 23 32,0 0-1,-1 0 1,1 0-1,-1 0 1,1 0 0,-1 0-1,0-1 1,1 1 0,-1 0-1,0 0 1,0 0-1,0-1 1,0 1 0,0 0-1,0 0 1,0-1 0,-1 1-1,1 0 1,0 0-1,-1 0 1,1 0 0,0-1-1,-1 1 1,0 0-1,1 0 1,-1 0 0,0 0-1,1 0 1,-1 0 0,0 0-1,0 0 1,0 1-1,0-1 1,0 0 0,0 0-1,0 1 1,0-1-1,0 1 1,0-1 0,0 1-1,0-1 1,-1 1 0,1 0-1,0-1 1,0 1-1,0 0 1,-1 0 0,1 0-1,-2 0 1,-3 0 73,0 0 0,-1 1 0,1 0 0,0 0 1,0 0-1,-1 1 0,1-1 0,-7 5 0,-1 2-32,0 0 0,1 1 0,0 1 0,0 0 0,1 1 0,1 0 0,0 1 0,0 0 0,1 1 0,1 0 0,-9 16 0,14-22-57,0 0-1,1 0 1,0 0-1,1 0 1,-1 1-1,2-1 1,-1 1-1,1 0 1,0-1 0,0 1-1,1 9 1,1-12-5,-1 0 0,2 0 0,-1 0 0,0 0 0,1 0 0,0 0 0,0-1 0,0 1 0,1 0 0,-1-1 0,1 0 0,0 0 0,1 0 0,-1 0 0,1 0 0,-1-1 0,1 0 1,7 5-1,-3-3-153,1 0 1,1-1 0,-1 0-1,0 0 1,1-1 0,0 0 0,0-1-1,0 0 1,0-1 0,0 0 0,0 0-1,10-2 1,-11 1-562,-1-1 0,0 0 0,0 0 0,0-1 0,0 0 0,15-6 0,-19 6 6,-1 0-1,1 0 0,0-1 1,0 1-1,-1-1 1,0 1-1,1-1 0,-1 0 1,0 0-1,0-1 0,-1 1 1,1-1-1,2-4 0,-4 7 629,-1 1-1,0-1 1,1 1-1,-1-1 1,0 1 0,1-1-1,-1 1 1,0-1-1,0 1 1,0-1-1,1 1 1,-1-1-1,0 1 1,0-1-1,0 0 1,0 1-1,0-1 1,0 1-1,0-1 1,0 1-1,0-1 1,0 0-1,0 1 1,-1-1-1,1 1 1,0-1-1,0 1 1,0-1 0,-1 1-1,1-1 1,0 1-1,-1-1 1,1 1-1,0-1 1,-1 1-1,1 0 1,-1-1-1,1 1 1,-1 0-1,1-1 1,-1 1-1,1 0 1,-1-1-1,-12-4-430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7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78 72,'-76'2'2807,"61"0"-27,52 3-1786,208 3-389,334-31 0,-527 20-687,-29 4-54,0-2 0,0-1 0,-1-1 0,1 0 0,-1-2 0,0-1 0,31-12 0,-52 18 10,0 0-1,-1 0 1,1 0-1,0-1 1,0 1-1,-1 0 1,1-1-1,0 1 1,-1 0-1,1-1 0,-1 1 1,1-1-1,-1 1 1,1-1-1,-1 1 1,1-1-1,-1 0 1,1 1-1,-1-1 1,1 0-1,-1 1 1,0-1-1,0 0 1,1 1-1,-1-1 1,0 0-1,0 0 0,0 1 1,0-1-1,0 0 1,0 0-1,0 1 1,0-1-1,0 0 1,0 0-1,0 1 1,0-1-1,0 0 1,-1 0-1,1 1 1,0-1-1,-1 0 0,1 1 1,-1-2-1,-4-2-616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18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 84,'-89'3'2737,"-6"2"4677,93-4-6002,7 1-574,21 4-360,34 1-633,-50-6 120,21 1-36,0-2 0,0 0 0,47-8-1,-78 8-87,-1 0-1,1 0 1,0-1-1,0 1 0,0 0 1,-2-3-2714,2 3 2713,0-1 0,-1 1 1,1 0-1,0 0 0,1 0 1,-1-1-1,0 1 1,0 0-1,0 0 0,0-1 1,0 1-1,0 0 1,0 0-1,0 0 0,0-1 1,0 1-1,0 0 0,4-2-2553,-24-5 155,6 5 2069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1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22 101 60,'1'-28'1615,"0"25"-874,0 0-1,-1 0 1,1-1 0,-1 1 0,0 0 0,0 0 0,0 0 0,-1-1-1,1 1 1,-1 0 0,0 0 0,1 0 0,-1 0 0,-1 0 0,1 0-1,0 0 1,-1 0 0,1 0 0,-1 1 0,0-1 0,0 1 0,-4-4-1,4 42-433,2 38-1058,4 0 0,19 112 0,-20-173-123,6 42-2892,-8-53 3143,-1 0 0,0 0 1,0 0-1,0 1 0,-1-1 1,1 0-1,0 0 0,-1 0 1,0 0-1,1 0 0,-3 4 1,3-6 528,-1 0 1,1 1 0,0-1-1,-1 0 1,1 0 0,-1 0-1,1 0 1,-1 1 0,1-1-1,-1 0 1,1 0-1,-1 0 1,1 0 0,-1 0-1,1 0 1,-1 0 0,1 0-1,-1 0 1,1-1 0,-1 1-1,1 0 1,-1 0 0,1 0-1,-1 0 1,1-1-1,0 1 1,-1 0 0,1-1-1,-1 1 1,1 0 0,0-1-1,-1 1 1,1 0 0,0-1-1,-1 1 1,1-1 0,0 1-1,0 0 1,-1-1-1,1 1 1,0-1 0,0 1-1,-1-2 1,-4-11-363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1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30 110 120,'-13'-25'1758,"-4"-15"9102,21 38-10650,-1 0 0,0 0 0,1 1 1,-1-1-1,1 1 0,0-1 0,0 1 1,-1 0-1,1 1 0,0-1 0,5 0 0,-5 1-33,35-8-79,-15 2-213,1 1 0,-1 1 0,1 1 0,-1 1 0,1 1 0,38 4 0,-63-3-25,1 0 1,-1 0-1,0 0 0,1 1 0,-1-1 0,0 0 1,1 0-1,-1 0 0,0 0 0,0 0 1,1 0-1,-1 0 0,0 1 0,0-1 1,1 0-1,-1 0 0,0 0 0,0 1 1,1-1-1,-1 0 0,0 0 0,0 1 1,0-1-1,0 0 0,1 0 0,-1 1 1,0-1-1,0 0 0,0 1 0,0-1 1,0 0-1,0 1 0,0-1 0,0 0 1,0 1-1,0-1 0,0 0 0,0 0 1,0 1-1,-9 16-4024,-25 17-115,26-27 3993,-8 10-117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12,'-9'8'-776,"-11"12"7451,23-15-2616,16-5-2582,1-3-1014,78-8 667,-34 13-5497,-63-2 4180,0 0 1,0 0-1,0-1 1,0 1-1,-1 1 1,1-1 0,0 0-1,0 0 1,0 0-1,0 0 1,0 1-1,-1-1 1,1 0-1,0 1 1,0-1-1,0 0 1,-1 1-1,1-1 1,0 1-1,-1-1 1,1 1 0,0 0-1,-1-1 1,1 1-1,-1 0 1,1-1-1,-1 1 1,1 0-1,-1 0 1,1-1-1,-1 1 1,0 0-1,0 0 1,1 0-1,-1 0 1,0-1 0,0 1-1,0 0 1,0 0-1,0 0 1,0 0-1,0 1 1,-6 8-385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44,'-4'4'367,"0"1"0,1-1 0,-1 1 1,1 0-1,1 0 0,-1 0 0,-3 10 0,6-14-210,0-1 0,0 1-1,0 0 1,-1 0 0,1 0 0,0-1 0,1 1-1,-1 0 1,0 0 0,0 0 0,0-1-1,0 1 1,1 0 0,-1-1 0,0 1-1,1 0 1,-1 0 0,0-1 0,1 1 0,-1 0-1,1-1 1,-1 1 0,2 0 0,0 0 94,0 0 0,0 1 1,0-2-1,0 1 1,0 0-1,0 0 0,0-1 1,1 1-1,-1-1 0,0 0 1,0 1-1,3-1 1,33 0 1320,-1-1-1,41-6 1,-27-2-4657,-4-1-4491,-19 1 4191,-16 3 2764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2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33 60,'-1'-13'202,"-5"-6"16230,-1 33-15647,-12 35-925,-38 72-1,24-68-3308,-5-5-4201,38-47 7563,-1-1 1,1 0-1,0 0 1,0 0 0,-1 0-1,1 1 1,0-1 0,0 0-1,-1 0 1,1 0-1,0 0 1,0 0 0,-1 0-1,1 0 1,0 0 0,0 0-1,-1 0 1,1 0-1,0 0 1,0 0 0,-1 0-1,1 0 1,0 0 0,0 0-1,-1 0 1,1-1 0,0 1-1,0 0 1,-1 0-1,1 0 1,0 0 0,0 0-1,-1-1 1,1 1 0,0 0-1,0 0 1,0 0-1,0-1 1,-1 1 0,1 0-1,0 0 1,0-1 0,0 1-1,0 0 1,0 0-1,0-1 1,0 1 0,0 0-1,0 0 1,0-1 0,0 1-1,0 0 1,0-1-1,0 1 1,0 0 0,0 0-1,0-1 1,0 1 0,0 0-1,0 0 1,0-1 0,0 1-1,0 0 1,0 0-1,1-1 1,-2-9-276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3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49 220,'0'-2'47,"-13"-34"3037,10 25 780,9 20 1734,33 54-1254,35 25-2910,-9-13-1381,-31-24-1517,-5-7-3417,4-7-4112,-11-24 6156,-9-11 2384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3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1 105 140,'13'-63'3943,"-11"42"1575,-1 0 4800,18 62-8644,-6 13-1484,-2-1-1,-3 2 0,2 77 1,-9-84-615,2-1 0,3 0 0,2 0 0,1-1 0,20 56-1,-18-79-577,13 3-6855,-23-25 7578,-1-1-1,1 1 1,0-1-1,-1 0 1,1 1-1,0-1 1,0 0 0,-1 0-1,1 1 1,0-1-1,0 0 1,-1 0 0,1 0-1,0 0 1,0 0-1,-1 0 1,1 0 0,0 0-1,0 0 1,0 0-1,-1 0 1,1-1 0,0 1-1,0 0 1,1-1-1,-1-1 79,1 1-1,-1-1 1,0 0-1,1 1 1,-1-1-1,0 0 0,0 0 1,0 0-1,0 0 1,0 0-1,-1 0 1,1 0-1,0 0 1,0-3-1,4-22-351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4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2 145 48,'-1'-5'164,"1"0"0,-1-1 0,1 1 0,1 0 0,-1-1 0,1 1 0,0 0 0,0 0 0,1-1 0,-1 1 0,1 0 0,0 0 0,0 1 0,1-1 0,0 0 0,0 1 0,0-1 0,0 1 0,6-5 0,-6 5 138,0 0 0,1 1 0,0 0 0,0 0 0,0 0 1,0 0-1,1 0 0,-1 1 0,1 0 0,-1 0 0,1 0 0,0 1 0,0-1 0,-1 1 1,1 0-1,0 0 0,0 1 0,0 0 0,1 0 0,-1 0 0,5 1 0,-8-1-149,0 1 1,-1-1-1,1 1 0,0 0 0,0 0 0,0 0 0,0 0 0,-1 0 1,1 0-1,0 0 0,-1 1 0,1-1 0,-1 0 0,1 1 0,-1-1 1,0 1-1,0 0 0,0 0 0,0-1 0,0 1 0,0 0 0,0 0 1,0 0-1,-1 0 0,1 0 0,-1 0 0,0 0 0,1 0 0,-1 0 1,0 0-1,0 0 0,0 0 0,0 0 0,-1 0 0,1 0 1,-2 4-1,0 4 311,0 0 1,-1 0 0,0 0 0,-1 0-1,-9 17 1,-4 2 36,-2 0-1,-28 33 1,5-18-4111,62-60-5751,13-6 5092,-7 4 2603,2-1 805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6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64 151 52,'-5'-19'1578,"1"0"1,-3-30-1,0-3 5573,3 41-2815,0 10-1757,-5 23-1066,-2 34-1729,-1 202 575,12-148-3095,0-66 302,0-40 1671,0 0 0,0 0 0,1 0 0,-1 0 0,1 0 0,0 0-1,0 0 1,0 0 0,3 5 0,-4-8 562,1 0 0,0 0 1,-1 0-1,1-1 0,0 1 0,0 0 1,0 0-1,0 0 0,0-1 0,0 1 1,0 0-1,0-1 0,0 1 0,0-1 1,0 1-1,1-1 0,-1 0 0,0 1 1,0-1-1,0 0 0,1 0 0,-1 0 0,0 0 1,0 0-1,0 0 0,1 0 0,-1 0 1,0 0-1,0-1 0,0 1 0,1-1 1,-1 1-1,1-1 0,13-5-465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6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41 80,'4'-16'546,"-5"-4"4319,1 20-4727,0 0-1,0-1 1,-1 1-1,1 0 0,0 0 1,0-1-1,0 1 0,0 0 1,-1 0-1,1-1 1,0 1-1,0 0 0,-1 0 1,1-1-1,0 1 0,0 0 1,-1 0-1,1 0 1,0 0-1,-1 0 0,1-1 1,0 1-1,0 0 0,-1 0 1,1 0-1,0 0 1,-1 0-1,1 0 0,0 0 1,-1 0-1,1 0 0,0 0 1,-1 0-1,-18 12 2046,14-7-2008,1 0 0,0 0 0,1 1 0,-1-1-1,1 1 1,0-1 0,0 1 0,1 0 0,0 0 0,0 0-1,0 0 1,1 1 0,0-1 0,0 0 0,1 1 0,-1-1 0,1 1-1,1-1 1,-1 0 0,1 1 0,0-1 0,1 0 0,0 1-1,0-1 1,0 0 0,0 0 0,7 10 0,-7-11-173,0-1 1,1 1-1,-1-1 1,1 1-1,0-1 0,0 0 1,1 0-1,-1-1 1,1 1-1,-1-1 1,1 0-1,0 1 0,1-2 1,-1 1-1,0 0 1,1-1-1,0 0 1,-1 0-1,1 0 0,0-1 1,0 0-1,0 0 1,0 0-1,0 0 1,0-1-1,0 0 0,0 0 1,0 0-1,1-1 1,-1 1-1,0-1 1,0 0-1,-1-1 0,1 1 1,5-3-1,-6 1 23,-1 1 0,1-1 0,-1 0 0,1 0 0,-1 0 0,0 0 0,0 0-1,-1-1 1,1 1 0,-1-1 0,0 0 0,0 0 0,0 0 0,0 0 0,0 0 0,-1 0 0,0 0-1,0-1 1,0 1 0,-1 0 0,1-1 0,-1 1 0,0 0 0,0-1 0,0 1 0,-1 0 0,-2-9-1,1 2-353,0-1 0,-1 1 0,0-1 0,-6-11 0,5 14-1346,0 1 0,0 0 1,-1 0-1,-10-13 0,-3 7-5417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7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16,'18'0'998,"-1"-1"1165,1 1 0,0 2 0,22 3-1,-33-3-1566,1 0 1,-1 1-1,0-1 0,0 1 0,0 1 0,-1 0 0,1 0 0,-1 0 0,0 1 0,10 9 0,-4-2 177,-1 2 0,-1-1-1,0 1 1,-1 1 0,0 0 0,-1 0-1,-1 1 1,6 19 0,-12-53-785,0 1-1,2-1 1,0 1 0,0 0 0,10-25 0,-9 30-1075,1 1 1,0 0-1,1 0 0,0 0 1,7-9-1,-11 18 596,-1 1 0,0-1 0,0 1-1,0 0 1,0-1 0,1 1 0,-1 0-1,1 0 1,-1 0 0,1 0 0,-1 0 0,1 1-1,0-1 1,-1 0 0,1 1 0,0-1-1,-1 1 1,1-1 0,0 1 0,0 0 0,0 0-1,-1 0 1,1 0 0,0 0 0,0 0-1,1 1 1,18 8-2085,-7 1 1919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7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49 60,'1'2'272,"1"-1"-1,-1 1 1,1-1 0,-1 0 0,1 0-1,0 0 1,-1 0 0,1 0-1,0 0 1,0 0 0,0 0-1,0-1 1,0 1 0,0-1 0,0 0-1,0 1 1,0-1 0,0 0-1,0 0 1,0 0 0,0 0-1,0-1 1,0 1 0,0 0 0,0-1-1,0 0 1,3-1 0,1 0 290,0 0 1,-1-1-1,1 0 1,-1 0-1,0 0 0,0-1 1,0 0-1,6-5 1,-11 8-503,1 1-1,-1 0 1,1-1 0,-1 1 0,1 0 0,-1-1-1,0 1 1,1-1 0,-1 1 0,1-1 0,-1 1-1,0-1 1,0 1 0,1-1 0,-1 1-1,0-1 1,0 1 0,0-1 0,1 0 0,-1 1-1,0-1 1,0 1 0,0-1 0,0 0 0,0 1-1,0-1 1,0 1 0,0-1 0,0 0 0,-1 1-1,1-1 1,0 1 0,0-1 0,0 1-1,-1-1 1,1 1 0,0-1 0,-1 1 0,1-1-1,0 1 1,-1-1 0,1 1 0,-1-1 0,1 1-1,0 0 1,-1-1 0,1 1 0,-1 0 0,0-1-1,1 1 1,-1 0 0,1 0 0,-1-1-1,1 1 1,-1 0 0,1 0 0,-1 0 0,0 0-1,1 0 1,-1 0 0,1 0 0,-1 0 0,0 0-1,0 0 1,-40 1 684,35 1-737,1 0-1,0 1 0,0-1 1,0 1-1,1 0 1,-1 1-1,1-1 1,-1 1-1,1 0 0,0 0 1,1 0-1,-1 0 1,1 1-1,0 0 0,0-1 1,0 1-1,0 0 1,1 1-1,0-1 0,0 0 1,1 1-1,-2 6 1,2-9-165,1 0 0,0 0 0,0 0-1,0 0 1,0 1 0,0-1 0,0 0 0,1 0 0,0 0 0,-1 0 0,1 0 0,0 0 0,1 0 0,-1 0 0,0 0 0,1 0 0,0-1 0,0 1 0,0 0 0,0-1 0,0 0 0,0 1 0,0-1 0,1 0 0,-1 0 0,1 0 0,0-1 0,-1 1 0,1-1 0,0 1 0,0-1 0,0 0 0,0 0 0,0 0 0,0 0-1,0-1 1,0 1 0,1-1 0,-1 0 0,3 0 0,21 1-2268,1-1 0,37-4 0,56-13-618,-106 14 2901,52-9-332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8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379 575 212,'1'-2'159,"0"-1"0,0 1 0,0 0 0,0-1 0,-1 1-1,1-1 1,0 1 0,-1-1 0,0 1 0,0-1 0,0 1 0,0-1 0,0 1 0,0-1 0,-1 1-1,1 0 1,-1-1 0,0 1 0,1-1 0,-1 1 0,-3-5 0,2 4 154,-1-1-1,0 0 1,-1 1 0,1 0-1,0 0 1,-1 0-1,0 0 1,0 0 0,0 1-1,0 0 1,-5-3 0,-3 0 343,0 1 1,-1 0-1,0 0 1,0 1 0,1 1-1,-2 0 1,-21 0 0,23 4-540,1-1 0,-1 1 1,1 1-1,0 0 0,0 0 1,0 1-1,0 0 0,1 1 1,-12 8-1,15-10-116,1 1-1,0 1 0,0-1 0,0 1 1,1 0-1,0 0 0,-1 1 1,2-1-1,-1 1 0,1 1 1,0-1-1,0 0 0,1 1 1,0 0-1,-3 9 0,5-14-5,0 0-1,0 0 1,1 0 0,-1 0-1,1 1 1,-1-1-1,1 0 1,0 0-1,0 1 1,0-1 0,0 0-1,1 0 1,-1 0-1,0 1 1,1-1-1,0 0 1,-1 0-1,1 0 1,0 0 0,0 0-1,0 0 1,0 0-1,1 0 1,-1 0-1,1-1 1,-1 1 0,1 0-1,-1-1 1,1 1-1,0-1 1,0 0-1,-1 0 1,1 1 0,0-1-1,0 0 1,0-1-1,0 1 1,1 0-1,-1-1 1,0 1 0,0-1-1,0 1 1,4-1-1,2 1 3,0-1 0,1 0 0,-1 0 0,1-1 0,-1 0 0,0 0-1,1-1 1,-1 0 0,0-1 0,11-5 0,-11 4 76,-1 0 0,1 0 0,-1-1 0,0-1 0,-1 1 1,1-1-1,-1 0 0,0 0 0,0-1 0,-1 0 0,0 0 0,7-13 0,-6 7 162,0 0-1,-2 0 1,0 0 0,0 0-1,-1-1 1,-1 1-1,2-19 1,-4-15 414,-2 0-1,-1 0 1,-17-76 0,17 109-673,-5-26 251,-25-75 0,45 219-178,41 87 330,-5-23-2250,-25-54-5014,-22-103 5929,1 0-1,-2 1 0,1-1 1,-2 1-1,1-1 0,-2 0 0,1 0 1,-2 1-1,1-1 0,-7 15 1,-4 2 381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114 130 64,'-38'-10'1883,"-1"-1"2845,2-2 4203,51 16-8422,-1-1 0,1 0 0,0-1 0,18-1 0,-11 0-289,123-1-274,158-24 1,-139 9-276,84-2 146,242-26 227,-512 47-6079,-38 5-2116,-1 0 5232,23 0 2308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29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53 12,'-22'-2'1271,"17"2"-183,1-1 0,-1 1 0,1-1 1,-1 1-1,0-1 0,1-1 0,0 1 0,-8-4 0,20 3 2220,20-1-3006,-22 2 14,464-29 427,-447 29-721,4 0-516,19-1 903,-31 2-3709,0 1-3359,-9 1 1755,-3 0 4560,4 0-115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86 60,'-1'1'230,"0"-1"1,0 0-1,-1 0 0,1 0 1,0 0-1,0 0 0,0 0 1,-1-1-1,1 1 0,0 0 1,0 0-1,0-1 0,0 1 1,0-1-1,0 1 0,-1-1 0,1 0 1,0 1-1,-1-2 0,2 1-108,0 1 0,0-1 0,0 0 0,0 1 0,0-1 0,0 0 0,0 1 0,1-1 0,-1 1-1,0-1 1,0 0 0,0 1 0,1-1 0,-1 0 0,0 1 0,1-1 0,-1 1 0,0-1 0,1 1-1,-1-1 1,1 1 0,-1-1 0,1 1 0,0-1 0,51-37 3418,-34 26-1961,-18 12-1532,0 0 0,1-1 1,-1 1-1,0 0 1,0-1-1,0 1 1,0 0-1,0 0 1,0-1-1,1 1 1,-1 0-1,0-1 1,0 1-1,0 0 1,0-1-1,0 1 1,0 0-1,0-1 1,0 1-1,0 0 1,0-1-1,-1 1 1,1 0-1,0 0 1,0-1-1,0 1 1,0 0-1,0-1 1,-1 1-1,1 0 1,0 0-1,0-1 0,0 1 1,-1 0-1,1 0 1,0 0-1,0-1 1,-1 1-1,1 0 1,0 0-1,0 0 1,-1 0-1,1 0 1,0-1-1,-1 1 1,1 0-1,0 0 1,0 0-1,-1 0 1,1 0-1,0 0 1,-1 0-1,1 0 1,0 0-1,-1 0 1,1 0-1,0 0 1,-1 1-1,-22-5 961,2 5-737,0 0 1,0 2 0,-38 9 0,49-10-265,0 1-1,1 0 1,-1 1-1,1 0 0,0 1 1,0 0-1,0 0 1,1 1-1,-1 0 1,-7 8-1,14-12-9,0 0-1,1 1 1,-1-1 0,1 0-1,0 1 1,0-1-1,0 1 1,0 0-1,0-1 1,0 1-1,1 0 1,-1-1 0,1 1-1,0 0 1,0 0-1,0-1 1,0 1-1,0 0 1,1 0-1,-1-1 1,1 1 0,0 0-1,0-1 1,0 1-1,0-1 1,0 1-1,0-1 1,1 1 0,-1-1-1,4 4 1,6 8 5,0 0 0,0-1 0,22 19 0,-24-24 4,40 34 34,-33-30 6,0 1-1,-1 1 1,0 0 0,-1 1 0,-1 1-1,-1 0 1,14 22 0,-26-37-10,1 0 1,0 0 0,-1 1 0,1-1 0,-1 1-1,1-1 1,-1 0 0,0 1 0,0-1-1,1 1 1,-1-1 0,0 1 0,0-1 0,-1 1-1,1-1 1,0 0 0,0 1 0,-1-1-1,1 1 1,-1-1 0,1 0 0,-1 1 0,0 1-1,-1-1 4,0 0-1,0-1 0,0 1 0,0 0 0,0-1 1,0 1-1,0-1 0,0 0 0,-1 1 0,1-1 1,0 0-1,-4 1 0,-10 2 35,0-1 0,0 0-1,-26 0 1,26-2-79,-80 13 52,-19 1-4541,114-15 3942,-1 0 1,0 0 0,0 0-1,0 0 1,0 0 0,1 0-1,-1-1 1,0 1 0,0-1-1,0 1 1,1-1 0,-1 0-1,0 0 1,1 0 0,-1 0-1,1 0 1,-1 0 0,1 0-1,-1 0 1,1 0 0,-3-3-1,-5-13-1899,5 4 1759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911 49 136,'-3'-2'217,"0"0"0,0 1 0,0-1 0,0 1 0,0-1 0,0 1 0,-1 0 0,1 0 0,0 1 0,-1-1 0,1 1 0,-1-1 0,1 1 0,0 0 0,-1 0 0,-6 2 0,-61 14 2386,50-10-1841,-216 62 4432,194-53-4931,1 2-1,0 2 0,-55 34 0,65-32-76,1 1 1,1 2-1,0 0 0,2 3 1,1 0-1,2 2 0,-39 54 0,59-74-136,1-1 0,0 1 0,1 0 0,0 0-1,0 0 1,1 1 0,0-1 0,1 0 0,0 1-1,0 0 1,1-1 0,0 1 0,1-1 0,0 1-1,1-1 1,0 1 0,0-1 0,1 0 0,0 0-1,0 0 1,1 0 0,0-1 0,1 1 0,8 10 0,-2-2-16,1-1 1,1-1 0,0 0-1,1 0 1,1-2 0,0 0-1,1 0 1,0-1 0,1-1-1,31 15 1,-16-14-20,0-1-1,0-1 0,1-2 1,1-1-1,-1-2 0,1-1 1,0-1-1,46-3 0,-36-3-29,0-1-1,0-3 1,-1-1-1,0-2 1,82-31-1,-108 34 9,-1-1 0,0 0 0,0-1-1,-1-1 1,0 0 0,0-2 0,-1 1 0,-1-2-1,19-21 1,-24 25 16,-1-1-1,-1-1 1,1 1-1,-2-1 1,1 0-1,-2 0 0,1-1 1,-2 0-1,1 1 1,-2-1-1,1 0 1,-2-1-1,0 1 1,0 0-1,-2-14 1,-2-6 0,-1 1 0,-2 0 0,-1 0 0,-1 1 0,-2 0 0,-1 1 0,-1 0 1,-2 0-1,0 1 0,-2 1 0,-1 1 0,-2 0 0,0 1 0,-2 1 0,-44-40 1,54 55-185,-1 1 0,0 1 0,0 0 0,0 0 1,-1 1-1,0 1 0,-1 0 0,-15-3 0,13 5-590,0 1 0,0 0-1,0 1 1,0 1-1,0 1 1,0 0-1,1 1 1,-1 0 0,0 2-1,1 0 1,-1 0-1,1 2 1,0 0-1,1 0 1,-1 2 0,1-1-1,1 2 1,-19 14-1,-15 16 143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7:3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457 104 148,'15'-30'10885,"-7"18"-9254,-5 11-1409,-1-1 0,1 0 0,-1 0 0,0 0 0,0 0 0,0 0 0,0 0 0,0 0 0,0-1 0,-1 1 0,1-1 0,-1 1 0,0-1 0,1 0 0,0-2 0,-2 4-153,0 0-1,0 1 1,-1-1-1,1 0 1,0 1 0,0-1-1,0 1 1,0-1-1,-1 0 1,1 1-1,0-1 1,-1 1 0,1-1-1,0 0 1,-1 1-1,1-1 1,-1 1 0,1 0-1,0-1 1,-1 1-1,1-1 1,-1 1 0,0-1-1,0 1 1,-29-8 658,9 7-604,0 1 0,-1 0 0,1 2 0,0 1 0,0 0-1,0 1 1,1 2 0,-1 0 0,1 1 0,1 1 0,-1 1-1,-28 17 1,45-24-117,1 0 1,-1 0-1,1 0 0,-1 0 1,1 0-1,0 0 0,0 1 1,0-1-1,0 1 0,0-1 1,1 1-1,-1 0 0,1 0 0,0 0 1,-1 0-1,1 0 0,1 0 1,-1 0-1,0 0 0,1 0 1,-1 4-1,2-3 1,0 0-1,0 0 1,0 0 0,0 0-1,1 0 1,-1 0-1,1 0 1,0 0 0,0-1-1,0 1 1,1-1 0,0 0-1,-1 0 1,4 3 0,10 9 20,0-2 0,1 0 0,0-1 0,1-1 0,20 10 1,42 15 32,-56-27-1,-1 1-1,0 2 0,0 0 1,-1 1-1,24 20 0,-45-33-35,0 1 0,0-1 0,-1 1 0,1 0 0,0-1 0,-1 1 0,1 0 0,0 0 0,-1-1 0,1 1 0,-1 0 0,1 0 0,-1 0 0,1 0 0,-1 0 0,0 0 0,1 0 0,-1 0 0,0 0 0,0 0 0,0 0 0,0 0 0,0 0 0,0 0 0,0 0 0,0 0 0,0 0 0,0 0 0,-1 1 0,0 0 12,-1 0-1,1 0 1,0-1-1,-1 1 1,0-1 0,1 1-1,-1-1 1,0 1 0,0-1-1,0 0 1,1 0-1,-5 2 1,-6 1 54,1 0 0,-1 0 0,-21 3 0,-23 0-668,1-3 1,-82-3-1,55-8-5415,1-5-6371,61 7 10766,2 0 826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1102 5 124,'-3'-1'163,"0"0"1,0 0-1,-1 1 1,1-1-1,0 1 0,-1 0 1,1 0-1,0 0 0,-1 0 1,1 0-1,0 1 1,-1 0-1,1-1 0,0 1 1,0 0-1,0 1 0,0-1 1,0 1-1,0-1 0,0 1 1,0 0-1,-4 4 1,-7 5 231,0 1 0,1 1 0,-11 15 1,9-12 19,-155 158 3710,-250 197 0,342-310-3709,-69 60 21,126-101-424,0 0 1,1 2 0,1 1-1,-20 31 1,35-47-547,-1 3 512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7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78 80,'12'-44'2638,"-12"42"-2192,0 0 0,1 0 0,-1 0 0,0 0 0,0 0 0,-1 0 0,1 0 0,0 0-1,-1 0 1,1 0 0,-2-4 0,2 6-354,-1 0-1,1 0 0,-1 0 0,1-1 0,-1 1 0,1 0 0,0 0 1,-1 0-1,1 0 0,-1 0 0,1 0 0,-1 0 0,1 0 0,-1 0 1,1 0-1,-1 0 0,1 0 0,0 1 0,-1-1 0,1 0 0,-1 0 1,1 0-1,-1 1 0,1-1 0,0 0 0,-1 0 0,1 1 0,0-1 0,-1 0 1,1 1-1,0-1 0,-1 0 0,1 1 0,0-1 0,0 0 0,-1 1 1,1-1-1,0 1 0,0-1 0,0 1 0,0-1 0,-1 1 0,-14 23 554,13-21-451,-181 303 1570,226-363-1818,30-102 4,-15 28 289,-58 132-233,0-1 0,0 0 0,0 0 0,0 0 0,0 0 0,0 0 0,0 0 0,0 0 0,0 0 0,0 0 0,0 1 0,0-1 0,0 0 0,0 0 0,1 0 0,-1 0 0,0 0 0,0 0 0,0 0 0,0 0 0,0 0 0,0 0 0,0 0 0,0 0 0,0 0 0,0 0 0,0 1 0,0-1 0,1 0 0,-1 0 0,0 0 0,0 0 0,0 0 0,0 0 0,0 0 0,0 0 0,0 0 0,0 0 0,0 0 0,1 0 0,-1 0 0,0 0 0,0 0 0,0 0 0,0 0 0,0 0 0,0-1 0,0 1 0,0 0 0,0 0 0,0 0 0,1 0 0,-1 0 0,0 0 0,0 0 0,0 0 1,0 0-1,0 0 0,0 0 0,0 0 0,0 0 0,0-1 0,3 18 213,1 32-34,-3-33-120,5 25-169,2 0 0,1-1 0,3 1 0,1-2 0,1 0 0,25 45-1,-25-52-615,-9-12-2186,-15-16-2031,-25-19-1368,29 12 6844,-14-7-999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55 104 84,'-7'-3'231,"-27"-13"1368,33 16-1446,1 0 1,-1 0 0,0-1 0,1 1 0,-1 0-1,0 0 1,1-1 0,-1 1 0,1-1 0,-1 1-1,0 0 1,1-1 0,-1 1 0,1-1 0,-1 0-1,1 1 1,0-1 0,-1 1 0,1-1-1,-1 0 1,1 1 0,0-1 0,0 0 0,-1 1-1,1-1 1,0 0 0,0 1 0,0-1 0,0 0-1,0 1 1,0-1 0,0 0 0,0 0 0,0 1-1,0-1 1,0-1 0,4 0-3,0-1 1,0 1-1,0 0 0,0 0 0,0 0 1,1 1-1,-1-1 0,1 1 0,-1 0 1,0 0-1,7 0 0,0 0-30,25-7 53,19-4-4829,105-8 1,-136 18 4253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698 170 20,'-15'-32'420,"9"17"817,-1 1 0,0 0 0,-1 1 0,-19-25 1,23 34-946,0 0-1,-1 0 1,1 0 0,-1 1 0,0 0 0,0 0 0,0 0 0,-1 0 0,1 1 0,-1-1 0,1 2 0,-1-1 0,0 1 0,0-1 0,1 1 0,-1 1-1,-7-1 1,-13 1 116,-1 1-1,1 2 1,0 0-1,0 2 1,0 1-1,0 0 1,1 2-1,0 1 1,1 2-1,-36 19 1,44-22-332,2 1-1,-1 1 1,1 0 0,1 1 0,0 1-1,0 0 1,1 0 0,1 1-1,0 1 1,0 0 0,2 0 0,0 1-1,0 0 1,2 1 0,0 0 0,-10 32-1,14-36-49,1 0-1,1 1 0,-1-1 1,2 0-1,0 0 0,0 1 1,1-1-1,1 0 0,0 0 1,1 0-1,0 0 1,0 0-1,1-1 0,7 13 1,-4-10-6,2-1 1,-1-1-1,1 1 1,1-2-1,0 1 1,1-1-1,0-1 1,1 0-1,0-1 1,17 11-1,-4-6-10,0-1 0,1-1-1,1-1 1,0-1 0,0-2-1,1 0 1,0-2 0,0-1-1,0-2 1,1 0 0,47-3-1,-55-1-11,0-2 0,0 0-1,-1-1 1,1-1 0,-1-1-1,0-1 1,-1-1 0,1 0-1,33-21 1,-46 24 3,1 0 0,-2-1 1,1 1-1,-1-1 0,1-1 0,-2 1 0,1-1 0,-1 0 1,0 0-1,0 0 0,-1-1 0,0 0 0,0 0 0,-1 0 0,0 0 1,-1-1-1,1 1 0,-2-1 0,1 1 0,-1-1 0,0 0 1,-1 1-1,0-1 0,-1 0 0,1 0 0,-4-9 0,-1-3-273,0 0 0,-2 0 0,-1 1 0,0 0 0,-2 1 0,0-1 0,-1 2 0,-1 0 0,-22-27 0,21 30-734,-1 0 1,-1 1-1,0 0 0,0 1 1,-2 1-1,1 0 0,-2 1 0,1 1 1,-1 1-1,-25-10 0,28 15 458,1 0-1,0 1 1,-1 1-1,0 0 1,1 0 0,-20 2-1,-22 5-137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2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84 32,'0'-36'1208,"0"30"-15,1 1 1,-1-1 0,0 1 0,-1 0 0,1-1-1,-3-9 1,61 143 5940,17 5-5143,96 122-1556,-101-154-157,6-3-1,3-3 0,103 94 0,-181-187-231,0-1 0,1 0 0,-1 1 0,1-1 0,0 0 0,-1 0 0,1 0-1,0 0 1,0 0 0,0-1 0,0 1 0,2 0 0,-3-1-199,0 0 0,-1 0 0,1 0 0,-1 0 0,1 0 0,0 0 0,-1 0-1,1-1 1,-1 1 0,1 0 0,-1 0 0,1-1 0,-1 1 0,1 0 0,-1-1 0,1 1 0,-1 0 0,1-1 0,-1 1 0,1-1 0,-1 1 0,0-1-1,1 1 1,-1-1 0,0 1 0,1-2 0,0-3-1816,1 0 0,-1-1 0,0 1 0,0 0 0,-1-1 0,1 1 0,-2-7 0,1 11 1112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6 100 20,'-5'-71'3438,"4"43"4526,2 37-4705,4 118-2428,5 55-3530,-10-182 2533,0 1 0,0 0 0,0 0 0,-1-1 0,1 1 0,0 0 0,0 0-1,1 0 1,-1-1 0,0 1 0,0 0 0,0 0 0,0-1 0,1 1 0,-1 0 0,0-1 0,1 1 0,-1 0-1,0-1 1,1 1 0,-1 0 0,1-1 0,-1 1 0,1-1 0,-1 1 0,1-1 0,0 1 0,-1-1 0,1 1-1,0-1 1,-1 0 0,1 1 0,0-1 0,-1 0 0,1 0 0,0 1 0,0-1 0,-1 0 0,1 0 0,0 0-1,0 0 1,-1 0 0,1 0 0,0 0 0,0 0 0,-1 0 0,1 0 0,0-1 0,0 1 0,0 0 0,2-2-160,-1 1 0,1-1 1,-1 0-1,0 0 1,1 0-1,-1 0 1,0 0-1,0-1 1,0 1-1,-1 0 1,3-5-1,4-11-90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40 110 176,'-5'-4'373,"1"0"0,-1 0 0,1-1 1,0 0-1,1 0 0,-1 0 0,-4-8 0,8 11-274,-1 1-1,1 0 1,0 0-1,-1-1 1,1 1-1,0 0 1,0 0 0,0-1-1,0 1 1,0 0-1,0-1 1,0 1-1,0 0 1,0 0 0,1-1-1,-1 1 1,0 0-1,1 0 1,-1-1-1,1 1 1,0 0-1,-1 0 1,1 0 0,0 0-1,0 0 1,0 0-1,-1 0 1,1 0-1,0 0 1,0 1-1,0-1 1,1 0 0,-1 0-1,0 1 1,0-1-1,0 1 1,0-1-1,1 1 1,-1 0 0,0-1-1,3 1 1,14-6 79,1 1 1,1 1-1,-1 1 1,0 1-1,1 0 1,0 1-1,-1 2 0,1 0 1,-1 1-1,1 0 1,-1 2-1,30 9 1,-47-12-112,-1-1 0,1 0 0,0 1-1,0 0 1,-1-1 0,1 1 0,0 0 0,-1 0 0,1 0 0,-1 0 0,1 0 0,-1 0 0,1 0-1,-1 0 1,0 1 0,1-1 0,-1 1 0,0-1 0,0 1 0,0-1 0,0 1 0,-1-1-1,1 1 1,0 0 0,-1 0 0,1-1 0,-1 1 0,1 0 0,-1 0 0,0 0 0,0-1 0,0 1-1,0 0 1,0 0 0,0 0 0,0 0 0,-1-1 0,1 1 0,-1 0 0,1 0 0,-1-1-1,0 1 1,1 0 0,-1-1 0,0 1 0,0-1 0,0 1 0,-1-1 0,-1 3 0,-9 9 456,0 0 1,0-1 0,-1-1-1,-20 14 1,15-12-245,17-12-266,1-1-1,-1 0 0,1 1 1,-1-1-1,1 1 0,0-1 1,-1 0-1,1 1 0,-1-1 1,1 1-1,0-1 0,-1 1 1,1-1-1,0 1 0,0-1 1,-1 1-1,1 0 0,0-1 1,0 1-1,0-1 0,0 1 1,0-1-1,0 1 0,-1 0 1,1-1-1,1 1 0,-1 0 0,0-1 1,0 1-1,0-1 0,0 1 1,1 0-1,17 15 218,44 5 13,-48-17-133,17 7 86,-17-8 0,-1 1-1,0 1 1,0 0-1,0 0 1,-1 2-1,0-1 0,0 2 1,21 16-1,-32-23-131,0 0 0,0 1-1,1-1 1,-1 0 0,0 1-1,-1-1 1,1 1 0,0-1-1,0 1 1,-1-1-1,1 1 1,-1-1 0,1 1-1,-1 0 1,0-1 0,1 1-1,-1 0 1,0-1 0,0 1-1,0 0 1,0 0 0,-1 2-1,-1-1 18,1 1-1,0-1 0,-1 0 1,0 0-1,1-1 0,-1 1 1,0 0-1,0-1 0,-1 1 1,-4 3-1,-3 2 20,0-1 0,0 0 0,0 0 0,-1-1 1,-14 5-1,8-5-304,0 0 1,0-1-1,-31 5 1,-3-9-2738,45-2 1700,0 0 1,0 0 0,-1-1 0,2 1 0,-12-6 0,16 7 899,-1-1 0,1 0 0,0 1 0,0-1 0,0 1 0,0-1 1,0 0-1,0 0 0,0 0 0,1 1 0,-1-1 0,0 0 0,0 0 0,1 0 0,-1 0 0,0 0 0,1 0 1,-1-1-1,1 1 0,-1 0 0,1 0 0,-1-2 0,7-17-1853,3 8 1700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649 87 104,'-8'-13'108,"4"5"515,-1 0-1,0 0 1,-1 1-1,1 0 1,-13-12-1,15 17-387,0 0 0,0 0 0,0 1-1,0-1 1,0 1 0,0-1 0,-1 1-1,1 0 1,-1 0 0,1 1 0,-1-1-1,1 1 1,-1-1 0,1 1-1,-1 0 1,1 1 0,-1-1 0,-5 2-1,-20 4 732,1 1 0,0 2 0,0 0 0,1 2 0,-33 18 0,29-11-704,0 1 0,1 1 0,2 1 0,0 2 0,1 1 0,1 1 0,-23 29 0,40-42-235,0 0 0,1 0-1,0 1 1,1 1-1,1-1 1,0 1-1,0 0 1,2 1-1,-1-1 1,2 1 0,0 0-1,1-1 1,0 1-1,2 1 1,-1-1-1,2 0 1,0 0-1,1 0 1,0 0-1,1-1 1,1 1 0,0-1-1,1 1 1,1-1-1,9 18 1,-2-10 17,0 0-1,1-1 1,1-1 0,1 0 0,1-1-1,1-1 1,0 0 0,1-2 0,1 0-1,0-1 1,2-1 0,-1-1 0,2 0 0,32 12-1,-27-16-42,0-1 0,1 0 1,0-3-1,1 0 0,0-2 0,-1-1 0,1-1 0,0-2 0,0-1 0,-1-1 0,1-1 0,37-12 0,-50 11 9,0-1-1,-1 0 0,0-1 0,0-1 1,-1-1-1,0 0 0,-1-1 1,0 0-1,22-22 0,-26 22 20,-2-1 0,1 1 0,-2-2 0,1 1-1,-2-1 1,1 0 0,-2 0 0,1-1 0,-2 0 0,0 0-1,0 0 1,-1 0 0,2-24 0,-4 15 6,-1 1 1,-1-1-1,-1 1 1,-1-1-1,-1 1 0,0 0 1,-2 0-1,-1 0 0,0 1 1,-14-27-1,10 24-288,-2 1-1,0 1 1,-2-1-1,0 2 0,-1 0 1,-1 1-1,-1 1 1,-30-24-1,30 30-508,0 1 1,0 1-1,-1 0 0,0 1 0,-1 2 1,0 0-1,0 1 0,-1 1 1,1 0-1,-1 2 0,0 1 0,0 0 1,0 1-1,0 2 0,0 0 0,0 1 1,0 1-1,0 1 0,-28 9 0,-38 17-135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4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1023 54 48,'1'-3'235,"0"-1"-1,-1 1 1,0 0-1,0-1 1,0 1 0,0 0-1,0 0 1,0-1-1,-1 1 1,0 0 0,-1-6-1,1 9-120,1-1 0,0 0-1,-1 1 1,1-1 0,-1 1-1,1-1 1,-1 1 0,1-1 0,-1 1-1,1-1 1,-1 1 0,0 0-1,1-1 1,-1 1 0,0 0-1,1-1 1,-1 1 0,0 0 0,1 0-1,-1 0 1,0 0 0,0 0-1,-26 8 1578,-25 23 1572,-84 69 0,54-37-1317,-21 12-765,-196 148 2297,157-103-4581,10 11-3975,129-128 4278,0 0 0,0 0 1,0 0-1,0 1 1,1-1-1,0 1 1,-1-1-1,1 1 0,0 0 1,1 0-1,-1 0 1,1 0-1,0 1 1,0-1-1,-1 5 0,2-8-257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38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52 164 64,'1'-14'910,"0"-1"0,1 1 0,6-21 0,1-8 3341,-9 18-468,0 24-3687,1 1-1,-1-1 0,0 1 0,0-1 0,0 0 0,0 1 1,0-1-1,0 1 0,0-1 0,0 1 0,0-1 0,0 0 1,0 1-1,0-1 0,-1 1 0,1-1 0,0 1 0,0-1 1,-1 1-1,1-1 0,0 1 0,-1-1 0,1 1 0,0-1 1,-1 1-1,1-1 0,0 1 0,-1 0 0,1-1 0,-1 1 1,1 0-1,-1-1 0,0 1 0,-13 48 182,-3 17-196,5-25-76,-10 70 1,22-109-8,0 1 0,0-1 0,0 0 0,0 0 0,0 1 1,1-1-1,-1 0 0,0 0 0,0 1 0,1-1 0,-1 0 0,1 0 0,0 0 1,-1 0-1,1 0 0,0 0 0,-1 0 0,1 0 0,0 0 0,0 0 1,0 0-1,0 0 0,0 0 0,1 0 0,2 1-9,0 0 0,0 0 0,0 0 0,0-1 1,0 1-1,0-1 0,7 1 0,-2-1-14,0 0 0,1 0 0,-1-1 1,0 0-1,0-1 0,15-3 0,-22 4 28,0-1 0,-1 1 0,1-1 0,0 0 0,-1 1 0,1-1 0,-1 0 0,1 0 0,-1 0 0,1 0 0,-1 0 0,0 0 0,0-1 0,1 1 0,-1 0 0,0-1 0,0 1 0,0-1 0,0 1 0,1-4 0,1-34 100,-3 28-118,-8 105 135,0 5-2943,13-37-5306,-4-58 7680,0 0 0,1 0 0,-1 0 0,1-1-1,-1 1 1,1 0 0,4 5 0,5 2-236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45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72 140 100,'-4'-5'286,"1"1"0,0-1 0,-1 0 0,2 0 0,-1 0 0,1 0 0,-1-1 0,1 1 0,1-1 0,-1 1 0,1-1 0,0 0 0,0 0 0,1 1 0,0-1 0,0 0 0,0 0 0,2-9 0,-1 13-260,1 0 1,-1 0 0,1 0-1,0 0 1,0 1 0,-1-1-1,1 0 1,0 1-1,0-1 1,0 1 0,1 0-1,-1 0 1,0 0-1,0 0 1,1 0 0,-1 0-1,1 0 1,-1 1-1,1-1 1,-1 1 0,1 0-1,-1 0 1,1 0 0,-1 0-1,3 0 1,1 0 35,1 1 0,-1-1 0,0 1 0,0 0 0,0 0-1,0 1 1,0 0 0,0 0 0,7 4 0,-11-5 19,0 0-1,1 1 1,-1 0-1,0-1 0,0 1 1,0 0-1,0 0 1,0 0-1,0 1 1,-1-1-1,1 0 0,-1 1 1,0-1-1,1 1 1,-1-1-1,0 1 1,0 0-1,-1-1 1,1 1-1,-1 0 0,1 3 1,-1-1 69,0 0-1,-1 0 1,0 0 0,0 0 0,0 0 0,-1 0-1,1 0 1,-1-1 0,0 1 0,-6 8 0,-3 3 301,0 0 0,-1-1 1,-1-1-1,-1 0 1,-16 14-1,-4-4 219,27-20-517,-1 1 0,1 0 0,0 1 0,1 0 0,-1 0-1,-7 9 1,14-14-144,0-1 0,0 1 0,0-1 0,0 0-1,0 1 1,1-1 0,-1 1 0,0-1 0,0 0-1,0 1 1,1-1 0,-1 1 0,0-1 0,0 0-1,1 1 1,-1-1 0,0 0 0,1 1 0,-1-1-1,0 0 1,1 0 0,-1 1 0,1-1 0,-1 0-1,0 0 1,1 0 0,-1 0 0,1 1 0,-1-1-1,1 0 1,-1 0 0,1 0 0,-1 0 0,0 0-1,1 0 1,-1 0 0,1 0 0,-1 0 0,1 0-1,-1-1 1,1 1 0,0 0 0,23 0 94,51-9 20,205-14 242,-271 26-7212,-26 9-1380,7-6 7664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4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81 192,'-3'0'634,"0"-1"0,0 0 0,-1 0 0,1 0 0,0-1 0,0 1 0,0-1 0,0 1-1,1-1 1,-1 0 0,0 0 0,1-1 0,-1 1 0,1 0 0,-4-6 0,5 7-470,1 1 0,0-1-1,-1 0 1,1 0 0,0 1 0,0-1 0,0 0-1,-1 0 1,1 0 0,0 1 0,0-1 0,0 0-1,0 0 1,0 0 0,0 0 0,1 1 0,-1-1 0,0 0-1,0 0 1,0 0 0,1 1 0,-1-1 0,1 0-1,0 0 1,0-1-148,1 0 0,-1 1 0,1-1 0,0 1 0,0 0 0,0-1 0,0 1 0,0 0 0,0 0 1,0 0-1,0 0 0,0 1 0,3-1 0,5-3 54,1 2 1,0 0-1,0 0 1,1 1 0,-1 0-1,0 1 1,0 0-1,17 3 1,-26-3-60,0 1 0,1-1-1,-1 1 1,1-1 0,-1 1 0,0 0-1,1 0 1,-1 0 0,0 1 0,0-1 0,0 0-1,0 1 1,0-1 0,0 1 0,0 0-1,0 0 1,-1-1 0,1 1 0,-1 0 0,1 0-1,-1 1 1,0-1 0,0 0 0,0 0-1,0 1 1,0-1 0,-1 0 0,1 1 0,-1-1-1,1 1 1,-1-1 0,0 1 0,0-1-1,0 1 1,0-1 0,0 1 0,-1-1-1,1 1 1,-1-1 0,0 0 0,1 1 0,-1-1-1,-2 3 1,-4 13 41,-1-1 0,-1 0 1,-1-1-1,-1 0 0,0 0 0,-1-1 0,0-1 0,-27 25 0,16-16-133,-36 47 0,59-70 83,0 1 0,0-1 0,-1 0 0,1 1 0,0-1 0,0 0 0,0 0 0,0 1 0,0-1 0,-1 1 0,1-1 0,0 0 0,0 1 0,0-1 1,0 0-1,0 1 0,0-1 0,0 0 0,0 1 0,0-1 0,0 0 0,1 1 0,-1-1 0,0 0 0,0 1 0,0-1 0,0 0 0,0 1 0,1-1 0,-1 0 0,0 1 0,0-1 0,1 0 0,-1 0 0,0 1 0,0-1 1,1 0-1,-1 0 0,0 0 0,0 1 0,1-1 0,-1 0 0,0 0 0,1 0 0,-1 0 0,0 0 0,1 0 0,-1 0 0,1 0 0,-1 0 0,0 0 0,1 0 0,-1 0 0,0 0 0,1 0 0,-1 0 0,0 0 0,1 0 1,-1 0-1,0 0 0,1 0 0,-1 0 0,0-1 0,1 1 0,31-4 177,-27 3-152,66-16 340,4 0-1359,-26 12-3955,-48 5 4630,1 0 0,-1 0 0,0 0 1,0 0-1,0 0 0,1 0 1,-1 0-1,0 1 0,0-1 0,0 0 1,0 1-1,0-1 0,0 1 0,0-1 1,0 1-1,0 0 0,0-1 0,0 1 1,0 0-1,0 0 0,0 0 0,-1-1 1,1 1-1,0 0 0,-1 0 0,1 0 1,0 0-1,-1 0 0,1 1 1,-1-1-1,1 1 0,3 7-321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5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45 156,'-3'-2'343,"1"1"-1,-1 0 1,0-1 0,1 0 0,-1 1-1,1-1 1,-1 0 0,1 0-1,0 0 1,-3-4 0,11 1 2345,19 5-2337,38 3-183,-1-2 0,1-3 0,81-14 0,-123 13-1139,-30 7-2826,-21 5 1483,16-3 1843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5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 80,'0'-1'146,"2"-31"1775,7 15 2313,-7 20-3897,-1-1 0,1 1 1,-1 0-1,0-1 0,1 1 0,-1 0 0,-1 0 0,1 0 0,1 5 0,-2-7-231,9 49 1052,-3 26-4558,4 30-3712,-5-89 6632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0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81 68,'-1'-4'340,"0"0"-1,1 1 1,0-1-1,-1 0 1,1 1 0,1-1-1,-1 0 1,1-3 0,0 3 402,-1 1 1,1 0 0,-1 0 0,0 0 0,0 0-1,0 0 1,0 0 0,-1 0 0,1 0 0,-1 0 0,-1-4-1,1 7-633,1-1 0,-1 1-1,0 0 1,1-1 0,-1 1-1,0 0 1,1 0-1,-1-1 1,0 1 0,1 0-1,-1 0 1,0 0-1,0 0 1,1 0 0,-1 0-1,0 0 1,0 0 0,1 0-1,-1 1 1,0-1-1,0 0 1,1 0 0,-1 1-1,0-1 1,1 0 0,-1 1-1,1-1 1,-1 0-1,0 1 1,1-1 0,-1 1-1,1-1 1,-1 1-1,1 0 1,-1-1 0,0 2-1,-23 22-243,22-22 330,-38 52-43,39-51-149,-1-1 1,1 0-1,-1 0 0,1 1 1,0-1-1,0 1 1,0-1-1,0 1 1,1-1-1,-1 1 0,1 0 1,-1-1-1,1 1 1,0 0-1,0-1 1,0 1-1,1 0 0,-1-1 1,0 1-1,1-1 1,0 1-1,1 3 1,0-4 5,0 0 0,0 0 0,0-1 0,0 1 0,0-1 0,1 1 0,-1-1 0,0 0 0,1 0 0,-1 0 0,1 0 0,-1-1 0,1 1 0,4 0 0,44 3 24,-28-3-36,-11 1 4,1 0 1,-1 0-1,0 1 0,19 8 1,-29-11 7,0 1 0,0 0 0,0-1 0,-1 1 0,1 0 0,0 0 0,0 0 0,0 0 0,-1 0 0,1 0 0,0 1 0,-1-1 0,1 1 0,-1-1-1,1 1 1,-1-1 0,0 1 0,0 0 0,0 0 0,0 0 0,0-1 0,0 1 0,0 0 0,-1 0 0,1 0 0,-1 0 0,1 0 0,-1 0 0,0 1 0,0-1 0,0 0 0,0 0 0,0 0 0,0 0 0,-1 3 0,-2-1 8,1-1 0,0 0 0,-1 1 0,1-1 1,-1-1-1,0 1 0,0 0 0,0-1 0,0 1 0,-1-1 0,1 0 0,-1 0 1,1 0-1,-1-1 0,0 1 0,1-1 0,-8 2 0,-68 13 253,77-16-269,-3 1-698,-1 0 1,1 0 0,0-1-1,0 0 1,-1 0 0,1-1-1,0 1 1,0-1 0,0 0-1,-1-1 1,-6-2 0,10 3 426,0 0-1,1 0 1,-1-1 0,1 1-1,-1-1 1,1 1 0,-1-1-1,1 1 1,0-1 0,0 0-1,0 0 1,0 1 0,0-1 0,0 0-1,0 0 1,1 0 0,-1 0-1,1 0 1,-1 0 0,1 0-1,0 0 1,0 0 0,0 0-1,0-1 1,0 1 0,0 0 0,1 0-1,-1 0 1,1 0 0,-1 0-1,2-3 1,3-9-142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0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84 12,'-2'-1'135,"1"0"0,-1 0 0,1 0 0,0-1 0,0 1 1,0-1-1,-1 1 0,2-1 0,-1 1 0,0-1 0,0 0 0,0 1 0,1-1 0,-1 0 0,1 1 0,-1-1 1,1 0-1,0 0 0,0 0 0,-1 1 0,1-1 0,1 0 0,-1 0 0,0 0 0,0 0 0,1 1 1,-1-1-1,1-2 0,1 2 65,0 0 0,0 0-1,0 0 1,1 1 0,-1-1 0,0 1 0,1-1 0,-1 1 0,1 0 0,-1 0 0,1 0 0,0 0-1,-1 0 1,1 0 0,0 1 0,0-1 0,5 1 0,212-9 3695,-82 6-8895,-133 2 4229,0 1 0,1 0 0,-1 1 1,0-1-1,0 1 0,10 2 0,-9 1-16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1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39 232,'-8'-2'497,"-35"-7"3669,17-1 2448,37 9-3772,39-3-2400,26-2-124,-15 0-2036,-23 6-3479,-37 0 5089,-1 0-1,0 0 1,0 0-1,0 0 1,1 0 0,-1 0-1,0 0 1,0 0-1,0 0 1,1 0-1,-1 0 1,0 0 0,0 0-1,0 0 1,1 0-1,-1 0 1,0 0-1,0 0 1,0 0 0,1 1-1,-1-1 1,0 0-1,0 0 1,0 0-1,0 0 1,1 0 0,-1 0-1,0 1 1,0-1-1,0 0 1,0 0-1,0 0 1,0 1 0,0-1-1,1 0 1,-1 0-1,0 0 1,0 1-1,0-1 1,0 0 0,0 0-1,0 0 1,0 1-1,0-1 1,0 0-1,0 0 1,0 0 0,0 1-1,0-1 1,0 0-1,0 0 1,0 0 0,-1 1-1,1-1 1,0 0-1,0 0 1,0 0-1,0 1 1,0-1 0,0 0-1,0 0 1,-1 0-1,1 0 1,-12 12-396,10-11 162,-13 11-61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1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17 64,'-16'8'292,"6"-3"244,3-1 288,7 0 48,7-2-80,5-2-104,6-2-152,8 0-120,4-4-88,1 1-111,4-1-309,0 0-709,-3 2-423,-1 2-12,-1-1 196,-2 1 308,-5 0 352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1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57 216,'-25'-8'961,"20"7"-239,0 0 0,0-1 0,0 1 0,1-1 0,-1 0 0,0 0 0,1 0 0,-1-1 0,1 0 0,-8-6 0,55 8 1401,-8 1-2134,1-2 0,39-6-1,46-2 1258,-121 11-1198,1-1 0,0 0 0,-1 1-1,1-1 1,-1 0 0,1 1 0,-1-1 0,1 0 0,-1 1 0,1-1 0,-1 1 0,1-1 0,-1 1 0,0 0-1,1-1 1,-1 1 0,0-1 0,1 1 0,-1-1 0,0 1 0,0 0 0,0-1 0,1 1 0,-1 0 0,0-1-1,0 1 1,0 0 0,0-1 0,0 1 0,0 0 0,0-1 0,-1 1 0,1 0 0,0-1 0,0 1-1,0-1 1,-1 1 0,1 0 0,0-1 0,-1 1 0,0 0 0,-13 37 530,12-32-422,-11 25 96,-10 24 71,1 2 0,3 1 0,-13 69 0,32-123 1829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02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68 196,'-12'-5'432,"8"4"153,-1-1 0,0 0-1,0 0 1,1 0 0,0 0 0,-7-5 0,13 1 2090,11 2-1456,14 1-276,107-11 1604,46-3-4707,-151 19-2119,-28 2 1217,-14 4 1504,-9-1 687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49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71 103 140,'0'-12'1445,"1"-1"0,0 1 0,1 0 0,1 0 0,0 0 1,3-17 3945,-6 28-5275,-16 21 775,-17 29-987,27-40 110,1 1-1,0 0 1,1 0-1,0 1 1,0-1-1,1 1 1,-2 14-1,4-22-11,1-1 1,0 1-1,0 0 0,0 0 1,0-1-1,0 1 0,0 0 1,1-1-1,-1 1 0,1 0 0,0-1 1,0 1-1,0-1 0,0 1 1,0-1-1,1 1 0,-1-1 0,1 0 1,-1 0-1,1 1 0,0-1 1,0 0-1,0-1 0,0 1 0,0 0 1,0-1-1,1 1 0,-1-1 1,0 0-1,1 1 0,-1-1 1,1 0-1,-1-1 0,6 2 0,2 0-11,1 0-1,0-1 0,0 0 1,0-1-1,-1 0 0,18-3 0,-23 3 11,0-1 0,-1 0 0,1 0 0,-1 0 0,0 0 0,1-1 0,-1 1 0,0-1 0,0 0 0,0-1-1,0 1 1,0-1 0,0 0 0,-1 1 0,1-2 0,-1 1 0,0 0 0,3-5 0,-5 6 2,0 0 0,-1 0 0,1 0 0,0 0 0,-1 0 0,0 0 0,1-1 0,-1 1 0,0 0 0,0 0 0,0 0 0,-1-1 0,1 1 0,0 0 0,-1 0 0,0 0 0,-1-3 0,-18-37 66,13 31-46,9 19-8,0 0 0,-1 0 0,1 0 0,-2 0-1,1 14 1,0 0 12,25 208-1989,-26-227 1459,0 1 0,1-1 0,-1 0 0,1 0 0,0 0 0,-1 1 0,2-1 0,-1 0 0,0 0 0,1 0 0,-1-1 1,1 1-1,0 0 0,0-1 0,0 1 0,0-1 0,0 1 0,1-1 0,-1 0 0,1 0 0,-1 0 0,1 0 0,0-1 1,0 1-1,4 1 0,0-2 44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49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40 132,'-32'-12'4370,"20"7"2315,38 3-5089,14 2-1182,31 1-171,101-13 1,-161 9-772,-18-1-4575,-11 2-1174,10 1 5345,-2 1 264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0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61 40,'-3'-2'210,"-1"0"0,1 0 0,1 0 0,-1 0 0,0 0 1,0-1-1,1 1 0,-1-1 0,1 0 0,-2-4 0,-2-24 7814,32 67-5306,-18-20-2708,-2 1 0,0-1 1,0 1-1,-2 0 0,0 0 0,2 30 0,1 1-3064,4 0-3664,1-24 3962,-3-17 2208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0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86 56,'-5'-46'3137,"4"43"-2060,0-1 1,0 0 0,0 0-1,0 1 1,0-1-1,0 1 1,-1-1-1,0 1 1,-3-5 0,-2 54 1729,4 15-2311,7 83 0,7-58-4461,-11-83 3281,0 0-1,0 0 1,1 0-1,-1 0 1,1-1 0,0 1-1,0 0 1,0 0-1,0-1 1,1 1-1,-1-1 1,1 1-1,-1-1 1,1 0 0,0 1-1,0-1 1,0 0-1,4 3 1,3-4 9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1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46 204,'-3'0'303,"-24"-7"2658,6-5 4328,51 11-3987,-8 0-2942,61-11 710,-20 2-3209,-22 7-5670,-52 14 2871,0-5 4427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1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40,'-2'1'54,"-10"4"668,0 1 1,1 1 0,0 0-1,0 0 1,1 1 0,-13 11-1,23-18-651,-1-1-1,1 0 0,0 0 0,0 0 0,0 1 0,-1-1 0,1 0 0,0 0 0,0 0 0,0 1 0,0-1 0,-1 0 0,1 0 1,0 1-1,0-1 0,0 0 0,0 1 0,0-1 0,0 0 0,0 0 0,0 1 0,0-1 0,0 0 0,0 1 0,0-1 0,0 0 1,0 0-1,0 1 0,0-1 0,0 0 0,0 0 0,1 1 0,-1-1 0,0 0 0,0 0 0,0 1 0,0-1 0,1 1 0,12 4 1495,17-4-92,60-12-167,-2-10-5359,-2 1-2992,-67 16 6146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1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71 72,'-24'-44'3630,"11"17"2022,16 35-5308,-1-1 1,0 0-1,0 1 1,0-1-1,-1 1 1,0 0-1,-1-1 1,1 1-1,-2 0 1,-1 14-1,1-11-246,0 1-1,1-1 1,1 0-1,3 21 1,-4-31-90,0 0 1,1 0-1,-1 0 1,1 0-1,-1-1 1,1 1-1,0 0 1,-1 0 0,1-1-1,0 1 1,-1 0-1,1-1 1,0 1-1,0-1 1,-1 1-1,1-1 1,0 1-1,0-1 1,0 0 0,0 1-1,0-1 1,0 0-1,0 0 1,0 0-1,0 0 1,0 0-1,0 0 1,0 0 0,-1 0-1,1 0 1,0 0-1,0 0 1,0 0-1,0-1 1,0 1-1,0 0 1,0-1 0,0 1-1,-1-1 1,3 0-1,46-25 116,-35 18-108,-4 3-43,0 1 0,1 1 0,-1 0 0,1 0 0,-1 1 1,1 1-1,0-1 0,0 2 0,19 0 0,-26 0 37,0 0-1,-1 1 1,1-1-1,-1 1 1,1-1-1,-1 1 1,1 0-1,-1 1 0,0-1 1,1 0-1,-1 1 1,0 0-1,0 0 1,0 0-1,0 0 1,-1 0-1,1 0 1,0 1-1,-1 0 1,0-1-1,1 1 0,-1 0 1,0 0-1,-1 0 1,1 0-1,0 0 1,-1 1-1,0-1 1,0 0-1,0 1 1,0-1-1,0 1 1,0 4-1,-2-4 94,1 1 0,-1-1 0,0 0 0,0 0 0,0 0-1,0 0 1,-1 0 0,0 0 0,1 0 0,-1-1 0,-1 1 0,1-1 0,-1 1 0,1-1 0,-1 0 0,0 0 0,0 0 0,0 0-1,-1-1 1,1 1 0,0-1 0,-1 0 0,-6 3 0,-10 6 229,-1-1 0,-42 13 0,56-21-316,-35 9 265,-9-8-4468,50-2 3916,-1-1-1,0 0 1,0 0-1,0 0 1,1 0-1,-1 0 1,0-1-1,0 1 1,1-1-1,-1 1 1,0-1-1,0 1 1,1-1-1,-1 0 1,1 0-1,-1 0 1,1 0-1,-1 0 1,1 0-1,-1 0 1,1 0-1,0-1 1,0 1-1,0 0 1,0-1-1,0 1 1,0-1-1,0 0 1,0 1-1,0-1 1,1 1-1,-1-1 1,1 0-1,-1 0 1,1 1-1,0-1 1,-1 0-1,1 0 1,0 0-1,0 1 1,0-1-1,1 0 1,-1 0-1,0 0 1,1 1-1,-1-1 1,1 0-1,0-1 1,6-14-168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8:52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85 80,'-13'-6'338,"7"4"368,-1-1-1,0 0 1,1 0-1,-1-1 1,1 0-1,0 0 1,-5-5 0,11 8-601,0 1 0,0-1 0,1 1 0,-1-1 0,0 1 0,1-1 0,-1 1 0,0-1 1,1 1-1,-1 0 0,1-1 0,-1 1 0,0 0 0,1-1 0,-1 1 0,1 0 1,-1 0-1,1-1 0,-1 1 0,1 0 0,-1 0 0,1 0 0,-1-1 0,1 1 1,0 0-1,-1 0 0,1 0 0,-1 0 0,1 0 0,-1 0 0,1 0 0,0 1 0,23-4 484,192-16 1070,-137 10-3446,-1 2-3979,-63 10 2554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0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422 115 232,'-28'-13'3267,"25"12"-2564,-1 0 1,1 0-1,0 0 0,-1-1 0,1 1 0,0-1 0,0 0 0,0 0 0,0 0 0,0 0 1,1-1-1,-1 1 0,1-1 0,-1 1 0,1-1 0,0 0 0,-2-3 0,4 4-615,1 1 0,0 0 0,0 0-1,0 0 1,0 0 0,0 0 0,0 0-1,0 0 1,0 0 0,0 1-1,0-1 1,0 0 0,0 1 0,0-1-1,3 0 1,-3 0 15,1 0 1,0 0-1,0 1 0,-1-1 0,1-1 1,-1 1-1,1 0 0,-1 0 1,0 0-1,1-1 0,-1 1 0,2-4 1,-3 4-46,-1 0 0,0-1 1,1 1-1,-1 0 0,0 0 0,0 0 1,1-1-1,-1 1 0,0 0 0,0 0 1,0 0-1,0 0 0,-1 0 0,1 1 1,0-1-1,0 0 0,0 0 0,-1 1 1,1-1-1,0 1 0,-1-1 1,1 1-1,0 0 0,-1-1 0,-2 1 1,-39-6 183,32 5-233,-1 1 0,1 0 0,-1 1-1,1 0 1,0 0 0,-1 2 0,1-1 0,0 2-1,0-1 1,0 1 0,1 1 0,-20 11 0,25-12-15,0 0 1,0 0 0,0 0 0,1 1 0,-1 0-1,1 0 1,0 0 0,1 1 0,-1-1 0,1 1 0,0 0-1,0 0 1,1 0 0,0 0 0,0 0 0,0 0-1,1 1 1,0-1 0,0 1 0,1-1 0,-1 1 0,1-1-1,2 13 1,0-12 1,-1 0-1,1 0 1,0 0-1,1 0 1,-1-1-1,1 1 1,1-1 0,-1 0-1,1 0 1,0 0-1,1-1 1,-1 1-1,1-1 1,0 0-1,1 0 1,-1-1 0,8 6-1,14 7-7,0-1 0,49 22 0,-28-15 21,-38-18-25,22 13 90,-32-18-72,0 1 1,0-1-1,1 0 0,-1 0 0,0 0 0,0 1 0,0-1 0,0 0 1,1 0-1,-1 0 0,0 1 0,0-1 0,0 0 0,0 0 1,0 1-1,0-1 0,0 0 0,0 0 0,0 1 0,0-1 0,0 0 1,0 0-1,0 1 0,0-1 0,0 0 0,0 0 0,0 1 1,0-1-1,0 0 0,0 0 0,0 1 0,-1-1 0,1 0 1,0 0-1,0 1 0,0-1 0,0 0 0,-20 8 89,-256 47-1014,271-54 1081,-18 3-3371,21-4 2585,0 0 0,1 0 0,-1 0 1,0 0-1,0 0 0,0 0 0,0 0 0,0-1 0,0 1 0,1-1 1,-1 1-1,0-1 0,0 0 0,1 0 0,-1 1 0,0-1 1,1-1-1,-1 1 0,1 0 0,-1 0 0,1 0 0,0-1 0,0 1 1,-2-3-1,-4-4-327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68 152,'-3'-4'619,"0"0"1,0 0-1,1-1 1,-1 1-1,1-1 1,0 1-1,1-1 1,-1 0-1,1 1 0,0-1 1,0 0-1,-1-8 575,-61 15 4176,-5 8-4337,60-8-1096,0 0-1,0 0 1,0 1-1,0 0 1,0 1-1,1 0 1,-1 0-1,1 0 1,0 1-1,0 0 1,1 1-1,0-1 1,-10 12-1,15-15 70,-1 1-1,1 0 1,1-1 0,-1 1-1,0 0 1,1 0-1,-1 0 1,1 0 0,0-1-1,0 1 1,0 0-1,0 0 1,0 0 0,1 0-1,-1 0 1,1-1-1,0 1 1,0 0 0,0 0-1,0-1 1,0 1-1,1-1 1,-1 1-1,4 3 1,3 7 87,1 0 0,1-1 0,12 14 0,15 8 40,52 39-1,-37-31-58,-51-42-69,0 0 0,0 1 0,-1-1 1,1 1-1,0-1 0,0 1 0,-1 0 0,1-1 0,0 1 0,-1 0 1,1 0-1,-1-1 0,1 1 0,-1 0 0,1 0 0,-1 0 1,0-1-1,1 1 0,-1 0 0,0 0 0,0 0 0,1 0 0,-1 0 1,0 0-1,0 0 0,0 1 0,-1-1 2,0 0-1,0 0 1,1 0-1,-1-1 1,0 1 0,0 0-1,0 0 1,0-1-1,0 1 1,0-1 0,0 1-1,0-1 1,0 1-1,-1-1 1,1 0 0,0 0-1,-2 1 1,-61 2 97,57-3-113,-61-3 329,33-5-2024,8-5-5631,44 2 1312,-4 6 5372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55 36,'-12'-2'188,"4"2"651,0-1 0,0 0 0,0 0 0,0-1 0,0 0 0,1 0 0,-1-1 0,-12-6 0,63 5 406,39 1-1150,76-6 427,-56-7-5035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53 147 80,'21'-48'2559,"-20"45"-1784,0-1 1,0 1-1,0-1 1,-1 0 0,1 1-1,-1-1 1,0 0-1,0 1 1,0-1 0,-1 0-1,-1-6 1,0 12-502,0 1 0,1 0 0,-1-1 1,0 1-1,1 0 0,0 0 0,-1 0 1,1 0-1,-1 6 0,-57 237 238,59-242-469,5-13-20,12-34-18,19-62-59,17-68 8,-49 170 43,1 14 14,4 21 25,-8-28-29,21 92-21,-11-43-538,2-1-1,2 0 0,30 67 0,-41-107-8071,-15-19 4800,2 1 3335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68 220,'-28'-21'4125,"30"13"-880,18 1-2382,84-8-1990,-8 1-5577,-78 12 6146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341 157 212,'0'-4'268,"-1"0"0,1 0 0,0 0 0,1 0-1,-1 0 1,1 0 0,0 0 0,0 0 0,0 0 0,0 0 0,0 0 0,1 1 0,0-1 0,3-5-1,-3 6 44,0 0 0,0-1 0,-1 1 0,1-1-1,-1 1 1,0-1 0,0 0 0,0 1 0,0-1-1,-1 0 1,1 0 0,-1 0 0,0-7-1,-1 9-187,-1 0 0,1 0 0,0 0-1,-1 0 1,1 0 0,-1 0-1,0 0 1,0 0 0,1 0-1,-1 1 1,0-1 0,-1 1-1,1 0 1,0-1 0,0 1-1,0 0 1,-1 0 0,1 0-1,-1 1 1,1-1 0,-1 0 0,1 1-1,-1 0 1,1 0 0,-4 0-1,-67-2 349,72 2-451,-4 0-6,-109 11 93,104-9-101,1 0 0,-1 0 0,1 1 0,0 0 0,0 0 0,0 1 0,0 0 0,1 1 0,-13 8 0,19-12-3,1 0 0,0 0 1,-1 1-1,1-1 0,0 0 0,0 0 0,0 1 0,0-1 1,0 1-1,0-1 0,0 1 0,0-1 0,1 1 0,-1-1 0,0 1 1,1 0-1,0-1 0,-1 1 0,1 0 0,0 0 0,0-1 1,0 1-1,0 0 0,0-1 0,1 4 0,0-2 8,0 0 0,1 0-1,-1 1 1,1-1 0,0 0-1,0-1 1,0 1 0,1 0-1,-1 0 1,1-1 0,4 4-1,9 6 63,0-2 0,0 0 0,28 11 0,-44-20-69,93 32 225,-72-27-178,0 1 0,-1 0 0,0 2 0,30 17 0,-50-26-33,1 0 0,0 1 0,-1-1 0,1 1 0,0-1 0,-1 1-1,1-1 1,0 1 0,-1-1 0,1 1 0,-1 0 0,1-1 0,-1 1 0,1 0 0,-1-1-1,1 1 1,-1 0 0,0-1 0,1 1 0,-1 0 0,0 0 0,0 0 0,0-1 0,0 1 0,1 0-1,-1 0 1,0 0 0,-1 1 0,1-1 9,-1 1-1,0-1 1,0 0 0,0 0 0,1 0-1,-1 0 1,0 0 0,-1 0-1,1 0 1,0 0 0,0 0-1,0 0 1,-1 0 0,-1 0 0,-49 18 358,52-19-384,-29 7 29,-1-1 0,-41 3 0,63-8-322,0 0 1,-1-1-1,1 0 0,0-1 0,-1 0 0,1 0 0,0-1 1,0 0-1,0 0 0,0-1 0,0 0 0,0 0 0,-11-8 1,18 11 48,0-1 1,0 0 0,0 0-1,0 0 1,1 0 0,-1 0 0,0 0-1,0 0 1,0 0 0,1 0-1,-1 0 1,1 0 0,-1 0-1,1 0 1,-1-1 0,1 1-1,0 0 1,-1 0 0,1-1 0,0 1-1,0 0 1,0-1 0,0 1-1,0 0 1,0 0 0,1-1-1,-1 1 1,0 0 0,1 0 0,-1-1-1,1 1 1,-1 0 0,1 0-1,-1 0 1,2-2 0,12-13-1121,2 5 801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38 68,'-12'0'-305,"-12"3"12525,40 0-10511,20-2-1455,1 0 0,-1-3 1,53-8-1,-22-1-2823,-2-2-3622,-33 7 1369,-15 2 3927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62 24,'-19'-36'3876,"18"34"-3327,0 0 0,0 0 0,-1 0 0,1 1-1,0-1 1,-1 0 0,1 1 0,-1-1 0,0 1 0,0-1 0,1 1-1,-1 0 1,0 0 0,0 0 0,-3-1 0,4 6-454,-1 0 0,1 0 0,0-1 1,0 1-1,0 1 0,1-1 0,-1 0 0,1 0 0,0 0 1,0 0-1,1 5 0,-1-5-32,-1 50-92,-1 27-1737,8-30-3775,-6-50 5296,1 0 1,-1 0 0,0 1 0,1-1-1,-1 0 1,1 1 0,-1-1 0,1 0-1,-1 0 1,1 0 0,0 0 0,0 0-1,0 1 1,-1-1 0,1-1 0,0 1-1,0 0 1,0 0 0,1 0 0,-1 0-1,0-1 1,2 2 0,6-2-473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19:1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64 140,'-2'-2'78,"-26"-26"1448,27 27-1387,0 0 0,0 1 0,0-1 0,0 0-1,1 0 1,-1 1 0,0-1 0,0 0 0,1 0 0,-1 0 0,1 0-1,-1 0 1,1 0 0,-1 0 0,1 0 0,0 0 0,-1 0 0,1 0 0,0 0-1,0 0 1,0 0 0,0 0 0,0 0 0,0 0 0,0-1 0,0 1-1,0 0 1,1-1 0,1 1-83,0 1 0,0-1 0,0 0 1,0 1-1,0-1 0,0 1 0,0-1 0,0 1 0,0 0 0,0 0 0,0 0 0,0 0 0,0 1 1,0-1-1,0 0 0,4 2 0,32 11 37,-34-12-53,0 1 0,0 0 0,-1 0 1,1 0-1,0 0 0,-1 1 0,0 0 0,0-1 0,0 1 0,0 0 1,0 1-1,0-1 0,-1 0 0,0 1 0,1-1 0,-1 1 0,-1 0 1,1 0-1,0 0 0,0 4 0,-1-4 92,-1 1-1,0 0 1,0-1 0,0 1-1,0-1 1,-1 1 0,0-1-1,0 1 1,0-1 0,0 0-1,-1 1 1,0-1 0,0 0 0,0 0-1,0 0 1,0 0 0,-1 0-1,-4 4 1,-43 41 1929,38-39-1294,0 0 0,-18 24 0,29-34-754,1 0 0,0 0 0,0 1 0,-1-1 0,1 0 0,0 0 0,0 1 0,0-1-1,-1 0 1,1 1 0,0-1 0,0 0 0,0 1 0,0-1 0,0 0 0,0 0 0,0 1-1,0-1 1,0 0 0,0 1 0,0-1 0,0 0 0,0 1 0,0-1 0,0 0 0,0 1 0,0-1-1,0 0 1,0 1 0,0-1 0,0 0 0,0 1 0,1-1 0,-1 0 0,0 0 0,0 1 0,0-1-1,1 0 1,-1 0 0,0 1 0,0-1 0,1 0 0,-1 1 0,20 2 172,26-6-127,-44 3-25,44-7 43,-25 3-4,0 1 0,0 1 0,28 1 0,-48 1-16,0 0-1,0 0 0,0 0 0,0 0 0,0 0 0,0 0 0,0 0 1,0 0-1,0 0 0,0 1 0,0-1 0,0 0 0,0 1 0,0-1 1,0 1-1,0-1 0,0 1 0,0-1 0,0 1 0,-1-1 0,1 1 1,0 0-1,0 0 0,-1-1 0,1 1 0,0 0 0,-1 0 0,1 0 1,-1 0-1,1 1 0,-1 0 20,0 0-1,-1-1 1,1 1 0,-1 0-1,1 0 1,-1-1-1,0 1 1,1 0 0,-1-1-1,0 1 1,0-1 0,0 1-1,-1-1 1,1 1 0,-2 1-1,-9 8 275,0-1 0,-22 17 0,8-9-291,-1 0-1,-1-1 1,-1-2-1,0-1 1,-33 11-1,38-23-1646,24-3 1442,-1 1-1,1 0 0,0-1 0,-1 1 1,1 0-1,-1 0 0,1-1 0,0 1 1,0-1-1,-1 1 0,1 0 0,0-1 1,-1 1-1,1-1 0,0 1 0,0-1 1,0 1-1,0 0 0,-1-1 0,1 1 1,0-1-1,0 1 0,0-1 0,0 1 1,0-1-1,0 1 0,0-2 0,17-41-10020,-5 14 6546,-12 15 3133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35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161 159 144,'-2'-3'299,"-1"0"-1,1 0 1,0 0-1,0 0 1,0-1-1,1 1 1,-1 0-1,1-1 1,0 1 0,-1-1-1,2 1 1,-1-1-1,0 0 1,1 1-1,-1-1 1,1 0-1,0 0 1,1 1-1,-1-1 1,0 0 0,1 1-1,1-5 1,-1 2 262,-1-1 1,0 1-1,0 0 1,-1 0-1,1 0 1,-3-10 0,3 15-467,-1 0 1,1 0-1,0 1 1,0-1 0,0 0-1,-1 0 1,1 0 0,0 0-1,-1 0 1,1 0 0,-1 0-1,1 0 1,-1 0 0,0 1-1,1-1 1,-1 0 0,0 0-1,1 1 1,-1-1 0,0 1-1,0-1 1,0 0 0,0 1-1,1 0 1,-1-1 0,0 1-1,0-1 1,0 1 0,0 0-1,0 0 1,0 0 0,0-1-1,0 1 1,0 0 0,0 0-1,0 0 1,0 0 0,0 1-1,0-1 1,0 0-1,0 0 1,0 1 0,0-1-1,0 0 1,0 1 0,0-1-1,1 1 1,-3 0 0,1 3-77,0-1 0,0 1 1,0-1-1,0 1 1,0 0-1,1 0 0,0-1 1,0 1-1,0 0 0,0 0 1,1 0-1,-1 0 1,1 0-1,1 6 0,-3 4 5,-33 380 137,32-293-69,20 193-1,-14-262-94,-2-19-48,1 1 1,0-1-1,1 0 1,4 14-1,-33-27-11304,-8 4 7488,16 0 3146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36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76 60,'39'-43'2847,"-38"42"-2673,-1 0 1,1 0-1,0 0 0,-1 0 1,1 0-1,-1 0 1,0 0-1,1 0 0,-1 0 1,0 0-1,1 0 1,-1 0-1,0 0 0,0 0 1,0 0-1,0 0 1,0 0-1,0-1 1,-1 0-1,0 1 10,1 0-1,-1 0 1,0 1 0,0-1-1,0 0 1,0 1 0,0-1 0,0 0-1,0 1 1,0-1 0,0 1-1,0-1 1,0 1 0,0 0-1,0 0 1,0-1 0,0 1-1,-1 0 1,1 0 0,0 0 0,0 0-1,0 0 1,-2 1 0,-9 0 169,0 0-1,0 1 1,0 1 0,0 0 0,1 1 0,-1 0 0,1 0-1,0 1 1,0 1 0,1 0 0,0 1 0,0-1 0,-10 10 0,-1 2-188,1 0 0,1 1 1,1 1-1,-28 40 0,41-52-147,-1 0 0,2 1-1,-1 0 1,1 0 0,1 0 0,-1 0-1,2 1 1,-1-1 0,1 1 0,1 0-1,-1-1 1,2 1 0,-1 0 0,2 0-1,0 11 1,1-15-17,-1 0-1,1 1 1,0-1 0,0 0 0,0-1-1,1 1 1,0 0 0,0-1-1,1 0 1,-1 1 0,1-2-1,0 1 1,1 0 0,-1-1 0,1 1-1,0-1 1,0-1 0,0 1-1,1-1 1,-1 0 0,1 0-1,-1 0 1,1-1 0,10 3 0,-4-2-10,1 0 0,-1-1 0,1 0 0,-1-1 0,1-1 0,0 0 0,22-3 1,-28 2 3,1 0 0,0-1 0,0 0 1,0 0-1,-1-1 0,0 0 0,1 0 1,-1-1-1,0 0 0,0 0 0,-1 0 1,1-1-1,7-8 0,-12 12 6,-1 0 0,0 0-1,0 0 1,0 0 0,0 0-1,-1 0 1,1-1 0,0 1-1,0 0 1,-1-1 0,1 1-1,-1 0 1,1-1 0,-1 1-1,1-1 1,-1 1 0,0-1-1,0 1 1,0 0 0,0-1-1,0 1 1,0-1 0,0 1-1,0-1 1,0 1 0,-1-1-1,1 1 1,-1-1 0,1 1-1,-1 0 1,0-1 0,1 1-1,-1 0 1,0 0 0,0-1-1,0 1 1,0 0 0,0 0-1,0 0 1,0 0 0,0 0-1,0 0 1,-1 1 0,1-1-1,0 0 1,-1 0-1,1 1 1,0-1 0,-1 1-1,-1-1 1,-7-3 1,0 0 0,0 1 0,-1 1 0,1-1 0,-19-1 0,-56 3 36,49 1-61,30 0-38,13-1-51,22-1 95,-13 0 7,0 0 1,0 2 0,1 0 0,30 5-1,-42-4 13,0 0 1,-1 0-1,1 1 0,-1 0 0,1 0 0,-1 0 0,0 1 0,0-1 0,0 1 0,0 0 1,0 0-1,-1 0 0,1 1 0,-1-1 0,0 1 0,0 0 0,0 0 0,-1 0 0,1 0 1,-1 1-1,2 4 0,3 12 54,0 0 1,-2 1 0,-1-1-1,3 33 1,-5-32-542,0-1 0,2 0 0,1-1 0,13 39 0,-14-52-356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36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757 67 124,'0'-3'215,"-1"0"0,0 1-1,0-1 1,0 1 0,0-1 0,0 1 0,-1 0 0,1-1-1,-1 1 1,1 0 0,-1 0 0,0 0 0,0 0 0,0 0-1,0 0 1,0 1 0,0-1 0,-1 0 0,1 1-1,0 0 1,-1 0 0,1 0 0,-1 0 0,0 0 0,1 0-1,-1 1 1,-4-1 0,-13-4 506,0 1 0,-30-1 0,44 4-584,-20 0 57,1 0 0,-1 1-1,0 2 1,1 1 0,-1 1 0,1 0 0,0 2 0,0 2 0,1 0 0,-40 19-1,45-17-171,-1 2-1,1 0 0,1 2 0,0 0 0,1 0 0,1 2 0,0 0 1,1 1-1,0 0 0,2 1 0,0 1 0,-15 29 0,18-28 32,1 0 1,1 0-1,1 0 0,0 1 0,2 0 0,0 1 0,1-1 0,-1 43 1,5-50-1,1 0 1,0 0 0,2 0 0,-1 0 0,2-1 0,0 1 0,0-1 0,1 0 0,1 0 0,0-1 0,1 0-1,0 0 1,1 0 0,0-1 0,10 11 0,-4-7-32,1-2 0,0 0 0,0-1 0,1 0-1,1-2 1,0 0 0,0 0 0,1-2 0,0 0 0,31 8 0,-24-9-17,1-1-1,1-1 1,-1-2 0,1-1 0,-1-1 0,1-1 0,46-6 0,-50 3-8,-1-2-1,1 0 0,-1-2 1,0 0-1,-1-1 0,0-2 1,0 0-1,-1-1 1,20-14-1,-27 15 5,0 0 0,0-1 0,-2-1-1,1 0 1,-1 0 0,-1-1 0,0-1 0,-1 0 0,-1 0 0,0 0 0,0-1-1,-2 0 1,6-20 0,-8 20 13,0-1-1,-1 1 0,-1-1 1,-1 0-1,0 0 1,-1 0-1,-1 0 1,-1 0-1,0 1 1,0-1-1,-2 1 1,0-1-1,-1 1 0,0 0 1,-2 0-1,1 1 1,-2 0-1,0 0 1,-18-24-1,13 22-192,-1 0 1,0 1-1,-1 0 0,-1 2 0,0-1 1,-24-13-1,22 16-535,0 1 0,-1 1 0,0 1 0,0 0 1,-1 2-1,-28-6 0,17 7-237,0 1 1,0 2-1,0 1 0,0 1 1,-37 5-1,2 7 271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5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98 391 16,'-97'4'8809,"201"-8"-8218,0-6 1,133-28 0,-130 18-499,1090-234 32,-1160 244-127,-11 4 9,0-1 0,0-1 0,38-19 0,-63 27-9,-1 0 0,0 1 0,0-1 0,1 0 0,-1 0 0,0 0 0,0 0 0,1 0 0,-1 0 0,0-1 0,0 1 0,1 0 0,-1 0 0,0 0 0,0 0-1,1 0 1,-1 0 0,0 0 0,0 0 0,0-1 0,1 1 0,-1 0 0,0 0 0,0 0 0,0 0 0,0-1 0,1 1 0,-1 0 0,0 0 0,0 0 0,0-1 0,0 1 0,0 0 0,0 0-1,0-1 1,1 1 0,-1 0 0,0 0 0,0-1 0,0 1 0,0 0 0,0 0 0,0-1 0,0 1 0,0 0 0,0 0 0,0-1 0,-1 1 0,1 0 0,0 0 0,0 0 0,0-1 0,0 1-1,0 0 1,0 0 0,0-1 0,-1 1 0,1 0 0,0 0 0,0 0 0,0 0 0,0-1 0,-1 1 0,1 0 0,0 0 0,0 0 0,-1 0 0,1 0 0,0-1 0,-20 2-3450,-37 30-3309,42-22 6293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3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95 12,'2'-30'1686,"1"-13"2089,-3 42-3699,0 0-1,1 0 0,-1 0 1,0 0-1,1 0 0,-1 0 1,1 0-1,-1 0 0,1 0 1,0 0-1,-1 0 1,1 0-1,0 1 0,-1-1 1,1 0-1,0 0 0,0 1 1,0-1-1,0 1 0,0-1 1,0 1-1,0-1 0,0 1 1,0-1-1,0 1 1,0 0-1,0-1 0,0 1 1,0 0-1,0 0 0,1 0 1,-1 0-32,-1 1 0,0-1 1,1 0-1,-1 0 1,0 1-1,1-1 0,-1 0 1,0 1-1,0-1 0,1 1 1,-1-1-1,0 0 0,0 1 1,0-1-1,0 1 1,1-1-1,-1 1 0,0-1 1,0 1-1,0-1 0,0 0 1,0 1-1,0-1 1,0 1-1,0-1 0,0 1 1,0-1-1,-1 1 0,1-1 1,0 0-1,0 1 0,0-1 1,0 1-1,-1-1 1,1 0-1,0 1 0,0-1 1,-1 1-1,1-1 0,0 0 1,-1 0-1,1 1 0,0-1 1,-1 1-1,-15 24 963,14-22-817,-18 17 1177,16-17-128,12-11-644,-8 8-589,1 1 0,-1-1 0,0 0 0,1 1 0,-1-1 0,0 0 0,1 1 0,-1-1 0,0 1 0,1-1 0,-1 1 0,0-1 0,0 0 0,1 1 0,-1-1 0,0 1 0,0-1 0,0 1 0,0-1 0,0 1 0,0-1 0,1 1 0,-1 0 0,-1-1 0,1 1 0,0-1 0,0 1 0,0-1 0,0 1 0,0-1 0,-1 1 0,1 21 317,0-20-315,0-1 0,-1 0 0,1 1 0,0-1 1,-1 0-1,1 1 0,-1-1 0,1 0 0,-1 1 0,0-1 0,0 0 0,1 0 1,-1 0-1,0 0 0,0 0 0,0 0 0,0 0 0,0 0 0,-1 0 0,1 0 0,0-1 1,0 1-1,0 0 0,-1-1 0,1 1 0,0-1 0,-1 1 0,1-1 0,0 0 1,-1 1-1,1-1 0,-1 0 0,1 0 0,0 0 0,-1 0 0,1 0 0,-1-1 0,1 1 1,0 0-1,-1-1 0,-1 0 0,-9-12-2751,9-8-3450,3 20 6078,0 1-1,0 0 0,1-1 1,-1 1-1,0 0 0,0-1 1,1 1-1,-1-1 0,0 1 1,1 0-1,-1 0 0,0-1 1,1 1-1,-1 0 0,0 0 1,1-1-1,-1 1 0,1 0 1,-1 0-1,0 0 0,1 0 1,-1 0-1,1-1 0,-1 1 1,1 0-1,-1 0 0,1 0 1,-1 0-1,0 0 1,1 0-1,-1 1 0,1-1 1,-1 0-1,1 0 0,-1 0 1,0 0-1,1 0 0,-1 1 1,1-1-1,-1 0 0,0 0 1,1 1-1,-1-1 0,0 0 1,1 0-1,-1 1 0,0-1 1,1 1-1,11 9-388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23 88,'1'0'207,"-1"-1"0,1 1 0,0-1 0,-1 1 0,1-1 0,0 1-1,0-1 1,-1 1 0,1 0 0,0-1 0,0 1 0,-1 0 0,1 0 0,0 0 0,0-1 0,0 1 0,0 0-1,-1 0 1,1 0 0,0 0 0,0 1 0,0-1 0,-1 0 0,1 0 0,0 0 0,0 1 0,0-1 0,-1 0 0,2 1-1,-2-1-135,0 0-1,-1 0 1,1 1-1,-1-1 1,1 0-1,-1 0 1,1 0-1,0 0 1,-1 0-1,1 0 1,-1 1-1,1-1 1,0 0-1,-1 0 0,1 1 1,0-1-1,-1 0 1,1 0-1,0 1 1,-1-1-1,1 0 1,0 1-1,0-1 1,0 1-1,-1-1 1,1 0-1,0 1 1,0-1-1,0 1 0,0-1 1,0 0-1,-1 1 1,1-1-1,0 1 1,0-1-1,0 0 1,0 1-1,0-1 1,0 1-1,1-1 1,-1 1-1,0-1 1,0 0-1,0 1 0,0-1 1,0 1-1,1-1 1,-1 0-1,0 1 1,0-1-1,1 0 1,-1 1-1,0-1 1,0 0-1,1 1 1,-1-1-1,0 0 1,1 0-1,-1 1 0,0-1 1,1 0-1,-1 0 1,1 0-1,-1 1 1,0-1-1,1 0 1,-1 0-1,1 0 1,-41 16 2466,38-16-2503,0 1 0,0 0 0,0-1 0,0 1 0,0-1 0,0 0 0,0 0 0,0 1 0,0-1 0,-1-1 0,1 1 0,0 0 0,0 0 0,0-1 0,0 1 0,0-1 0,-3-1 0,7-1-289,1-1-1,-1 1 1,1 1-1,0-1 1,0 0-1,0 1 1,7-5-1,-5 4-885,25-21-9504,-30 27 10184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43 136,'-5'-31'2895,"2"19"1690,-10 34-2833,12-19-1692,-1 1 0,1 0-1,-1-1 1,1 1 0,0 0 0,0 0 0,1 0-1,-1 0 1,1 0 0,0 0 0,0 0-1,0 0 1,1 0 0,-1 0 0,1-1-1,0 1 1,0 0 0,0 0 0,0 0-1,1-1 1,2 4 0,4 6-16,0-1-1,1 0 1,0-1 0,17 16 0,-16-18 237,-1 1 0,1 1 1,-2-1-1,14 23 0,-22-32-205,1-1-1,-1 1 1,0 0-1,1 0 1,-1 0-1,0 0 0,0 0 1,0 1-1,1-1 1,-1 0-1,0 0 1,0 0-1,-1 0 1,1 0-1,0 0 0,0 0 1,0 0-1,-1 0 1,1 0-1,-1 0 1,1 0-1,-1-1 0,1 1 1,-1 0-1,1 0 1,-2 1-1,-27 18 743,-37 2-562,64-22-334,-1 1 1,1-1 0,0 0 0,-1 0-1,1 0 1,-1 0 0,1 0-1,0 0 1,-1-1 0,-3 0-1,5 0-339,-1 0-1,0 0 0,1 0 0,-1 0 0,1 0 0,-1-1 1,1 1-1,0 0 0,-1-1 0,1 1 0,0-1 0,0 1 0,0-1 1,0 0-1,1 0 0,-1 1 0,0-1 0,1 0 0,-1 0 1,1 0-1,-1 1 0,1-1 0,0 0 0,0 0 0,0 0 1,0 0-1,0 0 0,0 0 0,0 1 0,1-1 0,0-3 0,2-9-511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5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51 104,'0'-1'97,"0"1"1,0 0-1,-1 0 1,1 0-1,0 0 1,0-1-1,0 1 1,-1 0-1,1 0 0,0 0 1,0-1-1,0 1 1,0 0-1,-1-1 1,1 1-1,0 0 1,0 0-1,0-1 0,0 1 1,0 0-1,0 0 1,0-1-1,0 1 1,0 0-1,0-1 0,0 1 1,0 0-1,0-1 1,0 1-1,0 0 1,0 0-1,0-1 1,0 1-1,0 0 0,0 0 1,1-1-1,-1 1 1,0 0-1,0 0 1,0-1-1,0 1 1,1 0-1,-1 0 0,1-1 1,18-7 2132,37-1-566,-44 8-954,65-7 1273,-14 2-2622,-23 0-4624,-48 9 924,0 0 3981,-7 3-103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5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60 100,'0'-59'5490,"-35"85"-1741,19-2-3714,2 2 0,1-1 0,1 2 1,2-1-1,0 2 0,2-1 0,0 1 0,-3 37 1,10-63-37,1 1 1,-1-1 0,1 1-1,0-1 1,0 1 0,0-1-1,0 1 1,1-1 0,-1 1 0,1-1-1,-1 1 1,1-1 0,0 1-1,0-1 1,0 0 0,0 1 0,0-1-1,1 0 1,-1 0 0,1 0-1,-1 0 1,4 3 0,-2-4-2,0 1 1,0 0 0,0-1 0,0 0-1,0 0 1,0 0 0,1 0-1,-1 0 1,0-1 0,1 1-1,-1-1 1,0 0 0,1 0 0,5-1-1,7-1 0,0-2-1,0 0 1,-1 0 0,1-1-1,23-13 1,-30 14 13,0-2 1,-1 1-1,1-1 1,-1 0-1,-1-1 0,1 0 1,-1 0-1,9-12 1,-15 17-9,1 0 0,-1 1 0,0-1 0,1 0-1,-1 0 1,0 0 0,0 0 0,0 0 0,-1 0 0,1-1 0,0 1 0,-1 0 0,1 0 0,-1 0 0,0-1 0,0 1 0,0 0 0,0-1 0,0 1-1,0 0 1,-1 0 0,1-1 0,-1 1 0,1 0 0,-1 0 0,0 0 0,0 0 0,0 0 0,0 0 0,0 0 0,-1 0 0,1 0 0,0 0 0,-1 1-1,1-1 1,-1 1 0,0-1 0,0 1 0,1-1 0,-1 1 0,0 0 0,0 0 0,-4-1 0,6 1-2,-1 1 0,0-1 0,1 1 1,-1 0-1,0 0 0,0-1 0,1 1 0,-1 0 0,0 0 1,0 0-1,0 0 0,1 0 0,-1 0 0,0 0 0,0 0 1,0 0-1,1 0 0,-1 0 0,0 0 0,0 1 0,1-1 1,-1 0-1,0 0 0,1 1 0,-1-1 0,0 1 0,1-1 1,-2 1-1,-12 25 15,1 42-43,11-58 7,-21 230-8610,18-198 7714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6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101 161 172,'-9'-1'156,"-42"-6"1335,48 7-1313,1-1-1,-1 0 1,1 1-1,-1-1 0,1 0 1,-1 0-1,1 0 1,0-1-1,0 1 0,-1-1 1,1 1-1,0-1 1,0 0-1,1 1 0,-1-1 1,-2-3-1,4 4-123,0 0-1,-1 0 0,1-1 1,0 1-1,0 0 0,0 0 1,0-1-1,0 1 1,1 0-1,-1 0 0,0-1 1,0 1-1,1 0 1,-1 0-1,1 0 0,-1-1 1,1 1-1,0 0 1,-1 0-1,1 0 0,0 0 1,0 0-1,0 0 1,-1 0-1,1 1 0,0-1 1,0 0-1,0 0 1,2 0-1,34-23 128,-36 23-142,29-15 64,45-17 0,-64 28-78,1 1 0,1 1 0,-1 0 0,0 0 0,1 2 0,-1-1 0,15 1 0,-26 1 2,1 0 0,0 0 1,0 0-1,-1 1 0,1-1 0,0 0 1,0 1-1,-1-1 0,1 1 1,-1-1-1,1 1 0,0 0 0,-1 0 1,1-1-1,-1 1 0,0 0 1,1 1-1,-1-1 0,0 0 1,1 0-1,-1 0 0,0 1 0,0-1 1,0 1-1,0-1 0,-1 1 1,1-1-1,0 1 0,0-1 1,-1 1-1,1 0 0,-1-1 0,0 1 1,1 0-1,-1 0 0,0-1 1,0 1-1,0 0 0,0 0 0,0-1 1,-1 1-1,1 0 0,0-1 1,-1 1-1,1 0 0,-1-1 1,-1 3-1,-2 8 220,-1 0-1,0 0 1,-1-1 0,0 0 0,-9 12 0,-36 39 859,38-48-926,0 1 1,1 0-1,1 0 1,0 1-1,-10 21 0,20-33-163,0 0-1,0 0 0,0 0 0,0 0 1,1 1-1,-1-1 0,1 0 1,0 0-1,1 0 0,-1 1 0,1-1 1,-1 0-1,1 0 0,0 0 0,1 0 1,-1 0-1,1 0 0,0-1 0,0 1 1,0 0-1,0-1 0,0 1 0,1-1 1,0 0-1,0 0 0,0 0 0,0 0 1,0 0-1,0-1 0,1 1 0,-1-1 1,1 0-1,0 0 0,0-1 0,0 1 1,-1-1-1,1 1 0,1-1 1,-1-1-1,0 1 0,0 0 0,0-1 1,0 0-1,1 0 0,-1 0 0,0-1 1,0 1-1,0-1 0,0 0 0,0 0 1,5-2-1,-8 2-1,0 1 0,0-1 0,1 1 0,-1-1 0,0 0 1,0 1-1,0-1 0,0 0 0,-1 0 0,1 0 0,0 0 0,0 0 1,0 0-1,-1 0 0,1 0 0,0 0 0,-1 0 0,1 0 0,-1 0 0,1 0 1,-1-1-1,0 1 0,0 0 0,1-3 0,-1 1 18,0 0 0,-1 0 0,1 0 0,-1 0 0,0 0 0,0 0 0,0 0 0,0 1 0,0-1 0,-2-3 0,-4-5 92,0 0 1,-1 1-1,-16-18 1,-38-43 388,7 8-2995,17 26-6725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7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51 268,'-13'-1'584,"-35"-4"2680,47 5-2913,0 0 0,0 0 0,-1 0 0,1-1 0,0 1 0,0-1 0,-1 1 0,1-1 0,0 1 0,0-1 0,0 0 0,0 1 0,0-1 0,0 0 0,-1-1 0,10 1 2401,28-4-1829,75-8-287,86-4-836,-217 22-11558,8-5 10040,5-1 1355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7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22 4,'-7'-4'538,"1"1"0,-1 0 0,-1 0-1,1 1 1,0 0 0,0 1 0,-12-2 0,18 3-346,-1 0-1,1 0 1,0 0 0,0 0 0,0 1-1,-1-1 1,1 1 0,0-1 0,0 0-1,0 1 1,0 0 0,0-1 0,0 1-1,0 0 1,0-1 0,0 1 0,0 0-1,0 0 1,-1 2 0,0-1-32,1 1 1,0 0-1,0-1 1,0 1-1,0 0 1,0 0-1,1 0 1,-1 0-1,1-1 1,0 1-1,0 5 1,0 34 1126,8 55 0,-6-80-2857,2-1 0,-1-1 0,11 26 1,-13-39 1326,-1 0-1,1 0 1,0-1 0,0 1 0,0 0 0,0 0 0,0-1 0,1 1 0,-1-1 0,0 1 0,1-1 0,-1 0 0,1 1 0,0-1 0,-1 0 0,1 0-1,0 0 1,0 0 0,-1 0 0,1 0 0,0-1 0,3 1 0,13 0-425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8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177 107 76,'4'-25'775,"-6"-10"5764,2 34-6237,-1-1-1,1 1 1,-1 0-1,1 0 1,-1 0-1,1 0 0,-1 0 1,0 0-1,0 0 1,1 0-1,-1 0 1,0 0-1,0 0 0,0 1 1,0-1-1,0 0 1,0 1-1,0-1 1,0 0-1,-1 1 0,1-1 1,-1 1-1,-27 1 1131,21 1-1313,1 1 1,0 0-1,-1 1 0,1 0 0,1 0 0,-1 0 0,1 1 0,-1 0 0,1 0 0,1 1 0,-1 0 0,1 0 0,0 0 0,0 0 0,1 1 0,-1 0 0,2 0 0,-1 0 0,1 1 0,0-1 0,0 1 1,1-1-1,0 1 0,1 0 0,0 0 0,-1 8 0,1-11-110,1 1 1,0-1 0,0 1 0,0-1-1,0 1 1,1-1 0,0 1-1,0-1 1,0 0 0,1 1 0,0-1-1,0 0 1,0 0 0,0 0-1,1-1 1,0 1 0,0 0 0,0-1-1,1 0 1,-1 0 0,1 0-1,0 0 1,0 0 0,1-1 0,-1 0-1,1 0 1,-1 0 0,1 0-1,0-1 1,0 0 0,0 0-1,1 0 1,-1-1 0,0 0 0,1 0-1,-1 0 1,0 0 0,8-1-1,-7 1-2,0-1-1,0 0 1,0-1-1,0 1 0,0-1 1,0 0-1,0-1 1,0 1-1,0-1 0,-1-1 1,1 1-1,-1-1 1,1 0-1,-1 0 0,0 0 1,0-1-1,0 1 1,-1-1-1,1-1 0,-1 1 1,0 0-1,0-1 0,0 0 1,3-7-1,-3 5 5,-1-1-1,0 1 1,-1 0-1,0-1 1,0 0-1,0 1 1,-1-1-1,0 0 1,-1 0-1,0 0 1,0 0-1,-1 0 1,0 1-1,0-1 1,0 0-1,-1 0 1,-1 1-1,-3-11 1,-22-33 16,23 44-868,0 1 1,0 0-1,0 0 1,-1 0 0,-8-6-1,11 10 319,0 0-1,0-1 1,-1 1-1,1 1 1,-1-1-1,1 0 1,-1 1-1,0-1 1,0 1 0,0 0-1,0 1 1,1-1-1,-1 1 1,0-1-1,0 1 1,0 1-1,0-1 1,0 0-1,0 1 1,0 0-1,0 0 1,0 0-1,0 0 1,1 1-1,-1-1 1,-6 5-1,-6 4-30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9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2 40,'-40'2'1447,"29"-2"941,0 0 1,1 1 0,-21 4 0,55-2 990,-5 0-3114,21-3-70,66-9 0,-39 2-4334,-66 7 4148,10 1-5333,-13 6 836,-5 2 3598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9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59 152,'-11'2'400,"4"2"336,2-2 388,5 1-12,5-3-148,6-3-152,8 1-183,2-2-221,4-2-156,6 0-136,-1-1-392,0 1-833,-2 0-379,-2-1 56,-3 1 268,1-2 368,-4-1 404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09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164 137 172,'-3'-1'308,"1"-1"0,0 1 1,-1-1-1,1 0 0,0 0 0,0 0 1,0 0-1,1 0 0,-1 0 0,0 0 0,1 0 1,-1-1-1,1 1 0,0-1 0,0 1 0,-2-6 1,3 6-106,0 0 0,0 0 0,0 0 0,0 0 0,1 0 1,-1 0-1,1 0 0,-1 0 0,1 1 0,-1-1 0,1 0 1,0 0-1,0 0 0,0 1 0,0-1 0,0 0 0,1 1 1,0-2-1,4-3-31,0 1 1,1 0-1,-1 0 1,1 0-1,0 1 1,0 0-1,0 1 1,1-1-1,12-3 1,-10 4-179,0 1 0,0-1 0,0 2 1,0-1-1,18 1 0,-26 1 51,-1 0-1,1 0 1,-1 0 0,1 0 0,-1 1-1,0-1 1,1 0 0,-1 1-1,1-1 1,-1 1 0,0 0 0,1-1-1,-1 1 1,0 0 0,0 0-1,1 0 1,-1 0 0,0 0 0,0 0-1,0 0 1,0 0 0,0 0 0,0 0-1,-1 1 1,1-1 0,0 0-1,-1 1 1,1-1 0,0 0 0,-1 1-1,0-1 1,1 1 0,-1-1-1,0 1 1,0-1 0,0 1 0,0-1-1,0 1 1,0-1 0,0 1-1,0-1 1,-1 0 0,1 1 0,-1-1-1,1 1 1,-1-1 0,1 0 0,-2 3-1,-6 15 533,0-1 0,-2 0 0,0 0 0,0-1 0,-25 29 0,20-26-192,0 1 0,1 0 0,-13 30 1,23-44-328,1 1 1,1 0-1,-1 0 1,1 1-1,1-1 1,0 0-1,0 1 0,0-1 1,1 0-1,2 16 1,-2-22-52,1 1 0,-1 0 0,1-1 1,0 1-1,0-1 0,0 1 0,0-1 0,1 1 0,-1-1 1,1 0-1,-1 0 0,1 1 0,0-1 0,0 0 0,0-1 0,0 1 1,0 0-1,0-1 0,0 1 0,1-1 0,-1 1 0,1-1 1,-1 0-1,1 0 0,-1 0 0,1-1 0,-1 1 0,1 0 1,0-1-1,0 0 0,-1 0 0,1 0 0,0 0 0,-1 0 0,1 0 1,5-2-1,-4 2-2,0 0 0,-1-1 0,1 1 0,0-1 0,-1 0 0,1 0-1,-1 0 1,1 0 0,-1-1 0,1 1 0,-1-1 0,0 0 0,0 0 0,0 0 0,0-1 0,0 1 0,0-1 0,-1 0 0,5-5 0,-6 5 31,1-1 0,-1 1 0,0-1 0,0 0 0,0 0 0,0 1 0,-1-1 0,1 0 0,-1 0 0,0 0 0,0 0 1,-1 0-1,1 1 0,-1-1 0,-2-6 0,-3-8 107,0 1 0,-2 0 1,0 1-1,-1 0 1,-1 0-1,-17-22 0,-18-13 0,-7 9-4917,44 37 3432,-1-1 0,-1 1-1,1 1 1,-1 0 0,1 0 0,-1 1-1,0 0 1,-1 1 0,1 0 0,-17-1-1,2 2 196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16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53 116,'-3'-4'410,"-1"-1"1,0 1-1,0 0 0,0 0 0,0 1 1,-1-1-1,1 1 0,-1 0 0,0 0 1,0 1-1,0-1 0,0 1 0,0 0 1,-1 0-1,1 1 0,-1 0 1,1 0-1,-1 0 0,-7 0 0,8 1-312,-1 1 0,1-1 0,0 1 0,0 0 0,0 0 0,0 1 0,-9 3 1,14-5-96,0 1 0,0-1 0,0 0 0,0 1 0,0-1 0,0 0 1,0 1-1,0-1 0,0 1 0,1-1 0,-1 0 0,0 1 1,0-1-1,0 0 0,0 1 0,1-1 0,-1 0 0,0 1 1,0-1-1,0 0 0,1 0 0,-1 1 0,0-1 0,1 0 1,-1 0-1,0 1 0,1-1 0,-1 0 0,0 0 0,1 0 0,-1 0 1,0 1-1,1-1 0,-1 0 0,0 0 0,1 0 0,-1 0 1,0 0-1,1 0 0,-1 0 0,1 0 0,0 0 0,18 7 88,27 0-200,0-3 0,52 0 0,-97-4 139,-55 2-7306,27 0 6231,-4 0 427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16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4,'14'-4'1026,"0"0"-1,1 1 1,-1 0 0,29 0-1,-6-1-133,-4-2-352,-26 4-276,0 0 1,0 1-1,1-1 0,-1 2 0,1-1 0,-1 1 1,1 0-1,8 2 0,-63 10 2644,-99 1-1148,232-11-2152,-52-2 318,-31 0 400,-13 0 371,-2-1-488,27-1 469,12 0-2623,-8 1-5716,-27-1 3525,-7 2 3116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7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294 189 148,'1'-9'286,"0"0"1,0 1-1,1-1 0,0 1 1,1-1-1,-1 1 0,2 0 1,-1 0-1,1 0 1,0 0-1,1 1 0,5-8 1,-2 3 605,0-1 0,11-27 0,-19 40-847,0 0 0,0 0 0,0-1 1,0 1-1,0 0 0,0 0 0,0-1 1,0 1-1,0 0 0,0-1 0,0 1 1,0 0-1,0 0 0,0-1 0,0 1 1,0 0-1,0 0 0,0-1 0,0 1 1,0 0-1,0 0 0,0-1 0,-1 1 1,1 0-1,0 0 0,0-1 0,0 1 1,0 0-1,-1 0 0,1 0 0,0 0 1,0-1-1,-1 1 0,1 0 0,0 0 1,0 0-1,0 0 0,-1 0 0,1-1 1,-1 1-1,-15-1 953,-17 7-125,14 1-750,1 1 0,0 0-1,0 1 1,1 1 0,-25 18 0,38-25-116,0 0-1,0 1 1,1-1-1,-1 1 1,1 0-1,0 0 1,0 0-1,0 1 1,1-1 0,0 0-1,0 1 1,-2 5-1,3-7 2,1 0-1,-1 0 1,1 1-1,0-1 1,0 0-1,0 1 1,1-1-1,-1 0 1,1 0-1,0 1 1,0-1-1,0 0 0,0 0 1,0 0-1,1 0 1,-1 0-1,1 0 1,0 0-1,0-1 1,3 4-1,47 44 92,-43-43-4,0 1 1,0 0 0,0 1 0,-1 0 0,0 0-1,7 13 1,-14-21-44,-1 0 1,1 0-1,-1 0 0,0 0 0,1 0 1,-1 0-1,0 1 0,0-1 0,0 0 1,1 0-1,-1 0 0,0 0 1,-1 0-1,1 1 0,0-1 0,0 0 1,0 0-1,-1 0 0,1 0 0,-1 0 1,1 0-1,-1 0 0,0 2 0,-24 22 841,-44 10 97,60-31-875,-3 2-84,1 0-172,0-1 0,0 0 0,0-1 0,-1 0 0,1-1 1,-1 0-1,0 0 0,0-1 0,0-1 0,-16 0 0,28-1-27,-1 0 0,0 0-1,0 0 1,0 0 0,0 0 0,0 0 0,1 0-1,-1 0 1,0-1 0,0 1 0,0 0 0,1 0-1,-1-1 1,0 1 0,0-1 0,1 1 0,-1-1-1,0 1 1,1-1 0,-1 1 0,0-1 0,1 1-1,-1-1 1,1 0 0,-1 1 0,1-1 0,-1 0-1,1 0 1,0 1 0,-1-1 0,1 0-1,0 0 1,-1 0 0,1 1 0,0-1 0,0 0-1,0 0 1,0 0 0,0 0 0,0 0 0,0 1-1,0-1 1,0 0 0,1 0 0,-1 0 0,0 0-1,0 1 1,1-1 0,-1 0 0,0 0 0,1 1-1,-1-1 1,1 0 0,-1 1 0,1-1 0,-1 0-1,1 1 1,0-1 0,0 0 0,38-36-3053,-14 18 2788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88 24,'-46'-2'939,"33"2"247,0 0 1,0-1 0,0-1-1,-1 0 1,2 0-1,-15-6 1,69-5 71,47-8-774,25-5-567,-39 15-5176,-44 15 314,-22-4 4333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63 4,'-7'-20'881,"6"14"562,-1 1 0,0 0 0,0 0 0,0 0 0,0 0 0,-6-7 0,-3 57 718,-9 39-1572,8-41-541,2 2-1,1-1 1,-3 72 0,35-202-181,-5 27 133,-10 27-6,1 0-1,2 0 1,1 1-1,24-44 1,-35 74 7,-1-1 1,1 1-1,-1-1 1,1 1-1,0-1 0,0 1 1,0 0-1,0 0 1,0-1-1,0 1 0,0 0 1,0 0-1,0 0 1,0 0-1,1 0 0,-1 0 1,0 1-1,1-1 1,-1 0-1,1 1 0,-1-1 1,1 1-1,-1-1 1,1 1-1,-1 0 0,1-1 1,-1 1-1,1 0 1,-1 0-1,1 0 0,0 0 1,-1 1-1,1-1 1,-1 0-1,1 1 0,-1-1 1,1 1-1,-1-1 1,1 1-1,-1 0 0,0-1 1,1 1-1,-1 0 1,0 0-1,0 0 0,0 0 1,1 0-1,-1 0 1,0 1-1,0-1 0,0 0 1,-1 1-1,1-1 1,1 2-1,5 8 22,0 1 1,0 0-1,-1 0 1,8 25-1,1 16-260,-2 0 0,-2 2 0,4 71 0,-11-83-1555,-6-33-5368,-2-16 3366,1 0 4235,-4-8-1040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9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45 118 28,'-22'-8'73,"2"-8"4456,20 15-4348,-1 1-1,1-1 1,0 1 0,0-1-1,-1 0 1,1 1-1,0-1 1,0 0 0,0 1-1,0-1 1,0 0 0,0 1-1,0-1 1,0 0 0,0 1-1,0-1 1,0 0 0,0 1-1,1-1 1,-1 1 0,0-1-1,0 0 1,1 1 0,-1-1-1,23-17 1746,-8 10-1619,1 2 0,0 0 0,27-6 0,103-9-8830,-107 17 5704,-9 2 2013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4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53 148,'-6'-1'202,"-28"-4"1990,3-4 4335,44 3-1872,9 1-3842,8 1-458,105-14 682,-46 14-3384,-88 4 2103,0-1-1,0 1 1,0 0 0,0 0 0,-1 0 0,1 0-1,0 0 1,0 1 0,0-1 0,0 0-1,0 0 1,-1 0 0,1 1 0,0-1-1,0 0 1,0 1 0,-1-1 0,1 1-1,0-1 1,-1 1 0,1-1 0,0 1 0,-1 0-1,1-1 1,0 1 0,-1 0 0,1-1-1,0 2 1,-1 0-53,0-1-1,0 0 1,0 0 0,-1 1-1,1-1 1,0 0-1,0 0 1,-1 1 0,1-1-1,-1 0 1,1 0-1,-1 0 1,0 1 0,1-1-1,-1 0 1,0 0 0,0 0-1,-1 1 1,-7 7-448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64 4,'1'-2'195,"-1"0"0,1 0 0,-1 0 0,1 0 0,-1-1 1,0 1-1,0 0 0,0 0 0,0 0 0,0-1 0,-1 1 0,1 0 0,-1 0 0,1 0 0,-1 0 1,0 0-1,0 0 0,0 0 0,0 0 0,0 0 0,0 0 0,0 0 0,-1 0 0,1 1 0,-1-1 1,1 1-1,-1-1 0,0 1 0,1 0 0,-3-2 0,0 2 52,1 0 1,0 1-1,-1 0 1,1-1-1,-1 1 1,1 0-1,0 1 1,-1-1-1,1 0 0,0 1 1,-1 0-1,1 0 1,0 0-1,0 0 1,0 1-1,0-1 1,0 1-1,0-1 1,-4 4-1,-5 4-63,1 1 1,0-1-1,0 2 0,1 0 1,1 0-1,0 1 0,0 0 1,1 0-1,1 1 0,0 0 1,0 1-1,-6 22 0,7-19-147,1 0-1,0 1 0,2-1 0,0 1 0,1 0 0,0 0 0,2 0 0,0 0 0,1 0 0,4 19 0,-3-30-35,0 1-1,1 0 1,-1-1 0,2 0 0,-1 0-1,1 0 1,0 0 0,0 0 0,1-1-1,0 0 1,0 0 0,1 0 0,-1 0-1,1-1 1,1 0 0,-1 0 0,0-1-1,1 0 1,0 0 0,0 0 0,1-1-1,8 3 1,-7-3-15,0-1-1,1 0 0,-1 0 1,1-1-1,0 0 1,-1 0-1,1-1 0,0-1 1,-1 0-1,1 0 1,0 0-1,-1-1 1,1-1-1,-1 0 0,0 0 1,0-1-1,17-9 1,-24 12 16,0 0 1,0 0 0,0-1 0,0 1-1,0-1 1,0 1 0,0-1 0,0 1-1,-1-1 1,1 0 0,-1 0 0,1 0-1,-1 0 1,0 0 0,0 0 0,0-1 0,0 1-1,0 0 1,0 0 0,-1-1 0,1 1-1,-1 0 1,1-1 0,-1 1 0,0-6-1,-1 6 6,0-1-1,0 0 1,0 1-1,0-1 1,-1 1-1,1-1 1,-1 1-1,0 0 1,0 0-1,0-1 1,0 1-1,0 0 1,0 1-1,0-1 1,0 0-1,-1 1 1,1-1-1,-1 1 1,1 0-1,-1 0 1,-5-2-1,-17-5 54,-1 2-1,-44-7 0,23 6-23,109-12-186,-14 4 97,-39 11 45,0 1 0,0 0 0,1 0 0,0 1 0,-1 0 0,1 0 0,0 1 0,0 1 0,0-1 0,13 3 0,-22-2 11,1 1 0,-1 0 0,1 0 0,-1 0 0,1 0 0,-1 1 0,0-1 0,1 0 0,-1 0 0,0 1 0,0-1 1,0 1-1,0-1 0,0 1 0,0-1 0,-1 1 0,1 0 0,0-1 0,-1 1 0,1 0 0,-1 0 0,0-1 0,0 1 1,1 0-1,-1 0 0,-1 2 0,-2 55 72,2-49-58,-11 154 90,11-140-122,2 1-1,1-1 0,1 0 1,10 41-1,7-26-246,-2-8-6704,-18-30 6733,-1 0 1,1 0-1,0 0 0,0 0 1,0-1-1,-1 1 1,1 0-1,0 0 0,-1 0 1,1-1-1,-1 1 1,1 0-1,-1 0 0,1-1 1,-1 1-1,0 0 1,1-1-1,-1 1 0,0 0 1,1-1-1,-1 1 0,0-1 1,0 0-1,0 1 1,0 0-1,1-1 225,-14 6-638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6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58 68,'1'-5'264,"13"-36"4869,-14 40-5067,0 1-1,0-1 1,0 1-1,0-1 1,1 1-1,-1-1 1,0 1-1,0-1 1,0 1-1,1-1 1,-1 1-1,0-1 1,1 1-1,-1-1 1,0 1-1,1 0 1,-1-1-1,1 1 1,-1 0-1,1-1 1,-1 1-1,1 0 1,-1 0-1,1-1 1,-1 1-1,1 0 1,-1 0-1,1 0 1,-1 0-1,1-1 1,-1 1-1,1 0 1,-1 0-1,1 0 1,-1 0-1,1 0 1,0 1-1,-1-1 1,1 0-1,-1 0 1,1 0-1,-1 0 1,1 0-1,-1 1 1,1-1-1,-1 0 1,1 1-1,-1-1 1,0 0-1,1 1 1,-1-1-1,1 0 1,-1 1-1,0-1 1,1 1-1,-1-1 1,0 1-1,0-1 1,1 1-1,-1-1 1,0 1-1,0-1 1,0 1-1,1-1 1,-1 1-1,0 0 1,0 0 20,0 0 0,0 0 0,0 1 1,0-1-1,0 0 0,-1 0 1,1 0-1,0 1 0,-1-1 0,1 0 1,0 0-1,-1 0 0,0 0 1,1 0-1,-1 0 0,1 0 0,-1 0 1,0 0-1,0 0 0,0 0 0,0 0 1,0 0-1,0-1 0,0 1 1,0 0-1,0-1 0,0 1 0,0-1 1,0 1-1,0-1 0,-2 1 1,1 0-75,-1 1 0,0-1 0,0 1 0,0-1 0,0 0 0,0 0 0,0 0 0,0-1 0,0 1 0,0-1 0,-6 0 0,9 0-22,0 0 1,0 0 0,0 0 0,-1 0 0,1 0 0,0 0 0,0 0 0,0 0 0,0 0 0,-1 0 0,1-1 0,0 1-1,0 0 1,0 0 0,0 0 0,0 0 0,-1 0 0,1-1 0,0 1 0,0 0 0,0 0 0,0 0 0,0 0 0,0-1 0,0 1-1,0 0 1,0 0 0,0 0 0,0 0 0,0-1 0,0 1 0,0 0 0,0 0 0,0 0 0,0-1 0,0 1 0,0 0 0,0 0-1,0 0 1,0-1 0,0 1 0,0 0 0,0 0 0,0 0 0,0 0 0,1-1 0,8-10-796,15-5-3325,-23 16 3917,0 0 0,0 0 0,1 0 1,-1 0-1,0 0 0,1 0 0,-1 0 0,0 1 1,0-1-1,0 0 0,1 1 0,-1-1 1,0 1-1,0-1 0,0 1 0,0 0 1,0 0-1,0-1 0,0 1 0,0 0 0,0 0 1,0 0-1,0 0 0,-1 0 0,1 0 1,0 0-1,-1 0 0,1 0 0,-1 1 1,2 0-1,0 11-372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64,'-11'29'1887,"10"-25"-854,1-1 0,-1 1 0,1 0 0,0 0 1,0-1-1,0 1 0,0 0 0,1-1 0,1 7 0,-2-9-871,1 0 1,-1 0 0,0 0-1,0 0 1,0 1-1,-1-1 1,1 0 0,0 0-1,0 0 1,-1 0 0,1 0-1,0 0 1,-1 0-1,1 0 1,-1 1 0,0-2-1,1 1 1,-1 0-1,0 0 1,1 0 0,-1 0-1,0 0 1,0 0-1,0-1 1,0 1 0,0 0-1,0-1 1,0 1 0,0-1-1,0 1 1,0-1-1,0 0 1,0 1 0,0-1-1,0 0 1,0 0-1,-3 1 1,1-1-137,0 1 0,0-1 1,0 0-1,0 0 0,0 0 0,0 0 1,0 0-1,0-1 0,0 1 0,0-1 0,0 0 1,0 0-1,0 0 0,-3-2 0,6 2-154,0 0 0,-1 0-1,1 1 1,0-1 0,0 0-1,0 0 1,0 0 0,0 0-1,1 0 1,-1 0 0,0 0-1,0 0 1,0 1 0,1-1-1,-1 0 1,1 0 0,-1 0-1,0 0 1,1 1 0,-1-1-1,1 0 1,0 0 0,-1 1-1,1-1 1,0 1 0,-1-1-1,1 0 1,0 1 0,1-1-1,25-23-6333,29-5-1008,-36 21 6618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7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19 164,'-29'-11'4366,"31"6"-760,16 2-2837,172 10 3505,-189-7-4192,1 0 0,-1 1-1,0-1 1,0 1 0,1-1-1,-1 1 1,0 0 0,0-1-1,0 1 1,0 0 0,0 0-1,0 0 1,0 0 0,0 0-1,0 0 1,-1 0 0,1 0 0,0 0-1,-1 0 1,1 0 0,0 0-1,-1 0 1,0 1 0,1-1-1,-1 0 1,0 1 0,1-1-1,-1 0 1,0 0 0,0 1-1,0-1 1,0 3 0,-2 50 59,1-49-13,-16 89 83,11-72-727,2-1-1,0 1 1,1 0 0,1 36-1,2-56 244,0 0 0,0-1 0,0 1 0,1 0-1,-1-1 1,0 1 0,1-1 0,-1 1 0,1 0-1,0-1 1,-1 1 0,1-1 0,0 0 0,0 1 0,0-1-1,0 0 1,0 1 0,0-1 0,0 0 0,1 0 0,-1 0-1,0 0 1,1 0 0,-1 0 0,0 0 0,1-1-1,-1 1 1,1 0 0,0-1 0,-1 1 0,1-1 0,-1 0-1,1 1 1,0-1 0,-1 0 0,1 0 0,0 0-1,-1 0 1,1 0 0,-1-1 0,1 1 0,0 0 0,-1-1-1,1 1 1,-1-1 0,1 0 0,2-1 0,5-6-292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0:5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76 188,'-4'-1'226,"-28"-9"2106,13 0 2679,28 8-1248,34-6-2565,71-12-492,-23 4-4781,0 8-4759,-76 8 8339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1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39 148,'7'-28'3265,"0"18"-493,-7 10-2736,0 0-1,0 0 1,1 0-1,-1 0 1,0 0-1,0 0 1,1 0 0,-1 0-1,0 0 1,0 0-1,1 0 1,-1 0-1,0 0 1,0 0-1,1 0 1,-1 1-1,0-1 1,0 0-1,1 0 1,-1 0 0,0 0-1,0 1 1,0-1-1,0 0 1,1 0-1,-1 1 1,0-1-1,0 0 1,0 0-1,0 0 1,0 1-1,0-1 1,0 0-1,0 0 1,1 1 0,-1-1-1,0 0 1,0 1-1,0-1 1,0 1 107,-1 0-1,1 0 1,0 0 0,0 0 0,0 0 0,-1 0 0,1 0 0,0 0 0,-1 0 0,1-1-1,-1 1 1,1 0 0,-1 0 0,1 0 0,-1-1 0,0 1 0,1 0 0,-1-1 0,0 1-1,0 0 1,1-1 0,-1 1 0,0-1 0,0 1 0,0-1 0,0 0 0,0 1 0,0-1-1,1 0 1,-1 1 0,0-1 0,0 0 0,0 0 0,-1 0 0,-36 7 1922,36-6-1930,-10-2 655,10-4-331,20-8-212,-17 13-254,0-1 0,0 1 0,0-1 0,0 1 0,1-1 0,-1 1 0,0 0 0,0 0 0,1 0 0,-1-1 0,0 1 0,0 0 0,1 1 0,-1-1 0,0 0 0,2 1 0,-2-1 12,-1 1-1,1-1 1,-1 1-1,1 0 1,-1-1-1,1 1 1,-1 0 0,0-1-1,1 1 1,-1 0-1,0 0 1,1 0-1,-1-1 1,0 1-1,0 0 1,0 0 0,0 0-1,0-1 1,0 1-1,0 0 1,0 0-1,0 0 1,0-1-1,-1 1 1,1 0 0,0 0-1,0 0 1,-1-1-1,1 1 1,0 0-1,-1-1 1,0 2-1,-12 13-813,12-15 394,0 1-1,-1-1 1,1 1-1,0-1 1,0 0-1,0 0 1,0 1-1,-1-1 0,1 0 1,0 0-1,0 0 1,0 0-1,0-1 1,-1 1-1,1 0 1,0 0-1,0-1 1,0 1-1,0 0 1,0-1-1,-1 1 1,1-1-1,0 0 1,0 1-1,0-1 1,1 0-1,-1 0 1,0 1-1,0-1 1,0 0-1,0 0 0,1 0 1,-1 0-1,1 0 1,-2-2-1,2 2-115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1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90 176,'4'-5'327,"0"0"0,-1 1-1,2 0 1,-1-1 0,0 1 0,1 1-1,0-1 1,0 1 0,0-1 0,6-2-1,-9 5-58,1-1 0,0 1-1,0 0 1,-1-1-1,1 1 1,0 0-1,0 1 1,0-1 0,0 0-1,0 1 1,0 0-1,0 0 1,0 0-1,0 0 1,1 0 0,-1 0-1,0 1 1,0 0-1,0-1 1,-1 1-1,5 2 1,-7-3-193,1 0 0,-1 1 0,0-1 0,1 0-1,-1 1 1,0-1 0,1 0 0,-1 1 0,0-1 0,0 0 0,0 1 0,1-1 0,-1 0 0,0 1 0,0-1 0,0 0 0,0 1-1,0-1 1,0 1 0,0-1 0,0 1 0,0-1 0,0 0 0,0 1 0,0-1 0,0 1 0,0-1 0,0 0 0,0 1 0,0-1-1,0 1 1,0-1 0,-1 0 0,1 1 0,0-1 0,-15 17 1310,-18 7-391,33-24-996,0 1 0,-1-1-1,1 0 1,0 1 0,0-1-1,-1 0 1,1 1 0,0-1-1,-1 0 1,1 0 0,0 1-1,-1-1 1,1 0 0,0 0-1,-1 0 1,1 1 0,-1-1-1,1 0 1,0 0 0,-1 0-1,1 0 1,-1 0-1,1 0 1,0 0 0,-1 0-1,1 0 1,-1 0 0,1 0-1,-1 0 1,1 0 0,0 0-1,-1 0 1,1-1 0,-1 1-1,1 0 1,0 0 0,-1 0-1,1-1 1,0 1 0,-1 0-1,1 0 1,0-1 0,-1 1-1,1 0 1,0-1 0,0 1-1,-1 0 1,1-1 0,0 1-1,0 0 1,0-1 0,-1 1-1,1 0 1,0-1 0,0 1-1,0-1 1,0 1 0,0-1-1,0 1 1,0 0 0,0-2-1,8-37-1768,-1 11-2044,-7 10-3324,-5 19 5376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20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182 221 196,'-4'-4'679,"1"1"0,-1-1 0,0 1-1,-1 0 1,1 1 0,0-1 0,-1 1 0,1-1 0,-1 1-1,0 1 1,0-1 0,0 1 0,0 0 0,-6-1 0,4 1 23,1-1 1,-1 0 0,1 0-1,0 0 1,-1 0 0,1-1-1,-9-6 1,15 9-660,-1-1 0,0 1 0,1-1 0,-1 0 0,0 1 0,1-1 0,-1 0 0,1 1 0,-1-1 0,1 0 0,-1 0 0,1 0 0,-1 1 0,1-1 0,0 0 0,-1 0 0,1 0 0,0 0 0,0 0 0,0 0 0,0 1 0,0-1 0,0 0 0,0 0 0,0 0 0,0 0 0,0 0 0,0 0 0,1 0 1,0-1-1,0-1-7,1 0 0,0 0 1,0 0-1,0 0 1,0 1-1,1-1 1,-1 0-1,5-2 1,5-5-44,0 2 0,25-14 1,-5 6 0,60-20 0,-82 32 1,1 1 0,-1 1 0,0 0-1,1 0 1,0 1 0,-1 0-1,1 1 1,0 0 0,-1 1 0,16 3-1,-23-4 9,-1 1 0,0-1 0,0 1 0,0 0 0,0 0 0,0 0 0,0 0 0,0 0 0,-1 0 0,1 0 0,0 1 0,-1-1 0,1 1-1,0-1 1,-1 1 0,0 0 0,1-1 0,-1 1 0,0 0 0,0 0 0,1 3 0,-1-1 3,0 0 0,0 0 1,-1 0-1,0 0 0,0-1 0,0 1 0,0 0 1,0 0-1,-1 0 0,0 0 0,-1 4 1,-4 10 21,-1-1 0,-1-1 0,0 1 0,-11 15 0,-33 48 69,17-27-7,-28 58 1,61-107-89,0-1 0,1 1 0,-1 0 0,1 0 0,-1-1 0,1 1 1,0 0-1,1 0 0,-1 1 0,1-1 0,0 0 0,0 0 0,0 0 0,0 0 1,1 0-1,-1 0 0,3 7 0,-1-9-3,-1 1 0,1-1 0,0 0 1,0 0-1,-1-1 0,1 1 0,1 0 0,-1-1 0,0 1 0,0-1 1,0 1-1,1-1 0,-1 0 0,1 0 0,-1 0 0,1 0 1,-1-1-1,1 1 0,0-1 0,-1 1 0,1-1 0,0 0 1,-1 0-1,1 0 0,0-1 0,-1 1 0,5-2 0,1 1-3,1 0 1,-1-1-1,0 0 0,0-1 0,0 0 0,0 0 0,0 0 0,-1-1 1,1-1-1,-1 1 0,0-1 0,0 0 0,11-12 0,-15 14 4,-1 1 0,0-1-1,0 0 1,0 0 0,0 0 0,-1 0-1,1 0 1,-1 0 0,0 0 0,0-1-1,0 1 1,0 0 0,0-1 0,-1 1-1,0-1 1,1 1 0,-1-1 0,0 1-1,-1-1 1,1 1 0,-1 0 0,1-1-1,-1 1 1,0 0 0,0-1 0,-1 1-1,1 0 1,-1 0 0,1 0 0,-1 0-1,0 0 1,0 0 0,-1 1-1,1-1 1,-5-4 0,-6-5-9,-1 0 0,0 1 0,-1 0 0,-1 1 0,1 1 0,-1 0 0,-27-9 0,-42-12-2485,3 9-5032,13 11 253,58 8 6617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24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152 208 112,'-9'-41'2712,"8"34"-806,-1-1 0,1 1 1,-1 0-1,-1 0 0,-4-11 0,6 18-1836,1 1-1,-1-1 1,0 0 0,1 0-1,-1 0 1,1 1-1,-1-1 1,0 0 0,1 1-1,-1-1 1,1 0-1,-1 1 1,1-1-1,-1 1 1,1-1 0,-1 1-1,1-1 1,-1 1-1,1-1 1,0 1 0,-1-1-1,1 1 1,0 0-1,-1-1 1,1 1-1,0 1 1,-13 20 234,-17 36-57,-40 107 0,119-289 481,-32 60-434,-4 13 95,31-76 1,-44 126-389,1 1-1,-1 0 1,0 0 0,0-1-1,0 1 1,0 0 0,0 0-1,1-1 1,-1 1-1,0 0 1,0 0 0,1 0-1,-1-1 1,0 1 0,0 0-1,1 0 1,-1 0 0,0 0-1,0 0 1,1-1-1,-1 1 1,0 0 0,0 0-1,1 0 1,-1 0 0,0 0-1,1 0 1,-1 0 0,0 0-1,1 0 1,-1 0 0,0 0-1,0 0 1,1 0-1,-1 0 1,0 1 0,1-1-1,-1 0 1,0 0 0,1 0-1,14 13 19,9 17 6,-24-29-24,19 28 15,-2 1 1,0 0 0,19 55-1,23 103 27,-40-123-22,-4-34-1032,-21-52-9636,-17-14 4224,14 24 5720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21:2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52 188,'-13'-8'625,"0"-5"4863,14 4-606,17 4-3525,101-5 567,-87 6-5259,-15 1-5745,-37 10 7766,-5 3 651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3:56:25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203 382 116,'-55'-3'2124,"46"2"-1728,0-1 0,1 2 0,-1-1 0,0 1 0,0 1 0,0 0 0,0 0 0,1 1 0,-1 0 0,0 0-1,1 1 1,-16 7 0,6 3-15,18-13-370,0 0-1,0 1 0,0-1 0,0 0 1,0 0-1,0 1 0,0-1 0,0 0 1,0 0-1,0 0 0,0 1 0,0-1 1,0 0-1,0 0 0,0 1 0,0-1 1,0 0-1,0 0 0,0 0 0,0 1 1,1-1-1,-1 0 0,0 0 0,0 0 1,0 1-1,0-1 0,0 0 0,1 0 1,-1 0-1,0 0 0,0 0 0,0 1 1,1-1-1,-1 0 0,0 0 0,0 0 1,0 0-1,1 0 0,-1 0 0,0 0 1,0 0-1,0 0 0,1 0 0,41 4 808,-27-3-643,209 0 1651,255-30 0,-367 19-1425,468-67 172,-301 35-579,118-36 154,-115 20 264,-24 19-116,76-15-74,-321 52-327,5-2 816,1 0-1,-1-2 0,19-7 0,-37 13-728,0 0 0,0 0-1,0 0 1,-1 0 0,1 0 0,0 0-1,0 0 1,0 0 0,0 0-1,0-1 1,0 1 0,0 0 0,0 0-1,0 0 1,0 0 0,0 0-1,0 0 1,0 0 0,0 0-1,0-1 1,0 1 0,0 0 0,0 0-1,0 0 1,0 0 0,0 0-1,0 0 1,0-1 0,0 1 0,0 0-1,0 0 1,0 0 0,0 0-1,0 0 1,0 0 0,0 0 0,0 0-1,0-1 1,0 1 0,0 0-1,0 0 1,0 0 0,0 0-1,0 0 1,1 0 0,-1 0 0,0 0-1,0 0 1,0 0 0,0 0-1,0 0 1,0-1 0,0 1 0,0 0-1,1 0 1,-1 0 0,-20-1-3149,-30 3-2987,23 3 3901,0 1-1,-38 15 0,25-5 1748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13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8 330 12,'-3'-12'383,"1"1"0,1-1 0,0 0 0,0 1 0,1-1 1,1 0-1,0 0 0,0 1 0,1-1 0,1 1 0,0-1 0,7-16 0,2-12 1696,-9 29-1506,-1 0 0,0 0 0,-1 0 0,-1 0 0,1 0 0,-2 0 0,1 0 0,-2 0 0,-2-11 0,1 21 487,0 12-708,0 14-145,11 481 680,-2 15-883,-7-499-160,-14 248-1045,8-181-2655,-2 0-3936,7-71 6499,-1-6 524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14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87 242 124,'-20'-3'264,"9"1"170,0 1 0,1-1 0,-1-1 0,-13-5 0,63 3 1049,768-90 1752,-233 23-3435,-425 53 47,-40 4 153,0 4 0,153 5 0,-121 24 125,-7-1-465,-45-16-2788,-91 11 65,4-7 2646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14.7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 80,'0'-20'3179,"-1"30"-234,3 37-1146,11 109 2789,-14 282 1,7 92-1982,0-460-2305,51 405 1534,-40-296-1676,-11-162-250,2-28-2070,2-28-5761,-10 36 7183,0 0-1,0 0 0,-1 0 1,1 0-1,-1 0 0,1 0 0,-1 0 1,0 0-1,0 1 0,-2-4 1,1 3 468,1 1 1,-1 0-1,0 0 1,1 0 0,-1 0-1,0 0 1,0 1 0,0-1-1,-1 1 1,1-1-1,-4-1 1,-16-8-259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15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0 180 72,'22'-85'943,"1"-9"2697,-21 118 99,7 53-2837,-2-15-540,-6-55-389,23 161 664,-19-141-1109,1-1 0,2 0 0,1-1 0,15 33 0,-21-53-541,10 19-5410,-17-24 6007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16.0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10 195 48,'0'0'52,"-1"0"1,1 0-1,-1 0 1,1 0-1,0 0 0,-1 0 1,1 0-1,-1 0 0,1-1 1,-1 1-1,1 0 1,0 0-1,-1-1 0,1 1 1,0 0-1,-1 0 0,1-1 1,0 1-1,-1 0 1,1-1-1,0 1 0,0 0 1,-1-1-1,1 1 0,0-1 1,0 1-1,0-1 1,-1 1-1,1 0 0,0-1 1,0 1-1,0-1 0,0 1 1,0-1-1,0 1 1,0-1-1,0 1 0,0 0 1,0-2-1,18-9 1301,28-2 173,16 3-357,-1 4 0,83 1-1,-59 3-699,737-49 1064,-666 37-1791,466-26 94,-396 25 499,-6 0-3815,-228 17-531,-7 2 2385,-4 1 1057,-12 1-24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1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99 52,'-80'-18'2401,"46"9"722,55 11-2934,-1 0 0,1-1 0,-1-1-1,1-1 1,33-5 0,-15 1-113,424-56 58,-457 59-218,-19 1-1393,-24 1-1935,17 3 2409,1-2 324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1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80 96,'12'-11'1006,"-1"0"0,0 0 0,-1-1 0,15-23 0,-59 61 2242,-9 19-3174,2 2 1,-49 74-1,62-74-4629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2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24 72,'-9'-15'1945,"19"8"554,-8 6-2254,1 1 1,0-1-1,0 1 0,0 0 0,-1 0 1,1 0-1,0 1 0,0-1 0,-1 1 1,6 1-1,14 8 588,1 2-1,38 28 1,-42-26-726,0-2 0,1 0-1,0-1 1,24 9 0,-25-14-252,0-2 0,1 0 0,36 2 0,-2 0-4052,-43-1 1864,-11-5 2290,0 0-1,0 0 1,0 0-1,0 0 0,0 1 1,0-1-1,0 0 1,1 0-1,-1 0 0,0 0 1,0 1-1,0-1 1,0 0-1,0 0 0,0 0 1,0 1-1,0-1 1,0 0-1,0 0 0,0 0 1,0 1-1,0-1 1,0 0-1,0 0 0,0 0 1,0 0-1,-1 1 1,1-1-1,0 0 0,0 0 1,0 0-1,0 0 1,0 1-1,0-1 0,0 0 1,-1 0-1,1 0 1,0 0-1,0 0 0,0 0 1,0 1-1,-1-1 1,1 0-1,0 0 0,0 0 1,0 0-1,0 0 1,-1 0-1,1 0 0,0 0 1,0 0-1,0 0 1,-1 0-1,-11 4-582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09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252 179 24,'1'-5'353,"-1"0"1,1 0-1,-1 0 0,-1 1 0,1-1 1,-2-10-1,1 13-1,1 0 1,-1 0-1,1 0 0,-1 0 1,0 0-1,1 0 0,-1 0 1,0 0-1,-1 0 0,1 0 1,0 0-1,0 1 0,-1-1 1,1 0-1,-1 1 0,1-1 0,-4-1 1,4 3-288,0 0 0,0 0 0,0 0 0,0 0-1,0 1 1,0-1 0,0 0 0,1 1 0,-1-1 0,0 0 0,0 1 0,0-1 0,0 1 0,1 0 0,-1-1 0,0 1 0,1 0 0,-1-1 0,0 1 0,1 0-1,-1 0 1,0 1 0,-15 20 86,16-20-85,-28 48 144,2 2 0,3 0 0,2 2 1,-20 82-1,37-106-193,9-25 1,5-17 3,13-33-27,-2-2-1,-2 0 0,20-81 0,-1 9 204,-26 78-123,13-30-52,-25 71-23,0 0 0,0 0 0,0 0 0,0-1 0,0 1 0,0 0 0,0 0 0,0 0 0,0-1 0,0 1 0,0 0 0,0 0 0,1 0 0,-1 0 0,0 0 0,0-1 0,0 1 0,0 0 0,0 0 0,0 0 0,0 0 0,1 0 0,-1 0 0,0-1 0,0 1 0,0 0 0,0 0 0,1 0 1,-1 0-1,0 0 0,0 0 0,0 0 0,0 0 0,1 0 0,-1 0 0,0 0 0,0 0 0,0 0 0,1 0 0,-1 0 0,0 0 0,0 0 0,0 0 0,0 0 0,1 0 0,-1 0 0,0 0 0,0 0 0,0 1 0,0-1 0,1 0 0,-1 0 0,0 0 0,0 0 0,7 15-35,1 27-51,-7-37 54,9 61-333,0 75 0,-8-84 368,3 0 1,14 70 0,-18-125-2,0-1 0,-1 1-1,0 0 1,1-1 0,-1 1 0,0 0 0,0-1 0,1 1 0,-1-1 0,-1 1 0,1 0 0,0-1 0,0 1 0,-1 0-1,1-1 1,-1 1 0,1-1 0,-2 3 0,2-4-1,-1 1-1,0-1 1,1 0-1,-1 1 0,0-1 1,0 0-1,1 1 1,-1-1-1,0 0 1,0 0-1,0 0 1,1 0-1,-1 0 1,0 0-1,0 0 1,0 0-1,1 0 0,-1 0 1,0 0-1,0-1 1,1 1-1,-1 0 1,0 0-1,0-1 1,0 0-1,-9-4 22,1 0-1,0-1 1,0 0 0,-10-10-1,-196-150 674,214 165-695,-1 1-1,1-1 0,0 0 0,0 0 1,0 1-1,0-1 0,0 0 0,0 0 1,0 0-1,0 0 0,0 0 1,0-1-1,0 1 0,1 0 0,-1 0 1,0 0-1,1-1 0,-1 1 0,1 0 1,0-1-1,-1-1 0,2 1-4,0 1 1,1 0-1,-1 0 0,1 0 0,-1 0 0,1 0 1,-1 0-1,1 1 0,-1-1 0,1 0 1,0 1-1,-1-1 0,4 0 0,9-4 3,54-15-316,80-15 0,-23 7 149,-81 15 128,-28 8 51,-27 8 113,-2 3-84,1 1-1,0 0 1,0 1 0,0 0-1,1 1 1,1 0-1,-1 1 1,2 0 0,-10 12-1,-11 10 96,7-9-23,-24 23 317,-65 50 0,104-90 455,-1-2-5360,18-18-3223,1 4 6802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5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212 119 132,'2'-7'335,"1"0"1,-1 0-1,1 0 1,0 1-1,1-1 0,0 1 1,0 0-1,0 0 1,1 0-1,-1 1 1,1-1-1,1 1 0,5-4 1,10-14 1219,-23 17 206,-17 10-707,4 2-965,1 1-1,0 1 1,1 0 0,0 0-1,0 2 1,1-1 0,0 2-1,0-1 1,1 2 0,1-1-1,0 2 1,-13 20 0,8-9-174,1 1 0,0 0 0,3 1 0,0 0 0,1 0 0,-7 34 0,15-49 63,0 0-1,0 0 0,1 0 0,0 0 1,1 0-1,1 0 0,-1 0 1,2 0-1,0 0 0,0 0 0,4 11 1,-4-18 2,-1 0-1,2 1 1,-1-1 0,0 0 0,1 0-1,0 0 1,0 0 0,0-1 0,0 1 0,1-1-1,-1 0 1,1 0 0,0 0 0,0 0-1,0-1 1,0 1 0,0-1 0,1 0-1,-1 0 1,0-1 0,1 0 0,0 1 0,-1-1-1,1-1 1,0 1 0,0-1 0,8 0-1,-2 0-66,-1-1-1,0 0 1,1-1-1,-1 0 0,0 0 1,12-5-1,-18 5 56,0 1 0,0-1 0,0 0 0,0 0 0,-1 0 0,1-1 0,-1 1 0,1-1 0,-1 0 0,0 0 0,0 0 0,0 0 0,0 0 0,-1-1 0,1 1 0,-1-1 0,3-7 0,-4 10 27,-1 0 0,1-1 1,-1 1-1,0 0 0,0-1 0,1 1 0,-1-1 0,0 1 0,0 0 1,0-1-1,-1 1 0,1-1 0,0 1 0,-1 0 0,1-1 0,0 1 1,-1-1-1,0 1 0,1 0 0,-1 0 0,0-1 0,1 1 1,-2-1-1,-1-1 2,1 1 0,-1 0 0,0-1 1,0 1-1,0 0 0,0 1 0,0-1 1,0 0-1,-5 0 0,-4-3 11,-1 2 0,0 0 0,0 0 0,-15 0 0,17 2-2,2 0-2,1 0 1,-1 1 0,1 0 0,-1 0 0,1 0 0,0 1 0,-1 1-1,-10 2 1,53 7 11,10-9-28,-32-3 8,0 2 0,0-1 0,-1 2-1,19 3 1,-27-4 10,0 0 0,0 1 0,1-1 0,-1 1-1,0-1 1,0 1 0,0 0 0,-1 0 0,1 0 0,0 1 0,-1-1 0,0 1-1,1-1 1,-1 1 0,0 0 0,0 0 0,0 0 0,-1 0 0,3 6-1,4 16 57,-2 1 0,-1 0 0,-1 0-1,-1 0 1,0 44 0,6 53 7,-9-122-64,14 67-1026,-13-61 453,2 0 1,-1 0 0,1 0 0,0-1 0,0 1 0,1-1 0,4 7 0,-7-12 503,-1 0 1,0-1 0,1 1-1,-1-1 1,0 1 0,1-1-1,-1 0 1,1 1 0,-1-1-1,1 1 1,-1-1 0,1 0-1,-1 1 1,1-1-1,-1 0 1,1 0 0,0 1-1,-1-1 1,1 0 0,-1 0-1,1 0 1,0 0 0,-1 0-1,1 0 1,-1 0 0,1 0-1,0 0 1,-1 0 0,1 0-1,0 0 1,-1 0 0,1 0-1,0-1 1,8-5-403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5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22 120,'-11'-20'1897,"11"19"-1803,0 1 1,-1 0-1,1 0 0,-1 0 0,1 0 1,0-1-1,-1 1 0,1 0 1,-1 0-1,1 0 0,-1 0 0,1 0 1,-1 0-1,1 0 0,0 0 0,-1 0 1,1 0-1,-1 0 0,1 1 1,-1-1-1,1 0 0,0 0 0,-1 0 1,1 0-1,-1 1 0,1-1 1,0 0-1,-1 1 0,-1 1 67,1-1 0,-1 1 0,1 0 0,0 0 0,-1 0 0,1 0 0,0 0 0,0 0 0,0 1 0,1-1 0,-1 0 0,0 0 0,1 1 0,0-1 0,-1 3 0,2 21-242,0 0-1,2 1 1,1-2-1,1 1 0,12 34 1,-4-10-3331,-9-40 956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5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2 121 76,'-1'-8'182,"1"1"1,0 0-1,0 0 1,0 0-1,1-1 1,0 1-1,0 0 0,1 0 1,0 0-1,3-8 1,-4 13-110,1-1-1,-1 1 1,0 0 0,1 0 0,0 0 0,-1 0 0,1 0 0,0 1 0,0-1 0,0 0 0,0 1 0,0 0 0,0-1 0,0 1-1,1 0 1,-1 0 0,0 0 0,1 0 0,-1 1 0,1-1 0,-1 1 0,1-1 0,-1 1 0,1 0 0,-1 0 0,1 0 0,0 0-1,-1 1 1,1-1 0,-1 0 0,1 1 0,3 1 0,-6-2-40,0 0-1,1 0 0,-1 0 1,0 0-1,0 0 1,0 0-1,1 0 1,-1 0-1,0 0 1,0 0-1,0 0 1,1 0-1,-1 0 1,0 0-1,0 0 1,0 0-1,1 0 1,-1 0-1,0 0 0,0 0 1,0 1-1,1-1 1,-1 0-1,0 0 1,0 0-1,0 0 1,0 0-1,1 0 1,-1 1-1,0-1 1,0 0-1,0 0 1,0 0-1,0 0 1,0 1-1,0-1 0,1 0 1,-1 0-1,0 0 1,0 1-1,0-1 1,0 0-1,0 0 1,0 0-1,0 1 1,0-1-1,0 0 1,0 0-1,0 1 1,0-1-1,0 0 1,0 0-1,0 0 0,-1 1 1,1-1-1,0 0 1,0 0-1,0 1 1,-17 7 1237,-22 3-65,19-11-984,30-7-1717,-6 5 947,0 0 1,1 1 0,-1 0 0,1-1 0,-1 2 0,1-1 0,8 0 0,-8 2 301,-1 0 0,0 0 0,0 1 0,0-1 0,0 1 0,0 0 0,0 1 1,0-1-1,3 3 0,14 14-352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6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155 125 152,'2'-5'333,"0"-1"0,-1 0 1,0 1-1,0-1 0,-1 0 0,1 0 0,-1 0 1,-1 1-1,1-1 0,-1 0 0,0 0 0,0 0 0,-3-6 1,3 9-78,0 1 1,-1-1 0,0 1 0,0 0 0,1-1 0,-1 1 0,-1 0-1,1 0 1,0 0 0,0 1 0,-1-1 0,1 0 0,-1 1 0,1 0-1,-1-1 1,0 1 0,1 0 0,-1 0 0,0 1 0,0-1-1,0 1 1,0-1 0,0 1 0,0 0 0,0 0 0,1 0 0,-6 1-1,4-1-107,0 0 0,0 1-1,0-1 1,0 1-1,0 0 1,0 0 0,0 1-1,0-1 1,0 1-1,0 0 1,1 0-1,-1 0 1,1 0 0,0 1-1,-1-1 1,1 1-1,0 0 1,0 0 0,-3 5-1,5-6-143,0 1 0,0-1-1,0 0 1,0 1 0,1-1 0,-1 0-1,1 1 1,0-1 0,-1 0 0,1 1-1,0-1 1,1 1 0,-1-1 0,0 1 0,1-1-1,-1 0 1,1 1 0,0-1 0,0 0-1,0 0 1,0 1 0,0-1 0,0 0-1,0 0 1,1 0 0,-1 0 0,1-1-1,0 1 1,-1 0 0,1-1 0,0 1-1,0-1 1,0 1 0,3 1 0,13 8-19,0 0 0,34 16 1,-34-19 84,-1 0 0,1 2 0,22 17 0,-39-27-37,0 1 0,-1-1 0,1 0-1,-1 1 1,1-1 0,-1 1 0,1-1 0,-1 1-1,1-1 1,-1 1 0,1 0 0,-1-1 0,1 1 0,-1-1-1,0 1 1,1 0 0,-1-1 0,0 1 0,0 0 0,0 0-1,0-1 1,1 1 0,-1 0 0,0-1 0,0 1-1,0 0 1,0 0 0,0-1 0,-1 1 0,1 0 0,0-1-1,0 1 1,0 0 0,-1 0 0,-1 1 45,1 0 1,-1 0-1,1-1 1,-1 1-1,0-1 1,0 0-1,0 1 1,0-1-1,0 0 1,0 0-1,-3 1 1,-58 15-157,45-18-713,2-10-5424,15 9 5682,0 0 0,1 0 1,-1 0-1,0 0 0,1 0 0,-1-1 0,1 1 1,0 0-1,0 0 0,0 0 0,0 0 1,0 0-1,0 0 0,0-1 0,1 1 1,0-2-1,3-11-567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8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61 184 24,'-9'-16'617,"0"-1"-1,1 0 1,1-1 0,1 1 0,0-1-1,1-1 1,1 1 0,-2-26 0,6 44-585,0 0 0,0 0 0,0 0 0,0 0 0,0 0 0,0 0 1,0 0-1,0 1 0,0-1 0,0 0 0,0 0 0,0 0 1,0 0-1,1 0 0,-1 0 0,0 0 0,0 0 0,0 0 0,0 0 1,0 0-1,0 0 0,0 0 0,0 0 0,0 0 0,0-1 1,0 1-1,0 0 0,0 0 0,0 0 0,4 15 319,3 23-137,-6 72 0,5 69-1590,-3-151-364,1 1 0,9 28-1,-10-46 1212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8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4 122 20,'-3'-121'2402,"2"162"-2189,3 0 0,0 0 1,3 0-1,2 0 0,20 71 0,-27-110-211,0-1 0,1 1 1,-1-1-1,0 0 0,1 1 0,-1-1 0,1 0 0,0 0 1,-1 1-1,1-1 0,0 0 0,0 0 0,-1 0 1,1 0-1,0 0 0,0 0 0,0 0 0,0 0 0,1 0 1,-1-1-1,0 1 0,0 0 0,0-1 0,1 1 1,-1-1-1,0 1 0,1-1 0,-1 1 0,0-1 1,1 0-1,-1 0 0,0 0 0,1 0 0,-1 0 0,1 0 1,-1 0-1,0 0 0,1 0 0,-1-1 0,0 1 1,1-1-1,-1 1 0,0-1 0,0 1 0,1-1 0,-1 0 1,0 1-1,0-1 0,2-2 0,8-6 11,-1 0-1,-1-1 1,1-1-1,10-15 1,1-1 54,-19 25-53,0-1-1,0 1 0,0 0 0,1 0 0,-1 0 0,0 0 0,1 0 1,-1 1-1,1-1 0,0 1 0,0-1 0,-1 1 0,1 0 1,0 0-1,0 0 0,0 1 0,0-1 0,0 1 0,0-1 0,0 1 1,0 0-1,0 0 0,1 1 0,2 0 0,1 1-5,-1 1-1,1 1 0,-1-1 1,1 1-1,-1 1 0,0-1 1,9 10-1,-8-8-36,-1 0 0,1-1-1,0 0 1,0 0 0,0-1 0,0 0 0,12 4-1,-19-7 32,1-1-1,0 1 0,0-1 0,0 1 0,-1-1 1,1 0-1,0 1 0,0-1 0,0 0 0,0 0 0,0 1 1,0-1-1,0 0 0,0 0 0,0 0 0,0 0 1,0 0-1,-1-1 0,1 1 0,0 0 0,0 0 1,0-1-1,0 1 0,0 0 0,0-1 0,0 1 1,-1-1-1,1 1 0,0-1 0,0 1 0,-1-1 0,1 0 1,0 1-1,-1-1 0,1 0 0,-1 0 0,1 1 1,-1-1-1,1 0 0,-1 0 0,1 0 0,-1 0 1,0 1-1,1-1 0,-1 0 0,0 0 0,0 0 1,0 0-1,0 0 0,0 0 0,0 0 0,0 0 1,0 0-1,0 0 0,0 0 0,-1-1 0,0-2 22,0-1-1,0 1 1,0 0-1,-1 0 0,0-1 1,1 1-1,-2 0 1,1 0-1,0 1 1,-6-7-1,5 7-16,1 1 0,-1 0 0,1 0 0,-1 0 1,0 1-1,0-1 0,0 1 0,0-1 0,0 1 0,0 0 0,0 0 0,0 1 0,-1-1 0,1 1 0,0-1 1,0 1-1,-1 0 0,1 0 0,-6 1 0,8 0-10,0-1 0,0 0-1,0 1 1,0-1 0,-1 0 0,1 1 0,1 0 0,-1-1 0,0 1-1,0-1 1,0 1 0,0 0 0,0 0 0,0 0 0,1-1 0,-1 1-1,0 0 1,1 0 0,-1 0 0,1 0 0,-1 0 0,0 2 0,1-1-4,0 0 0,-1 0 0,1 1 1,0-1-1,1 0 0,-1 0 0,0 0 1,1 1-1,-1-1 0,1 0 0,0 0 1,-1 0-1,1 0 0,0 0 0,3 4 1,2 3-33,0 0 1,1-1-1,1 0 1,0 0-1,0 0 1,0-1-1,1 0 1,0-1-1,0 0 1,0 0-1,1-1 1,11 4-1,10 4-696,2-1-1,51 12 1,-67-21 424,-1 0 0,1-1 0,21 1 0,-2-5-1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29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80 64,'-58'-4'368,"6"2"312,15 0 356,11 0 268,22-2-380,18 0-444,21-3-724,16-1-716,10 0-184,1-3 96,1-2 244,3-1 300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30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370 187 108,'-1'-4'137,"1"0"-1,-1 1 1,0-1 0,0 0 0,0 0-1,0 1 1,-1-1 0,1 1 0,-1-1-1,0 1 1,0 0 0,-1 0-1,1-1 1,0 2 0,-1-1 0,0 0-1,0 0 1,-4-3 0,2 4 61,0-1 1,0 1-1,0 0 1,0 0 0,0 0-1,-1 1 1,1 0-1,0 0 1,-1 0-1,1 1 1,-11 0 0,4 0 17,0 2 1,0-1-1,0 2 1,0 0-1,1 0 1,-1 1 0,1 0-1,0 1 1,0 0-1,0 1 1,-12 9-1,16-9-175,1 0-1,-1 1 0,1 0 1,1 0-1,-1 1 0,1 0 1,0-1-1,-6 17 0,10-23-48,0 1 0,0 0 0,0 0 0,0 0 0,1 0 0,-1 0 0,0 0 0,1 0 0,0 0 0,-1 0 0,1 0 0,0 0 0,0 0 0,0 1 0,0-1 0,1 0 0,-1 0 0,1 0 0,-1 0 0,1 0 0,0 0 0,-1 0 0,1 0 0,0 0-1,0-1 1,1 1 0,-1 0 0,0 0 0,0-1 0,1 1 0,-1-1 0,1 1 0,0-1 0,-1 0 0,1 0 0,0 0 0,0 0 0,-1 0 0,1 0 0,0 0 0,0 0 0,0-1 0,4 2 0,-1-1 11,0 0 0,0-1 0,1 1-1,-1-1 1,0 0 0,1 0 0,-1-1 0,0 0 0,0 0 0,1 0 0,-1 0 0,0-1 0,0 0 0,0 0 0,-1 0 0,8-4 0,3-5 121,0 0 0,0-1 0,16-17 0,-7 6 183,-23 23-270,-1-1 0,0 1 0,1 0 0,-1-1 0,1 1 0,-1 0 0,0-1 0,1 1 0,-1 0 0,1 0 1,-1-1-1,1 1 0,-1 0 0,1 0 0,-1 0 0,1 0 0,-1-1 0,1 1 0,-1 0 0,1 0 0,0 0 0,-1 0 0,1 0 0,-1 0 0,1 1 0,-1-1 0,1 0 0,-1 0 0,1 0 0,-1 0 0,1 1 0,-1-1 0,1 1 0,11 18 925,-1 40 258,-10-50-1028,11 70 552,-2-31-623,-3 0 1,-2 1-1,-2-1 1,-2 1-1,-6 51 1,5-93-113,-2 0 0,1 0 1,-1 0-1,0 0 0,0-1 1,-1 1-1,0-1 0,0 1 0,-1-1 1,1 0-1,-1-1 0,-1 1 1,1 0-1,-1-1 0,0 0 0,0 0 1,0-1-1,-1 0 0,-6 4 0,6-4-2,-1-1 0,0-1 0,0 0 0,0 1 0,0-2 0,0 1 0,0-1 0,0-1 0,-1 1 0,1-1-1,0 0 1,0-1 0,-1 1 0,1-2 0,0 1 0,0-1 0,0 0 0,-10-4 0,9 3-28,0 0 1,1-1-1,-1 0 0,1 0 1,0-1-1,0 0 1,0 0-1,0-1 1,1 0-1,0 0 1,0 0-1,1 0 1,0-1-1,0 0 1,0-1-1,1 1 1,0-1-1,1 1 1,-1-1-1,2 0 0,-1 0 1,1-1-1,0 1 1,1 0-1,0-1 1,0 1-1,1-1 1,0 1-1,0-1 1,1 1-1,0-1 1,1 1-1,-1-1 1,2 1-1,-1 0 0,1 0 1,1 0-1,7-13 1,1 1-757,1 0 0,1 2-1,1-1 1,0 2 0,2 0 0,0 1 0,0 0-1,29-17 1,20-9-1974,85-41 1,41-25 2731,-191 108 24,16-11 313,-1 0 0,0-1 1,-1 0-1,0-2 1,-1 1-1,18-23 0,-32 35-218,1 0 1,0 0-1,0 0 0,-1 0 0,1 0 0,0-1 0,-1 1 0,1 0 0,-1 0 0,0-1 1,1 1-1,-1 0 0,0-1 0,0 1 0,0-1 0,0-1 0,0 2-1,0 0-1,-1 1 0,1-1 0,0 1 1,-1-1-1,1 1 0,-1-1 1,1 1-1,0-1 0,-1 1 0,1-1 1,-1 1-1,1 0 0,-1-1 1,0 1-1,1 0 0,-1-1 0,1 1 1,-1 0-1,1 0 0,-1-1 1,0 1-1,1 0 0,-2 0 0,-1 0 247,-1-1-1,0 1 0,1 0 0,-1 1 0,1-1 1,-1 1-1,1-1 0,-1 1 0,1 0 0,-7 3 1,0 2-63,0 1-1,0 0 1,0 0 0,1 1 0,0 1 0,1-1 0,0 1 0,0 0-1,1 1 1,0 0 0,1 0 0,0 1 0,0 0 0,1 0 0,1 0-1,-6 19 1,8-21-305,0 1 0,0-1 0,1 1 0,0-1 0,1 1 0,0 0 0,0-1 0,1 1 0,3 15 0,-2-19 8,0 0 0,0 0 0,0 0 0,1 0 0,0 0 0,0-1 0,1 1 0,-1-1 0,1 0 0,0 0 0,1 0 0,-1-1 0,1 1 0,0-1 0,6 4 0,-9-6 15,1 0 0,-1 0 0,0-1 0,1 1 0,0-1 0,-1 1 0,1-1 0,0 0 0,0 0 0,0 0 0,0 0 0,0-1 0,0 1 0,0-1 0,0 0 0,0 0 0,0 0 0,0 0 0,0 0 0,0-1 0,0 1 0,0-1 0,0 0 0,0 0 0,-1 0 0,1 0 0,0 0 0,0-1 0,-1 1 0,1-1 0,-1 0 0,0 0 0,1 0 0,-1 0 0,2-2 0,-1 0 18,0-1 0,-1 1 0,1 0 0,-1-1 0,0 0-1,-1 1 1,1-1 0,-1 0 0,0 0 0,0 0 0,0 1-1,-1-1 1,0 0 0,0 0 0,0 0 0,0 0 0,-1 0 0,0 0-1,0 0 1,-3-8 0,-3-5-619,-1 0-1,-20-33 0,24 44-392,0 0-1,0 1 1,-1 0 0,0 0-1,-1 1 1,1-1-1,-1 1 1,0 0-1,0 1 1,-10-6-1,8 7-645,6 2 720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31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111 460 96,'1'-2'210,"1"1"0,0-1-1,0 1 1,-1-1 0,1 0 0,-1 0 0,1 1 0,-1-1-1,0 0 1,0-1 0,0 1 0,0 0 0,0 0-1,-1 0 1,1 0 0,0-1 0,-1 1 0,0 0-1,1-1 1,-1 1 0,0 0 0,0-1 0,-1 1 0,1 0-1,0-1 1,-1 1 0,0-3 0,0 4-13,1 0 1,0 0 0,-1 0 0,1 0-1,-1 0 1,0 0 0,1 0 0,-1 0-1,0 0 1,1 0 0,-1 1-1,0-1 1,0 0 0,0 0 0,0 1-1,0-1 1,0 1 0,0-1 0,0 0-1,0 1 1,-1-1 0,0 1-86,0 0 1,1 0 0,-1 0 0,1 0-1,-1 0 1,0 1 0,1-1 0,-1 1-1,1-1 1,-1 1 0,1-1 0,-1 1 0,1 0-1,-1 0 1,1-1 0,0 1 0,-1 0-1,1 0 1,-2 3 0,-5 4 23,0 1 1,1 0-1,0 1 1,0 0-1,1 0 0,0 0 1,1 1-1,0 0 1,-4 13-1,7-18-144,0 0 1,0 0-1,1 1 0,-1-1 0,1 1 1,0-1-1,1 1 0,0-1 0,0 1 0,0-1 1,1 1-1,0-1 0,0 1 0,1-1 1,0 0-1,0 1 0,0-1 0,4 6 1,-5-11-4,0 1 0,0 0 0,0-1 0,0 1 0,0-1 0,1 0 0,-1 1 0,0-1 0,1 0 0,-1 0 0,1 0 0,0 0 0,-1 0 0,1 0 0,0 0 0,-1-1 0,1 1 0,0 0 0,0-1 0,0 0 0,0 1 0,-1-1 1,4 0-1,-2-1 1,1 1 0,-1-1 0,0 0 0,0 0 0,0-1 0,1 1 1,-1 0-1,-1-1 0,1 0 0,0 0 0,0 0 0,2-3 0,5-4 6,-1-1 0,0 0-1,-1 0 1,0-1 0,10-18-1,-10 15 15,-1 0 0,0-1 0,-2 1 1,1-1-1,-2-1 0,0 1 0,-1-1 0,3-29 0,-8 52-15,1 1 0,0 0 0,0 0 0,1-1 0,1 12 0,0-13-47,1 0 0,-1 0 0,1 0 0,0 0 0,1 0 0,0-1 0,-1 1 0,2-1 0,-1 0 0,1 1 0,0-2 1,0 1-1,0 0 0,0-1 0,1 0 0,0 0 0,7 4 0,-4-3-206,0-1 1,0-1-1,1 0 1,0 0-1,0 0 1,-1-1-1,1-1 0,1 1 1,-1-1-1,16-1 1,0-2-235,0-1-1,0 0 1,0-2 0,-1-1 0,0-1-1,0-2 1,38-17 0,-43 15 442,-1 0 0,0-1 0,-1-1 0,-1 0 1,0-1-1,0-1 0,-2 0 0,0-2 0,0 1 0,19-35 0,-27 42 98,0-1 0,-1 1 0,-1-1 0,0 0 0,0-1 0,-1 1 0,0-1 0,0 1 0,-2-1-1,1 0 1,-1 0 0,-1 0 0,0 0 0,0 0 0,-1 1 0,-1-1 0,0 0 0,0 0 0,-1 1 0,0-1-1,-1 1 1,-9-18 0,10 23-16,0 0-1,-1 1 1,0-1-1,0 1 0,0 0 1,0 0-1,0 0 1,-1 0-1,0 1 1,0 0-1,0 0 1,0 0-1,0 1 0,-1-1 1,1 1-1,-1 0 1,0 1-1,1 0 1,-1-1-1,0 2 1,0-1-1,0 1 0,1 0 1,-1 0-1,0 0 1,0 1-1,0 0 1,1 0-1,-1 1 1,0 0-1,1 0 0,-1 0 1,1 0-1,0 1 1,0 0-1,0 0 1,0 0-1,0 1 1,1 0-1,-1-1 0,1 2 1,0-1-1,0 0 1,1 1-1,-1 0 1,1 0-1,0 0 1,-4 9-1,0 4-28,0 0-1,2 0 1,0 1-1,1 0 1,1 0-1,0 0 1,2 0-1,0 0 1,1 0 0,1 0-1,1 0 1,5 26-1,-1-17-82,1-1 0,1 1-1,1-1 1,2 0 0,1-1 0,0-1 0,28 40-1,-30-50-494,1 0 0,0-2 0,2 1 0,-1-1-1,2-1 1,-1 0 0,2-1 0,-1-1-1,2 0 1,25 12 0,-12-12-93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32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286 138 52,'-2'-9'58,"0"-3"214,0 0 1,-1 0-1,0 1 0,-1 0 0,-1-1 0,-6-13 0,9 23-202,0-1-1,0 1 1,0-1-1,-1 1 1,1 0 0,0 0-1,-1 0 1,1 0-1,-1 0 1,0 0-1,0 1 1,0-1-1,0 1 1,0 0 0,0 0-1,0 0 1,0 0-1,0 1 1,0-1-1,-1 1 1,1 0-1,0 0 1,0 0 0,0 0-1,-1 0 1,1 1-1,0 0 1,-5 1-1,2-1 28,1 1 0,-1 0-1,0 0 1,1 0-1,-1 1 1,1-1 0,0 1-1,-1 1 1,2-1-1,-1 1 1,0 0 0,1 0-1,-1 0 1,1 0-1,-6 10 1,8-11-71,1-1 1,0 1-1,-1 0 0,1 0 1,0 0-1,0-1 0,1 1 0,-1 0 1,1 0-1,-1 0 0,1 0 1,0 1-1,0-1 0,1 0 1,-1 0-1,0 0 0,1 0 0,0 0 1,0-1-1,0 1 0,0 0 1,0 0-1,0 0 0,1-1 1,-1 1-1,1-1 0,0 1 0,0-1 1,0 0-1,0 1 0,0-1 1,5 3-1,5 4 16,0 0 1,1-1-1,1 0 1,-1-1-1,1-1 1,22 8-1,-19-8 91,0 1-1,0 1 0,27 16 1,-44-23-92,1-1 1,-1 0-1,1 1 1,0-1-1,-1 1 1,1-1-1,-1 0 1,1 1-1,-1-1 1,1 1-1,-1 0 1,1-1-1,-1 1 1,1-1 0,-1 1-1,0 0 1,1-1-1,-1 1 1,0 0-1,0-1 1,0 1-1,1 0 1,-1-1-1,0 1 1,0 0-1,0 0 1,0-1-1,0 1 1,0 0-1,0 0 1,0-1-1,-1 2 1,0 0 46,0-1-1,-1 1 1,1 0 0,0-1-1,-1 0 1,1 1 0,-1-1 0,0 0-1,1 0 1,-1 0 0,-3 2-1,-63 21 1164,58-21-1097,-64 18 323,32-9-1264,-59 24-1,125-43-6303,20-6 5074,-14-1 1315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32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17 113 116,'0'-9'230,"-4"-57"2432,4 62-1917,-1 0-1,0 0 1,0 1-1,0-1 1,0 1-1,0-1 0,-1 1 1,-3-5-1,8 19 3095,-2 19-2747,0-6-633,16 97 283,5 60-2138,-19-57-4175,-3-90 3120,-5 50-3388,3-74 5332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32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1 212 64,'4'-3'52,"0"0"1,0 0-1,0 1 1,1-1-1,-1 1 1,1 0-1,-1 0 1,1 0-1,0 1 1,0 0-1,0 0 1,0 0-1,0 0 1,9 1-1,7-3 53,90-13 159,-58 11-113,1-3 0,-2-2 0,1-3-1,92-35 1,-136 44 168,-1-1-1,0-1 1,0 1-1,0-2 0,6-6 1,-12 12-182,-1 0 1,0 0-1,0 0 0,0 0 1,0-1-1,0 1 0,-1 0 1,1-1-1,0 1 0,-1 0 1,1-1-1,-1 1 1,1-1-1,-1 1 0,1-1 1,-1-2-1,0 3-26,-1 0 1,1 0-1,-1 0 0,0 0 1,1 0-1,-1 0 0,0 0 0,1 1 1,-1-1-1,0 0 0,0 0 1,0 1-1,0-1 0,0 0 1,0 1-1,1-1 0,-2 1 1,1 0-1,0-1 0,0 1 1,0 0-1,0-1 0,0 1 1,0 0-1,0 0 0,0 0 1,-2 0-1,-5-1 175,0 1 0,0 1 1,0-1-1,0 1 0,0 1 0,0-1 1,0 2-1,1-1 0,-1 1 1,1 0-1,-1 0 0,1 1 0,0 0 1,0 0-1,1 1 0,-9 7 0,7-7-241,1 1 0,1 0 0,-1 1 0,1 0 0,0 0 0,1 0 0,-1 0 0,1 1 0,1 0 0,0 0 0,0 0 0,0 1 0,1-1 0,-3 13 0,5-18-54,1-1 0,-1 0 1,1 1-1,0-1 0,0 0 0,0 1 0,0-1 1,0 0-1,0 1 0,0-1 0,1 0 1,-1 1-1,1-1 0,0 0 0,-1 0 0,1 0 1,0 1-1,1-1 0,-1 0 0,0 0 0,0 0 1,1-1-1,-1 1 0,1 0 0,0 0 0,-1-1 1,1 1-1,0-1 0,0 0 0,0 1 0,0-1 1,0 0-1,0 0 0,1 0 0,-1-1 0,0 1 1,0 0-1,1-1 0,3 1 0,2-1 19,-1 0-1,0 0 0,0 0 0,1-1 1,-1-1-1,0 1 0,0-1 0,0 0 1,0 0-1,-1-1 0,14-7 0,-12 5 21,-1-1-1,0 0 0,0-1 0,0 1 1,-1-1-1,0-1 0,0 1 1,8-15-1,22-26 102,-36 47-131,1 1 1,-1 0-1,0 0 1,0 0-1,0 0 1,0-1-1,0 1 0,1 0 1,-1 0-1,0 0 1,0 0-1,0 0 0,1 0 1,-1 0-1,0-1 1,0 1-1,0 0 0,1 0 1,-1 0-1,0 0 1,0 0-1,1 0 0,-1 0 1,0 0-1,0 0 1,0 0-1,1 0 1,-1 0-1,0 0 0,0 1 1,0-1-1,1 0 1,-1 0-1,0 0 0,0 0 1,0 0-1,1 0 1,-1 0-1,0 1 0,0-1 1,0 0-1,1 0 1,6 14 2,2 26-67,-7-31 7,13 39-380,-12-41-422,1 1 0,0-1 0,0 0-1,0 0 1,1 0 0,10 12 0,-12-17 469,0 1 0,0-1 0,0 1 0,0-1 0,0 0 0,0 0 0,0 0 0,1-1 0,-1 1 0,1-1-1,-1 0 1,1 0 0,-1 0 0,1 0 0,0-1 0,4 1 0,-4-1 237,1-1-1,0 1 1,-1-1-1,1 0 1,0 0-1,-1-1 1,1 1-1,-1-1 1,7-4-1,15-9-153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33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75 80,'0'-9'191,"0"-31"333,0 39-418,0 0 0,0 0 0,0 0 1,0 0-1,-1-1 0,1 1 1,0 0-1,0 0 0,-1 0 0,1 0 1,-1 0-1,1 0 0,-1 0 1,1 0-1,-1 0 0,1 0 0,-1 0 1,0 0-1,0 0 0,1 0 1,-1 0-1,0 1 0,0-1 0,-2-1 1,2 3 11,0-1 1,0 0 0,0 1-1,0 0 1,0-1 0,0 1-1,0 0 1,0-1 0,0 1 0,0 0-1,1 0 1,-1 0 0,0 0-1,1 0 1,-1-1 0,0 1-1,1 1 1,-1-1 0,1 0-1,-1 0 1,1 0 0,0 0-1,-1 0 1,1 0 0,0 2 0,-7 31 1162,2 10-691,3 0 0,5 71 0,0-19-1198,-7 12-2618,2 35-2128,3-121 4969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33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1 248 36,'0'-3'43,"1"0"0,0 0-1,-1 0 1,1 0 0,1 0 0,-1 0 0,0 0-1,1 0 1,-1 1 0,1-1 0,0 1 0,0-1-1,0 1 1,0-1 0,1 1 0,-1 0 0,1 0-1,-1 0 1,1 1 0,4-4 0,66-29 288,-59 28-278,5-1 42,1 0-1,-1 1 0,1 0 0,0 2 0,1 1 0,-1 0 0,1 2 0,-1 0 1,1 1-1,-1 1 0,34 6 0,-45-6-37,0 0 1,0-1 0,0-1-1,0 1 1,0-1-1,0-1 1,-1 1-1,1-2 1,11-3-1,-17 5 1,0 0 0,0 0 0,0-1 0,0 1 0,0 0-1,0-1 1,-1 0 0,1 0 0,-1 0 0,1 0 0,-1 0 0,1 0 0,-1-1-1,0 1 1,0-1 0,0 0 0,-1 1 0,1-1 0,-1 0 0,1 0-1,-1 0 1,0 0 0,0 0 0,0 0 0,-1-1 0,1 1 0,-1 0 0,1-5-1,-2 6-13,1 0-1,0 0 0,-1 1 0,1-1 0,-1 0 0,1 1 0,-1-1 0,0 1 0,0-1 0,1 1 0,-1-1 1,0 1-1,-1 0 0,1-1 0,0 1 0,0 0 0,0 0 0,-1 0 0,1 0 0,-1 0 0,1 0 1,-1 0-1,1 0 0,-1 1 0,1-1 0,-1 0 0,0 1 0,1-1 0,-1 1 0,0 0 0,1 0 0,-1 0 1,0 0-1,0 0 0,1 0 0,-1 0 0,0 0 0,1 1 0,-1-1 0,-2 1 0,-4 1 73,1-1-1,-1 1 0,1 1 0,0-1 1,0 1-1,0 1 0,0-1 0,-6 5 1,4-1-51,1 1 0,-1-1 1,2 1-1,-1 1 0,1-1 1,1 1-1,0 1 0,0-1 1,0 1-1,1 0 0,1 0 1,0 0-1,-4 16 0,7-21-86,0-1 0,0 0 0,0 1 0,1 0 0,0-1 0,0 1 0,0-1-1,0 1 1,1-1 0,0 1 0,0-1 0,0 0 0,0 1 0,1-1 0,0 0-1,0 0 1,0 0 0,0 0 0,0 0 0,1 0 0,0-1 0,0 1 0,0-1-1,0 0 1,0 0 0,1 0 0,0 0 0,-1 0 0,1-1 0,0 0 0,0 1-1,0-2 1,0 1 0,9 2 0,6 1-670,-1 0 0,1-2-1,0 0 1,0-2 0,0 0-1,0-1 1,0 0 0,0-2 0,31-6-1,-21-1 103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3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61 64,'-1'-1'88,"0"-1"-1,1 0 1,-1 0-1,1 1 1,-1-1 0,1 0-1,0 0 1,0 0-1,0 0 1,0 0 0,0 1-1,0-1 1,0 0-1,1 0 1,-1 0 0,1 0-1,-1 1 1,1-1 0,0 0-1,0 0 1,0 1-1,0-1 1,0 1 0,0-1-1,0 1 1,0-1-1,0 1 1,1 0 0,-1-1-1,1 1 1,-1 0-1,1 0 1,-1 0 0,1 0-1,0 0 1,-1 0-1,1 1 1,0-1 0,0 1-1,0-1 1,-1 1-1,1 0 1,0-1 0,0 1-1,0 0 1,0 0-1,0 0 1,0 1 0,-1-1-1,1 0 1,0 1-1,3 0 1,-3 0-60,-1-1 0,0 0 1,0 1-1,1-1 0,-1 1 0,0-1 0,0 1 0,0-1 1,1 1-1,-1 0 0,0-1 0,0 1 0,0 0 0,0 0 1,-1 0-1,1 0 0,0 0 0,0 0 0,0 0 0,-1 0 1,1 0-1,0 1 0,-1-1 0,0 0 0,1 2 0,0 1 33,0 0-1,-1 0 0,0-1 0,0 1 0,0 0 0,-1 0 0,1-1 0,-1 1 0,-1 4 1,-2 5-433,-1 1 0,0-1 0,-13 22 0,15-30 13,0-1-1,0 0 1,0 1 0,0-1 0,-1 0-1,0-1 1,0 1 0,0-1-1,-8 6 1,0-3-337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4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89 120,'-3'-34'923,"1"-20"4385,2 54-5255,0 0 0,0 0 0,0 1-1,1-1 1,-1 0 0,0 0 0,0 0-1,0 0 1,0 0 0,0 0 0,0 0 0,0 0-1,0 0 1,0 0 0,0 0 0,0 0 0,0 0-1,1 1 1,-1-1 0,0 0 0,0 0-1,0 0 1,0 0 0,0 0 0,0 0 0,0 0-1,0 0 1,1 0 0,-1 0 0,0 0-1,0 0 1,0 0 0,0 0 0,0 0 0,0 0-1,0 0 1,0-1 0,0 1 0,1 0-1,-1 0 1,0 0 0,0 0 0,0 0 0,0 0-1,0 0 1,0 0 0,0 0 0,0 0-1,0 0 1,0 0 0,0 0 0,0-1 0,1 1-1,-1 0 1,0 0 0,0 0 0,0 0-1,0 0 1,0 0 0,0 0 0,0 0 0,0 0-1,0-1 1,0 1 0,0 0 0,7 14 1060,4 18-474,19 92 192,19 170 0,-45-261-814,2-11 78,1-34-15,5-13-84,-4 11 4,1 1-1,0-1 0,1 1 1,1 1-1,0 0 0,1 1 1,24-20-1,-34 30-1,0 0 0,0 0 1,-1 0-1,1 0 0,0 1 1,0-1-1,0 1 0,0-1 1,0 1-1,0-1 0,0 1 0,0 0 1,0 0-1,0 0 0,0 0 1,0 1-1,0-1 0,0 0 0,0 1 1,0 0-1,0-1 0,0 1 1,0 0-1,0 0 0,0 0 0,-1 0 1,1 0-1,0 0 0,-1 1 1,1-1-1,-1 0 0,1 1 1,-1 0-1,0-1 0,0 1 0,1 0 1,0 2-1,6 10-14,0 0 1,-1 0-1,10 31 0,-5-14-39,-11-29 57,1 0-1,-1 1 1,0-1-1,1 0 1,-1 0-1,1 0 1,0 0-1,0 0 1,0-1-1,0 1 1,0 0-1,0-1 1,0 0-1,0 1 1,0-1-1,1 0 1,-1 0-1,1 0 1,-1 0-1,5 0 1,-1 0 0,0-1 1,-1 0-1,1 0 1,0-1-1,-1 1 1,1-1 0,-1 0-1,1-1 1,6-2-1,2-1 2,0-1-1,-1-1 1,0 0-1,0-1 1,-1-1-1,18-15 1,-22 17-3,0-1 1,-1-1 0,0 1 0,8-16 0,-13 22-1,-1 0 1,1 0 0,-1 0-1,0-1 1,0 1 0,0 0 0,0-1-1,-1 1 1,1-1 0,0 1 0,-1-1-1,0 1 1,0-1 0,0 1 0,0-1-1,0 1 1,0-1 0,0 1-1,-1-1 1,0 1 0,1-1 0,-1 1-1,0 0 1,0-1 0,-2-3 0,1 5-1,1 0 1,-1 0 0,0 0-1,1 0 1,-1 0 0,0 0 0,1 0-1,-1 0 1,0 1 0,0-1-1,0 1 1,0 0 0,1-1 0,-1 1-1,0 0 1,0 0 0,0 0-1,0 0 1,0 1 0,0-1 0,0 0-1,0 1 1,1-1 0,-1 1 0,0 0-1,0 0 1,1-1 0,-3 3-1,-4 0 7,1 1-1,0 1 0,0-1 0,0 1 0,-7 6 0,11-8-34,0 0 0,0-1 0,1 1 0,-1 0 0,1 0 0,-1 1 0,1-1 0,0 0-1,0 1 1,0-1 0,1 1 0,-1 0 0,1-1 0,0 1 0,0 0 0,0 0 0,1 0 0,-1 0 0,1 0-1,0 0 1,0 0 0,0 0 0,1 0 0,0 0 0,-1 0 0,1-1 0,0 1 0,3 6 0,-1-4-63,1-1 0,-1 0 1,1 0-1,0-1 0,0 1 0,0-1 1,1 1-1,-1-2 0,1 1 0,0 0 1,0-1-1,1 0 0,-1 0 1,1 0-1,-1-1 0,1 0 0,0 0 1,7 1-1,-1 0-646,-1-1 1,1-1-1,0 1 1,0-2-1,-1 0 0,1 0 1,0-1-1,0-1 1,-1 0-1,1 0 1,-1-1-1,1 0 0,19-10 1,-3-2 138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5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 60,'-4'-11'2567,"8"14"1182,13 18-45,-8 5-2901,0-1-1,-2 1 0,-1 0 0,0 1 1,1 47-1,-3-44-499,-4-44-43,2 1 0,-1 0 0,2-1 0,0 1 0,7-19-1,-7 22-265,0 1-1,0 1 1,1-1-1,0 0 0,1 1 1,0 0-1,0 0 0,1 0 1,0 1-1,0 0 1,13-11-1,-18 17 4,0 0 0,0 0 0,1 1 1,-1-1-1,0 0 0,1 1 0,-1-1 0,0 1 0,1 0 1,-1-1-1,1 1 0,-1 0 0,0 0 0,1 0 0,-1 0 0,1 0 1,-1 0-1,1 0 0,-1 0 0,1 1 0,-1-1 0,0 1 1,3 0-1,-1 1 4,0 0 0,0 0-1,0 0 1,-1 1 0,1-1 0,-1 1 0,0-1 0,0 1 0,4 6 0,2 6-72,0 1 1,-1 0-1,6 20 1,-10-27-75,20 42-5239,-22-50 5033,-1 1 1,1 0-1,0-1 0,0 1 0,0-1 1,0 0-1,1 1 0,-1-1 0,0 0 1,0 0-1,1 0 0,-1 0 0,1 0 1,-1 0-1,1 0 0,-1 0 0,1 0 1,0-1-1,-1 1 0,1-1 0,0 1 1,0-1-1,-1 0 0,1 0 0,0 0 1,0 0-1,-1 0 0,3 0 0,14-6-236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5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36 8,'0'-2'208,"-1"0"1,0 0-1,0 0 1,0 0-1,0 0 0,0 0 1,0 0-1,0 0 0,-1 1 1,1-1-1,0 1 1,-1-1-1,0 1 0,1-1 1,-1 1-1,0 0 0,0 0 1,0 0-1,0 0 1,0 0-1,0 0 0,-3 0 1,3 1 73,0 0 1,0 0-1,-1 0 1,1 1-1,0-1 1,0 1-1,0 0 1,-1 0-1,1 0 1,0 0-1,0 0 1,0 0-1,0 0 1,1 1-1,-1-1 1,0 1-1,-2 2 0,-2 3 290,0 0-1,0 0 0,0 1 1,1 0-1,0 1 0,1-1 1,0 1-1,-6 16 0,8-21-538,1 1 0,0-1 0,0 0-1,1 1 1,-1-1 0,1 0 0,0 1-1,0-1 1,0 1 0,0-1 0,1 0-1,0 1 1,0-1 0,0 0-1,1 1 1,-1-1 0,1 0 0,0 0-1,0 0 1,0 0 0,1-1 0,-1 1-1,1-1 1,0 1 0,0-1 0,0 0-1,0 0 1,1 0 0,-1-1 0,1 1-1,0-1 1,0 0 0,5 3 0,2-1-71,0-1 1,0 1 0,1-2 0,-1 1 0,1-2 0,-1 0-1,1 0 1,0-1 0,-1 0 0,1-1 0,19-4 0,-5 0-54,-1-2 0,0-1 0,0-1 0,30-15 0,-45 19 80,0 0 1,0-1-1,-1 0 0,0-1 1,0 0-1,0 0 0,-1-1 1,0 0-1,-1-1 0,0 1 1,0-1-1,9-17 0,-15 25 15,0-1 0,0 0 0,0 1 0,0-1 0,-1 1 0,1-1 0,0 0 0,-1 0 0,0 1 0,1-1 0,-1 0 0,0 0 0,0 0 0,0 0 0,0 1 0,0-1-1,0 0 1,0 0 0,-1 0 0,1 1 0,-1-1 0,1 0 0,-1 0 0,0 1 0,1-1 0,-1 0 0,0 1 0,0-1 0,0 1 0,-1-1 0,1 1 0,0 0 0,-2-2 0,1 2 1,-1 0 0,1 0 0,0 1 0,-1-1 0,1 1 1,0 0-1,-1-1 0,1 1 0,0 0 0,-1 0 0,1 1 1,0-1-1,-1 0 0,1 1 0,0 0 0,-1-1 1,1 1-1,0 0 0,0 0 0,0 0 0,0 0 0,0 1 1,0-1-1,0 0 0,-2 3 0,0-1-72,0 0 0,1 0 0,0 0 0,-1 1 0,1-1 0,0 1-1,1 0 1,-1 0 0,1 0 0,0 0 0,0 0 0,0 0 0,0 1 0,1-1 0,-1 1 0,1-1 0,1 1 0,-1 0-1,1-1 1,-1 1 0,1 0 0,0-1 0,1 1 0,-1 0 0,1-1 0,0 1 0,0-1 0,1 1 0,-1-1 0,1 0-1,0 1 1,0-1 0,0 0 0,1 0 0,-1 0 0,1-1 0,0 1 0,0-1 0,1 1 0,-1-1 0,1 0 0,-1 0-1,1 0 1,0-1 0,0 1 0,8 2 0,4 0-816,0-1 0,0-1 1,0 0-1,1-1 0,-1-1 0,1 0 0,-1-1 0,1-1 0,-1-1 1,1 0-1,-1-1 0,26-9 0,-7-2 251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7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69 136 112,'-1'-30'565,"-5"-38"2027,-6 31 2696,5 76-1756,1 102-2829,-5 30-1395,0-105-536,7-48 231,0-1 0,1 1 0,1 0-1,1-1 1,0 1 0,2 0 0,3 27 0,-4-44 909,0 1 1,0-1-1,0 1 0,1-1 1,-1 0-1,1 1 1,-1-1-1,1 0 0,-1 0 1,1 1-1,0-1 1,0 0-1,-1 0 0,1 0 1,0 0-1,0 0 1,0 0-1,0 0 0,0 0 1,0 0-1,1-1 0,-1 1 1,0 0-1,0-1 1,1 1-1,1 0 0,15-5-377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8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38 146 160,'1'-34'471,"0"20"345,-1 0 0,0 1 1,0-1-1,-2 0 0,1 0 0,-5-15 1,3 45 3148,-1 29-2281,-9 187 1345,3-78-2767,10-152-266,2 32 310,5-26-13,10-16-16,30-45 50,-40 43-317,1 0 0,1 0 0,-1 1 0,11-8 0,-18 16-10,0 1 0,0-1 0,0 1 0,0-1 0,0 1 0,0-1 0,0 1 0,0 0 0,0 0 0,0-1 0,0 1 0,0 0 1,0 0-1,0 0 0,1 0 0,-1 0 0,0 0 0,0 0 0,0 1 0,0-1 0,0 0 0,0 1 0,0-1 0,0 0 1,0 1-1,0-1 0,0 1 0,0 0 0,-1-1 0,1 1 0,0 0 0,0-1 0,0 1 0,-1 0 0,1 0 0,0 0 0,-1 0 1,1-1-1,0 3 0,24 47-31,-17-32 6,-5-13 17,0 0 0,0 0 0,0 0 0,1-1 0,0 1 0,0-1 0,0 0 0,0 0 0,1 0 0,0-1 0,-1 1 0,10 3-1,-13-6 8,1-1 0,-1 1 0,1-1 0,-1 1 0,1-1-1,-1 0 1,1 1 0,0-1 0,-1 0 0,1 0 0,0 0-1,-1-1 1,1 1 0,-1 0 0,1 0 0,0-1 0,-1 1-1,1-1 1,1-1 0,-1 1 2,0-1 1,1 0-1,-1 0 1,-1 0-1,1 0 0,0 0 1,0-1-1,-1 1 0,1 0 1,-1-1-1,0 1 0,0-1 1,0 1-1,0-1 0,0-3 1,1-1-6,-1 1-1,-1-1 1,1 1 0,-1-1-1,0 1 1,-1-1 0,-1-8 0,2 14-3,0 0 1,0-1-1,0 1 1,0 0 0,0 0-1,-1 0 1,1-1-1,0 1 1,-1 0-1,1 0 1,0 0-1,-1 0 1,0 0 0,1 0-1,-1 0 1,0 0-1,1 0 1,-1 0-1,0 0 1,0 0 0,0 0-1,0 0 1,0 1-1,0-1 1,0 0-1,0 1 1,0-1-1,0 1 1,0-1 0,0 1-1,0-1 1,-1 1-1,1 0 1,0 0-1,0 0 1,0-1 0,-1 1-1,1 0 1,0 0-1,0 1 1,-1-1-1,1 0 1,0 0-1,0 1 1,0-1 0,-2 1-1,1 0-10,1 0 0,-1 0 0,0 0 0,0 1 1,1-1-1,-1 1 0,1-1 0,-1 1 0,1-1 0,-1 1 0,1 0 0,0-1 0,0 1 0,0 0 0,0 0 0,0 0 1,0 0-1,1 0 0,-1 0 0,1 0 0,-1 0 0,1 1 0,0-1 0,0 0 0,0 0 0,0 0 0,0 0 1,0 0-1,1 0 0,-1 1 0,1-1 0,-1 0 0,1 0 0,2 3 0,-1 2-133,1-1 0,0 0 0,0 0 1,1 0-1,-1 0 0,1 0 0,1-1 0,-1 0 0,1 0 0,5 5 0,-1-4-522,1 0 0,0 0-1,0-1 1,1-1 0,-1 1 0,1-2-1,0 1 1,17 1 0,-21-3 157,0-1 0,1 0 0,0 0 0,-1-1 0,1 0 0,-1 0 0,1-1 0,-1 0 0,1-1 0,-1 1 0,1-1 0,-1-1 0,12-5 0,-6-2 58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8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201 146 116,'-58'-7'444,"9"1"380,7 2 500,12-2 232,11 1-227,17 1-353,16 0-276,16-2-320,12-7-712,9 3-1100,3-3-337,2-2 129,-1 1 356,-1-5 460,4 0 468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8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98 208,'-9'-50'3349,"-3"2"5935,31 144-5444,-3 63-4129,-14-133 532,2 98-374,-4-78-2589,11 84 0,1-106-2283,-4-22 1563,-1-15 1674,-4-3 1127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9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8 128 76,'-2'-10'128,"0"0"-1,0 0 0,1 0 1,1-1-1,0 1 1,1-10-1,-1 18-66,0-1 0,1 1-1,-1 0 1,1 0-1,0 0 1,-1 0 0,1 0-1,0 0 1,0 0-1,0 0 1,1 0-1,-1 0 1,0 1 0,1-1-1,-1 1 1,1-1-1,0 1 1,-1-1 0,1 1-1,0 0 1,0 0-1,0-1 1,0 2 0,0-1-1,0 0 1,0 0-1,0 1 1,0-1-1,0 1 1,0-1 0,1 1-1,-1 0 1,0 0-1,4 0 1,4 1 184,0 1 0,0 0 0,0 0-1,0 1 1,-1 0 0,1 0 0,-1 1 0,1 1 0,-1-1 0,-1 2 0,16 10-1,-19-12-58,0 0-1,0 0 0,0 0 0,0 0 0,-1 0 0,0 1 0,0 0 0,0 0 0,-1 0 0,0 1 0,0-1 0,0 1 0,0-1 0,-1 1 0,0 0 0,0 0 0,-1 0 0,0 0 0,0 1 1,1 8-1,-4-9-34,1-1 0,-1 1 0,0 0 0,0-1 0,-1 1 0,1-1 0,-1 0 0,0 0 0,-1 0 0,1 0 0,-1 0 0,0-1 0,0 0 0,-1 0 0,1 0 0,-6 4 0,-10 6 106,-1 0 0,-30 16-1,42-25-401,-36 18-273,43-22 206,1-1-1,0 1 1,-1-1-1,1 1 1,0-1 0,-1 0-1,1 1 1,0-1 0,-1 0-1,1 0 1,0 0 0,-1 0-1,1 0 1,-1 0 0,-1-1-1,14-7-4599,15-9 2514,4 2 1019,4-3 562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9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98 116,'24'-17'-222,"11"-20"5102,-35 36-4637,1 0 1,0 0-1,-1 0 1,1 0-1,-1 0 0,1 0 1,-1 0-1,1-1 1,-1 1-1,0 0 0,1 0 1,-1 0-1,0 0 1,0-1-1,0 1 0,0 0 1,0 0-1,0 0 1,0-1-1,-1 1 0,1 0 1,0 0-1,-1-2 1,-1 2-8,1-1-1,-1 1 1,0 0 0,1-1 0,-1 1 0,0 0 0,0 0 0,0 0 0,0 0-1,0 1 1,0-1 0,0 0 0,0 1 0,0 0 0,0-1 0,0 1 0,-1 0 0,-2 0-1,0 0-139,1 0-1,0 0 1,0 1-1,-1-1 1,1 1-1,0 0 1,0 0-1,0 1 0,0-1 1,0 1-1,0 0 1,0 0-1,0 0 1,-6 5-1,3-1-61,1 0-1,0 0 1,0 0 0,1 1 0,0 0-1,0 0 1,-5 10 0,4-6-49,1 0 0,0 0 0,1 0 0,0 1 0,1 0 0,0 0 0,1 0 1,0 0-1,1 0 0,0 22 0,1-32 8,0 0 0,0 0 0,1 0 1,-1 0-1,0 0 0,1 0 0,-1 0 0,1 0 1,0 0-1,-1-1 0,1 1 0,0 0 0,0 0 1,0-1-1,0 1 0,1-1 0,-1 1 0,0-1 0,3 2 1,-3-2 1,0-1 0,0 0 0,0 0 0,0 0 0,0 1 0,0-1 0,1 0 0,-1 0 0,0-1 0,0 1 0,0 0 0,0 0 0,0 0 0,0-1 0,1 1 0,-1-1 0,0 1 0,0-1 0,0 1 0,0-1 0,0 0 0,-1 1 0,2-2 0,4-3 2,0-1 0,0 0-1,-1 0 1,0 0 0,0-1 0,0 0 0,5-11-1,-9 17 5,23-40 62,-24 40-62,1 0 0,-1 1-1,0-1 1,1 0 0,0 1-1,-1-1 1,1 0-1,-1 1 1,1-1 0,0 1-1,-1-1 1,1 1 0,0 0-1,-1-1 1,1 1 0,0-1-1,0 1 1,0 0 0,-1 0-1,1 0 1,0-1-1,0 1 1,0 0 0,-1 0-1,1 0 1,0 0 0,0 0-1,0 0 1,0 1 0,-1-1-1,1 0 1,0 0 0,0 1-1,0-1 1,-1 0 0,1 1-1,0-1 1,0 0-1,-1 1 1,1-1 0,-1 1-1,1 0 1,0-1 0,-1 1-1,1-1 1,-1 1 0,1 0-1,-1-1 1,1 2 0,18 28 233,-10-16-1041,0 1-1,1-2 1,13 15-1,-20-25 219,0 0 0,0 0 0,1 0 0,-1 0 0,1-1 0,0 1 0,-1-1 0,1 0 0,0 0 0,1 0 0,-1-1 0,0 0 0,0 1 0,1-2-1,-1 1 1,9 0 0,-11-1 386,1 0 0,-1-1-1,1 1 1,0-1 0,-1 0-1,1 0 1,-1 0 0,0 0-1,1 0 1,-1 0-1,0-1 1,0 1 0,4-4-1,13-11-317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49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3 151 88,'-1'-76'1455,"0"2"7188,4 122-3269,11 27-4580,-3-19-869,9 39-2568,-18-86 1475,1-1 0,-1 0 1,2 1-1,-1-1 0,1 0 0,1-1 1,-1 1-1,12 12 0,-16-19 1078,0-1-1,1 1 0,-1-1 0,1 1 0,-1-1 1,1 1-1,-1-1 0,1 1 0,0-1 1,-1 1-1,1-1 0,-1 0 0,1 1 1,0-1-1,-1 0 0,1 0 0,0 0 0,-1 1 1,1-1-1,0 0 0,0 0 0,-1 0 1,1 0-1,0 0 0,-1 0 0,1 0 0,1-1 1,5-6-415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50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7 114 88,'4'-88'1886,"-2"63"1607,-6 66 796,4-36-3977,-7 102 4307,6-81-4174,1 0 0,1 1 0,2-1 0,6 29 0,-8-52-435,-1-1 0,0 0 0,1 1 1,0-1-1,0 0 0,0 0 1,0 1-1,0-1 0,0 0 0,0 0 1,1 0-1,-1 0 0,1 0 1,-1-1-1,1 1 0,0 0 1,0-1-1,3 3 0,-3-4-4,0 1-1,0 0 1,0-1-1,0 0 1,0 1-1,0-1 1,1 0-1,-1 0 0,0 0 1,0-1-1,0 1 1,0 0-1,0-1 1,0 1-1,0-1 1,0 0-1,2-1 1,10-5-1,0-2 0,-1 0 0,0 0 1,20-20-1,-6 6-17,-25 21 11,0 0 0,0 0 0,1 0 0,-1 1 0,1-1 0,-1 1 0,1 0 0,0-1 0,-1 1 0,1 0 0,0 1 0,0-1 0,0 0 0,0 1 0,-1 0 0,1-1 0,0 1 0,0 1 0,0-1 0,0 0 0,0 1 0,0-1 0,0 1 0,3 1 0,0 2-3,0 0-1,0 0 0,-1 1 0,1-1 0,-1 1 1,-1 1-1,1-1 0,7 12 0,-4-6-269,27 33-269,-7-21-5664,-37-36-2708,7 9 8379,-9-9-57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50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89 155 80,'-30'-6'448,"4"4"468,8-2 680,4 0 3085,23-1-2633,19-1-320,9-2-340,12-3-792,5-3-1540,-3 1-1664,-5-2-516,-8 1 255,-6-3 709,-8-2 908,-10 2 780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58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449 259 16,'-4'-2'99,"1"-1"-1,-1-1 1,1 1-1,0 0 1,1-1 0,-1 0-1,0 1 1,1-1-1,0 0 1,0 0 0,0 0-1,0-1 1,1 1-1,0 0 1,-1-5-1,1 3 7,2 1 0,-1-1-1,0 1 1,1 0 0,0-1-1,1 1 1,-1 0-1,1 0 1,0 0 0,0 0-1,0 0 1,5-6 0,53-85 1282,-59 96-1345,-1-1 0,0 1-1,1-1 1,-1 0 0,0 1 0,0-1-1,1 0 1,-1 1 0,0-1 0,0 1-1,0-1 1,0 0 0,0 1 0,0-1 0,0 0-1,0 1 1,0-1 0,0 0 0,0 1-1,0-1 1,-1 0 0,1 1 0,0-1-1,0 0 1,-1 1 0,1-1 0,0 1 0,-1-1-1,0 0 1,-20-5 767,-27 12 27,24 0-649,0 1 1,1 1 0,0 1-1,-24 14 1,37-18-153,0 0 0,1 1 0,0 0 0,1 1 1,-1 0-1,1 1 0,0-1 0,1 1 0,0 1 0,0-1 1,-9 18-1,14-21-29,0 0 1,1-1-1,-1 1 0,1 0 1,1 0-1,-1 0 0,1 0 1,-1 0-1,1 1 0,1-1 1,-1 0-1,1 0 1,0 0-1,0 0 0,0-1 1,1 1-1,0 0 0,0 0 1,0-1-1,0 1 0,1-1 1,5 7-1,8 11 0,0-2 0,2 0 0,24 22 0,-2-3-1,-33-32 53,-1 0 1,0 0-1,-1 1 0,1 0 1,-1 0-1,-1 0 0,0 0 1,7 18-1,-11-23-12,1 0 0,-1 0 1,0 0-1,0 0 0,0 0 1,0 0-1,0 1 0,-1-1 0,1 0 1,-1 0-1,0 0 0,0 0 1,0-1-1,0 1 0,0 0 0,-1 0 1,0-1-1,1 1 0,-1-1 1,0 1-1,0-1 0,0 0 0,0 0 1,-1 1-1,1-2 0,-1 1 1,1 0-1,-1 0 0,1-1 0,-5 2 1,-6 4 75,-1-1 1,0 0-1,0-1 1,0-1-1,-1 0 0,0-1 1,0-1-1,0 0 1,-21 0-1,28-2-266,1 0 0,-1 0-1,0-1 1,0 0-1,0 0 1,1-1-1,-1 1 1,1-2 0,-1 1-1,1-1 1,0 0-1,0-1 1,0 0 0,1 0-1,-1 0 1,1-1-1,0 0 1,0 0 0,-8-10-1,12 12-131,0 1 1,1-1-1,-1 0 0,1 1 0,0-1 1,0 0-1,0 0 0,0 0 0,0 0 1,0 0-1,1 0 0,0 0 0,0 0 1,0 0-1,0 0 0,0 0 0,0 0 1,1 0-1,-1 0 0,1 0 0,0 1 1,0-1-1,0 0 0,0 0 0,1 0 1,-1 1-1,1-1 0,2-3 0,12-11-549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58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88 168,'-7'-1'193,"-78"-9"3381,56 5-1199,25 3-1300,11 1-172,196-27-376,-79 7-5535,-63 9 2198,-33 4 2057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59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132 148 24,'-1'-1'46,"-21"-41"1882,20 38-1136,0 0 0,0 1 0,-1-1 0,0 1 0,0-1 0,0 1 0,0 0 0,-4-3 0,-1 44 2054,-26 137-1860,23-131-988,2 0 0,2 1 1,-3 60-1,10-104 0,0-1 0,-1 0 0,1 1 0,0-1 0,0 0 0,0 1 0,0-1 0,0 0 0,0 1 0,0-1 0,0 1 0,0-1 0,0 0 0,0 1 0,0-1 0,0 0 0,0 1 0,0-1 0,0 0 0,0 1 0,0-1 0,1 0 0,-1 1 0,0-1 0,0 0 0,0 1 0,1-1 0,-1 0 0,0 0 0,0 1 0,1-1 0,-1 0 0,0 0 0,0 1 0,1-1 0,-1 0 0,0 0 0,1 0 0,-1 0 0,0 1 0,1-1 0,-1 0 0,13-13-43,8-26-9,1-26 155,-2-1 0,19-124 1,-29 135-130,8-51-11,-13 141 90,1 1 1,14 43 0,73 172 76,-42-149-4894,-44-92 2514,-7-10 2160,0 0 0,5-7-5800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59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113 131 64,'-31'-3'284,"4"1"284,6-2 312,2 2 196,7-2 64,10 0-48,7-3-203,13-1-277,8 0-244,9-3-152,4-1-328,3-1-760,3 0-637,-6 3-75,-1-1 212,-4 1 360,-1 2 444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0:59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47 152,'-75'0'2788,"46"1"2622,39 0-3127,179-14-2290,0-18-9413,-170 26 8506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0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74 68,'4'-8'-137,"0"1"624,0 0 2,-1 0-1,0-1 0,3-12 1,-5 19-419,-1 1 1,0-1 0,0 1 0,0-1 0,0 0 0,0 1 0,0-1 0,0 1 0,0-1 0,0 1-1,0-1 1,0 0 0,0 1 0,-1-1 0,1 1 0,0-1 0,0 1 0,0-1 0,-1 1 0,1-1 0,0 1-1,-1-1 1,1 1 0,0-1 0,-1 1 0,1 0 0,-1-1 0,0 0 0,-1 1 35,1 0 0,-1 0 0,0 0 0,1 0 0,-1 0 1,0 0-1,0 0 0,1 0 0,-1 1 0,0-1 0,1 0 0,-1 1 0,1 0 1,-1-1-1,-1 2 0,-16 8 141,1 1 0,0 0-1,1 1 1,0 1 0,1 1 0,1 0 0,0 1 0,1 0 0,0 2-1,1-1 1,1 2 0,1-1 0,1 2 0,0-1 0,1 2-1,1-1 1,1 1 0,1 0 0,1 0 0,-6 39 0,11-51-242,0-1 1,0 1-1,0-1 1,1 1-1,0-1 1,1 1-1,-1-1 1,1 0-1,1 1 1,0-1-1,0 0 1,0-1-1,0 1 1,1-1-1,1 1 1,-1-1-1,1 0 0,0-1 1,6 6-1,-5-5-12,1-1 0,1 0-1,-1-1 1,1 0-1,-1 0 1,1 0-1,0-1 1,1-1-1,-1 1 1,0-1-1,1 0 1,0-1-1,-1 0 1,1-1-1,-1 0 1,13-1-1,-4 0-10,0-1 0,0-1-1,16-6 1,-27 8 14,0-1 0,-1 0 0,1 0 0,0-1 0,-1 0 0,0 0 0,0 0 0,0-1-1,0 1 1,0-1 0,7-8 0,-11 11 5,-1 0-1,1 0 1,0 0-1,0 0 1,-1-1-1,1 1 1,-1 0-1,1 0 1,-1 0-1,1 0 1,-1-1-1,0 1 1,1 0-1,-1 0 1,0-1-1,0 1 1,0 0 0,0-1-1,0 1 1,0 0-1,0 0 1,-1-1-1,1 1 1,0 0-1,-1 0 1,0-3-1,-1 2 3,0-1-1,0 1 1,0 0 0,0 0-1,0 0 1,-1 0 0,1 0-1,-1 0 1,1 1 0,-1-1-1,-3 0 1,-6-4 9,-1 2 0,0 0 0,0 0 0,-13-1 0,3 1 7,0 1 1,0 1-1,0 2 0,-40 3 0,60-3-32,5 1 0,16 0-12,27-3-14,120-35-33,-162 37 71,1 0 0,-1 0 1,1 1-1,-1-1 0,1 1 0,-1 0 0,0 0 0,1 0 0,-1 1 0,0-1 0,0 1 0,0 0 0,0 0 0,0 0 0,0 0 0,-1 0 0,1 1 0,-1-1 0,1 1 0,-1 0 0,0-1 0,0 1 0,2 5 1,7 8 8,-2 1 1,14 32 0,-22-46-7,11 25-189,-2-7 213,-2 0 0,0 0 0,5 26 0,-12-40-498,0 0-1,0 1 1,0-1 0,-1 0-1,0 0 1,-1 1-1,0-1 1,0 0 0,0 0-1,-1 0 1,0 0-1,-1 0 1,1 0-1,-5 6 1,-13 20-2703,12-24 2427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4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27 143 16,'-10'-142'3004,"1"201"-2502,6-16-392,1-23-467,0 2 0,2-1 0,0 0 0,1 0 0,1 0 0,1 0 0,1-1 0,9 30 0,-6-36 30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5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93 106 108,'1'-39'520,"5"29"151,4 26 151,-9-13-687,-1 1-1,1-1 1,-1 0 0,1 1-1,-1-1 1,0 1 0,0-1-1,-1 0 1,1 1 0,-1-1-1,1 0 1,-1 1-1,0-1 1,0 0 0,-1 0-1,1 0 1,-1 0 0,1 0-1,-1 0 1,0 0 0,0 0-1,-1-1 1,1 1 0,0-1-1,-1 1 1,1-1 0,-1 0-1,0 0 1,0 0 0,0-1-1,0 1 1,0-1 0,0 1-1,0-1 1,0 0 0,-1 0-1,1-1 1,0 1 0,-1-1-1,1 1 1,-1-1 0,1 0-1,0 0 1,-5-1 0,7 1-118,0-1 1,0 1-1,0 0 1,0-1 0,0 1-1,0-1 1,0 0-1,0 1 1,0-1-1,0 0 1,0 0-1,0 1 1,0-1 0,0 0-1,1 0 1,-1 0-1,0 0 1,1 0-1,-1 0 1,0 0-1,1 0 1,0 0 0,-1-1-1,1 1 1,0 0-1,-1 0 1,1 0-1,0 0 1,0-1-1,0 1 1,0 0 0,0 0-1,0 0 1,0-1-1,1 1 1,-1 0-1,0 0 1,1 0-1,-1 0 1,0 0 0,2-2-1,22-46-646,-19 41 50,1-1 0,1 0 1,0 1-1,0 0 0,14-12 1,-18 18 407,-1 0-1,0 0 1,1 1 0,-1-1 0,1 0 0,0 1-1,-1 0 1,1 0 0,0 0 0,0 0 0,0 0-1,0 0 1,0 1 0,0-1 0,0 1-1,0 0 1,0 0 0,0 0 0,0 0 0,0 0-1,0 1 1,0 0 0,0-1 0,0 1 0,3 2-1,10 8-185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5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75 100,'1'-2'184,"0"-1"1,0 1-1,0-1 0,0 1 0,0-1 1,0 1-1,-1-1 0,0 0 0,1 1 1,-1-1-1,0 0 0,0 1 1,0-1-1,-1 0 0,1 1 0,-2-6 1,1 6 25,0 1 0,0-1 1,0 1-1,0-1 0,0 1 1,0 0-1,-1-1 0,1 1 0,0 0 1,-1 0-1,1 0 0,-1 0 1,1 0-1,-1 0 0,0 0 1,1 0-1,-1 1 0,0-1 1,-1 0-1,-2 0 42,0 1 1,0-1-1,0 1 0,1 0 1,-1 0-1,0 0 1,0 1-1,1 0 0,-1 0 1,0 0-1,1 0 0,-1 1 1,1 0-1,-1 0 1,1 0-1,0 0 0,-6 5 1,6-5-219,1 0 0,0 1 0,0-1 0,1 1 0,-1-1 0,0 1 0,1 0 1,0 0-1,0 0 0,-1 0 0,2 0 0,-1 0 0,0 1 0,1-1 0,-1 1 0,1-1 0,0 1 0,0-1 1,1 1-1,-1 0 0,1-1 0,0 1 0,0 0 0,0 0 0,0-1 0,1 1 0,-1 0 0,1-1 1,0 1-1,0 0 0,0-1 0,1 1 0,-1-1 0,1 0 0,0 1 0,0-1 0,4 5 0,9 10-22,0-1 0,1-1 0,1 0-1,1-1 1,20 14 0,-2-2 109,-35-26-96,0 0 1,0-1-1,0 1 0,0 0 0,0 0 0,0 0 1,0 0-1,0 0 0,0 0 0,0 0 0,0 0 0,-1 0 1,1 0-1,-1 0 0,1 1 0,0-1 0,-1 0 1,0 0-1,1 1 0,-1-1 0,0 0 0,0 1 1,0-1-1,0 0 0,0 1 0,0-1 0,0 2 1,-1-2 21,0 1 1,0-1 0,0 1 0,-1-1-1,1 0 1,0 1 0,-1-1 0,1 0 0,-1 0-1,1 0 1,-1 0 0,0 0 0,1 0 0,-1-1-1,0 1 1,-2 0 0,-7 2 17,1 0 1,0-1-1,-1-1 0,0 1 0,-17-2 1,-19-9-2669,43 8 1870,-1-1 0,1 1 0,0-1 0,0 0 0,0 0 0,0 0 1,1 0-1,-1-1 0,0 1 0,1-1 0,0 0 0,0 0 0,0-1 0,-4-4 0,4-3-440,7 1 608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6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3 144 120,'0'-1'98,"-1"-1"-1,1 1 1,-1-1 0,1 1-1,0-1 1,-1 1 0,1-1 0,0 0-1,0 1 1,0-1 0,0 1-1,0-1 1,1 0 0,-1 1-1,0-1 1,1 1 0,-1-1 0,1 1-1,0-1 1,-1 1 0,1-1-1,0 1 1,0 0 0,0-1-1,0 1 1,0 0 0,0 0 0,0 0-1,2-2 1,0 3 13,-1 0 1,0 0-1,1 0 1,-1 0-1,1 1 1,-1-1-1,0 1 0,1 0 1,-1-1-1,0 1 1,0 0-1,0 0 1,1 0-1,-1 1 1,0-1-1,0 1 0,-1-1 1,1 1-1,3 2 1,10 10 170,-1 1 0,0 0-1,-1 1 1,0 0 0,-2 1 0,0 0 0,0 1 0,-2 1-1,0-1 1,5 21 0,-13-38-150,-1 1 0,1-1 0,-1 1 0,0-1 0,1 1 0,-1-1 0,0 1 0,0-1 0,0 1 0,0-1 0,0 1 1,-1-1-1,1 1 0,0-1 0,-1 1 0,1-1 0,-1 1 0,0-1 0,1 0 0,-3 3 0,-7-3 1490,0-19-950,7 8-606,1 1 0,1-1 0,0 0 0,0 0 0,1 0 0,0 1 0,1-1 0,3-17 1,22-78-116,-22 90-7,0 3-209,-1-1 0,1 1 0,1 0 0,0 0 0,1 0 0,14-20 0,-20 31 129,0 1 0,1-1 0,-1 1 0,1-1 0,-1 1 0,1-1 0,-1 1-1,1-1 1,-1 1 0,1 0 0,-1-1 0,1 1 0,-1 0 0,1-1 0,0 1 0,-1 0 0,1 0 0,0 0 0,-1 0 0,1-1 0,0 1 0,-1 0 0,1 0 0,-1 0 0,1 0 0,0 0 0,-1 1 0,1-1 0,1 0 0,13 17-3130,5 36-470,-17-43 3419,6 16-245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6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42 141 56,'6'-1'108,"-1"0"1,1 0-1,0-1 0,-1 0 1,1 0-1,-1 0 0,1 0 1,-1-1-1,0 0 0,0 0 0,-1 0 1,1-1-1,6-5 0,-9 7 40,1-1-1,0 1 0,-1-1 0,1 1 1,-1-1-1,0 0 0,1 0 0,-2 0 0,1 0 1,0 0-1,0-1 0,-1 1 0,0 0 0,0-1 1,0 1-1,0-1 0,0 1 0,-1-1 1,0 1-1,1-1 0,-1 0 0,-1-5 0,0 8-79,1-1-1,-1 1 0,0-1 0,0 1 0,0-1 1,0 1-1,0 0 0,0 0 0,0-1 0,0 1 1,0 0-1,0 0 0,-1 0 0,1 0 0,0 0 0,-1 1 1,1-1-1,-1 0 0,1 0 0,-1 1 0,0-1 1,1 1-1,-1 0 0,1-1 0,-1 1 0,0 0 1,1 0-1,-1 0 0,0 0 0,1 0 0,-1 1 1,1-1-1,-1 0 0,0 1 0,1-1 0,-1 1 0,1-1 1,-1 1-1,-1 1 0,-5 1 50,1 0 0,0 0 0,0 1 0,0 0 1,1 0-1,0 1 0,-7 5 0,9-6-90,1-1 1,0 0 0,0 1-1,0-1 1,0 1 0,1 0-1,-1 0 1,1 0 0,0 0-1,0 1 1,1-1 0,-1 1-1,1-1 1,0 1 0,0-1-1,1 1 1,-1-1-1,1 1 1,0 0 0,0-1-1,0 1 1,3 9 0,-1-9-34,0 1 1,1 0-1,-1-1 1,2 1-1,-1-1 1,0 0 0,1 0-1,0 0 1,0-1-1,1 1 1,-1-1-1,1 0 1,0 0-1,0-1 1,0 1 0,11 4-1,-5-3-422,1 0 0,-1-1 0,1 0 0,0-1 0,0 0 0,0-1 0,0 0 0,0-1 0,1-1-1,-1 0 1,0 0 0,1-1 0,-1-1 0,0 0 0,0-1 0,0 0 0,0-1 0,-1 0 0,22-11 0,2-6-53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7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51 131 144,'-2'-28'305,"1"14"278,-1 0 0,0 0-1,0 1 1,-8-21-1,10 33-506,0 1 0,0-1 0,0 0 0,0 1 0,-1-1-1,1 0 1,0 1 0,0-1 0,-1 1 0,1-1 0,0 1-1,-1-1 1,1 1 0,-1-1 0,1 1 0,0-1 0,-1 1 0,1-1-1,-1 1 1,1 0 0,-1-1 0,0 1 0,1 0 0,-1-1-1,1 1 1,-1 0 0,0-1 0,-9 14 1637,1 28-25,8 15-1206,2 0-1,13 83 0,0 19-3777,-16 53-3206,2-176 6025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8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17 297 136,'-2'-4'124,"-1"0"1,1 0-1,0-1 1,1 1-1,-1 0 1,1-1-1,0 0 1,0 1-1,0-10 1,1 12-72,1-1 1,0 1-1,0 0 1,0-1 0,0 1-1,0 0 1,0 0 0,1 0-1,-1 0 1,1 0 0,-1 0-1,1 0 1,0 0-1,0 1 1,-1-1 0,1 1-1,0-1 1,1 1 0,-1 0-1,4-2 1,43-24 497,-12 8 395,0-3 0,-2 0 0,46-39 0,-113 166 2570,31-93-3468,0 1 0,0-1 0,1 0 0,0 0 0,1 0 0,1 1 0,0-1 1,0 0-1,1-1 0,1 1 0,9 21 0,-11-29-50,0 0 0,0 0 0,0 0 0,1 0 1,-1 0-1,1-1 0,0 1 0,0-1 0,0 0 0,1 0 0,-1 0 0,1 0 0,0 0 1,0-1-1,0 0 0,0 0 0,0 0 0,0 0 0,0 0 0,1-1 0,-1 0 1,0 0-1,1 0 0,0-1 0,-1 1 0,1-1 0,-1 0 0,1 0 0,-1-1 0,1 1 1,-1-1-1,1 0 0,-1 0 0,8-4 0,-7 3 1,0-1-1,0 0 1,0 0-1,0 0 1,0 0-1,-1-1 1,0 0-1,0 0 1,0 0 0,0-1-1,-1 1 1,1-1-1,-1 0 1,0 0-1,-1 0 1,1 0 0,-1 0-1,0 0 1,0-1-1,-1 1 1,0-1-1,0 0 1,0 1-1,0-9 1,0-4-2,0 0-1,-2 0 1,0-1-1,-1 1 1,0 0-1,-8-25 1,7 35 0,1 9-4,-1 17-17,2 28-12,2-37 33,0 1 0,1 0 0,0 0 0,1-1 0,0 1 0,0-1 0,1 0 0,0 0 0,1 0 0,0-1 0,6 10 0,-8-15-16,0 0-1,-1 0 0,1-1 0,0 1 1,1 0-1,-1-1 0,0 0 1,1 0-1,-1 0 0,1 0 0,0 0 1,0-1-1,0 0 0,-1 0 0,1 0 1,0 0-1,0 0 0,1-1 1,-1 0-1,0 0 0,0 0 0,0 0 1,0-1-1,0 1 0,0-1 1,0 0-1,0 0 0,0-1 0,6-2 1,-3 0 7,1 0 0,-1 0 0,0 0 1,0-1-1,-1 0 0,1-1 1,-1 1-1,-1-1 0,1 0 0,-1-1 1,0 1-1,0-1 0,-1 0 1,1 0-1,-2-1 0,1 1 1,-1-1-1,3-10 0,-3 6 13,0-1 0,0 1 0,-2 0-1,1-1 1,-2 1 0,1-1 0,-2 1 0,0 0-1,0-1 1,-1 1 0,-6-20 0,8 31-3,0 0 0,0 0 0,-1 0 0,1 0 0,0 0 0,-1 0 0,1 0 0,-1 0 0,1 0 0,-1 0 0,1 0 0,-1 1 0,0-1 0,1 0-1,-1 0 1,0 1 0,0-1 0,1 0 0,-3 0 0,3 1 1,-1 0 0,0 0 0,1 0 0,-1 0 0,1 0 0,-1 0 0,1 1 0,-1-1 0,1 0 0,-1 0 0,1 1 0,-1-1 0,1 0 0,-1 1 0,1-1-1,-1 0 1,1 1 0,-1-1 0,1 1 0,0-1 0,-1 0 0,1 1 0,0-1 0,-1 2 0,-14 37-16,14-30 18,1 1 0,0 0 1,0-1-1,1 1 0,0 0 1,0-1-1,1 1 0,1-1 0,0 1 1,0-1-1,0 0 0,1 0 1,1 0-1,0-1 0,11 16 0,6 4 11,2-1-1,1-1 0,31 24 1,35 38 47,-68-57-53,-18-23-10,1 0 0,0 0 0,1-1 0,0 0 1,0 0-1,9 7 0,-15-13-100,0-1 1,0 0-1,0 1 1,1-1-1,-1 0 1,0 1-1,0-1 1,0 0-1,1 0 1,-1 0-1,0 0 1,0 0-1,0 0 1,1-1-1,-1 1 1,0 0-1,0 0 1,0-1-1,0 1 1,0-1-1,0 1 1,1-1-1,-1 0 1,0 1-1,0-1 1,-1 0-1,1 0 1,0 0-1,0 1 1,0-1 0,0 0-1,-1 0 1,1 0-1,-1 0 1,1 0-1,0 0 1,-1-1-1,0 1 1,1 0-1,-1 0 1,1-2-1,15-51-4771,-12 33 4302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8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30 116 88,'-21'-13'2182,"21"13"-2084,-1 0 0,1 0 0,0 0 0,-1 0 0,1 0 0,-1 0 0,1 0-1,0 1 1,-1-1 0,1 0 0,0 0 0,0 0 0,-1 0 0,1 1 0,0-1 0,-1 0 0,1 0 0,0 0 0,0 1 0,-1-1 0,1 0 0,0 1 0,0-1 0,-1 0-1,1 0 1,0 1 0,0-1 0,0 0 0,0 1 0,0-1 0,0 0 0,-1 1 0,1-1 0,0 1 0,0 2 172,0 0 1,0 0 0,0 0-1,1 1 1,-1-1-1,1 0 1,0 0 0,0 0-1,0 0 1,0 0-1,2 4 1,2 3 82,7 13 207,0 0-1,10 35 0,-25-75-473,2 0 1,-1 0-1,2 0 0,0 0 0,1 0 0,1 0 0,1 0 0,0 0 0,1 0 0,1 1 1,0 0-1,9-18 0,-13 33-88,-1-1-1,1 0 1,0 0 0,0 1-1,0-1 1,0 0 0,0 1 0,0-1-1,0 1 1,1-1 0,-1 1 0,0 0-1,1-1 1,-1 1 0,1 0-1,0 0 1,-1 0 0,1 0 0,0 0-1,-1 1 1,3-2 0,-2 3 0,-1-1-1,1 0 1,0 0 0,-1 1-1,1-1 1,-1 1 0,1-1-1,0 1 1,-1 0 0,0-1 0,1 1-1,-1 0 1,1 0 0,-1 0-1,0 0 1,0 0 0,0 1-1,1-1 1,0 2 0,7 11-11,0 0 1,0 0 0,12 31-1,-11-23 18,-7-16-4,1 1 0,0-1-1,0 1 1,0-1 0,1-1-1,-1 1 1,1-1 0,1 1 0,-1-1-1,1-1 1,9 7 0,-10-9-83,0 0 1,0 0-1,1 0 1,-1-1-1,1 1 0,0-1 1,-1-1-1,1 1 1,0-1-1,-1 0 1,1 0-1,0-1 1,-1 1-1,1-1 1,7-2-1,1-1-341,-1 0 0,1-1 0,-1 0 1,0-1-1,-1 0 0,1-1 0,14-11 0,-24 16 420,0 0-1,0 0 1,0-1-1,0 0 1,0 1-1,0-1 1,-1 0-1,1-1 1,-1 1-1,0 0 1,0-1 0,0 1-1,0-1 1,-1 1-1,1-1 1,-1 0-1,0 0 1,0 0-1,-1 0 1,1 1-1,-1-1 1,0 0-1,0 0 1,0 0-1,0 0 1,-1 0 0,1 0-1,-1 0 1,0 0-1,-3-6 1,3 8 61,0-1 1,-1 1 0,1 0-1,-1-1 1,0 1 0,0 0 0,1 0-1,-1 0 1,-1 0 0,1 1-1,0-1 1,0 0 0,-1 1-1,1-1 1,-1 1 0,1 0-1,-1 0 1,0 0 0,1 0 0,-1 1-1,0-1 1,1 1 0,-1-1-1,0 1 1,0 0 0,0 0-1,1 0 1,-1 1 0,0-1-1,0 0 1,0 1 0,1 0 0,-1 0-1,0 0 1,-3 2 0,0-1-32,0 0 0,1 1 0,-1 0 0,0 0 0,1 0 0,0 1 0,0 0 1,0 0-1,0 0 0,1 0 0,-1 1 0,1 0 0,0 0 0,1 0 0,-4 6 1,5-7-22,0 1 1,0-1 0,1 0-1,0 1 1,-1 0 0,2-1-1,-1 1 1,0-1-1,1 1 1,0 0 0,0-1-1,1 1 1,-1 0 0,1-1-1,0 1 1,0-1 0,0 1-1,4 7 1,-2-7-226,1 0 0,-1 0 0,1 0-1,0-1 1,0 1 0,1-1 0,-1 0 0,1 0 0,0-1-1,0 1 1,0-1 0,10 4 0,2 0-472,1 0-1,0-2 1,0 0 0,0-1 0,0-1 0,1 0-1,0-2 1,25 0 0,3-5 189,4-2 236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9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286 441 104,'1'-3'137,"0"-1"1,0 1-1,0-1 1,-1 0-1,0 1 1,0-1-1,0 0 0,0 1 1,-1-1-1,1 0 1,-1 1-1,0-1 0,0 0 1,0 1-1,-1 0 1,1-1-1,-1 1 1,0 0-1,1-1 0,-2 1 1,1 0-1,0 1 1,-5-5-1,5 5 16,-1 0 0,-1 0 0,1 1 0,0-1 0,0 1 0,-1-1 0,1 1 1,0 0-1,-1 1 0,1-1 0,-1 1 0,1-1 0,-1 1 0,0 0 0,1 0 0,-1 1 0,1-1 0,-1 1 0,1 0 0,-1-1 0,1 2 0,0-1 1,-1 0-1,-4 3 0,-6 4 130,-1 0 0,1 1 0,1 0 0,0 1 0,0 1 0,1 0 0,-12 14 0,18-19-244,1 0 0,-1 1 0,1 0 1,1 0-1,-1 0 0,1 1 0,1-1 0,-1 1 0,1 0 0,1 0 0,-1 0 0,1 1 1,1-1-1,0 0 0,-1 14 0,2-20-39,0-1 1,0 1-1,0 0 1,1-1-1,-1 1 0,0-1 1,1 1-1,-1 0 1,1-1-1,-1 1 1,1-1-1,0 1 0,0-1 1,-1 0-1,1 1 1,0-1-1,0 0 1,0 1-1,1-1 0,-1 0 1,0 0-1,0 0 1,1 0-1,-1 0 1,2 0-1,0 0 0,0 0 1,-1-1 0,1 1-1,0-1 1,0 0-1,0 0 1,-1 0-1,1 0 1,0 0 0,0-1-1,0 1 1,-1-1-1,5-1 1,2-1 2,0-1 0,0 0 0,-1 0 0,1-1 0,-1 0 0,0-1 0,12-11 0,-8 3 117,-1-1 1,0 0 0,-1-1 0,-1-1 0,0 1-1,-1-1 1,-1-1 0,-1 0 0,0 1 0,-1-2 0,-1 1-1,-1-1 1,1-25 0,-2 14 373,-2 0-1,0 0 1,-2 1 0,-2-1-1,0 0 1,-2 1-1,-17-50 1,17 68-351,2 12-54,2 26-25,5 42-43,18 63-913,25 63-9192,-36-155 7474,2 0 1159,6-5 621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09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61 171 24,'-3'-34'319,"-9"-48"1725,11 77-1530,-1-1 0,0 1 0,0 0 0,0 0 0,-1 0 1,0 0-1,-4-5 0,7 9-430,0 1 0,0-1-1,-1 1 1,1-1 0,0 1 0,0 0 0,0-1 0,-1 1-1,1-1 1,0 1 0,0 0 0,-1-1 0,1 1-1,0 0 1,-1-1 0,1 1 0,-1 0 0,1 0 0,0-1-1,-1 1 1,1 0 0,-1 0 0,1 0 0,-1 0 0,1 0-1,0-1 1,-1 1 0,1 0 0,-1 0 0,1 0 0,-1 0-1,1 0 1,-1 0 0,1 0 0,0 1 0,-1-1-1,1 0 1,-1 0 0,1 0 0,-1 0 0,1 1 0,0-1-1,-1 0 1,0 1 0,-5 24 1319,6 32-811,25 102-910,-15-107-2564,-2-1 1,-2 1-1,-1 59 0,-6-83 2484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0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47 64,'32'13'1481,"13"5"458,-44-17-1806,-1-1 0,1 1 0,0-1 0,0 1 0,0 0 0,0 0 0,0-1 0,-1 1 0,1 0 0,0 0 0,-1 0 0,1 0 0,0-1-1,-1 1 1,0 0 0,1 0 0,-1 0 0,1 0 0,-1 1 0,0-1 0,0 0 0,1 0 0,-1 0 0,0 0 0,0 0 0,0 0 0,0 0 0,-1 0 0,1 0 0,0 0 0,0 0 0,-1 0 0,1 0 0,-1 2 0,0-2-1,1 1 0,-1 0 1,0-1-1,0 1 0,0-1 0,0 0 0,0 1 1,0-1-1,0 0 0,-1 1 0,1-1 0,0 0 1,-1 0-1,1 0 0,-1 0 0,1 0 0,-1-1 1,0 1-1,1 0 0,-1-1 0,0 1 0,1-1 1,-1 0-1,0 1 0,0-1 0,1 0 0,-1 0 1,0 0-1,0 0 0,1-1 0,-1 1 0,0 0 1,0-1-1,1 1 0,-1-1 0,0 1 0,-2-3 1,0 2-150,1-1 1,0 0-1,0 0 1,-1 0-1,1 0 1,0-1 0,0 1-1,1-1 1,-1 0-1,1 1 1,-1-1 0,1 0-1,0-1 1,0 1-1,0 0 1,-2-7 0,-2-31-4001,5 39 3582,1 0-1,0 0 1,0 0 0,0 0 0,0 0 0,0-1 0,0 1-1,0 0 1,1 0 0,-1 0 0,1 1 0,-1-1-1,1 0 1,0 0 0,0 0 0,0 0 0,0 1 0,2-3-1,3 3-117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2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67 100,'-16'-62'3781,"6"123"-1563,0-5-2115,-2-1 0,-28 78-1,-7 32-24,47-147 24,10-28-4,12-27 48,-10-3 184,-1-1 0,-1 0 0,-3-1 0,4-70 0,-2 15 134,-6 59-376,0 3 417,1 39-212,3 23-46,4 20-253,2-1 0,2 0 0,2-1-1,2-1 1,2-1 0,2-1 0,2 0-1,55 69 1,-80-111 7,0 0 0,1 1 1,-1-1-1,0 0 0,0 0 0,1 0 0,-1 0 0,0 0 0,0 1 0,1-1 0,-1 0 0,0 0 0,0 0 1,1 1-1,-1-1 0,0 0 0,0 0 0,0 1 0,0-1 0,1 0 0,-1 1 0,0-1 0,0 0 0,0 1 1,0-1-1,0 0 0,0 0 0,0 1 0,0-1 0,0 0 0,0 1 0,0-1 0,0 0 0,0 1 0,0-1 1,0 0-1,0 1 0,0-1 0,0 0 0,0 0 0,-1 1 0,1-1 0,0 0 0,0 0 0,0 1 0,0-1 1,-1 0-1,1 0 0,0 1 0,0-1 0,-1 0 0,1 1 0,-23-5 25,-29-14-30,-162-83 643,194 92-606,-1-1 1,-38-25-1,53 30-22,-1 0 1,1-1-1,-1 1 0,1-1 0,1 0 0,-1-1 1,1 1-1,0-1 0,1 0 0,0 0 0,-5-12 1,9 19-12,0 0 1,0 0-1,0 0 1,0 0-1,0 0 1,0-1-1,0 1 1,0 0-1,0 0 1,0 0-1,0 0 1,0-1-1,0 1 1,0 0-1,0 0 1,0 0-1,0 0 1,0 0-1,0-1 1,0 1-1,0 0 1,0 0-1,0 0 1,0 0-1,0 0 1,0-1 0,0 1-1,1 0 1,-1 0-1,0 0 1,0 0-1,0 0 1,0 0-1,0 0 1,1 0-1,-1-1 1,0 1-1,0 0 1,0 0-1,0 0 1,0 0-1,1 0 1,-1 0-1,0 0 1,0 0-1,0 0 1,0 0-1,1 0 1,-1 0-1,15 2 3,21 9-24,-30-8 19,10 1-44,1 0 0,-1-1 0,1-1 1,-1 0-1,1-1 0,0-1 0,0-1 0,32-5 0,-37 4 35,0 0-1,0-1 0,0-1 1,0 0-1,-1 0 0,1-1 1,-1-1-1,0 0 0,-1 0 1,1-1-1,-1-1 1,15-14-1,-24 21 70,1-1-1,-1 1 1,0 0-1,0 0 1,0-1 0,-1 1-1,1 0 1,0-1-1,0 1 1,-1-1 0,1 1-1,-1-1 1,1 0 0,-1 1-1,0-1 1,0 1-1,0-1 1,0 0 0,0 1-1,0-1 1,0 1-1,0-1 1,0 0 0,-2-2-1,2 3-10,0 1 0,0 0 0,-1-1 0,1 1 0,-1-1 0,1 1 0,0-1 0,-1 1 0,1 0 0,-1-1 0,1 1 0,-1 0 0,1-1 0,-1 1 0,1 0 0,-1 0 0,1 0 0,-1-1 0,1 1 0,-1 0 0,1 0 0,-1 0 0,0 0 0,1 0 0,-2 0 0,-20 12 427,-12 23-121,2 2 0,2 1-1,2 1 1,-25 43 0,9-14-47,-37 58-546,49-71-7827,41-66 1491,-2 1 5908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3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27 182 20,'-2'-108'2538,"-6"37"3481,5 69-4312,-1 13-1190,-2 19-351,5-10 274,-1 14-1406,1-1 0,2 1 0,6 37 0,-6-63 611,1 0-1,-1-1 1,1 1 0,1 0-1,-1-1 1,1 0 0,1 1-1,-1-1 1,1 0-1,1-1 1,-1 1 0,1-1-1,0 0 1,0 0 0,1 0-1,0-1 1,0 0 0,0 0-1,8 4 1,16 5-69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3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79 136,'-1'0'30,"1"-1"-1,-1 1 1,1-1 0,-1 1-1,1 0 1,-1-1 0,1 1-1,-1-1 1,0 1 0,1 0-1,-1 0 1,1-1 0,-1 1-1,0 0 1,1 0 0,-1 0 0,0 0-1,1-1 1,-1 1 0,0 0-1,1 0 1,-1 0 0,0 1-1,0-1 1,1 0 0,-1 0-1,0 0 1,1 0 0,-1 1-1,1-1 1,-1 0 0,0 1-1,1-1 1,-1 0 0,1 1-1,-1-1 1,1 1 0,-1-1-1,1 1 1,-1-1 0,1 1-1,-1-1 1,1 1 0,0-1-1,-1 1 1,1 0 0,-21 36 849,17-29-684,-156 326 4786,172-374-2977,19-62-1799,-27 90-209,1 1 1,0-1-1,0 1 1,2 0-1,-1 0 1,12-13-1,-17 23 19,0 0-1,0 0 0,1 0 1,-1 0-1,0 0 1,1 0-1,-1 1 0,1-1 1,-1 1-1,1-1 1,-1 1-1,1-1 1,-1 1-1,1 0 0,-1 0 1,1 0-1,-1 0 1,1 0-1,-1 0 0,1 0 1,0 0-1,-1 1 1,1-1-1,-1 1 0,1-1 1,-1 1-1,0-1 1,1 1-1,-1 0 0,0 0 1,1 0-1,-1 0 1,0 0-1,0 0 1,0 0-1,0 0 0,0 0 1,0 0-1,2 2 1,7 9 127,-1 0 0,0 0 0,9 15 0,-11-14-44,19 28 113,-10-14-142,32 39 1,-43-60-55,0 0-1,0 0 0,1-1 0,0 1 1,0-1-1,1-1 0,-1 1 0,1-1 1,0 0-1,0-1 0,12 4 0,-17-6 9,0 0 0,0 0 1,0-1-1,0 1 0,0-1 0,0 0 0,0 0 0,1 1 0,-1-1 0,0-1 0,0 1 0,0 0 0,0 0 0,1-1 0,-1 0 0,0 1 0,0-1 0,0 0 0,0 0 0,0 0 1,-1 0-1,1 0 0,0 0 0,3-3 0,-3 0 47,1 1 1,-1 0 0,-1-1-1,1 0 1,0 1 0,-1-1-1,0 0 1,1 0-1,-2 1 1,1-1 0,0 0-1,0-7 1,-1-9 234,-1 0 0,-1 0 0,0 0 0,-7-26 0,-19-50 183,-4-22-1477,23 40-4910,9 78 5846,0-1-85,-1 1-1,1-1 0,0 0 1,0 1-1,-1-1 0,1 0 1,0 0-1,0 1 0,0-1 1,0 0-1,0 1 1,0-1-1,0 0 0,0 1 1,1-1-1,-1 0 0,0 1 1,0-1-1,0 0 0,1 1 1,-1-1-1,0 0 0,1 1 1,-1-1-1,1 1 0,-1-1 1,0 1-1,1-1 0,-1 1 1,1-1-1,0 1 1,-1-1-1,1 1 0,-1 0 1,1-1-1,0 1 0,-1 0 1,1-1-1,-1 1 0,1 0 1,0 0-1,0 0 0,-1 0 1,1 0-1,0-1 0,-1 1 1,1 0-1,0 1 0,0-1 1,14 5-775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4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40 188,'6'-23'1002,"-1"7"5967,3 33-2608,25 176 229,-27-143-4392,2 0 1,2 0-1,19 56 1,-29-106-191,0 1 1,0-1 0,0 0 0,0 1 0,0-1 0,0 1 0,0-1-1,0 0 1,0 1 0,1-1 0,-1 0 0,0 1 0,0-1-1,0 0 1,0 1 0,1-1 0,-1 0 0,0 1 0,0-1-1,1 0 1,-1 0 0,0 1 0,0-1 0,1 0 0,-1 0 0,0 0-1,1 1 1,-1-1 0,0 0 0,1 0 0,-1 0 0,1 0-1,-1 0 1,0 0 0,1 0 0,-1 0 0,0 0 0,1 0-1,-1 0 1,1 0 0,-1 0 0,0 0 0,1 0 0,-1 0 0,0 0-1,1 0 1,13-22 148,10-47-139,-20 57 19,-3 6-30,34-90 98,-31 87-101,0 0 0,1 1 0,0-1-1,1 1 1,0 0 0,0 0 0,0 0-1,9-7 1,-14 14-4,1 0 0,-1 0 1,1-1-1,-1 1 0,1 0 0,0 0 1,-1 1-1,1-1 0,0 0 0,0 0 1,-1 1-1,1-1 0,0 1 0,0 0 0,0-1 1,0 1-1,-1 0 0,1 0 0,0 0 1,0 0-1,0 1 0,4 0 0,-4 0 2,1 1 0,0-1 1,-1 1-1,1 0 0,-1 0 0,1 0 0,-1 0 0,0 0 0,0 0 1,0 1-1,0-1 0,3 5 0,1 5 11,0 0 1,-1 0-1,0 1 1,-1 0-1,4 17 0,0 13 22,-6-27-31,1 0 0,0-1 0,1 1 0,9 21 0,-12-36-4,-1 0-1,1-1 1,-1 1-1,1 0 1,-1-1-1,1 1 1,0-1-1,-1 1 1,1-1-1,0 1 1,-1-1-1,1 0 1,0 1-1,-1-1 1,1 0-1,0 0 1,0 1-1,0-1 1,-1 0-1,1 0 1,0 0-1,0 0 1,0 0-1,-1 0 1,1 0-1,0 0 1,0 0-1,0-1 1,-1 1-1,1 0 1,0 0-1,0-1 1,-1 1-1,1 0 1,0-1-1,-1 1 1,1-1-1,0 1 1,-1-1 0,1 1-1,-1-1 1,1 0-1,-1 1 1,1-1-1,-1 0 1,1 1-1,0-2 1,29-34-35,-28 33 33,34-57-41,-28 45 33,1-1 0,17-22 0,-26 38 10,1 0 0,-1-1 0,1 1 0,-1 0 0,0-1 0,1 1 0,-1 0 0,1 0 0,-1-1 0,1 1 0,-1 0 0,1 0 0,-1 0 0,1 0 0,0 0 0,-1 0 0,1 0 0,-1 0 0,1 0 0,-1 0 0,1 0 0,-1 0 0,1 0 0,-1 0 0,1 1 0,-1-1 0,1 0 0,-1 0 0,1 1 0,-1-1 0,1 0 0,-1 0 0,0 1 0,1-1 0,-1 1 0,1-1 0,-1 0 0,0 1 0,1-1 0,-1 1 0,0-1 0,0 1 0,1-1 0,-1 1 0,0-1 0,0 1 0,0-1 0,0 1 0,0-1 0,1 1 0,-1 0 0,14 37 20,-11-30-10,0 3-340,3 6 383,0 0 0,1-1 0,16 29 0,-21-42-380,0-1 0,0 1-1,1 0 1,-1-1 0,0 1 0,1-1-1,-1 0 1,1 1 0,0-1-1,0-1 1,4 4 0,-5-5-150,0 1 1,0-1-1,0 0 0,0 1 1,0-1-1,0 0 1,0 0-1,-1 0 1,1 0-1,0 0 0,0-1 1,0 1-1,0-1 1,0 1-1,-1-1 1,1 0-1,0 1 1,0-1-1,-1 0 0,1 0 1,0 0-1,1-2 1,-2 2 304,0 0 0,0 0 0,0 0-1,0 0 1,0-1 0,0 1 0,0 0 0,0-1 0,0 1 0,-1-1 0,1 1 0,0-1 0,-1 1 0,1-1 0,-1 1 0,0-1 0,1-2 0,-1-14-391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4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33 60,'-6'-19'1033,"6"19"-982,0-1 1,0 1 0,0 0-1,0 0 1,1-1 0,-1 1-1,0 0 1,0 0 0,0 0-1,0-1 1,0 1 0,0 0-1,0 0 1,1 0 0,-1-1-1,0 1 1,0 0 0,0 0-1,0 0 1,1 0 0,-1 0-1,0-1 1,0 1 0,0 0-1,1 0 1,-1 0 0,0 0 0,0 0-1,0 0 1,1 0 0,-1 0-1,0 0 1,0 0 0,1 0-1,-1 0 1,0 0 0,0 0-1,0 0 1,1 0 0,32 16 3403,-32-15-3332,-1-1 0,1 1 0,-1-1 0,1 1 0,-1-1 0,1 1 0,-1-1 0,1 1 0,-1-1 1,1 1-1,-1-1 0,0 1 0,1 0 0,-1-1 0,0 1 0,0 0 0,0-1 0,1 1 0,-1 0 0,0-1 1,0 1-1,0 0 0,0 0 0,0-1 0,0 1 0,0 0 0,-1-1 0,1 1 0,0 0 0,0-1 0,0 1 1,-1 0-1,1-1 0,0 1 0,-1 0 0,1-1 0,0 1 0,-1-1 0,1 1 0,-1-1 0,1 1 1,-1-1-1,1 1 0,-1-1 0,1 1 0,-1-1 0,0 0 0,1 1 0,-1-1 0,0 0 0,1 0 0,-1 1 1,0-1-1,1 0 0,-1 0 0,0 0 0,1 0 0,-1 0 0,-1 0 0,1 1-103,0-1 0,0 0 0,0 0 0,0 1 0,0-1 0,0 0 0,-1 0 0,1 0 0,0 0 0,0 0 0,0 0 0,0 0 1,0-1-1,0 1 0,0 0 0,-1 0 0,1-1 0,0 1 0,0-1 0,0 1 0,0-1 0,0 0 0,1 1 0,-1-1 0,0 0 0,0 1 0,0-1 0,0 0 0,1 0 0,-1 0 0,0 0 0,1 0 0,-1 0 0,1 0 0,-1 0 0,1 0 0,0 0 0,-1 0 0,1 0 0,0 0 0,0 0 0,0-1 0,-1 1 0,1 0 0,0 0 0,1-2 0,-1 2-240,-1-1 0,1 1 0,0 0 0,1-1-1,-1 1 1,0 0 0,0-1 0,0 1 0,1 0-1,-1-1 1,1 1 0,-1 0 0,1 0 0,-1-1-1,1 1 1,2-2 0,-3 3-7,1-1 0,-1 1 1,1 0-1,-1-1 0,1 1 0,0 0 0,-1 0 0,1 0 1,0 0-1,-1-1 0,1 1 0,0 0 0,-1 0 0,1 0 1,0 0-1,-1 1 0,1-1 0,0 0 0,-1 0 0,1 0 0,-1 0 1,1 1-1,1 0 0,21 15-4788,-9-4 4729,-13-11 409,21 19-655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5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119 258 120,'1'-1'186,"-1"0"0,1-1-1,-1 1 1,1-1 0,-1 1 0,0 0 0,0-1 0,0 1-1,0-1 1,0 1 0,0-1 0,0 1 0,0 0-1,-1-1 1,1 1 0,0-1 0,-1 1 0,1 0 0,-1-1-1,0 1 1,1 0 0,-1 0 0,0-1 0,0 1-1,0 0 1,0 0 0,0 0 0,0 0 0,0 0 0,0 0-1,0 0 1,0 1 0,-1-1 0,1 0 0,0 1-1,-1-1 1,1 1 0,0-1 0,-1 1 0,-1-1 0,0 1 68,0 0 0,1 0 1,-1 0-1,0 0 0,0 1 1,1-1-1,-1 1 1,0 0-1,1-1 0,-1 1 1,0 0-1,1 1 1,0-1-1,-1 0 0,1 1 1,0 0-1,-1-1 1,1 1-1,0 0 0,0 0 1,-1 2-1,-2 2-163,1-1 0,0 1 0,1 0 0,-1 0 0,1 1 0,1-1 0,-1 1 0,1-1 0,0 1 0,0 0 0,1-1 0,0 1 0,0 0 0,1 0 0,0 0 0,0 0 0,0 0 0,1 0 0,0 0 0,1 0 0,-1 0 0,1-1 0,1 1 0,-1 0 0,1-1 0,5 8 0,-4-7-225,0-1-1,1 0 1,0 1 0,0-2 0,1 1 0,0-1 0,0 1 0,0-2 0,1 1 0,-1-1 0,1 0-1,0 0 1,0-1 0,1 0 0,-1 0 0,1-1 0,-1 1 0,1-2 0,0 1 0,0-1-1,-1 0 1,1-1 0,10-1 0,-7 1-306,0-1 1,0-1-1,1 0 0,-2 0 0,1-1 1,0-1-1,0 0 0,-1 0 0,0-1 0,0 0 1,0-1-1,-1 0 0,0 0 0,0-1 1,0-1-1,-1 1 0,0-1 0,-1-1 1,9-10-1,-9 7 377,0 1 0,-1-1-1,-1-1 1,0 1 0,0-1 0,-1 1 0,-1-2 0,0 1 0,0 0 0,-2 0 0,0-1 0,0 1 0,-1-1-1,-1 1 1,-4-24 0,2 20 583,-1 0-1,-1 0 1,0 0 0,-11-22-1,-22-24 4679,40 118-2155,50 315-624,-44-321-2344,-6-42-69,-2 0 0,1 1 0,1-1 0,0 0 0,0 0 0,0 0 0,6 12 0,-8-19-6,0 0 1,0 0-1,0 1 1,1-1-1,-1 0 1,0 0 0,0 0-1,0 0 1,0 0-1,0 0 1,0 0-1,0 0 1,0 0-1,1 0 1,-1 1-1,0-1 1,0 0-1,0 0 1,0 0-1,0 0 1,0 0 0,1 0-1,-1 0 1,0 0-1,0 0 1,0 0-1,0 0 1,0 0-1,1 0 1,-1 0-1,0 0 1,0-1-1,0 1 1,0 0-1,0 0 1,0 0-1,1 0 1,-1 0 0,0 0-1,0 0 1,0 0-1,0 0 1,0 0-1,0 0 1,0-1-1,0 1 1,0 0-1,0 0 1,1 0-1,-1 0 1,0 0-1,0 0 1,0-1 0,0 1-1,0 0 1,5-13 0,1-18-19,-6 30 18,3-19-11,1 1 0,9-27 0,-11 41 5,-1 1 0,1-1 0,0 1 0,0-1 0,1 1 0,-1 0 0,1-1 0,0 1 0,0 1 0,0-1 0,1 0 0,-1 1 0,1 0 0,0 0 0,7-5 0,-9 8 4,0-1 0,0 1 1,-1 0-1,1 0 0,0 0 1,0 0-1,0 0 0,0 0 1,0 1-1,0-1 0,0 0 1,0 1-1,0 0 0,0-1 1,0 1-1,-1 0 0,1 0 1,0 0-1,-1 0 0,1 0 0,0 1 1,1 1-1,40 40 4,-28-26-11,-9-12-165,0 0 1,0 0-1,1 0 1,0-1-1,12 7 1,-10-8-1539,0 1 0,0-1 0,0-1 0,1 0 0,-1 0 0,1 0 0,17-1-1,-7-1 732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6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21 136 148,'-6'-56'1868,"3"14"1373,-9 4 4255,16 73-3944,-4-15-3289,7 29-362,13 83-44,-9-89-3458,3-3-3525,-8-30 3993,0-15 1071,-2-5 1662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6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83 20,'2'-4'145,"0"0"-1,0 0 1,1 0 0,0 0-1,0 1 1,0-1 0,0 1-1,7-6 1,-9 9-30,0-1 0,0 0 0,-1 0 0,1 0 0,0 1 0,0-1 0,0 1 0,0-1 0,0 1 0,0-1 0,0 1 0,0-1 0,0 1 0,0 0-1,0-1 1,0 1 0,0 0 0,0 0 0,0 0 0,0 0 0,0 0 0,1 0 0,-1 0 0,0 0 0,0 0 0,0 1 0,0-1 0,0 0 0,0 1 0,0-1 0,0 1 0,0-1 0,0 1 0,0 0 0,0-1 0,-1 1 0,1 0 0,0-1 0,0 1 0,-1 0 0,1 0 0,1 1 0,-2-1-5,-1-1 1,1 1-1,0-1 1,0 1-1,-1-1 1,1 1-1,0-1 1,0 1-1,-1-1 1,1 1-1,0-1 1,-1 1-1,1-1 1,-1 1-1,1-1 1,-1 0-1,1 1 1,-1-1-1,1 0 1,-1 0-1,1 1 1,-1-1-1,1 0 1,-1 0-1,1 0 1,-1 0-1,0 1 1,1-1-1,-1 0 1,1 0-1,-2 0 1,-19 4 1387,12-3-1159,1-1 0,-1 1-1,1-2 1,-15-1 0,21 2-365,1 0 1,-1-1-1,0 1 1,1 0-1,-1-1 1,1 1-1,-1-1 1,1 1-1,-1-1 1,1 0-1,-1 0 1,1 1-1,-1-1 1,1 0-1,0 0 1,0 0-1,-1-1 1,1 1-1,0 0 1,0 0-1,0-1 1,0 1-1,1-1 1,-1 1-1,0-1 1,0 1-1,1-1 1,-1 1-1,1-1 1,0 1-1,-1-4 1,1 4-129,0 0 1,0 0 0,0 0-1,1 0 1,-1 0-1,0-1 1,1 1 0,-1 0-1,1 0 1,-1 0 0,1 0-1,-1 0 1,1 0-1,0 0 1,-1 1 0,1-1-1,0 0 1,0 0 0,-1 0-1,1 1 1,0-1-1,0 0 1,0 1 0,0-1-1,0 1 1,0-1-1,0 1 1,0 0 0,1-1-1,-1 1 1,0 0 0,0 0-1,0 0 1,0 0-1,0 0 1,0 0 0,1 0-1,-1 0 1,0 0 0,0 0-1,0 0 1,0 1-1,2 0 1,4 1-514,0-1-1,1 1 1,-2 1-1,1 0 1,8 4-1,11 9-204,4 3 404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6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47 104,'28'-25'1779,"-28"25"-1702,1 0 0,-1 0 0,1-1 1,-1 1-1,0 0 0,1-1 0,-1 1 0,1 0 0,-1-1 0,0 1 0,0-1 1,1 1-1,-1 0 0,0-1 0,0 1 0,1-1 0,-1 1 0,0-1 1,0 1-1,0-1 0,0 1 0,0-1 0,0 1 0,0-1 0,0 1 1,0-1-1,0 1 0,0-1 0,0 1 0,0-1 0,0 1 0,0 0 1,0-1-1,-1 1 0,1-1 0,0 1 0,0-1 0,0 1 0,-1-1 1,1 1-1,0 0 0,-1-1 0,1 1 0,0 0 0,-1-1 0,1 1 0,-1 0 1,1-1-1,0 1 0,-1 0 0,1 0 0,-1 0 0,1-1 0,-1 1 1,1 0-1,-1 0 0,1 0 0,-1 0 0,1 0 0,-1 0 0,1 0 1,-1 0-1,1 0 0,-1 0 0,1 0 0,-1 0 0,1 0 0,-1 0 1,0 1-1,-2-1 114,-1 1 1,1 0-1,0-1 1,0 1-1,-1 1 1,1-1 0,0 0-1,0 1 1,0-1-1,0 1 1,1 0-1,-1 0 1,0 0 0,1 1-1,-1-1 1,1 0-1,0 1 1,0 0-1,0-1 1,0 1 0,0 0-1,1 0 1,-1 0-1,1 0 1,0 1-1,-1 3 1,-1 1-65,0 0 0,1 0 0,0 0 0,1 1 0,-1-1 0,2 1 0,-1 0 0,1-1 0,2 10 0,-2-14-104,1 1 0,0-1 0,0 0 1,1 0-1,-1 0 0,1 0 0,0 0 1,0-1-1,0 1 0,1-1 1,-1 1-1,1-1 0,0 0 0,0 0 1,0 0-1,5 4 0,2-1 15,1 1 0,0-2 0,0 0 1,15 5-1,-14-6 8,0 1 0,-1 0 1,0 1-1,15 9 1,-25-14-20,0 0 0,0-1 1,0 1-1,-1 0 0,1 0 1,0-1-1,0 1 0,-1 0 1,1 0-1,0 0 0,-1 0 1,1 0-1,-1 0 0,0 0 1,1 0-1,-1 0 0,0 0 1,1 0-1,-1 0 0,0 1 1,0-1-1,0 0 0,0 0 1,0 0-1,0 0 0,0 0 1,-1 0-1,1 0 0,0 0 1,0 0-1,-1 0 0,1 0 1,-1 0-1,1 0 0,-1 0 1,0 0-1,1 0 0,-1 0 1,0 0-1,1 0 0,-1-1 1,0 1-1,0 0 0,0 0 1,0-1-1,0 1 0,-1 0 1,-5 5 108,-1-1 1,0 0 0,0-1 0,-11 5-1,-74 24-2650,77-29-45,-1 0 1,1-1 0,-34 0-1,50-2 2464,-1-1-1,0 0 1,0 0-1,0 0 1,0 0-1,0 0 1,0 0-1,1 0 0,-1 0 1,0 0-1,0 0 1,0-1-1,0 1 1,0 0-1,1-1 1,-1 1-1,0 0 1,0-1-1,1 1 1,-1-1-1,0 1 1,0-1-1,1 0 0,-1 1 1,1-1-1,-1 0 1,1 1-1,-1-1 1,1 0-1,-1 1 1,1-1-1,-1 0 1,1-1-1,0-15-418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7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2 166 84,'-1'-8'351,"1"1"-1,-1-1 1,1 1 0,1-1 0,0 0-1,0 1 1,0-1 0,1 1 0,0 0-1,1 0 1,-1-1 0,7-9 0,-8 14-273,1 0 0,0 0 1,0 0-1,0 1 0,0-1 1,1 1-1,-1 0 0,1-1 1,-1 1-1,1 0 0,0 0 1,0 1-1,0-1 0,0 0 1,0 1-1,0 0 0,0 0 1,0 0-1,1 0 0,-1 0 1,0 1-1,1-1 0,-1 1 1,1 0-1,-1 0 0,0 0 1,1 1-1,-1-1 0,0 1 1,6 1-1,-4 1-23,0-1 0,-1 0 0,1 1 0,-1 0 0,0 0 0,0 0 0,0 1 0,0 0 0,0-1 0,-1 1 0,1 0 0,-1 1 0,0-1 0,-1 1 0,1-1 0,-1 1 0,0 0 0,0 0 0,0 0 0,-1 0 0,2 7 0,0 1-2,0 1 0,-1-1 0,0 1 0,-1 0 0,-1 0 0,0 0 0,-3 14 0,6-117 581,1 71-558,0 0 0,12-30 0,-14 43-64,0 1 1,0-1 0,0 1-1,1 0 1,-1-1 0,1 1-1,0 0 1,0 1 0,1-1-1,-1 1 1,1-1 0,0 1-1,-1 0 1,1 0 0,7-3-1,-9 6 7,0-1 0,-1 1 0,1 0 0,0 0-1,0 0 1,0 0 0,0 0 0,0 1 0,-1-1 0,1 0 0,0 1-1,0 0 1,0-1 0,-1 1 0,1 0 0,0 0 0,-1 0 0,1 0-1,-1 0 1,1 0 0,-1 0 0,1 0 0,-1 1 0,0-1 0,0 1-1,1-1 1,0 3 0,31 47 528,-30-44-481,15 29 1065,-14-27-1684,0 0 0,0-1 0,1 1 0,0-1 0,0 0 0,1 0 0,7 7 0,-11-14 317,1 1-1,-1 0 1,0-1-1,1 0 1,-1 0-1,1 1 1,0-1-1,-1-1 1,1 1-1,0 0 1,0-1-1,0 1 1,-1-1-1,1 0 1,0 0-1,0 0 0,0 0 1,0-1-1,-1 1 1,1-1-1,0 0 1,0 1-1,-1-1 1,1 0-1,-1-1 1,1 1-1,-1 0 1,5-4-1,17-11-366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8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28 24,'7'-25'964,"-11"23"278,-8 14-108,3 1-607,1 0-1,0 1 1,1 0 0,0 1 0,1-1 0,1 1 0,0 0 0,1 0-1,1 1 1,-2 19 0,5-30-477,-1 0 0,1 0 0,0 1 0,1-1 1,-1 0-1,1 1 0,0-1 0,0 0 0,1 0 0,0 0 0,-1 0 0,2 0 0,-1 0 0,1-1 0,-1 1 0,1-1 0,0 0 0,1 1 1,-1-2-1,1 1 0,0 0 0,0-1 0,0 1 0,0-1 0,1 0 0,-1 0 0,1-1 0,-1 0 0,1 1 0,0-2 0,0 1 1,0 0-1,10 1 0,-11-2-46,0 0 1,0-1-1,0 1 1,0-1 0,0 1-1,0-1 1,0 0-1,0-1 1,0 1 0,0-1-1,1 0 1,-1 0-1,-1 0 1,1 0 0,0-1-1,0 1 1,0-1-1,-1 0 1,1 0 0,-1-1-1,0 1 1,1-1-1,3-4 1,-5 4-4,0 0 0,0 0 0,-1 0-1,1 0 1,-1-1 0,1 1 0,-1-1-1,0 1 1,-1-1 0,1 1 0,-1-1 0,1 0-1,-1 1 1,0-1 0,0 0 0,-1 1 0,1-1-1,-1 1 1,1-1 0,-1 1 0,0-1 0,-1 1-1,1-1 1,-1 1 0,1 0 0,-4-5 0,-1-1-42,-1-1 0,-1 1 0,0 1 0,0 0 0,0 0 0,-1 0 0,0 1 0,0 0 0,-19-9 1,-21-7-4074,55 26-1154,14-1 4665,-20-1 432,19 1-226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8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0 143 172,'7'-15'858,"0"0"1,-1-1-1,5-22 0,-4-20 6972,7 80-2007,5 21-5367,37 143 820,-37-116-2527,45 108-1,-46-128-5486,-8-20-1464,-15-33 6671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8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8 137 100,'-7'-6'320,"7"-3"272,2 1 316,7 0 72,5-1-8,7-1-112,5-3-140,4 1-179,5 1-201,-5-1-256,1 1-772,-6 5-653,1-1-111,-3 3 180,1 0 328,3-2 384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9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12 205 108,'-6'-103'4338,"0"1"5301,18 141-7083,-3-13-2223,31 157 261,-19-86-3577,0-1-6376,-20-92 8848,0 0-1,0 0 0,0-1 0,1 1 0,-1 0 1,1-1-1,4 7 0,5-1-368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19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2 175 160,'0'-122'2812,"-1"69"7566,21 240-5388,-10-118-4775,3 0 0,23 69 1,-35-134-218,0-1 0,0 0 1,0 0-1,1 0 0,-1 0 0,1-1 1,0 1-1,-1 0 0,1-1 0,1 1 1,2 3-1,-4-6 0,0 1 0,1 0 0,-1 0 1,0-1-1,0 1 0,1-1 0,-1 1 0,0-1 1,1 1-1,-1-1 0,0 0 0,1 1 0,-1-1 1,1 0-1,-1 0 0,1 0 0,-1 0 0,0-1 1,2 1-1,1-2-5,1 0 1,-1 0 0,0 0-1,-1 0 1,1-1-1,0 1 1,-1-1 0,1 0-1,-1 0 1,0 0 0,0-1-1,0 1 1,0-1-1,3-7 1,27-53-83,-27 49 67,2 0 1,0 0-1,0 1 0,13-17 1,-20 31 18,-1-1 1,1 0 0,0 1-1,0-1 1,-1 0-1,1 1 1,0-1 0,0 1-1,0 0 1,0-1-1,-1 1 1,1-1 0,0 1-1,0 0 1,0 0-1,0 0 1,0 0 0,0-1-1,0 1 1,0 0-1,0 1 1,0-1 0,0 0-1,0 0 1,0 0-1,0 0 1,0 1 0,0-1-1,-1 1 1,1-1-1,0 0 1,0 1 0,0-1-1,0 2 1,33 28-271,-8-7-89,-24-22 343,0 0 0,0 0-1,0 0 1,0 0 0,0-1 0,0 1-1,1 0 1,-1-1 0,0 0 0,0 1 0,0-1-1,1 0 1,-1 0 0,0 0 0,0 0-1,0-1 1,1 1 0,-1-1 0,0 1 0,0-1-1,0 0 1,0 0 0,0 0 0,0 0 0,0 0-1,0 0 1,0 0 0,-1-1 0,1 1-1,2-4 1,-1 2-22,-1-1 1,0 0-1,0 0 0,-1 1 0,1-1 0,-1-1 0,1 1 0,-2 0 0,1 0 1,0 0-1,-1 0 0,1-1 0,-1 1 0,-1-7 0,1 7 19,-1 1 0,1-1 0,-1 1 0,1-1 0,-1 1 0,0-1 0,0 1 0,-1 0 0,1 0 0,-1 0 0,1-1 0,-1 1 0,0 1 0,0-1 0,-1 0 0,-4-4 0,6 6 21,0 0 0,0 1 0,-1-1 0,1 0 0,0 1 0,-1-1 0,1 1 0,-1-1 0,1 1 0,0 0 0,-1 0 0,1 0 0,-1 0 0,1 0 0,-1 0 0,1 0 0,-3 0 0,1 1 13,0 1 0,-1-1 1,1 0-1,0 1 1,0-1-1,1 1 1,-1 0-1,0 0 1,1 0-1,-5 4 1,3-1-24,-1 0 1,1 0-1,0 0 1,1 0-1,-1 1 1,1-1-1,0 1 1,1 0-1,-1 0 1,1 0 0,0 1-1,1-1 1,-1 0-1,1 1 1,0-1-1,1 0 1,0 1-1,0-1 1,0 1-1,1-1 1,0 1-1,0-1 1,0 1-1,1-1 1,0 0-1,0 0 1,1 0-1,5 9 1,-3-6-343,-1-1-1,2 0 1,-1 0 0,1-1-1,0 1 1,1-1 0,-1-1-1,2 1 1,-1-1 0,0-1-1,1 1 1,0-1 0,1 0-1,-1-1 1,1 0 0,0 0-1,0-1 1,0 0-1,11 1 1,46 0-4341,-62-4 4413,0 0 1,0-1-1,0 1 1,1-1-1,-1 0 1,-1 0-1,1 0 0,0 0 1,0-1-1,0 1 1,-1-1-1,1 0 1,6-5-1,-4-3-131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0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12 105 164,'-12'-6'340,"12"-2"180,12-1 148,11 3-192,10-2-228,7-1-496,4 1-288,5-5-40,0-4 68,-3-4 144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1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79 238 84,'3'-5'269,"0"0"1,0 0-1,0-1 0,-1 1 1,0-1-1,0 1 0,0-1 1,-1 0-1,0 0 0,0 0 1,0 0-1,0-8 0,-2 10 17,1 1 0,0 0 0,-1-1 0,1 1 0,-1 0 0,0-1 0,0 1-1,0 0 1,-1 0 0,1 0 0,-1 0 0,0 0 0,1 0 0,-1 0-1,-1 0 1,1 1 0,0-1 0,-1 1 0,1 0 0,-1-1 0,0 1 0,1 1-1,-6-4 1,6 5-254,1-1 0,0 1 0,0 0-1,-1 0 1,1 0 0,0 0 0,0 0-1,-1 0 1,1 0 0,0 0 0,0 0-1,-1 1 1,1-1 0,0 0 0,0 1-1,0-1 1,0 1 0,-1-1 0,1 1-1,0 0 1,0 0 0,0-1 0,0 1-1,0 0 1,1 0 0,-1 0 0,0 0 0,0 0-1,0 0 1,1 0 0,-1 0 0,1 0-1,-1 0 1,1 1 0,-1-1 0,1 0-1,-1 2 1,-14 47 13,12-37-45,2 0-1,-1 0 1,2 1-1,0-1 1,0 0-1,1 1 1,1-1-1,0 0 0,1 0 1,6 18-1,-8-27-3,1 1 0,0-1-1,0 0 1,1 0 0,-1 0-1,1 0 1,0 0 0,0 0 0,0 0-1,1-1 1,-1 0 0,1 0-1,0 0 1,0 0 0,0 0-1,0-1 1,0 0 0,0 0-1,1 0 1,-1 0 0,1 0-1,0-1 1,-1 0 0,1 0 0,0-1-1,-1 1 1,1-1 0,0 0-1,0 0 1,0 0 0,7-2-1,-9 1 3,0 1 1,1-1-1,-1 1 0,0-1 0,0 0 0,0 0 0,1-1 0,-1 1 0,-1 0 0,1-1 1,0 0-1,0 0 0,-1 0 0,1 0 0,-1 0 0,1 0 0,-1-1 0,0 1 0,0-1 1,3-4-1,-3 3 7,-1 0 1,0 0 0,1-1-1,-1 1 1,0 0-1,-1-1 1,1 1 0,-1-1-1,0 1 1,0 0-1,-1-1 1,1 1 0,-2-8-1,0 3-43,-1 1 0,0-1 0,0 1 0,0-1 0,-1 1 0,-1 0 0,1 1-1,-1-1 1,0 1 0,-1 0 0,0 0 0,0 1 0,0-1 0,-14-9 0,6 11-859,12 12-1307,3-5 1903,0 0-1,1 0 0,-1 0 1,0 0-1,1 0 1,0 0-1,-1 0 1,1 0-1,0-1 1,3 3-1,3 2-10,1-1 1,0-1-1,0 0 0,0 0 0,1-1 0,-1 0 0,1 0 0,0-1 0,0 0 0,0-1 0,0 0 0,0-1 0,12 0 0,-18-1 380,1 1-1,0-1 0,-1 0 0,1 0 0,0 0 1,-1 0-1,1-1 0,-1 0 0,0 0 0,1 0 1,-1 0-1,0-1 0,0 0 0,-1 0 0,1 0 1,0 0-1,-1 0 0,0-1 0,0 1 0,0-1 1,0 0-1,-1 0 0,1 0 0,-1 0 0,0-1 1,0 1-1,-1-1 0,1 1 0,0-8 1,0-5 1413,-1 0 0,-1 1 0,0-1 1,-2 0-1,0 0 0,-5-19 0,14 64 200,20 48-1,0-2-1536,-9-13-284,81 269 244,-33-111-5881,-62-205 4823,-2-5-58,1 1 1,0-1-1,1 1 1,0-1-1,0 0 1,0-1-1,12 17 0,-9-21 205,-4-7 395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64 116,'3'-5'78,"-1"1"-1,2-1 1,-1 1 0,0 0-1,1 0 1,0 0 0,0 1-1,0-1 1,0 1 0,1 0-1,-1 0 1,1 0 0,0 1-1,0 0 1,0 0-1,0 0 1,0 0 0,0 1-1,0 0 1,1 0 0,-1 0-1,0 1 1,1-1 0,-1 1-1,9 2 1,-2-2 75,1 1 1,0 1-1,-1 0 0,0 1 0,1 0 1,-1 1-1,0 0 0,-1 1 0,23 12 1,-31-15-71,-1-1 1,1 0 0,-1 1 0,1 0-1,-1-1 1,0 1 0,0 0-1,0 0 1,0 0 0,0 1 0,0-1-1,0 0 1,-1 1 0,1-1-1,-1 1 1,0-1 0,0 1 0,0 0-1,0 0 1,0-1 0,0 1-1,-1 0 1,1 0 0,-1 0 0,0 0-1,0 0 1,0 0 0,0 0-1,-1-1 1,1 1 0,-1 0 0,0 0-1,1 0 1,-1 0 0,0-1-1,-1 1 1,1-1 0,0 1 0,-1-1-1,0 1 1,1-1 0,-1 0-1,-4 5 1,-2 0-36,0 1-1,0-1 0,0-1 1,-1 0-1,0 0 0,0 0 1,0-1-1,-1-1 0,0 1 1,0-2-1,-11 4 0,35-9-6025,9-2 4851,0 0 513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1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2 222 32,'4'-23'881,"-2"1"1,-1-42-1,-10-44 7705,11 103-5817,4 18-1741,7 21-394,73 220 889,-39-119-3477,-3 0-8196,-39-109 6177,-5-24 3098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2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1 184 132,'0'-1'34,"0"-1"1,0 0-1,0 1 1,0-1-1,0 1 1,1-1-1,-1 1 1,1-1-1,-1 1 1,1-1-1,0 1 1,-1-1-1,1 1 0,0 0 1,0-1-1,0 1 1,0 0-1,0 0 1,0 0-1,0 0 1,1 0-1,-1 0 1,0 0-1,3-1 1,42-23 411,-31 17-244,210-107 5369,-223 115-5486,-1 0-1,0-1 1,0 1 0,1 0-1,-1 0 1,0-1-1,0 1 1,1 0-1,-1 0 1,0 1-1,0-1 1,1 0-1,-1 0 1,0 0 0,0 1-1,1-1 1,-1 1-1,0-1 1,0 1-1,0 0 1,0-1-1,0 1 1,1 0-1,-1 0 1,-1-1 0,1 1-1,0 0 1,0 0-1,0 0 1,0 0-1,-1 0 1,1 0-1,0 1 1,-1-1 0,1 0-1,-1 0 1,1 3-1,18 61 767,-12-37-537,6 10-157,18 36 1,-26-64-815,0 1 0,1-1 0,1 0 0,0 0 0,0-1 0,1 0 0,0 0 0,10 7 0,-17-14 446,1-1 0,0 1 1,0-1-1,1 0 0,-1 0 1,0 1-1,0-2 0,1 1 1,-1 0-1,0 0 0,1-1 1,-1 1-1,0-1 0,1 0 1,-1 0-1,1 0 0,-1 0 1,1 0-1,-1 0 0,1-1 1,-1 1-1,0-1 0,1 0 1,2-1-1,18-9-419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2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76,'3'-4'262,"-1"0"-1,0 0 1,1 1 0,0-1 0,0 1-1,0-1 1,0 1 0,0 0-1,1 0 1,-1 0 0,1 1 0,0-1-1,0 1 1,4-2 0,-6 3-50,-1 1 0,1-1 0,-1 0-1,1 1 1,0-1 0,-1 1 0,1 0 0,0-1 0,-1 1 0,1 0 0,0 0 0,-1 0 0,1 0-1,0 0 1,-1 1 0,1-1 0,0 0 0,-1 1 0,1-1 0,0 1 0,-1 0 0,1-1 0,-1 1-1,1 0 1,-1 0 0,0 0 0,1 0 0,-1 0 0,0 0 0,0 1 0,1-1 0,-1 0 0,0 1 0,0-1-1,0 0 1,-1 1 0,1-1 0,0 1 0,-1 0 0,2 1 0,-2-1-85,0-1 0,0 1 1,0-1-1,0 1 0,0-1 1,0 0-1,0 1 0,-1-1 0,1 1 1,-1-1-1,1 0 0,-1 1 1,1-1-1,-1 0 0,1 1 0,-1-1 1,0 0-1,0 0 0,0 0 1,0 1-1,0-1 0,0 0 0,0-1 1,0 1-1,0 0 0,0 0 1,-1 0-1,1-1 0,0 1 1,-1 0-1,1-1 0,0 1 0,-1-1 1,1 0-1,-1 1 0,1-1 1,-2 0-1,2 0-151,-1 1 1,1-1-1,0 0 1,0 0-1,0 0 0,0 0 1,0 0-1,0 0 1,0 0-1,0 0 1,0-1-1,0 1 1,0 0-1,0-1 1,0 1-1,0 0 0,0-1 1,0 1-1,0-1 1,1 0-1,-2 0 1,1 0-130,1 0 0,-1 0 0,1-1 1,-1 1-1,1 0 0,0 0 0,0 0 0,-1 0 1,1 0-1,0-1 0,0 1 0,0 0 1,0 0-1,1 0 0,-1 0 0,0-1 0,0 1 1,1 0-1,-1 0 0,1 0 0,-1 0 1,1 0-1,-1 0 0,2-2 0,-1 1-240,0 0 0,0 1 0,1-1 0,-1 0 0,0 1 0,1-1 0,-1 1 0,1-1 0,-1 1 0,1 0 0,0 0 0,0 0 0,-1 0 0,1 0 0,0 0 0,0 0 0,0 1 0,0-1 0,0 0 0,0 1 0,0 0 0,0 0 0,2-1 0,2 1-16,0 1 0,-1-1 1,1 1-1,0 0 0,-1 0 0,0 1 0,9 2 0,16 10-61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3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17 494 60,'-1'0'69,"1"0"-1,-1-1 1,0 1 0,0 0-1,1 0 1,-1 0 0,0 0-1,0-1 1,1 1 0,-1 0-1,0-1 1,1 1 0,-1-1 0,1 1-1,-1 0 1,1-1 0,-1 1-1,0-1 1,1 0 0,0 1-1,-1-1 1,1 1 0,-1-1-1,1 0 1,0 1 0,-1-1-1,1 0 1,0 1 0,0-1-1,-1 0 1,1 0 0,0 1-1,0-1 1,0 0 0,0 0-1,0 1 1,0-1 0,0 0 0,0 0-1,1 1 1,-1-1 0,0 0-1,0 1 1,0-1 0,1 0-1,-1 1 1,0-1 0,1 0-1,-1 1 1,1-1 0,-1 0-1,1 1 1,-1-1 0,1 1-1,-1-1 1,2 0 0,0-1 357,0-1 1,1 1 0,-1-1-1,1 1 1,0 0 0,-1 0-1,1 0 1,0 1-1,0-1 1,0 0 0,0 1-1,5-1 1,-4 2-96,1 0 1,-1 0-1,1 1 1,-1 0-1,0 0 1,1 0-1,-1 0 1,0 1-1,0-1 1,1 1-1,-1 0 1,-1 1-1,1-1 1,0 1-1,-1-1 1,1 1-1,-1 0 1,0 0-1,0 1 1,3 3-1,9 11 177,-1 1-1,18 30 0,-28-42-387,39 66 134,-43-73-253,0 0-1,0 0 1,0 0-1,0 1 1,0-1 0,0 0-1,0 0 1,0 0-1,1 0 1,-1 0-1,0 0 1,0 1-1,0-1 1,0 0-1,0 0 1,0 0-1,1 0 1,-1 0-1,0 0 1,0 0-1,0 0 1,0 0-1,0 0 1,1 0 0,-1 0-1,0 0 1,0 0-1,0 0 1,0 0-1,1 0 1,-1 0-1,0 0 1,0 0-1,0 0 1,0 0-1,0 0 1,1 0-1,-1 0 1,0 0-1,0 0 1,0 0-1,0-1 1,0 1 0,0 0-1,1 0 1,-1 0-1,0 0 1,0 0-1,0 0 1,0-1-1,6-12 3,1-25-27,-5 28 18,4-17-22,1 1 0,16-39 0,-18 54 23,0 1 1,0-1-1,1 1 0,0 1 1,1-1-1,0 1 1,1 0-1,13-12 0,-19 20 5,-1 0 0,0 0-1,0 0 1,1 0-1,-1 0 1,0 0-1,1 0 1,-1 0 0,1 1-1,-1-1 1,1 0-1,-1 1 1,1 0-1,-1-1 1,1 1 0,0 0-1,-1 0 1,1 0-1,0 0 1,-1 0 0,1 0-1,0 0 1,-1 0-1,1 1 1,-1-1-1,3 2 1,-2-1-1,1 1 1,0 0-1,-1 0 0,0 0 0,1 1 1,-1-1-1,0 1 0,0-1 1,-1 1-1,1 0 0,0-1 1,1 6-1,3 7 7,-1 0 1,0 0-1,-1 0 1,2 21-1,-4-29-2,-1 0 0,0 1 1,-1-1-1,0 1 0,0 0 0,0-1 0,-1 1 0,-4 13 0,3-18-14,0-11 5,2-12-11,4 12 12,0 0-1,0 0 1,0 1 0,1-1 0,0 1 0,0 1 0,1-1 0,0 0 0,0 1 0,0 1-1,1-1 1,9-5 0,-8 5 2,1 0 0,-1 1-1,1 0 1,0 1 0,0-1-1,1 2 1,-1 0 0,1 0 0,0 0-1,14-1 1,-20 4 5,1 0 0,-1 0-1,0 0 1,1 1 0,-1-1 0,0 1 0,0 0 0,1 0-1,-1 1 1,0-1 0,0 1 0,0 0 0,-1 0-1,1 0 1,0 1 0,-1-1 0,1 1 0,-1 0-1,0 0 1,0 0 0,4 4 0,0 5-80,0 0 1,-1 0-1,0 0 1,0 1 0,4 16-1,11 25-2472,-20-52 2202,0 0-1,0 0 0,0 0 0,1 0 0,-1 0 1,1-1-1,-1 1 0,1-1 0,0 1 0,-1-1 0,1 1 1,0-1-1,0 0 0,0 0 0,0 0 0,0 0 1,0 0-1,0-1 0,3 2 0,1-1-195,0-1-1,0 1 1,-1-1 0,1 0-1,0 0 1,0-1 0,8-1-1,1-1-101,-1-1 0,1 0 0,-1-2 0,27-13 0,-22 8 562,0-1 0,-1-1 0,-1 0 0,27-27 0,-37 32 296,0 1 1,-1-1-1,1 0 0,-2 0 1,1-1-1,-1 0 0,-1 0 1,0 0-1,0-1 0,0 1 0,-2-1 1,4-14-1,-6 22-45,1 0 0,-1 0-1,0 0 1,0 1 0,0-1 0,0 0 0,0 0-1,0 0 1,0 0 0,-1 0 0,1 0 0,-1 0 0,1 0-1,-1 1 1,0-1 0,0 0 0,0 0 0,0 1-1,0-1 1,0 1 0,0-1 0,0 1 0,-3-3 0,1 3 72,1-1 0,-1 1 0,1 0 1,-1 0-1,0 0 0,0 1 0,1-1 1,-1 1-1,0 0 0,0-1 1,0 1-1,1 0 0,-1 0 0,-4 1 1,-2 1 170,0 0 0,0 0 0,1 1 0,-1 0 0,1 0 0,0 1 0,0 0 0,0 0 0,-9 8 0,8-4-252,1 0-1,1 1 1,0 0-1,0 0 1,0 1-1,1 0 1,1 0-1,0 1 1,0-1-1,1 1 1,-6 22-1,9-28-158,-1 1 1,1 0-1,1-1 0,-1 1 0,1 0 0,-1 0 0,2 0 0,-1-1 0,1 1 0,0 0 1,0 0-1,0-1 0,1 1 0,0-1 0,0 1 0,0-1 0,1 0 0,-1 0 0,2 0 1,-1 0-1,0 0 0,1-1 0,0 0 0,0 1 0,6 4 0,-8-8-7,-1 1 0,1-1 0,0 0 0,0 0-1,0 1 1,0-1 0,-1 0 0,2-1 0,-1 1 0,0 0-1,0-1 1,0 1 0,0-1 0,0 1 0,1-1 0,-1 0 0,0 0-1,0 0 1,0 0 0,0-1 0,1 1 0,-1-1 0,0 1-1,4-2 1,-3-1 3,0 1 0,0 0 0,0-1 0,0 0 0,0 0 0,0 0 0,-1 0 0,0 0 0,1 0 0,-1 0 0,-1-1 0,4-6 0,2-9 14,-1 0 0,0-1 0,-2 0 0,3-23 0,-3 14 13,-3 37-24,0 1 0,0-1 0,1 0 0,0 0 0,0 0 0,0 0 0,1-1 0,1 1 0,-1-1 1,1 0-1,0 0 0,1 0 0,0 0 0,0-1 0,0 1 0,1-1 0,0-1 0,0 1 0,8 4 1,-5-5-31,0-2 0,1 1 0,-1-1 0,1-1 0,-1 0 0,1 0 0,0-1 1,0 0-1,0-1 0,0 0 0,0 0 0,-1-1 0,1 0 0,0-1 0,0 0 1,-1-1-1,1 0 0,-1 0 0,0-1 0,0 0 0,0-1 0,-1 0 1,14-10-1,-14 10 11,-1-1 1,1-1 0,-2 1-1,1-1 1,0-1-1,-1 1 1,-1-1 0,1 0-1,-1 0 1,-1-1-1,1 1 1,-2-1 0,1 0-1,-1 0 1,0 0 0,-1-1-1,0 1 1,-1-1-1,1 1 1,-2-1 0,0 0-1,0 1 1,0-1-1,-3-12 1,-5-7 88,0 0-1,-2 1 1,-1 0-1,-1 0 1,-1 1 0,-2 1-1,-1 0 1,0 1 0,-39-43-1,53 66-68,0 0 0,0-1 0,0 1 0,0 0-1,0 0 1,-1 1 0,1-1 0,-1 0 0,1 1 0,-1 0 0,1-1-1,-1 1 1,0 0 0,0 0 0,0 0 0,1 1 0,-1-1 0,0 1-1,-6 0 1,7 0 0,0 1-1,0 0 1,0 0-1,0 0 1,1 0-1,-1 1 1,0-1-1,0 0 1,1 1-1,-1-1 1,1 1-1,0 0 1,-1-1-1,1 1 0,0 0 1,0 0-1,0 0 1,0 0-1,0 0 1,0 0-1,1 0 1,-1 0-1,1 0 1,-1 0-1,1 0 1,0 0-1,0 3 1,-2 12-9,2 0 0,0 1 0,0-1 1,2 0-1,0 0 0,1 0 0,6 18 0,6 15-418,22 49 0,-24-67-283,2-1 0,1-1 1,1 0-1,2-1 0,1-1 0,1-1 0,25 25 1,-30-36-13,1-1 0,0-1 0,1 0 0,0-1 0,1-2 0,0 1 0,1-2 0,1-1 0,-1 0 0,1-2 0,40 9 0,-16-10 136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5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40 177 68,'-12'-91'2628,"10"78"-885,-1 0 0,-1 0 0,0 1 0,-11-23-1,16 86 1355,14 112-2016,17 130-4215,4-103-7439,-28-166 9411,0-8 555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6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32 153 28,'-6'-12'-23,"1"4"271,1 0 0,1 0-1,0 0 1,0 0 0,0-1 0,-1-11 0,4 18-180,0 1-1,0-1 0,0 0 1,0 0-1,1 1 1,-1-1-1,0 0 0,1 0 1,0 1-1,-1-1 0,1 0 1,0 1-1,0-1 0,0 1 1,0-1-1,0 1 1,0-1-1,0 1 0,0 0 1,1 0-1,-1-1 0,0 1 1,1 0-1,-1 0 1,1 0-1,-1 1 0,1-1 1,0 0-1,-1 0 0,1 1 1,0-1-1,0 1 1,-1 0-1,1-1 0,0 1 1,0 0-1,2 0 0,18-1 136,1 0 0,-1 2 0,1 1 0,-1 0-1,1 2 1,-1 0 0,-1 2 0,1 0-1,-1 1 1,0 2 0,0 0 0,-1 1 0,23 15-1,-40-23-119,1 0-1,-1 0 1,0 1-1,-1-1 1,1 0-1,0 1 1,-1 0-1,1 0 0,-1-1 1,0 1-1,0 1 1,0-1-1,0 0 1,-1 0-1,1 1 1,-1-1-1,0 1 1,0-1-1,0 1 0,0 4 1,-1-5 25,-1 1 1,0-1-1,1 1 0,-2-1 1,1 0-1,0 1 1,-1-1-1,1 0 0,-1 0 1,0 0-1,0 0 0,0-1 1,0 1-1,-1 0 0,1-1 1,-1 1-1,0-1 1,1 0-1,-1 0 0,0 0 1,-6 2-1,-90 45 1248,64-33-5336,157-75-3106,-76 39 6778,-2-2-1,78-51 1,-106 62 527,38-33 1102,-51 41-998,0 0 1,0 0-1,0 0 0,-1-1 0,1 1 0,-1-1 0,0 0 1,0 0-1,0 1 0,-1-1 0,1-1 0,-1 1 0,1-6 1,-2 9-229,0 0 0,0 0 0,1 1 0,-1-1 0,0 0 0,0 0 1,0 1-1,-1-1 0,1 0 0,0 1 0,0-1 0,0 0 0,0 1 1,-1-1-1,1 0 0,0 1 0,-1-1 0,1 0 0,0 1 0,-1-1 1,1 1-1,-1-1 0,1 0 0,-1 1 0,1-1 0,-1 1 0,1 0 1,-1-1-1,-1 0 0,-22 1 1462,-24 20-306,37-11-1120,-1-1 0,2 2-1,-1 0 1,1 0 0,1 0-1,0 2 1,0-1 0,1 1-1,-12 24 1,17-31-120,0 1-1,1-1 0,-1 1 1,1 0-1,0-1 1,1 1-1,-1 0 0,1 0 1,1 0-1,-1 0 1,1 1-1,0-1 0,0 0 1,1 0-1,-1 0 1,1 0-1,1 0 0,-1 0 1,1 0-1,0 0 1,1-1-1,-1 1 0,1-1 1,0 0-1,5 7 1,-6-10-13,-1 0 1,1 0-1,0 0 1,0 0 0,0 0-1,0 0 1,1 0-1,-1-1 1,0 0-1,1 1 1,-1-1 0,1 0-1,0 0 1,-1 0-1,1 0 1,0-1 0,-1 1-1,1-1 1,0 0-1,0 1 1,0-1-1,-1 0 1,1-1 0,0 1-1,0 0 1,-1-1-1,1 0 1,0 0 0,-1 1-1,1-2 1,-1 1-1,1 0 1,-1 0-1,1-1 1,-1 1 0,3-3-1,1-1 0,0-1 0,0 1 0,0-1 0,-1 0 0,0-1 0,0 1 0,0-1 0,-1 0 1,0-1-1,0 1 0,2-9 0,-3 4 0,0 1 0,-1-1 0,-1 0 0,0 0 0,-1-12 0,0 12 5,0 1-1,1 0 0,0 0 0,1 0 0,4-15 0,10 63 35,-4 20-93,15 54-899,-23-100-278,0 1 0,1-1 0,12 20 0,-16-29 996,0-1 0,0 1 0,0 0 1,0 0-1,1-1 0,-1 1 0,0-1 0,1 1 0,0-1 0,-1 1 0,1-1 0,0 0 1,-1 0-1,1 0 0,0 0 0,0 0 0,0 0 0,0-1 0,0 1 0,0-1 1,0 1-1,0-1 0,0 0 0,0 0 0,1 0 0,-1 0 0,0 0 0,0 0 0,0 0 1,3-2-1,14-5-268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6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19 212 92,'-2'-62'573,"-2"-31"1086,-8 36 2410,13 65-3067,1 0 0,-1 1 0,0-1 1,-1 0-1,0 10 0,2 21 456,44 347 1299,-46-382-2718,2 8-955,0 0 1,0 0-1,9 23 0,-11-34 781,0 0 0,1 0 0,-1 0 1,0 0-1,1 0 0,-1 0 0,1 0 0,-1 0 1,1 0-1,0 0 0,-1 0 0,1-1 0,0 1 1,0 0-1,-1 0 0,1-1 0,0 1 0,0 0 1,0-1-1,0 1 0,0-1 0,0 1 0,0-1 1,0 1-1,0-1 0,0 0 0,0 0 0,0 1 1,1-1-1,-1 0 0,0 0 0,0 0 0,0 0 1,0 0-1,0 0 0,0-1 0,0 1 0,0 0 1,0-1-1,0 1 0,0 0 0,0-1 0,0 1 1,0-1-1,0 0 0,0 1 0,0-1 0,0 0 1,0 1-1,0-1 0,-1 0 0,1 0 0,0 0 1,-1 0-1,1 0 0,0-1 0,5-6-99,1-1 0,-2 1 0,1-2 0,-1 1 0,-1-1 0,0 1 0,0-1 0,-1 0 0,0-1-1,0 1 1,-2 0 0,2-22 0,0-14 486,-7-74-1,2 95-159,-2-84 2244,10 214 2114,16 74-2599,-19-160-1725,9 51 153,-11-67-253,0 1 0,0 0 0,0-1 0,1 1 0,-1-1-1,1 1 1,0-1 0,0 0 0,0 0 0,0 1 0,1-2 0,-1 1 0,1 0 0,4 3 0,-5-5-11,0 0 0,0 0 0,1-1 0,-1 1 0,0-1-1,0 1 1,1-1 0,-1 0 0,0 0 0,1 0 0,-1 0 0,0-1 0,1 1 0,-1-1 0,0 1 0,0-1 0,0 0 0,0 0 0,1 0 0,-1 0 0,0 0 0,0 0 0,-1 0 0,1-1-1,0 1 1,0-1 0,1-2 0,9-7 25,-1 0 1,18-25-1,-19 24-18,6-9-7,-11 13-9,0 1 0,1-1 0,0 1 0,1 1 0,12-12 0,-17 17-4,0 0-1,0 0 0,-1 0 1,1 0-1,0 0 0,0 1 0,0-1 1,0 1-1,0-1 0,0 1 1,-1 0-1,1 0 0,0 0 1,0 0-1,0 0 0,0 0 0,0 0 1,0 1-1,0-1 0,0 1 1,0-1-1,0 1 0,0 0 0,-1 0 1,1 0-1,0 0 0,-1 0 1,1 0-1,0 0 0,-1 0 1,1 1-1,1 2 0,46 47-44,-31-30-169,40 34 0,-49-48-549,-1-1 0,1-1 0,0 1 0,18 7 0,-5-10-3177,-22-3 3871,1 0 0,-1 0 0,0 0 0,1 0 1,-1 0-1,0 0 0,1 0 0,-1 0 0,0 0 0,1 0 0,-1 0 0,0-1 0,0 1 0,1 0 0,-1 0 0,0 0 0,1 0 0,-1-1 0,0 1 0,0 0 0,1 0 0,-1 0 0,0-1 0,0 1 0,0 0 0,1-1 0,-1 1 0,0 0 0,0 0 0,0-1 0,0 1 0,0 0 0,1-1 0,-1 1 0,0 0 0,0-1 0,0 1 0,0 0 0,0-1 1,0 1-1,0 0 0,0-1 0,0 1 0,0 0 0,0 0 0,-1-1 0,1 1 0,0 0 0,0-1 0,0 1 0,0 0 0,0-1 0,-1 1 0,1 0 0,0 0 0,0-1 0,0 1 0,-1 0 0,-7-11-583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47 107 76,'-23'-12'236,"9"1"144,5 3 80,11-1-52,12 1-96,7 2-116,9-3-92,5 1-240,5-3-308,2 5-72,2-2 48,0 2 108,0 1 132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7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45 235 76,'-14'-65'2307,"-16"-100"11177,30 161-12221,1 6-431,5 15-90,6 29-296,5 68 45,10 49-603,-1-58-4292,-24-99 3484,0 0-1,0-1 0,1 1 0,0-1 0,0 1 0,0-1 1,1 0-1,0 0 0,-1 0 0,2-1 0,-1 1 0,8 4 1,21 9-1641,-10-13 2007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1:27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28 144,'-4'8'7216,"27"-13"-4054,30 11-137,-52-6-2910,1 0 1,0 0-1,0 1 0,0-1 1,-1 1-1,1-1 0,0 1 0,-1 0 1,1-1-1,-1 1 0,1 0 1,-1 0-1,1 0 0,-1 0 1,1 1-1,-1-1 0,0 0 0,0 1 1,1-1-1,-1 0 0,0 1 1,0-1-1,-1 1 0,1 0 1,1 3-1,-2-4-45,-1 0 0,1 0 1,-1 0-1,0 0 0,1 0 1,-1 0-1,0 0 0,0 0 0,1 0 1,-1 0-1,0-1 0,0 1 0,0 0 1,0-1-1,0 1 0,0 0 1,0-1-1,0 1 0,-1-1 0,1 0 1,0 1-1,0-1 0,0 0 1,0 1-1,-1-1 0,1 0 0,0 0 1,0 0-1,0 0 0,-3-1 1,-38-1 626,35 0-641,0 0-1,-1-1 1,1 1-1,0-2 1,0 1-1,-6-5 1,-11-13-1383,23 20 964,0-1 0,0 0 0,0 1-1,0-1 1,0 0 0,0 1 0,1-1 0,-1 0 0,1 0 0,-1 0 0,1 0-1,-1 1 1,1-3 0,0 3 140,0 1 0,0-1 0,0 1-1,1 0 1,-1-1 0,0 1 0,0-1 0,0 1-1,0 0 1,1-1 0,-1 1 0,0 0 0,0-1-1,1 1 1,-1 0 0,0-1 0,0 1 0,1 0-1,-1-1 1,0 1 0,1 0 0,-1 0 0,0 0-1,1-1 1,-1 1 0,1 0 0,-1 0 0,0 0-1,1 0 1,-1 0 0,1 0 0,-1-1 0,1 1-1,-1 0 1,0 0 0,1 0 0,-1 1 0,1-1-1,-1 0 1,1 0 0,19 4-3565,-9 0 3340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16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367 166 180,'-1'-2'292,"0"0"0,-1 0 0,1 0 0,-1 0 0,0 1 0,1-1 0,-1 1 0,0-1 0,0 1 0,0 0-1,0 0 1,0 0 0,0 0 0,0 0 0,-3-1 0,4 3-194,0-1-1,0 1 0,0-1 1,0 1-1,-1-1 0,1 1 1,0 0-1,0-1 0,0 1 1,0 0-1,1 0 0,-1 0 1,0 0-1,0 0 0,0 0 1,1 0-1,-1 0 0,1 0 1,-1 0-1,1 0 0,-1 1 1,1-1-1,-1 0 0,1 0 1,0 1-1,0-1 0,0 0 1,0 2-1,-12 32 204,-2 0 1,-1 0-1,-26 44 0,-1 0-91,19-32-130,9-23-53,2 1-1,1 0 0,-12 44 1,62-144 47,3-44 83,-5-2 0,24-139 0,-60 243 68,-2 15-165,1 0 0,0-1 0,0 1 0,0 0-1,1 0 1,-1 0 0,0-1 0,1 1 0,-1 0 0,1 0 0,0 0 0,2-4 0,6 40 444,49 213-165,35 138 58,-97-398-376,-2 0-1,0 0 1,0 1-1,-1 0 0,-1 0 1,0 0-1,-16-17 1,1 4 78,-2 0 0,-29-22 0,28 27 7,-1 1 1,-1 1-1,-1 2 1,0 0-1,-1 2 0,0 2 1,-37-11-1,50 20-69,25 9-66,32 7-38,-13-13 14,-1-1 1,0-1-1,0-2 0,46-11 0,103-41-286,-107 32 416,-48 19 83,-14 10 439,-22 20 736,4-7-1211,-120 176 2062,-37 59-1124,168-251-1113,-25 46-792,20-16-2691,6-32 3382,0 1 0,0-1 0,0 0 0,0 1 0,0-1 0,0 0-1,0 1 1,0-1 0,0 0 0,0 1 0,0-1 0,0 0 0,1 1 0,-1-1-1,0 0 1,0 1 0,0-1 0,0 0 0,1 0 0,-1 1 0,0-1 0,0 0-1,1 0 1,-1 1 0,0-1 0,0 0 0,1 0 0,-1 0 0,0 1 0,1-1 0,-1 0-1,0 0 1,0 0 0,1 0 0,-1 0 0,0 0 0,1 0 0,-1 0 0,1 0-1,15-7-3282,10-19 541,-7 0 1755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17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158 178 12,'-34'-54'2846,"-20"-27"8703,33 49-7352,21 31-4131,-1 1 0,1-1 0,0 1 1,0-1-1,0 1 0,0-1 0,-1 1 1,1 0-1,0-1 0,0 1 0,-1-1 1,1 1-1,0-1 0,-1 1 0,1 0 1,-1-1-1,1 1 0,0 0 0,-1-1 0,1 1 1,-1 0-1,1 0 0,-1 0 0,1-1 1,-1 1-1,1 0 0,-1 0 0,1 0 1,-1 0-1,1 0 0,-1 0 0,1 0 1,-1 0-1,1 0 0,-1 0 0,1 0 1,-1 0-1,1 0 0,-1 0 0,1 0 0,-1 1 1,1-1-1,-1 0 0,0 1 0,-10 28 872,4 53-927,6-76 163,-3 65-299,-3 121-2128,9-157-2254,8 55 0,3-47-1630,-13-42 6009,1 0 1,-1 0-1,1 0 0,0 0 1,-1 0-1,1 0 0,0 0 1,0 0-1,0-1 0,0 1 1,0 0-1,0-1 0,0 1 1,0 0-1,0-1 0,0 1 1,0-1-1,0 1 0,0-1 1,0 0-1,0 0 1,0 1-1,1-1 0,-1 0 1,0 0-1,0 0 0,0 0 1,0 0-1,1-1 0,-1 1 1,0 0-1,0 0 0,0-1 1,2 0-1,17-10-482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18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263 156 68,'-1'-30'232,"-6"2"3554,7 28-3594,-1-1 0,1 0 0,0 1 0,-1-1 0,1 0 0,0 1-1,-1-1 1,1 1 0,-1-1 0,1 1 0,-1-1 0,1 1 0,-1-1 0,0 1 0,1-1 0,-1 1 0,0 0 0,1-1 0,-1 1 0,0 0 0,1 0 0,-1-1 0,0 1 0,0 0 0,1 0 0,-2 0 0,0 1 82,1-1-1,-1 1 1,0 0-1,1-1 1,-1 1-1,0 0 1,1 0-1,-1 0 1,1 0-1,0 1 1,-1-1-1,1 0 1,0 1-1,0-1 1,-2 3-1,-16 24 1046,2 0-1,1 1 1,-19 47-1,-2 3-697,4-22-361,22-41-224,2 1-1,-1-1 1,2 2-1,-11 29 1,21-37-107,7-16 22,13-17-16,-22 23 63,111-149-142,-48 59 104,-62 88 43,1-1 0,0 1 0,0-1 0,0 1 0,0 0 0,0 0 0,0 0 0,1 0 0,-1 0 0,0 1 0,1-1 1,0 1-1,-1 0 0,1-1 0,0 1 0,0 0 0,0 1 0,0-1 0,5 0 0,-3 1 15,0 1 1,0 0-1,0 0 1,0 0-1,-1 1 1,1-1-1,0 1 1,-1 0-1,1 1 1,-1-1-1,6 5 1,42 29 122,-18-12-99,42 23 1,-68-42-41,1-1 1,1 0-1,-1 0 0,1-1 1,-1 0-1,1 0 0,0-1 1,0-1-1,0 0 1,11 0-1,-19-1-1,0 0 0,1 0 0,-1-1 0,0 0 1,0 1-1,1-1 0,-1 0 0,0 0 0,0 0 0,0 0 0,0 0 0,0-1 1,0 1-1,0-1 0,0 1 0,-1-1 0,1 1 0,-1-1 0,1 0 1,-1 0-1,0 0 0,1 0 0,-1 0 0,0 0 0,0 0 0,-1 0 0,1-1 1,0 1-1,-1 0 0,1-1 0,-1 1 0,0 0 0,1-1 0,-1 1 1,-1 0-1,1-5 0,-1-9-8,-1-1 0,0 1-1,-9-32 1,9 43 3,-13-59-250,-9-34-702,2 38-9462,21 68 3567,0 8 5916,9 5 262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18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81 304,'-18'-59'5086,"7"37"3936,12 32-5464,21 306-806,-9-94-2463,-14-220-291,1 0 0,0 0 0,0 0 0,1 0-1,-1 0 1,0 0 0,1 0 0,-1 0 0,1 0 0,0 0 0,-1 0 0,1 0 0,0 0 0,0 0 0,3 2 0,-4-4-2,1 0 0,0 0 1,0 0-1,-1-1 0,1 1 0,0 0 0,-1 0 0,1-1 0,0 1 0,-1-1 1,1 1-1,-1 0 0,1-1 0,0 1 0,-1-1 0,1 0 0,-1 1 0,1-1 1,-1 1-1,0-1 0,1 0 0,-1 1 0,0-1 0,1 0 0,-1 1 0,0-1 1,1-1-1,25-68-147,-26 70 151,20-70-95,-11 37-12,1-1 1,1 2-1,27-55 1,-36 85 97,-1-1-1,0 1 1,1-1 0,-1 1 0,1 0-1,0 0 1,0 0 0,0-1 0,0 2 0,0-1-1,0 0 1,0 0 0,1 1 0,-1-1-1,1 1 1,-1 0 0,1 0 0,-1 0 0,1 0-1,5-1 1,-6 2 5,1 0 0,-1 1-1,0-1 1,1 1 0,-1 0 0,0 0 0,0 0-1,0 0 1,0 0 0,0 0 0,0 1-1,0-1 1,0 1 0,0-1 0,0 1 0,-1 0-1,1-1 1,-1 1 0,1 0 0,-1 0-1,0 0 1,0 0 0,0 1 0,2 3-1,4 11 20,-1 1-1,0 1 0,4 25 0,-6-26-371,0-1 0,1 0 0,14 32 0,-19-48 112,1 0 0,-1 0 0,1 0-1,-1 0 1,1 0 0,-1 0 0,1 0 0,0 0-1,0 0 1,-1 0 0,1 0 0,0 0 0,0-1 0,0 1-1,0 0 1,0-1 0,0 1 0,0-1 0,0 1-1,0-1 1,0 1 0,0-1 0,0 0 0,1 1 0,-1-1-1,0 0 1,0 0 0,0 0 0,0 0 0,1 0 0,-1 0-1,0 0 1,0-1 0,0 1 0,0 0 0,0-1-1,1 1 1,-1 0 0,0-1 0,0 1 0,0-1 0,1-1-1,5-3-934,-1 0-1,0 0 0,0-1 1,0 0-1,4-6 0,-8 9 1260,13-15-846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19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1 149 104,'1'-3'-249,"8"-19"2798,-5 20-70,-2 15-349,-2-4-1675,0-1 0,1 0 0,0 1 0,0-1 0,1 0 0,0 0-1,0 0 1,1 0 0,0 0 0,1 0 0,6 10 0,-8-15-467,0 0 0,1 0 0,-1-1 0,1 1-1,-1-1 1,1 0 0,0 0 0,0 0-1,0 0 1,0 0 0,0 0 0,0-1 0,0 0-1,1 1 1,-1-1 0,0 0 0,1-1-1,-1 1 1,1-1 0,-1 1 0,1-1 0,-1 0-1,1-1 1,-1 1 0,1 0 0,-1-1-1,1 0 1,-1 0 0,6-2 0,2-2-206,0 0 1,-1 0 0,1-1-1,-1 0 1,0-1-1,-1-1 1,1 1 0,-2-1-1,1-1 1,-1 1 0,11-16-1,-6 6 216,-1-1 0,-1 1 0,0-2 0,-1 0 0,9-28 0,-9 18 2158,-11 42 1065,-7 34-1633,3 17-181,3-1-1,13 121 1,36 126 383,-38-252-1539,18 79 152,15 109-3,-37-204-340,-2 0 0,-2 1-1,-8 75 1,6-106-53,-1-1 1,0 0-1,-1 1 0,0-1 1,0-1-1,-1 1 0,-1 0 1,0-1-1,0 0 0,-1 0 1,0 0-1,-11 12 0,13-18-11,1 1 0,-1-1 0,0-1-1,0 1 1,0 0 0,0-1-1,-1 0 1,1 0 0,-1 0-1,1-1 1,-1 1 0,0-1 0,1 0-1,-1 0 1,0-1 0,0 0-1,0 1 1,0-2 0,1 1-1,-1 0 1,0-1 0,0 0 0,0 0-1,1-1 1,-1 1 0,1-1-1,-1 0 1,1 0 0,-5-3 0,-3-3-21,1 1 0,0-2 1,1 1-1,0-1 0,0-1 1,1 0-1,0-1 1,0 1-1,2-2 0,-1 1 1,1-1-1,1 0 0,0 0 1,1-1-1,0 0 1,1 0-1,-3-16 0,-1-8-118,1-1-1,2 0 0,2-1 0,3-71 0,6 34-1323,19-93-1,-8 88-3759,4 2 0,62-150 1,-7 75 1731,-35 82 3052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20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85 24,'-32'-4'431,"-54"-11"4787,86 15-5173,0 0 0,0 1 0,0-1 0,0 0 0,0 0 0,-1 0 0,1 0 0,0 0 0,0 0 0,0 0 0,0 0 0,0 0 1,-1 0-1,1-1 0,0 1 0,0 0 0,0 0 0,0 0 0,0 0 0,0 0 0,-1 0 0,1 0 0,0 0 0,0 0 0,0 0 0,0 0 1,0 0-1,0-1 0,0 1 0,0 0 0,-1 0 0,1 0 0,0 0 0,0 0 0,0 0 0,0 0 0,0-1 0,0 1 0,0 0 1,0 0-1,0 0 0,0 0 0,0 0 0,0-1 0,0 1 0,0 0 0,0 0 0,0 0 0,0 0 0,0 0 0,0-1 0,0 1 1,0 0-1,0 0 0,0 0 0,0 0 0,1 0 0,-1 0 0,0 0 0,0-1 0,0 1 0,0 0 0,0 0 0,0 0 0,0 0 1,0 0-1,0 0 0,1 0 0,15-7 1012,22-3-602,42-6-324,0 4 1,97-3-1,-174 15-104,0 0 1,1 0-1,-1 0 0,0 0 0,0 0 1,1 1-1,-1-1 0,0 1 1,0 0-1,0 0 0,0 0 0,0 1 1,5 2-1,-8-3-7,1-1 1,-1 1-1,1-1 0,-1 1 1,0 0-1,1-1 1,-1 1-1,0-1 0,0 1 1,1 0-1,-1-1 1,0 1-1,0 0 0,0-1 1,0 1-1,0 0 0,0-1 1,0 1-1,0 0 1,0-1-1,0 1 0,0 0 1,-1 0-1,-15 25 479,-14 5 90,-1 0 0,-2-2 0,-68 46 0,94-70-321,0-1 1,-1 0 0,0-1-1,1 1 1,-1-1-1,0-1 1,0 0 0,0 0-1,-1 0 1,-9 0 0,18-2-251,0 1 0,-1-1 0,1 1 0,0-1 0,-1 1 0,1-1 0,0 1 1,0-1-1,0 1 0,-1-1 0,1 1 0,0 0 0,0-1 0,0 1 0,0-1 0,0 1 1,0 0-1,0-1 0,0 1 0,0-1 0,0 1 0,1-1 0,-1 1 0,0 0 1,0-1-1,0 1 0,1-1 0,-1 1 0,0-1 0,1 1 0,-1-1 0,0 1 1,1-1-1,0 1 0,16 33 279,-10-22-170,-7-11-148,53 137 813,-39-66-3726,-13-60 333,0 0-1,-1 0 1,-3 23-1,1 2-2170,8-25 3829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20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1 192,'-1'0'221,"1"1"0,-1 0 1,1-1-1,0 1 0,-1 0 0,1 0 1,0-1-1,-1 1 0,1 0 0,0 0 0,0 0 1,0-1-1,0 1 0,0 0 0,0 0 0,0 0 1,0 0-1,0-1 0,0 1 0,0 0 0,0 0 1,1 0-1,-1-1 0,0 1 0,1 0 1,-1 0-1,0-1 0,1 1 0,-1 0 0,1-1 1,-1 1-1,1-1 0,0 1 0,-1 0 0,1-1 1,-1 1-1,1-1 0,0 1 0,-1-1 1,1 0-1,1 1 0,43 20 4946,-10-6-1939,-34-14-3094,1 0-1,-1 0 0,1 0 0,-1 0 0,0 0 1,0 0-1,1 0 0,-1 1 0,0-1 0,0 1 1,0-1-1,0 0 0,-1 1 0,1-1 0,0 1 1,-1 0-1,1-1 0,-1 1 0,1 0 1,-1-1-1,0 1 0,1 0 0,-1-1 0,0 1 1,-1 2-1,1-2-18,-1 1 1,0 0-1,-1-1 0,1 0 1,0 1-1,-1-1 0,1 0 1,-1 1-1,0-1 0,0 0 1,0 0-1,0 0 1,0-1-1,-3 3 0,-1 1 0,-1-1-1,0 0 0,0 0 0,0-1 0,-1 0 0,1 0 1,-1 0-1,0-1 0,0 0 0,-11 0 0,17-1-106,0-1 0,-1-1 0,1 1 0,-1 0 0,1 0 0,0-1 0,-1 0 0,1 1 0,0-1 0,-1 0-1,1 0 1,0 0 0,0 0 0,-3-2 0,5 2-20,-1 0-1,0 0 1,0 0-1,0 0 0,1 0 1,-1 0-1,0 0 1,1 0-1,-1 0 1,1 0-1,-1 0 1,1 0-1,0-1 1,-1 1-1,1 0 0,0 0 1,0 0-1,0-1 1,0 1-1,0-2 1,0 1-188,1-1 0,0 1 1,0-1-1,0 1 0,0-1 1,0 1-1,0 0 0,1 0 0,-1 0 1,1 0-1,0 0 0,-1 0 1,1 0-1,0 0 0,0 1 0,0-1 1,0 1-1,0-1 0,1 1 1,-1 0-1,0 0 0,1 0 1,-1 0-1,5-1 0,-5 1-304,0 1 1,1-1-1,-1 1 0,0-1 0,0 1 1,0 0-1,1 0 0,-1 0 0,0 0 1,0 0-1,1 1 0,-1-1 0,0 1 1,0-1-1,0 1 0,1 0 0,-1 0 1,0 0-1,0 0 0,0 0 0,-1 0 1,1 0-1,0 1 0,0-1 0,-1 1 1,1 0-1,-1-1 0,1 1 0,-1 0 1,0 0-1,1 0 0,-1 0 0,0 0 1,0 0-1,0 2 0,2 12-416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44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1 148,'-71'6'3829,"124"2"-3295,163-3-449,-293-12 2094,29 11-1181,4-1-468,-56 12-1,155-18-1148,48-24-6789,-101 27 6779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45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69 180 76,'-27'-92'3976,"-11"5"6201,38 87-10122,0 0 0,0 0 0,0 0 0,0 0 0,0 0 0,0 0 0,0 1 0,0-1 0,0 0 0,0 0 0,-1 0 330,1 0-330,0 0-1,0 0 1,0 0 0,0 0 0,0 0 0,0 0 0,0 1 0,0-1 0,-1 0 0,1 0 0,0 0 0,0 0 0,0 0 0,0 0 0,0 0 0,0 0 0,0 0 0,0 0 0,0 0 0,0 0 0,-1 0 0,1 0 0,0 0 0,0 0 0,0-1-1,0 1 1,0 0 0,0 0 0,0 0 0,0 0 0,0 18 667,3 22-556,18 230 416,-9-102-2440,-11-158 764,0 1-1,1 0 1,0 0 0,5 15-1,-6-25 919,-1 0 0,0 0 0,0 0-1,1 0 1,-1 0 0,1 0 0,-1 0-1,1 0 1,-1 0 0,1 0-1,0 0 1,0 0 0,-1 0 0,1 0-1,0-1 1,0 1 0,0 0 0,0 0-1,0-1 1,0 1 0,0-1 0,0 1-1,0-1 1,0 1 0,0-1-1,0 0 1,0 1 0,0-1 0,1 0-1,-1 0 1,0 0 0,0 0 0,0 0-1,0 0 1,0 0 0,1 0 0,-1-1-1,0 1 1,0 0 0,0-1-1,0 1 1,0-1 0,0 1 0,0-1-1,0 1 1,0-1 0,0 0 0,0 1-1,0-1 1,0 0 0,-1 0 0,1 0-1,0 0 1,-1 0 0,2-1-1,16-17-742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45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51 140 84,'-6'-5'376,"1"0"-1,-1 0 1,1-1 0,0 1-1,1-1 1,-1-1 0,1 1 0,-3-8-1,6 12-277,1 0-1,-1 0 0,1 1 1,-1-1-1,1 0 0,0 0 1,0 0-1,0 0 0,0 0 1,0 0-1,1 0 0,-1 1 1,0-1-1,1 0 0,0 0 1,-1 0-1,1 1 0,0-1 1,0 0-1,0 0 0,0 1 1,0-1-1,0 1 0,0-1 1,1 1-1,-1 0 0,0-1 1,1 1-1,-1 0 0,1 0 1,0 0-1,-1 0 0,1 0 1,0 0-1,-1 1 0,1-1 1,3 0-1,8-4-11,0 1 1,0 0-1,0 1 0,0 0 1,0 1-1,0 1 1,1 0-1,14 1 0,-23 0-35,0 0-1,0 0 1,0 1 0,0-1-1,0 1 1,-1 0-1,1 1 1,0-1 0,0 1-1,-1 0 1,1 0-1,-1 0 1,0 0 0,1 1-1,-1 0 1,0 0-1,-1 0 1,1 0 0,-1 1-1,1 0 1,-1-1-1,0 1 1,0 0 0,4 9-1,-6-8 73,0-1 1,0 1-1,-1 0 0,1-1 1,-1 1-1,-1 0 0,1-1 1,-1 1-1,1 0 0,-1-1 1,0 1-1,-1-1 0,1 1 1,-1-1-1,0 1 0,0-1 1,-1 0-1,1 0 0,-5 5 0,-8 11 531,-1 0-1,-25 24 1,23-25-201,10-11-281,-25 32 495,33-39-659,-1 0 0,1-1 0,-1 1 0,1 0 0,-1 0 0,1-1 0,0 1 0,0 0 0,-1 0 0,1 0-1,0-1 1,0 1 0,0 0 0,0 0 0,0 0 0,0 0 0,0-1 0,0 1 0,0 0 0,0 0 0,0 0 0,1-1 0,-1 1-1,0 0 1,0 0 0,1 0 0,-1-1 0,1 1 0,-1 0 0,1-1 0,-1 1 0,1 0 0,-1-1 0,1 1 0,-1-1 0,1 1-1,0-1 1,-1 1 0,1-1 0,0 1 0,0-1 0,-1 0 0,1 1 0,0-1 0,0 0 0,0 0 0,-1 1 0,1-1 0,0 0-1,1 0 1,40 9 290,-14-4-80,-1 2-1,48 18 1,-68-23-107,-1 1-1,0 0 1,0 1 0,0 0-1,0 0 1,0 0 0,-1 0-1,0 1 1,0 0-1,0 0 1,0 0 0,-1 1-1,0 0 1,0 0 0,0 0-1,3 9 1,-6-13-41,-1-1 0,1 1 0,-1 0 0,1 0-1,-1 0 1,0 0 0,0 0 0,0 0 0,0 0 0,0 0 0,0 0 0,0 0 0,-1 0-1,1 0 1,-1 0 0,0 0 0,1 0 0,-1 0 0,-2 3 0,0-1 27,0 0-1,0 0 1,-1 0 0,0 0 0,1-1-1,-1 0 1,-7 5 0,-8 3 61,1-1-1,-37 15 1,47-22-141,-13 5-102,0-1 0,0 0 1,-25 3-1,40-9-336,-1 0 1,1 0-1,-1 0 1,0-1 0,1 0-1,-1-1 1,1 1-1,-1-1 1,1 0-1,-1-1 1,1 1-1,0-1 1,-1-1-1,-10-5 1,17 8 216,-1-1 1,0 1 0,1 0-1,-1-1 1,0 1 0,1-1-1,-1 0 1,1 1-1,-1-1 1,1 1 0,-1-1-1,1 0 1,-1 1 0,1-1-1,0 0 1,-1 0 0,1 1-1,0-1 1,0 0 0,-1 0-1,1 0 1,0 1 0,0-1-1,0 0 1,0 0-1,0 0 1,0 1 0,0-1-1,0 0 1,1 0 0,-1 0-1,0 1 1,0-1 0,1 0-1,-1 0 1,0 1 0,1-1-1,-1 0 1,1 1 0,-1-1-1,1 0 1,-1 1-1,1-1 1,-1 1 0,1-1-1,0 1 1,-1-1 0,1 1-1,0-1 1,1 0 0,37-19-3064,-16 13 2756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46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91 318 320,'-1'0'449,"-1"-1"0,1 1 0,-1-1 0,0 0 0,1 0 0,0 0 0,-1 0 0,1 0 0,0 0 0,-1-1 0,1 1 0,0 0 0,0-1 0,0 1 0,0 0 0,0-1 0,0 1 0,0-1 0,1 0 0,-2-2 0,17-9 4866,8 3-5480,-14 6 377,39-17 501,48-28 0,-82 41-708,-1-1 0,0 0 0,-1 0 1,0-2-1,0 1 0,-1-1 1,-1-1-1,11-15 0,-19 25-8,0 0 0,-1 0 0,0 0 0,1-1 1,-1 1-1,0 0 0,0-1 0,0 1 0,0-1 0,-1 1 0,1-1 0,-1 1 0,0-1 0,1 1 0,-1-1 0,0 0 1,0 1-1,-1-5 0,0 5-1,0 0 1,0 0 0,0 1 0,0-1 0,0 0 0,-1 1-1,1-1 1,-1 0 0,1 1 0,-1 0 0,1-1 0,-1 1-1,0 0 1,1 0 0,-1 0 0,0 0 0,0 0 0,-2-1-1,-5 0 7,1 0 0,0 0-1,-1 1 1,1 0 0,-1 0-1,1 1 1,-1 0 0,1 0-1,-1 1 1,-8 2 0,-3 2 51,1 1 1,-1 0 0,1 2 0,0 0 0,1 1 0,-23 16 0,33-20-37,0 0-1,1 0 1,0 1 0,0 0 0,1 0 0,0 1 0,0-1-1,0 2 1,1-1 0,0 0 0,0 1 0,1 0 0,0 0-1,0 1 1,1-1 0,-4 16 0,6-20-45,1 0 0,0 0 1,-1 0-1,1 1 0,1-1 1,-1 0-1,1 0 0,-1 0 0,1 0 1,0 0-1,1 0 0,-1 0 1,1 0-1,0-1 0,0 1 0,0 0 1,5 5-1,-3-4-187,1 0 0,1 0 0,-1 0 0,1-1 0,-1 0 0,1 0 0,0-1 0,1 0 0,11 5 0,-1-2-657,0-1 0,1-1 1,0-1-1,-1 0 0,1-2 0,0 0 1,26-1-1,-4-6-346,1-1 1,-1-1-1,-1-3 1,0-1-1,46-21 1,-27 6 925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46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81 180,'2'-1'217,"-1"0"-1,1-1 1,-1 1 0,1-1-1,-1 0 1,0 1 0,0-1-1,1 0 1,-1 0 0,-1 0-1,1 1 1,0-1 0,0 0-1,-1 0 1,1 0 0,-1-1-1,1 1 1,-1 0 0,0 0-1,0 0 1,0 0 0,0 0-1,-1 0 1,1 0 0,0 0-1,-1 0 1,1 0 0,-1 0-1,0 0 1,-1-3 0,0 3 76,1 1 0,-1-1 0,0 0 1,0 1-1,0-1 0,0 1 0,-1 0 0,1 0 1,0 0-1,0 0 0,-1 0 0,1 0 1,-1 0-1,1 1 0,-1-1 0,1 1 1,-1 0-1,1 0 0,-1 0 0,1 0 0,-1 0 1,1 0-1,-1 1 0,-4 1 0,-7 2 61,-1 1 0,1 1 0,0 0 0,0 1 0,1 0 0,0 1 0,0 0 0,1 1 0,-16 15 0,19-16-280,0 1-1,0 0 1,1 0 0,0 1 0,1 0 0,0 0-1,1 1 1,0 0 0,1 0 0,0 0 0,-7 24-1,11-31-100,0 0-1,1 0 1,-1 1-1,1-1 0,0 0 1,0 0-1,1 0 1,-1 0-1,1 0 1,0 0-1,0 0 0,2 5 1,-1-5-304,-1-1 1,1 0-1,1-1 1,-1 1-1,0 0 1,1 0-1,-1-1 1,1 0-1,0 1 0,0-1 1,0 0-1,0-1 1,0 1-1,0 0 1,0-1-1,1 0 1,-1 1-1,6 0 1,11 1-1436,0 0 1,0-2-1,0 0 0,0-1 1,23-3-1,-28 2 1583,38-3-778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46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268 137 56,'0'-24'1490,"1"16"-22,-1 0 1,0 0-1,0 0 0,-1 0 1,-3-14-1,3 19-1123,0 0 1,0 1-1,0-1 1,-1 0-1,1 1 1,-1 0-1,0-1 1,0 1-1,0 0 1,0 0-1,0 0 1,0 0-1,0 0 1,-1 0-1,1 1 1,-1-1-1,1 1 1,-1 0-1,0 0 0,-3-2 1,1 2-203,1-1-1,-1 1 1,0 0-1,0 0 1,1 1 0,-1-1-1,0 1 1,0 0 0,0 0-1,0 1 1,1-1 0,-1 1-1,0 0 1,0 1-1,1-1 1,-6 3 0,3 0-65,0-1 0,1 2 0,-1-1 0,1 1 0,0 0 0,0 0 0,1 1 0,0-1 0,-7 10 0,3-3-57,1 1-1,1 0 1,0 0 0,0 1-1,1 0 1,1 0-1,1 0 1,0 1-1,-4 27 1,7-34-44,1-1 0,0 1 0,1-1 1,-1 0-1,1 1 0,1-1 0,-1 0 0,1 1 0,1-1 0,-1 0 1,1-1-1,1 1 0,-1 0 0,1-1 0,0 0 0,0 0 1,1 0-1,0 0 0,0-1 0,0 0 0,11 9 0,-11-11-23,0 0 0,0-1-1,0 1 1,0-1 0,0 0-1,0 0 1,0-1 0,1 0-1,-1 0 1,1 0 0,-1 0-1,1-1 1,-1 0 0,1 0-1,-1 0 1,1-1 0,-1 0-1,1 0 1,-1 0 0,0-1-1,1 0 1,-1 0-1,0 0 1,0-1 0,0 1-1,-1-1 1,1 0 0,-1-1-1,8-6 1,-3 1 78,0 0-1,-1-1 0,-1 1 1,1-2-1,-2 1 1,1-1-1,-1 0 1,-1 0-1,0-1 1,-1 1-1,5-21 1,-5 17-503,-1-1 0,-1 0 0,0 0 0,-1-25 1,-11-23-6903,5 82-1047,3 0 7364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49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82 68,'-7'-16'791,"6"14"-387,-1-1 1,1 0-1,0 0 0,0-1 0,0 1 1,0 0-1,0 0 0,1 0 0,-1-1 1,1 1-1,0 0 0,0-1 1,0 1-1,1 0 0,-1 0 0,1-1 1,-3-7 8508,2 11-8729,-12 17 1019,5 21-1093,1 1-1,1 0 0,3 0 0,4 77 1,-2-106-153,1 7-966,0-1 0,1 1 0,5 19 0,-5-30-789,0 1 1,0-1 0,0 0-1,1 0 1,0-1 0,6 9-1,-7-13 545,2-5 648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0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5 215 72,'6'-83'3721,"-5"28"4226,-1 54-7430,-2 28 984,-2 9-965,-1 65 1,5-88-511,1-1 1,0 0-1,1 1 0,0-1 1,1 0-1,0 0 1,1 0-1,0-1 0,7 13 1,-10-22-27,0 1 0,1-1 0,-1 0 0,1 0 0,0 0 1,-1 0-1,1 0 0,0 0 0,0 0 0,0-1 0,1 1 0,-1-1 1,0 1-1,1-1 0,-1 0 0,0 0 0,1 0 0,0 0 0,-1 0 0,1-1 1,3 1-1,-1-1-12,-1 0 0,1-1 1,-1 1-1,0-1 0,1 0 1,-1 0-1,0-1 0,0 1 1,0-1-1,0 0 0,0 0 1,4-3-1,2-2-48,0 0 0,-1-1 0,0-1 0,0 1 0,0-1 0,-1-1 0,-1 1 0,10-17 0,-13 17 56,0-1 0,-1 0 0,0 1 1,0-1-1,-1 0 0,-1 0 0,0 0 0,0-1 0,-1 1 0,0 0 1,-1 0-1,-3-16 0,2 10-265,-2 0 1,0 0-1,-2 0 1,1 1-1,-2-1 1,-16-28-1,12 32-2595,5 15-2060,6 12 478,4-3 4745,5 3-772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0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25 36,'7'-4'-534,"18"-16"8284,-39 26-3699,9-4-3661,1 1 1,-1-1-1,0 2 1,1-1-1,-1 0 0,1 1 1,0 0-1,0 0 0,1 0 1,-1 0-1,1 0 1,0 1-1,0 0 0,0 0 1,1-1-1,-3 8 0,3-7-330,1 1 0,0-1 0,0 1-1,1-1 1,0 1 0,0 0-1,0-1 1,0 1 0,1-1 0,0 1-1,0-1 1,1 1 0,-1-1 0,1 0-1,1 0 1,-1 0 0,0 0-1,1 0 1,0 0 0,1 0 0,-1-1-1,1 0 1,-1 0 0,6 4-1,12 10 29,-13-13-66,-1 1 1,1 0-1,-1 0 0,9 12 0,-16-17-12,1 0 0,0 0 0,0 0 0,0 0 0,-1 0 0,1 0 0,-1 0 0,1 0 0,-1 1 0,1-1 0,-1 0 0,0 0 0,0 1 0,1-1 0,-1 0 1,0 0-1,0 1 0,0-1 0,0 0 0,-1 1 0,1-1 0,0 0 0,-1 0 0,1 1 0,0-1 0,-1 0 0,1 0 0,-1 0 0,0 0 0,1 1 0,-1-1 0,0 0 0,0 0 0,0 0 0,0-1 0,0 1 0,-1 2 0,-18 10-297,0 0 0,-1-2 0,-1 0 0,1-1 0,-2-1-1,-35 9 1,45-16 416,-4-2-5913,27-16-3698,10 5 7822,5-1 727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1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80 177 204,'23'-14'8687,"20"-2"-6266,0-1-2072,-35 13-253,0-1-1,0 0 0,-1-1 1,0 0-1,0 0 1,-1-1-1,12-14 1,-17 20-51,0 0 1,0-1 0,1 1 0,-1 0 0,-1-1 0,1 1 0,0 0 0,0-1-1,0 1 1,-1-1 0,1 0 0,-1 1 0,1-1 0,-1 1 0,0-1 0,0 0-1,1 1 1,-1-1 0,0 0 0,0 1 0,-1-1 0,1 0 0,0 1 0,-1-1-1,1 1 1,-1-1 0,1 0 0,-1 1 0,0-1 0,1 1 0,-1-1 0,0 1-1,0 0 1,0-1 0,0 1 0,0 0 0,-1 0 0,1 0 0,0 0 0,0 0-1,-1 0 1,1 0 0,-1 0 0,1 0 0,-1 1 0,1-1 0,-1 0 0,1 1-1,-1-1 1,0 1 0,-2 0 0,-3-2 33,0 1 0,0 1 0,-1-1-1,1 1 1,0 1 0,0-1 0,0 1 0,-1 1 0,1-1-1,0 1 1,1 0 0,-1 1 0,0 0 0,1 0 0,-1 0 0,1 1-1,-11 7 1,9-5-19,-1 0 0,1 1-1,0 0 1,1 0-1,0 1 1,0-1 0,1 2-1,-1-1 1,2 1 0,-1 0-1,-7 18 1,11-23-64,1 0 1,0 1-1,-1-1 1,1 1-1,1-1 1,-1 1-1,1-1 1,-1 1-1,1-1 1,1 1-1,-1-1 1,1 1-1,0-1 1,0 1-1,0-1 1,0 0-1,1 1 1,-1-1-1,1 0 1,0 0-1,1 0 1,-1 0-1,1 0 1,0-1-1,0 1 1,0-1-1,0 0 1,0 0-1,1 0 1,-1 0-1,1 0 1,0-1-1,0 0 1,6 3-1,3 1-764,1-1 1,0 0-1,0-1 0,1 0 0,0-2 0,-1 1 1,1-2-1,0 0 0,20-1 0,-24-1-148,18 0-1652,0-1-1,47-10 1,-56 5 2073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2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63 221 132,'-1'-24'1285,"1"1"1,4-36-1,-2 37 1682,-1 1 0,-2-41 0,1 61-2903,0 1 1,0 0-1,0 0 0,0-1 1,0 1-1,0 0 0,0-1 1,0 1-1,0 0 0,0 0 0,0-1 1,0 1-1,0 0 0,0-1 1,0 1-1,-1 0 0,1-1 0,0 1 1,0 0-1,0 0 0,0-1 1,0 1-1,-1 0 0,1 0 0,0 0 1,0-1-1,-1 1 0,1 0 1,0 0-1,0 0 0,-1-1 0,1 1 1,0 0-1,0 0 0,-1 0 1,1 0-1,0 0 0,0 0 1,-1 0-1,-9 10 937,-4 21-505,3 14-399,2 0 0,1 1 0,-1 65 0,8-59-1670,7 61 1,-5-104 828,0 1 0,1-1 0,0 0 0,1 0 0,0 0 0,0-1 0,1 1 0,5 8 0,-8-14 529,1-1 1,-1 0-1,1 1 1,-1-1-1,1 0 1,0 0-1,0 0 1,0-1-1,0 1 1,0 0-1,1-1 1,-1 1-1,0-1 1,1 0-1,-1 0 1,1 1-1,-1-2 1,1 1-1,0 0 1,-1-1-1,1 1 1,0-1-1,-1 0 1,1 1-1,0-2 1,-1 1-1,1 0 1,0 0-1,-1-1 1,1 1-1,4-3 1,16-8-335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2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23 128 28,'3'-28'331,"1"-35"1160,-9 27 2730,2 78 1005,-1-19-4374,-4 79 1628,1-14-1337,4 108 1,4-189-1143,-1 1 0,1-1 0,1 1 0,-1-1 0,1 1 1,1-1-1,-1 0 0,7 12 0,-8-17-5,-1-1-1,1 0 1,0 0-1,0 0 1,-1-1-1,1 1 1,0 0-1,0 0 1,0 0-1,0-1 0,0 1 1,0 0-1,0-1 1,1 1-1,-1-1 1,0 1-1,0-1 1,0 0-1,0 1 1,1-1-1,-1 0 1,2 0-1,0 0-3,-1-1-1,1 0 1,-1 0-1,1 0 1,-1 0-1,1 0 1,-1-1-1,0 1 1,0-1-1,1 1 1,-1-1-1,0 0 1,-1 0-1,1 0 1,2-2-1,10-14-41,-1 0 0,-1-1-1,0-1 1,10-25 0,14-24-29,-35 69 78,-1-1 1,0 1 0,0-1 0,0 0 0,1 1 0,-1-1-1,0 1 1,1-1 0,-1 1 0,0 0 0,1-1 0,-1 1 0,1-1-1,-1 1 1,0 0 0,1-1 0,-1 1 0,1 0 0,-1-1 0,1 1-1,-1 0 1,1 0 0,0 0 0,-1-1 0,1 1 0,-1 0-1,1 0 1,-1 0 0,1 0 0,0 0 0,-1 0 0,1 0 0,-1 0-1,1 0 1,-1 0 0,1 1 0,-1-1 0,1 0 0,0 0 0,-1 0-1,1 1 1,-1-1 0,1 0 0,-1 1 0,1 0 0,21 27-3,-4-3 2,-12-21-22,1 0-1,0 0 0,0-1 0,1 0 0,-1 0 1,1 0-1,-1-1 0,1 0 0,0-1 0,-1 0 1,1 0-1,0-1 0,0 0 0,0 0 0,0 0 1,0-1-1,10-3 0,-11 3-3,0 0 0,1-1 0,-1 0 0,0 0 0,0-1 0,0 0 0,-1 0 0,1-1 0,-1 0 0,0 0 0,0 0 0,0-1 0,0 1 0,-1-1 0,0-1 0,0 1-1,0-1 1,6-11 0,-10 16 15,0-1-1,0 0 1,-1 1-1,1-1 1,0 0-1,-1 0 1,1 0-1,-1 0 1,0 0-1,0 0 1,0 0-1,0 1 1,0-1-1,0 0 1,0 0-1,0 0 1,-1 0-1,1 0 1,-1 0-1,0 1 1,1-1-1,-1 0 1,0 0-1,0 1 1,0-1-1,0 0 1,0 1-1,-1-1 1,1 1-1,0 0 1,-1-1-1,-1 0 1,1 0-1,-1 1 1,1 0-1,-1-1 1,1 1-1,-1 0 1,0 0-1,0 1 1,1-1 0,-1 1-1,0-1 1,0 1-1,0 0 1,1 0-1,-1 0 1,0 0-1,0 1 1,0-1-1,1 1 1,-1-1 0,0 1-1,-4 2 1,3-1-36,0 0 1,-1 0 0,1 0 0,0 1-1,0-1 1,1 1 0,-1 0 0,0 0-1,1 1 1,0-1 0,0 1 0,0-1-1,0 1 1,0 0 0,1 0 0,0 1 0,0-1-1,0 0 1,0 1 0,1-1 0,-1 1-1,1-1 1,0 8 0,1-7-191,0 0 0,0 0 0,1-1 0,0 1 0,0 0 1,0 0-1,1-1 0,-1 1 0,1-1 0,0 1 0,1-1 0,-1 0 1,1 0-1,0 0 0,-1 0 0,2 0 0,-1-1 0,0 0 0,1 1 1,0-1-1,0 0 0,0-1 0,4 4 0,7 1-477,-1 0-1,1-1 1,-1-1-1,2 0 1,-1-1 0,0-1-1,1 0 1,0-1-1,21 0 1,6-3 143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3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63 32,'-75'-12'376,"10"3"404,14 1 492,18 0 584,17 1-275,18 1-481,19 0-416,17 4-440,10-3-920,8 5-936,5 0-217,-5 3 209,2-1 400,-7-7 504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5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0 170 64,'8'-73'1657,"3"-24"3267,-4 166-1343,-26 582-781,48-699-1992,-12 14-899,1 0 1,37-52-1,-50 78 75,1 1-1,-1 0 1,1 0-1,0 1 0,1 0 1,0 0-1,0 0 1,0 1-1,0 0 1,1 0-1,0 1 0,0 0 1,0 0-1,1 1 1,-1 0-1,1 1 0,14-3 1,-20 4 19,1 1 0,-1 0 0,0 0 0,1 0 0,-1 0 0,0 0 0,0 1-1,1-1 1,-1 1 0,0 0 0,0 0 0,0 0 0,0 1 0,0-1 0,0 1 0,0-1 0,0 1 0,-1 0 0,1 0 0,-1 0 0,1 1 0,-1-1 0,0 0 0,0 1 0,0 0-1,0-1 1,0 1 0,-1 0 0,1 0 0,-1 0 0,0 0 0,1 0 0,0 5 0,-1 2 6,0-1 1,0 0-1,-1 0 1,-1 1-1,1-1 0,-1 0 1,-1 0-1,0 1 0,0-1 1,-6 13-1,6-16-6,0 0-1,1-1 0,-1 1 0,1 0 1,0 0-1,0-1 0,1 1 1,-1 0-1,1 0 0,1 0 0,-1 0 1,3 10-1,-2-14-25,-1 0 0,1-1-1,0 1 1,0-1 0,0 1 0,0-1-1,0 1 1,0-1 0,0 0 0,0 1 0,1-1-1,-1 0 1,0 0 0,1 0 0,-1 0-1,1 0 1,3 2 0,-2-2-86,0-1 0,1 1-1,-1 0 1,0-1 0,1 0 0,-1 0 0,0 0 0,1 0-1,-1 0 1,0-1 0,1 0 0,5-1 0,9-4-681,0-1 1,0 0-1,-1-2 1,0 0-1,0 0 1,-1-2-1,18-14 1,-23 16 623,1-1 0,-2-1 0,0 0 0,0 0 0,14-22 0,-24 32 217,0 1 1,1-1 0,-1 0-1,1 1 1,-1-1-1,0 0 1,1 0 0,-1 1-1,0-1 1,0 0 0,0 0-1,0 0 1,0 1-1,1-1 1,-2 0 0,1 0-1,0 0 1,0 0 0,0 1-1,0-1 1,0 0-1,-1 0 1,1-1 0,0 3 6,0-1 0,0 0 0,0 0 0,0 0 0,0 0 1,0 0-1,0 1 0,0-1 0,0 0 0,0 0 0,-1 0 0,1 0 1,0 0-1,0 0 0,0 1 0,0-1 0,0 0 0,0 0 0,0 0 1,0 0-1,0 0 0,0 0 0,0 0 0,-1 0 0,1 1 0,0-1 1,0 0-1,0 0 0,0 0 0,0 0 0,0 0 0,-1 0 0,1 0 1,0 0-1,0 0 0,0 0 0,0 0 0,0 0 0,0 0 0,-1 0 1,1 0-1,0 0 0,0 0 0,0 0 0,0 0 0,0 0 0,-1 0 1,1 0-1,0 0 0,0 0 0,0 0 0,0-1 0,0 1 0,0 0 1,0 0-1,-1 0 0,1 0 0,0 0 0,0 0 0,0 0 0,0 0 1,0 0-1,0-1 0,0 1 0,0 0 0,0 0-19,0 1 0,0-1 0,1 1 0,-1-1 1,0 1-1,0-1 0,1 1 0,-1-1 0,0 1 0,1-1 0,-1 0 0,1 1 0,-1-1 0,1 0 0,-1 1 0,1-1 0,-1 0 0,1 0 1,-1 1-1,1-1 0,-1 0 0,1 0 0,-1 0 0,1 0 0,-1 0 0,1 0 0,-1 0 0,1 0 0,-1 0 0,1 0 0,-1 0 0,1 0 1,0 0-1,-1 0 0,1 0 0,-1 0 0,1-1 0,-1 1 0,1 0 0,-1 0 0,1-1 0,-1 1 0,0 0 0,1-1 0,0 0 0,24-14 232,-23 12-261,0 0 1,-1 1-1,1-1 0,-1 0 0,1 0 0,-1 0 0,0 0 0,-1-1 0,1 1 0,0 0 1,-1 0-1,0 0 0,0-1 0,0 1 0,0 0 0,0 0 0,0-1 0,-1 1 0,0 0 1,0 0-1,0 0 0,0 0 0,-2-4 0,2 5 0,0 0 0,0 0-1,-1 0 1,1 1 0,0-1 0,-1 1 0,0-1-1,1 1 1,-1-1 0,0 1 0,1 0 0,-1 0-1,0 0 1,0 0 0,0 0 0,0 0 0,0 1-1,0-1 1,0 1 0,-1-1 0,1 1 0,0 0-1,0 0 1,0 0 0,0 0 0,0 0 0,-1 0 0,1 0-1,0 1 1,0-1 0,0 1 0,0 0 0,0 0-1,0 0 1,0 0 0,-2 1 0,-2 1 10,1 1-1,-1-1 1,1 1 0,0 0 0,0 1-1,0-1 1,0 1 0,1 0 0,0 0-1,0 0 1,0 1 0,1-1 0,0 1-1,0 0 1,0 0 0,1 0 0,0 0-1,0 1 1,0-1 0,1 0 0,0 1 0,0 0-1,1-1 1,0 1 0,0-1 0,0 1-1,2 7 1,-1-6-104,0 0 0,1-1-1,0 1 1,0 0 0,1-1 0,0 1-1,0-1 1,1 0 0,0 0-1,0 0 1,0-1 0,1 1 0,0-1-1,1 0 1,-1-1 0,1 1 0,0-1-1,0 0 1,1 0 0,0-1 0,-1 0-1,10 4 1,-5-5-279,0 0 1,0 0-1,0-1 0,0-1 0,1 0 1,-1 0-1,0-1 0,1 0 1,-1-1-1,0-1 0,1 1 1,-1-2-1,0 0 0,0 0 0,-1-1 1,1 0-1,-1-1 0,0 0 1,0-1-1,0 0 0,-1 0 0,1-1 1,7-8-1,-9 8 429,-1-1 0,1 0 1,-2 0-1,1 0 0,-1-1 0,0 0 1,-1 0-1,0-1 0,0 1 0,-1-1 1,0 0-1,-1 0 0,0-1 0,-1 1 0,2-20 1,-4 26 263,0 0 0,0 0 0,0 0 0,-1 0 0,1 0 1,-1 1-1,0-1 0,-1 0 0,1 0 0,0 1 0,-1-1 0,-3-4 1,5 7-230,0 1 1,-1 0 0,1-1-1,0 1 1,-1-1 0,1 1-1,0 0 1,-1-1 0,1 1 0,-1 0-1,1-1 1,-1 1 0,1 0-1,0 0 1,-1-1 0,1 1-1,-1 0 1,1 0 0,-1 0 0,0 0-1,1 0 1,-1 0 0,1 0-1,-1 0 1,1 0 0,-1 0-1,1 0 1,-1 0 0,1 0-1,-1 0 1,0 1 0,-1 0 14,1 0 0,-1 0-1,1 1 1,0-1 0,-1 1 0,1-1 0,0 1 0,0 0 0,0-1-1,0 1 1,0 0 0,1 0 0,-2 4 0,-3 8 63,0 1 1,2 0 0,0 1 0,0-1-1,2 0 1,0 1 0,1 23-1,0-34-177,1 0-1,0 0 1,0 0-1,0 0 1,1 0-1,-1 0 1,1 0-1,0 0 0,1 0 1,-1-1-1,6 7 1,-6-8-10,1-1-1,-1 0 1,1 1 0,0-1 0,-1 0-1,1 0 1,0-1 0,0 1-1,1-1 1,-1 1 0,0-1 0,0 0-1,1 0 1,-1 0 0,1-1 0,-1 1-1,1-1 1,6 0 0,-3-1 4,-1 0-1,1 0 1,0-1 0,-1 0 0,1 0-1,-1-1 1,0 0 0,0 0-1,0 0 1,0-1 0,0 0 0,-1 0-1,1 0 1,-1-1 0,0 1 0,-1-1-1,1-1 1,-1 1 0,0-1 0,0 1-1,-1-1 1,0 0 0,3-7-1,-1 4-147,-1 0-1,0-1 0,0 0 0,-1 0 0,-1 0 0,1 0 0,-1 0 0,-1 0 1,0 0-1,-1-1 0,0 1 0,0 0 0,-1-1 0,-4-18 0,3 24-855,0 0-1,0 0 1,0 1-1,-1-1 0,1 1 1,-1-1-1,0 1 0,-7-7 1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6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64 108,'3'-4'312,"0"1"1,0-1-1,-1 1 1,0-1-1,1 0 1,-1 0-1,2-5 1,2-17 4687,-6 26-4921,0-1 0,0 1 0,-1 0 0,1 0 0,0 0 0,0 0 0,0 0 0,0-1 0,0 1 0,-1 0 1,1 0-1,0 0 0,0 0 0,0 0 0,-1 0 0,1 0 0,0 0 0,0 0 0,0-1 0,-1 1 0,1 0 0,0 0 0,0 0 0,0 0 0,-1 0 0,1 0 0,0 0 0,0 1 0,0-1 0,-1 0 0,1 0 0,0 0 1,0 0-1,0 0 0,-1 0 0,1 0 0,0 0 0,0 0 0,0 1 0,0-1 0,-1 0 0,1 0 0,0 0 0,-1 3 640,10-1-202,-10-2-375,0 1 0,1 0 0,-1-1 0,0 1 0,0-1 0,0 1-1,0 0 1,1 0 0,-1-1 0,0 1 0,1 0 0,-1 0-1,0 0 1,1 0 0,-1 0 0,1 0 0,0 0 0,-1 0 0,1 0-1,0 0 1,-1 2 0,-9 44 548,7-24-666,1 1-1,1 29 1,1-50-21,1-1 1,-1 1-1,1-1 0,0 1 0,-1-1 0,1 1 1,0-1-1,0 0 0,1 1 0,-1-1 0,0 0 0,1 0 1,0 0-1,-1 0 0,1 0 0,0-1 0,0 1 1,0 0-1,0-1 0,0 1 0,0-1 0,1 0 1,-1 0-1,0 0 0,1 0 0,-1 0 0,0 0 1,1-1-1,-1 1 0,1-1 0,4 1 0,10 0-25,0 0-1,1-1 1,30-4 0,-9 1 2,-38 3 23,0 0 0,0 0 0,-1 0 0,1 0 0,0 0 0,0 1 0,0-1 0,0 0 0,0 0 0,-1 1 0,1-1 0,0 0 0,0 1 0,0-1 0,-1 1 0,1-1 0,0 1 0,-1 0 0,1-1 0,0 1 0,-1 0 0,1-1 0,-1 1 0,1 0 0,-1 0 0,0-1 0,1 1 0,-1 0 0,0 0 0,1 0 0,-1 0 0,0-1 0,0 1 0,0 0 0,1 0 0,-1 0 0,0 0 0,0 0 0,-1 0 0,1 0 0,0-1 0,0 1 0,0 0 0,-1 1 0,-16 52 117,8-31-97,6-11-5,0 0 0,1 0 0,0 1 0,1-1 0,1 22 0,0-32-98,0 0-1,0 0 1,0 0 0,1 0-1,-1 0 1,0-1 0,1 1 0,-1 0-1,1 0 1,0 0 0,0 0 0,0-1-1,0 1 1,0 0 0,0-1-1,0 1 1,0-1 0,0 0 0,1 1-1,-1-1 1,1 0 0,-1 1-1,1-1 1,0 0 0,-1 0 0,1 0-1,0-1 1,-1 1 0,1 0 0,0-1-1,0 1 1,0-1 0,0 0-1,0 1 1,0-1 0,0 0 0,-1 0-1,1 0 1,0 0 0,0-1-1,0 1 1,0 0 0,0-1 0,0 1-1,0-1 1,1-1 0,5-1-821,0-1-1,0 0 1,-1 0 0,1 0 0,-1-1-1,0-1 1,-1 1 0,1-1 0,5-7-1,29-22-2068,-22 22 2335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6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41 24,'-13'-14'942,"-6"-7"2275,19 21-3087,0-1-1,0 1 0,0 0 1,0 0-1,0 0 0,0-1 1,0 1-1,0 0 0,0 0 1,-1 0-1,1-1 1,0 1-1,0 0 0,0 0 1,0 0-1,0 0 0,0-1 1,0 1-1,-1 0 0,1 0 1,0 0-1,0 0 0,0 0 1,0 0-1,-1-1 0,1 1 1,0 0-1,0 0 0,0 0 1,-1 0-1,1 0 0,0 0 1,0 0-1,0 0 0,-1 0 1,1 0-1,0 0 0,0 0 1,0 0-1,-1 0 0,1 0 1,0 0-1,0 0 0,-1 0 1,1 0-1,0 0 0,0 0 1,0 0-1,0 1 0,-1-1 1,1 0-1,0 0 0,0 0 1,0 0-1,0 0 0,-1 1 1,1-1-1,0 0 0,0 0 1,0 0-1,0 0 0,0 1 1,0-1-1,0 0 1,0 0-1,-1 1 0,-5 64 1854,-1 14-2405,7-73-241,0 0 1,1 0-1,0 0 0,0 0 1,1 0-1,2 7 1,-4-12 414,1 0 1,-1 0 0,1 0 0,-1 0 0,1 0-1,0 0 1,-1-1 0,1 1 0,0 0-1,0 0 1,0 0 0,0-1 0,-1 1 0,1 0-1,0-1 1,0 1 0,0-1 0,0 1 0,1-1-1,-1 0 1,0 1 0,0-1 0,0 0 0,0 0-1,0 0 1,0 0 0,0 0 0,1 0 0,-1 0-1,0 0 1,0 0 0,0 0 0,0-1-1,0 1 1,2-1 0,8-6-453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6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75 24,'8'-34'908,"-8"33"-760,1-1 1,-1 1-1,1 0 0,-1-1 0,1 1 1,-1 0-1,1 0 0,0 0 1,0 0-1,-1-1 0,1 1 1,0 0-1,0 0 0,0 1 1,0-1-1,0 0 0,1 0 1,-1 0-1,0 1 0,0-1 0,0 0 1,3 0-1,-3 1-64,-1 0 0,0 0 0,1 1-1,-1-1 1,1 0 0,-1 0 0,0 0 0,1 1 0,-1-1-1,0 0 1,1 0 0,-1 1 0,0-1 0,0 0 0,1 1-1,-1-1 1,0 0 0,0 1 0,1-1 0,-1 0 0,0 1-1,0-1 1,0 1 0,0-1 0,0 0 0,0 1 0,0-1 0,0 1-1,0-1 1,0 0 0,0 1 0,0-1 0,0 1 0,0-1-1,0 0 1,0 1 0,0-1 0,0 1 0,0-1 0,0 0-1,-1 1 1,1-1 0,0 0 0,0 1 0,-1-1 0,1 0-1,0 1 1,0-1 0,-1 0 0,1 0 0,0 1 0,-1-1-1,1 0 1,-1 1 0,-16 21 2280,10-17-1849,-1 1-1,0-1 1,-1-1 0,1 1 0,-1-1 0,-15 5-1,21-8-464,0-1 0,0 1-1,0 0 1,0-1-1,0 0 1,0 0-1,0 1 1,0-2 0,0 1-1,0 0 1,-4-2-1,6 2-52,0-1-1,-1 1 0,1-1 0,0 0 0,0 1 0,0-1 1,0 0-1,0 0 0,0 0 0,0 0 0,0 0 1,0 0-1,1 0 0,-1 0 0,0 0 0,1 0 1,-1-1-1,0 1 0,1 0 0,0 0 0,-1-1 0,1 1 1,0 0-1,0-1 0,-1 1 0,1-2 0,0 0-175,0 1-1,-1 0 0,1-1 0,0 1 0,0 0 0,1-1 0,-1 1 1,0-1-1,1 1 0,-1 0 0,1 0 0,0-1 0,0 1 0,0 0 1,0 0-1,0 0 0,0 0 0,1 0 0,-1 0 0,1 0 0,-1 0 1,1 1-1,0-1 0,-1 1 0,1-1 0,0 1 0,0-1 0,0 1 1,0 0-1,0 0 0,1 0 0,-1 0 0,0 1 0,4-2 0,-2 2-239,1-1-1,-1 1 0,0 0 0,1 0 0,-1 0 1,0 1-1,0 0 0,1 0 0,-1 0 0,0 0 1,0 0-1,0 1 0,0 0 0,0 0 0,-1 0 1,1 0-1,0 1 0,3 3 0,17 16-321,3 3 368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7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11 200,'-1'-1'297,"1"1"0,-1-1 0,0 0 0,1 0 0,-1 1 0,0-1 0,0 0 0,0 1 0,0-1 0,1 0 0,-1 1 0,0 0 0,0-1 0,0 1 0,0-1 0,0 1 0,0 0 0,0 0 0,-1 0 0,1-1 0,0 1 0,0 0 0,0 0 0,0 1 0,0-1 0,0 0 0,0 0 0,0 0 1,0 1-1,0-1 0,-1 1 0,-37 7 3635,37-7-3826,0-1 0,0 0 0,0 1 0,0 0 0,1-1 0,-1 1 0,0 0 0,0 0 0,1 0 0,-1 0 1,1 0-1,-1 1 0,1-1 0,-1 0 0,1 1 0,0-1 0,0 1 0,-2 2 0,3-3-80,0 0 0,0 0-1,0 0 1,0 0 0,0 0 0,0 0-1,0 0 1,1 0 0,-1 0 0,0 0-1,1 0 1,-1-1 0,1 1-1,-1 0 1,1 0 0,-1 0 0,1 0-1,0-1 1,-1 1 0,1 0 0,0-1-1,-1 1 1,1 0 0,2 0-1,5 4-20,0 1-1,1-2 0,0 1 0,0-1 0,14 3 0,-17-5 1,0 0 0,0 0 0,-1 0 0,1 0 0,-1 1 0,1 0-1,4 4 1,-9-7-3,-1 0-1,1 1 0,-1-1 0,1 1 0,-1-1 0,0 1 0,1 0 1,-1-1-1,0 1 0,1-1 0,-1 1 0,0 0 0,1-1 1,-1 1-1,0 0 0,0-1 0,0 1 0,0 0 0,0-1 0,0 1 1,0 0-1,0 0 0,0-1 0,0 1 0,0 0 0,-1 1 0,0 0 0,0 0 0,0 0 1,-1-1-1,1 1 0,0 0 0,-1-1 0,1 1 0,-1-1 0,1 0 0,-1 1 0,-3 1 0,-11 9-124,-36 22-333,49-32 105,0-1-1,0 0 1,0 1-1,-1-1 1,1 0 0,0 0-1,-1-1 1,-4 1-1,7-1 150,0 0 0,1 0-1,-1 0 1,0 0 0,1 0 0,-1 0-1,1-1 1,-1 1 0,0 0-1,1 0 1,-1-1 0,1 1 0,-1 0-1,1-1 1,-1 1 0,1 0 0,-1-1-1,1 1 1,-1-1 0,1 1 0,-1-1-1,1 1 1,0-1 0,-1 1-1,1-1 1,0 0 0,-1 1 0,1-1-1,0 1 1,0-1 0,0 0 0,0 1-1,0-1 1,-1 0 0,1 1 0,0-1-1,0 0 1,1 1 0,-1-1-1,0 0 1,0 1 0,0-1 0,0 1-1,0-1 1,1 0 0,-1 1 0,0-1-1,1 1 1,-1-1 0,0 1 0,1-1-1,-1 1 1,1-1 0,-1 1-1,0-1 1,1 1 0,-1-1 0,2 1-1,4-6-384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7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1 120 244,'5'-72'4358,"-3"25"4766,5 90-4078,4 15-4918,11 233-1048,-24-96-8091,1-186 8358,0 1-1,0-1 1,2 0 0,-1 0-1,1 1 1,0-1-1,1 0 1,0 0-1,0 0 1,1 0-1,0-1 1,7 13-1,2-7 220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8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63 125 8,'-19'-11'284,"13"9"129,1 0-1,0-1 1,0 0-1,0 0 1,1 0 0,-8-8-1,11 11-332,1-1 0,0 1 0,0-1 0,0 1-1,-1-1 1,1 1 0,0-1 0,0 1 0,0-1 0,0 1 0,0-1-1,0 1 1,0-1 0,0 1 0,0-1 0,0 1 0,1-1-1,-1 1 1,0-1 0,0 1 0,0-1 0,1 1 0,-1-1-1,0 1 1,0 0 0,1-1 0,-1 1 0,0-1 0,1 1 0,-1 0-1,1-1 1,-1 1 0,0 0 0,1-1 0,-1 1 0,1 0-1,-1 0 1,1-1 0,-1 1 0,2 0 0,23-11 784,-21 9-631,27-10-4,1 2 0,0 0 0,0 3 0,1 0 0,59-3 0,-91 10-233,1 0 0,0 0 0,-1 0 1,1 0-1,-1 0 0,1 0 0,-1 0 0,1 1 1,-1-1-1,1 1 0,-1-1 0,1 1 0,-1-1 0,0 1 1,1 0-1,-1 0 0,0 0 0,1 0 0,-1 0 1,0 0-1,0 0 0,0 0 0,0 0 0,0 1 1,0-1-1,0 0 0,-1 1 0,1-1 0,0 0 0,0 3 1,0 3-323,0 0 0,0 0 0,-1 0 0,1 0 0,-3 13 1,1-13-272,1-1 1,-1 1 0,2-1 0,-1 1 0,0-1-1,3 11 1,18 21-1498,-7-21 1606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8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67 152,'8'-26'1130,"-4"16"5848,5 36-3414,-9-26-3536,10 41 1183,-9-39-1125,-1 0 0,1-1-1,-1 1 1,0 0 0,0 0 0,1-1-1,-1 1 1,0 0 0,-1 0-1,1 0 1,0-1 0,0 1-1,-1 0 1,1 0 0,-1-1 0,0 1-1,1-1 1,-1 1 0,-2 3-1,2-5-57,1 0-1,-1 0 0,0 1 0,1-1 0,-1 0 0,0 0 0,1 0 1,-1 0-1,0 0 0,1 0 0,-1 0 0,0 0 0,1 0 1,-1 0-1,0-1 0,1 1 0,-1 0 0,0 0 0,1 0 0,-1-1 1,1 1-1,-1 0 0,0-1 0,1 1 0,-1-1 0,1 1 1,-1-1-1,1 1 0,-1-1 0,1 1 0,0-1 0,-1 1 0,1-1 1,-1 1-1,1-1 0,0 0 0,0 1 0,-1-1 0,1 0 1,0 1-1,0-1 0,0 0 0,0 0 0,-8-32-76,8-26-2289,1 41-1889,0 7-4274,-3 20 7764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2:58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266 166 100,'5'-9'590,"-1"-1"-1,-1 0 1,1 0-1,-2 0 1,1 0 0,-2 0-1,1 0 1,-1-20-1,-1 28-314,0-1-1,-1 1 1,1-1-1,-1 1 1,0-1-1,1 1 1,-1-1-1,0 1 1,-1-1-1,1 1 1,0 0 0,-1 0-1,1 0 1,-1 0-1,0 0 1,-2-2-1,1 2-52,0 0 1,0 0-1,0 0 0,0 1 0,-1-1 0,1 1 1,0 0-1,-1 0 0,1 1 0,-1-1 1,0 1-1,1-1 0,-1 1 0,-6 1 1,-2-1 102,1 2 1,0 0-1,1 0 1,-1 1 0,0 0-1,1 1 1,-1 0-1,1 0 1,0 1 0,0 1-1,1 0 1,0 0-1,-9 8 1,12-9-265,1-1 1,0 1-1,1 0 0,-1 1 0,1-1 1,0 1-1,0 0 0,1 0 0,-1 0 1,1 0-1,1 0 0,-1 1 0,1 0 1,0-1-1,1 1 0,-1 0 0,2 0 1,-1 0-1,1 0 0,0 0 0,0 0 1,1 7-1,0-10-56,0 0 0,0 0 1,0-1-1,0 1 0,1 0 0,0-1 1,-1 0-1,1 1 0,0-1 0,1 0 1,-1 0-1,1 0 0,-1 0 0,1 0 1,0-1-1,4 4 0,0-2-33,-1 0 0,1-1 0,-1 0 0,1 0 0,0 0 0,0-1 0,1 0 0,7 1 0,5-1-561,-1 0 0,0-1 0,1-2 0,-1 0 0,35-6 0,-28 2-685,58-12-5465,-77 15 5974,0 0 0,0-1 1,0 1-1,-1-1 0,1-1 1,-1 1-1,0-1 0,11-9 0,-9 3 112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1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61 132,'-5'-6'453,"1"0"0,-1 1 0,1 0 0,-2 0 0,1 0 0,0 1 0,-12-8 0,4 3 970,8 5-72,9 7-883,9 13-302,-9-3 0,-1 0 0,-1 0 0,0 0 0,-1 1 0,0-1 0,-2 27 0,-17 85 307,8-68-783,7-34-80,-6 40-1980,9-58 1990,0-1-1,0 1 0,0-1 0,0 1 0,1-1 0,0 0 0,0 1 0,0-1 0,0 0 0,4 8 0,4-2-521,3-8 377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2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71 113 28,'6'-64'1275,"-6"62"-1121,0-1-1,1 1 0,-1 0 1,1 0-1,-1-1 1,1 1-1,0 0 0,0 0 1,0 0-1,0-1 0,0 1 1,0 1-1,1-1 1,-1 0-1,1 0 0,-1 0 1,1 1-1,0-1 1,-1 1-1,1-1 0,0 1 1,0 0-1,0-1 0,4 0 1,-6 2-97,0 0 1,1 0-1,-1-1 1,1 1-1,-1 0 1,1 0-1,-1 0 1,1 0-1,-1 0 1,1 0-1,-1 0 1,1 1-1,-1-1 1,1 0-1,-1 0 1,1 0-1,-1 0 1,1 1-1,-1-1 0,1 0 1,-1 0-1,0 1 1,1-1-1,-1 0 1,1 1-1,-1-1 1,0 0-1,1 1 1,-1-1-1,0 1 1,0-1-1,1 0 1,-1 1-1,0 0 1,-1 21 1503,-18 17 651,13-33-1990,0 1 1,0-2-1,0 1 1,-1 0-1,0-1 1,0 0-1,0-1 0,-1 0 1,0 0-1,1 0 1,-1-1-1,-10 2 1,18-5-256,-1 0 1,1 0 0,0 0 0,0 0 0,-1 0-1,1-1 1,0 1 0,0 0 0,0 0 0,0 0 0,0-1-1,-1 1 1,1 0 0,0 0 0,0-1 0,0 1-1,0 0 1,0 0 0,0-1 0,0 1 0,0 0-1,0 0 1,0-1 0,0 1 0,0 0 0,0 0 0,0-1-1,0 1 1,0 0 0,0 0 0,0-1 0,0 1-1,0 0 1,0 0 0,0 0 0,0-1 0,1 1-1,-1 0 1,0 0 0,0-1 0,0 1 0,0 0 0,1 0-1,-1 0 1,0 0 0,0-1 0,0 1 0,1 0-1,-1 0 1,0 0 0,0 0 0,1 0 0,11-14-1686,-6 9 867,1 0 1,-1 0-1,1 1 1,0 0-1,1 0 1,-1 0-1,12-3 1,-11 5 465,1 0 0,-1 0 0,0 0 0,1 1 0,-1 1 0,1-1 0,9 2 0,15 4-74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2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51 84,'0'0'86,"0"1"0,0 0-1,1 0 1,-1-1 0,0 1 0,1 0-1,-1-1 1,1 1 0,-1 0 0,0-1-1,1 1 1,-1 0 0,1-1 0,0 1-1,-1-1 1,1 1 0,-1-1 0,1 0-1,0 1 1,0-1 0,-1 0 0,1 1 0,0-1-1,-1 0 1,1 0 0,0 1 0,0-1-1,-1 0 1,1 0 0,0 0 0,0 0-1,0 0 1,-1 0 0,1 0 0,0 0-1,0-1 1,-1 1 0,1 0 0,1-1-1,-1 0 163,0-1 0,0 1 0,0-1 1,-1 1-1,1-1 0,0 0 0,-1 1 0,1-1 0,-1 0 0,0 0 0,1 1 0,-1-1 0,0 0 0,0 0 0,0 1 0,0-1 0,-1-3 0,1 4-94,0-1 1,0 1 0,0 0-1,-1 0 1,1-1 0,0 1-1,-1 0 1,1 0 0,-1 0-1,1-1 1,-1 1 0,0 0-1,1 0 1,-1 0 0,0 0-1,0 0 1,0 0 0,0 1-1,0-1 1,0 0 0,0 0-1,0 1 1,0-1 0,0 0-1,0 1 1,-2-1 0,1 0 68,-1 1 1,0-1 0,0 1 0,0 0 0,0 0 0,0 0 0,0 0 0,0 1 0,0-1 0,-6 2 0,1 1 68,1-1 0,-1 1 1,1 1-1,-1-1 0,1 1 0,0 0 0,-10 9 1,14-10-257,0-1 0,1 1 0,0 0 1,-1 0-1,1 0 0,0 0 0,1 1 0,-1-1 1,0 0-1,1 1 0,0-1 0,0 1 1,0-1-1,0 1 0,1 0 0,-1-1 1,1 1-1,0 0 0,0 0 0,0-1 1,1 1-1,-1 0 0,1-1 0,0 1 1,0-1-1,0 1 0,0-1 0,1 1 1,2 4-1,6 9 84,1-1-1,0 0 1,1 0 0,21 20-1,-2-1 300,-31-35-411,1 1-1,-1-1 1,1 1-1,-1-1 0,0 0 1,0 1-1,1-1 1,-1 1-1,0-1 1,0 0-1,1 1 0,-1-1 1,0 1-1,0-1 1,0 1-1,0-1 0,0 1 1,0-1-1,0 1 1,0-1-1,0 1 1,0-1-1,0 1 0,0-1 1,0 1-1,0-1 1,0 1-1,0-1 0,-1 0 1,1 1-1,0 0 1,-17 7 47,-31-5-723,40-3 219,-33 4-5380,0 2 0,-80 23-1,111-26 5751,-21 5-534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4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44 129 128,'-4'-3'502,"0"0"0,1 0-1,-1 0 1,1-1 0,0 0 0,0 0-1,1 0 1,-1 0 0,1 0 0,0 0-1,0-1 1,0 1 0,0-1 0,1 1-1,0-1 1,-2-9 0,3 12-270,0 0 0,0 0 0,0 0 0,0 0 0,1 0 1,-1 0-1,0 0 0,1 0 0,-1 0 0,1 1 0,0-1 0,0 0 0,0 0 0,0 0 0,0 1 1,0-1-1,0 1 0,0-1 0,1 1 0,-1-1 0,0 1 0,3-2 0,-2 2-198,1-1 1,0 1-1,-1 0 0,1 0 0,0 0 0,0 0 0,0 0 0,0 1 0,0-1 0,0 1 0,5 0 0,-5 0 49,0 0 1,0 1-1,0-1 0,0 1 0,0-1 0,0 1 0,0 0 0,0 0 0,0 1 0,-1-1 0,1 0 1,-1 1-1,1 0 0,-1-1 0,1 1 0,-1 0 0,0 0 0,3 3 0,-1 1 34,0 0 0,0 0 0,0 0 0,-1 0 0,0 1 0,0-1 1,2 12-1,0 0 28,-1 0 0,-1 0 0,-1 1 0,-1-1 0,-1 24 1,-5-8 109,5-34-240,0 1 0,0 0 0,0 0 0,0 0 0,0 0 0,-1-1 0,1 1 1,0 0-1,0 0 0,-1 0 0,1-1 0,0 1 0,-1 0 0,1 0 0,-1-1 1,1 1-1,-1 0 0,1-1 0,-1 1 0,1 0 0,-1-1 0,0 1 0,1-1 1,-1 1-1,0-1 0,0 0 0,1 1 0,-1-1 0,0 0 0,0 1 0,0-1 1,-1 0-1,1 0-8,0-1 1,0 0-1,1 0 0,-1 0 1,0 0-1,1 0 1,-1 0-1,0 0 1,1 0-1,0 0 1,-1 0-1,1 0 0,-1-1 1,1 1-1,0 0 1,0 0-1,0 0 1,0-1-1,0 1 1,0 0-1,0 0 0,0 0 1,1-2-1,4-32-36,-4 33 30,2-13-34,1 1 1,0 0-1,1 0 0,1 0 0,10-17 0,-12 25 19,0-1 0,0 1 0,0 0 0,1 1 0,0-1 0,0 1 0,0 0 0,1 0 0,0 0 0,0 1 0,0 0 0,11-5 0,-15 8 37,0 0 0,0 0 0,1 1 1,-1-1-1,0 1 0,0 0 0,0-1 0,1 1 0,-1 0 1,0 0-1,0 1 0,0-1 0,1 0 0,-1 1 0,0-1 1,0 1-1,0 0 0,0 0 0,0-1 0,0 1 0,0 1 1,0-1-1,0 0 0,-1 0 0,1 1 0,0-1 0,-1 1 0,1-1 1,-1 1-1,1 0 0,-1 0 0,0 0 0,0-1 0,0 1 1,0 0-1,0 1 0,0-1 0,0 3 0,5 11-384,-1 1 0,0 0-1,4 33 1,-5-27-2276,-4-22 2303,0 0 1,0 0-1,0-1 0,0 1 1,0 0-1,1 0 0,-1 0 1,0 0-1,1-1 0,-1 1 1,1 0-1,-1 0 0,1-1 0,-1 1 1,1 0-1,-1-1 0,1 1 1,0 0-1,-1-1 0,1 1 1,0-1-1,-1 1 0,1-1 1,0 0-1,0 1 0,0-1 1,0 0-1,-1 1 0,2-1 1,29-4-3695,-30 3 4049,27-6-886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4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76 104,'1'-2'195,"0"0"0,0 1 0,0-1 0,0-1 0,0 1 0,-1 0 0,1 0 0,-1 0 0,1 0 0,-1 0 0,0-1 0,0 1 0,0 0 0,0 0 0,0 0 0,-1 0 0,1-1 0,-1 1 0,1 0 0,-1 0 0,0 0 0,0 0 0,1 0 0,-2 0 0,1 0 0,0 0 0,-2-2 0,0 2 202,1 1 1,0-1-1,-1 0 0,0 1 1,1 0-1,-1 0 1,0-1-1,0 2 1,0-1-1,0 0 1,0 1-1,1-1 0,-1 1 1,0 0-1,0 0 1,0 0-1,0 0 1,0 0-1,0 1 0,-5 1 1,-1 1-7,1 1 1,-1-1-1,1 2 1,0-1-1,1 1 1,-1 0-1,1 1 1,0 0-1,0 0 1,1 0-1,0 1 1,0 0-1,-9 14 0,12-17-329,1 1-1,-1-1 0,1 1 0,0 0 0,0-1 0,0 1 0,1 0 0,0 0 0,0 0 0,0 0 0,0 9 0,1-11-40,1 1 0,-1-1 0,1 0 0,0 0 0,0 0 0,0 0 0,0 0 0,0-1-1,1 1 1,-1 0 0,1 0 0,0-1 0,0 1 0,0-1 0,0 0 0,0 1 0,0-1 0,1 0 0,-1 0 0,5 2 0,0 0-23,0-1 1,1 0 0,-1 0 0,1-1 0,0 0-1,0-1 1,0 1 0,0-1 0,0-1 0,0 0 0,0 0-1,0 0 1,0-1 0,0 0 0,15-5 0,-18 5-4,0 0 0,0 0 0,0-1 0,0 1 0,0-1 0,0-1 0,-1 1 0,1 0 0,-1-1 0,0 0 0,0 0 0,0-1 0,0 1 0,0-1 0,-1 0 0,0 0 0,1 0 0,-1 0 0,-1 0 0,1-1 0,-1 1 0,1-1 0,-2 0 0,1 1 0,2-9 1,-4 10-3,0 0 1,0 1 0,0-1-1,0 0 1,0 1 0,-1-1-1,1 0 1,-1 1 0,0-1-1,0 0 1,0 1 0,0-1-1,0 1 1,0 0 0,-1-1-1,1 1 1,-1 0 0,0 0-1,1 0 1,-1 0 0,0 0-1,0 0 1,-1 0 0,1 1-1,-4-3 1,-30-9-2230,0 13-4395,35-1 6486,1 1 0,0 0 0,0 0 0,-1 0 0,1 0 0,0 0 0,-1 0 0,1 0 0,0 0 0,-1 0 0,1 0 0,0 0 0,0 0 0,-1 0-1,1 0 1,0 0 0,-1 0 0,1 0 0,0 0 0,0 0 0,-1 0 0,1 0 0,0 1 0,-1-1 0,1 0 0,0 0 0,0 0 0,0 0 0,-1 1 0,1-1 0,0 0 0,0 0 0,0 1 0,-1-1 0,1 0 0,0 0 0,0 1 0,0-1 0,0 0 0,0 0-1,0 1 1,-1-1 0,1 0 0,0 1 0,0-1 0,0 0 0,0 0 0,0 1 0,0-1 0,0 0 0,0 1 0,0-1 0,1 1 0,16 5-2821,2-6 2417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4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4 117 256,'0'-44'2254,"-3"-8"4813,3 31-582,1 32-151,5 46-6039,22 210 1261,-21-178-5156,-2-1-4313,9-40-4170,-14-53 11480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5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38 153 12,'-17'-12'356,"3"3"412,7-1 556,10-3 796,6 3 65,14-1-281,5-3-380,9-1-260,5 0-256,0 1-704,-2 1-1320,-7 5-1476,-8 1-416,-9 5 255,-9 4 645,-16 0 364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5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347 130 100,'2'-6'-97,"2"-2"1017,0-1 1,-1 0-1,0 1 1,0-1-1,-1-1 1,1-12-1,-3 19-695,0 1-1,0 0 1,-1 0-1,1 0 1,-1 0-1,1 0 1,-1 0-1,1 0 1,-1 0-1,0 1 1,0-1-1,0 0 1,0 0-1,-1 1 1,1-1-1,0 0 1,-1 1-1,1 0 1,-1-1-1,1 1 1,-1 0-1,0-1 1,1 1-1,-1 0 1,0 0-1,0 1 1,0-1-1,0 0 1,0 1-1,0-1 1,0 1-1,0-1 1,0 1-1,0 0 1,-3 0-1,-5-1-68,0 1 0,0 0 0,0 1 0,0 0 0,0 1-1,0 0 1,0 0 0,1 1 0,-1 0 0,1 1 0,0 0 0,0 0 0,0 1 0,0 1 0,1-1 0,-8 8 0,2-2-82,0 1 1,1 1 0,1 0 0,0 0 0,1 1 0,1 1 0,0 0-1,-9 18 1,12-15-44,0-1-1,1 2 0,1-1 0,1 0 1,1 1-1,0 0 0,1-1 1,2 1-1,-1 0 0,2 0 1,1 0-1,0 0 0,1-1 0,1 1 1,10 26-1,-10-33-85,1-1 0,0 1 0,1-1 0,0 0 1,1-1-1,0 0 0,1 0 0,0 0 0,0-1 0,18 15 0,-18-19-68,0 1-1,0-1 1,1 0-1,0-1 0,0 0 1,0 0-1,0-1 1,1-1-1,-1 1 1,1-1-1,0-1 1,-1 0-1,1 0 1,19-2-1,-14 0-106,-1-1 0,0-1 0,0-1 0,0 0 0,0 0 0,-1-1 0,1-1 0,-1-1 0,-1 0 1,1 0-1,11-10 0,-14 9 164,0 1 1,-1-1 0,0-1 0,-1 0 0,0 0-1,0-1 1,-1 0 0,-1 0 0,1-1 0,-2 1-1,1-1 1,-1-1 0,5-17 0,-8 11 74,-6 21 20,3-1-26,0 1-1,0 0 1,0 0 0,0 0-1,1 0 1,-1 0 0,1 0-1,0 0 1,0 5-1,1 0 0,1 0 0,1 0 0,0 0 0,0-1 0,0 1 0,1-1 0,0 0 0,0 0 0,1 0 0,0-1 0,0 1-1,0-1 1,1 0 0,0-1 0,0 1 0,11 6 0,-12-8-55,1 0 1,-1 0-1,1-1 0,0 0 0,0 0 1,0 0-1,0-1 0,1 0 0,-1 0 1,1-1-1,-1 1 0,1-2 1,-1 1-1,1-1 0,0 1 0,-1-2 1,1 1-1,0-1 0,-1 0 0,12-4 1,-17 5 37,0 0 0,0-1 0,0 1 0,0-1 0,0 1 0,0-1 0,-1 0 0,1 1 0,0-1 0,0 0 0,-1 1 0,1-1 0,0 0 0,-1 0 0,1 0 0,-1 1 0,1-1 0,-1 0 0,0 0 0,1 0 0,-1 0 0,0 0 0,1 0 0,-1 0 0,0 0 0,0 0 0,0 0 0,0 0 0,0 0 0,0 0 0,0 0 0,0 0 0,-1 0 0,1 0 0,0 0 0,0 0 0,-1 0 0,1 0 0,-1 1 0,1-1 0,-1 0 0,1 0 0,-1 0 0,0 0 0,1 1 0,-1-1 0,0 0 0,1 1 0,-3-2 0,-2-4-16,-1 0 1,0 0-1,-1 1 1,-10-8-1,-72-31-1,69 36-210,1-1-1,0-1 0,1 0 1,0-1-1,-16-14 0,33 24 147,1 1-1,0 0 1,-1 0-1,1-1 1,-1 1-1,1 0 1,0-1-1,-1 1 1,1 0-1,0-1 1,-1 1-1,1-1 1,0 1-1,0 0 1,-1-1-1,1 1 1,0-1-1,0 1 1,0-1-1,-1 1 1,1-1-1,0 1 1,0-1-1,0 1 1,0-1-1,0 1 1,0-1-1,0 1 1,0-1-1,0 1 1,1-1-1,-1 1 0,0 0 1,0-1-1,0 1 1,1-2-1,19-7-2506,30 4 358,-48 5 2238,23-1-354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6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54 156,'1'-2'480,"1"0"0,-1 0 0,0 0-1,0 0 1,1 0 0,-1 0 0,1 1 0,0-1 0,-1 0 0,1 1-1,0-1 1,0 1 0,0 0 0,0-1 0,0 1 0,0 0-1,1 0 1,-1 1 0,0-1 0,3 0 0,-2 1-166,0 0 1,0 0-1,-1 0 1,1 0-1,0 1 1,0-1-1,-1 1 1,1 0-1,0 0 1,-1 0-1,1 0 1,-1 1-1,1-1 1,3 3-1,0 1-98,-1-1 0,0 1-1,0-1 1,0 1 0,-1 1 0,0-1 0,0 1-1,0-1 1,-1 1 0,0 0 0,0 1-1,0-1 1,2 8 0,-3-2-97,-1 0 1,0 1-1,-1-1 0,0 0 0,-1 1 1,0-1-1,-4 16 0,10-48-177,1 1 0,1-1 1,1 1-1,18-32 0,-22 43 45,1-1 0,0 1 0,1 0 0,0 1 0,1-1 0,-1 1 0,1 0 1,1 1-1,-1 0 0,1 0 0,0 0 0,0 1 0,13-6 0,-19 11 15,-1-1 0,0 1 0,1-1 0,-1 1 1,1 0-1,-1 0 0,1 0 0,-1 0 0,1 0 0,-1 0 0,1 0 0,-1 0 0,1 0 0,-1 1 1,1-1-1,-1 0 0,0 1 0,1-1 0,-1 1 0,0 0 0,1 0 0,1 1 0,-1 0 14,0 0 0,0 0 0,1 1-1,-2-1 1,1 1 0,0 0 0,0 0 0,-1-1-1,0 1 1,2 4 0,2 9-32,-1 0-1,-1 0 1,2 22 0,-3-24-202,-1-7 633,2 15-1508,7 8-4828,-9-29 5642,-1 0 0,1 0 0,0 0 0,0 0 0,0 0 0,0 0 0,0 0 0,0 0 0,0 0 0,0-1 0,1 1 0,-1 0 0,0-1 0,0 1 0,1-1 0,-1 1 0,0-1 0,1 0 0,-1 1 0,0-1 0,1 0 0,-1 0 0,0 0 0,1 0 0,-1 0 0,0 0 0,1-1 0,-1 1 0,0 0 0,1-1 0,-1 1 0,0-1 0,1 1 0,-1-1 0,2-1 0,18-10-821,2-4 545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6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39 68,'1'-2'202,"-1"1"0,0-1 0,0 1 0,-1-1 0,1 1 0,0-1 0,0 1 0,-1 0 0,1-1 0,-1 1 0,1 0 0,-1-1 0,1 1 0,-1 0 0,0-1 0,0 1 0,0 0 0,0 0 0,0 0 0,0 0 0,0 0 0,0 0 0,0 0 0,0 0 0,0 1 0,-1-1 0,1 0 0,-2 0 0,-1 0 256,1 0 0,-1 1 0,1-1 0,-1 1 0,1 0 0,-1 0 0,1 0 0,-1 1 0,1-1 0,-1 1 0,-6 2 0,5-2-138,0 0-1,0 1 0,0 0 0,0 0 0,1 1 0,-1-1 0,0 1 0,1 0 0,0 0 0,0 0 1,0 1-1,0 0 0,0 0 0,1 0 0,-1 0 0,1 0 0,-4 7 0,7-8-278,0 0-1,0-1 1,0 1 0,0 0-1,1-1 1,-1 1 0,1 0-1,-1-1 1,1 1-1,0-1 1,0 1 0,0-1-1,0 1 1,1-1-1,-1 0 1,1 0 0,-1 0-1,1 1 1,0-1-1,2 2 1,46 39 226,-43-37-235,36 24 38,-31-23-50,-1 0 1,-1 1 0,1 0 0,-2 0 0,1 1 0,13 16 0,-22-23-4,-1-1 0,1 1 0,-1 0 0,0-1 0,1 1 1,-1-1-1,0 1 0,0 0 0,0-1 0,0 1 0,0 0 0,0-1 1,-1 1-1,1-1 0,-1 1 0,1-1 0,-1 1 0,1 0 1,-1-1-1,0 0 0,0 1 0,0-1 0,0 1 0,0-1 0,0 0 1,0 0-1,0 0 0,0 0 0,-1 0 0,1 0 0,0 0 0,-1 0 1,1 0-1,-3 1 0,-52 28 93,41-26-1014,11-8 37,16-17-686,33-25-390,-4 2 1060,-31 33 1209,1-1 0,0 1 0,0 0 0,20-13-1,-21 81 2638,-2-30-2796,4 2-4521,-10-26 3583,-1 0 0,1-1 0,0 1 0,0 0 1,0-1-1,0 1 0,0-1 0,0 1 1,1-1-1,-1 0 0,1 0 0,0 0 0,-1 0 1,1-1-1,6 3 0,1-1-131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7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38 216,'-1'-2'177,"1"0"1,0 0-1,0 1 0,1-1 0,-1 0 1,0 0-1,0 1 0,1-1 0,-1 0 1,1 1-1,0-1 0,-1 1 0,1-1 1,0 1-1,0-1 0,0 1 0,0-1 1,0 1-1,0 0 0,1 0 0,-1-1 1,2 0-1,-1 2 110,0 0 1,-1 1-1,1-1 1,-1 1-1,1 0 1,-1-1-1,1 1 1,-1 0-1,0 0 1,1 0-1,-1 0 1,0 0-1,1 0 1,-1 0-1,0 1 0,0-1 1,0 0-1,0 1 1,-1-1-1,1 1 1,0-1-1,0 1 1,-1-1-1,2 4 1,-1-2-13,1 0-1,-1 1 1,1-1 0,-1 1 0,0-1-1,-1 1 1,1-1 0,0 1 0,-1 0 0,0-1-1,0 1 1,0 0 0,0 0 0,-1-1 0,1 1-1,-1-1 1,0 1 0,-3 6 0,3-8-204,0 0 1,-1 1 0,1-1 0,-1 0-1,1 0 1,-1 0 0,0 0-1,0 0 1,0-1 0,0 1 0,-1 0-1,1-1 1,0 0 0,-1 1-1,1-1 1,0 0 0,-1 0 0,0-1-1,1 1 1,-1 0 0,1-1-1,-1 1 1,0-1 0,1 0 0,-1 0-1,-5-1 1,7 1-79,-1 0 0,1 0 0,0 0 0,-1 0 0,1 0 0,0-1 0,0 1 0,-1 0 0,1-1 0,0 1 0,0-1 0,0 1 0,0-1 0,0 0 0,-1 1 0,1-1 0,0 0 0,0 0 0,1 0 0,-1 0 0,0 0 0,0 0 0,0 0 0,1 0 0,-1 0 0,0 0 0,1 0 0,-1-1 0,1 1 0,0 0 0,-1 0 0,1-1 0,0 1 0,-1 0 0,1 0 0,0-1 0,0 1 0,0 0 0,0-1-1,1 1 1,-1 0 0,0 0 0,0-1 0,1 1 0,-1 0 0,2-2 0,-1-1-426,0 0-1,1 1 1,-1-1-1,1 1 1,0 0-1,0-1 1,1 1 0,-1 0-1,0 0 1,1 0-1,0 0 1,0 1-1,0-1 1,6-3-1,-7 5 65,1 0 0,-1 1 0,0-1 0,1 1 0,-1 0 0,0 0 1,1 0-1,-1 0 0,1 0 0,-1 0 0,0 1 0,1-1 0,-1 1 0,0-1 0,0 1 0,1 0 0,-1 0 0,0 0 0,0 0 0,0 0 1,0 1-1,0-1 0,0 1 0,-1-1 0,1 1 0,0 0 0,-1-1 0,2 4 0,13 13-489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7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16 120,'0'0'143,"0"-1"0,1 1 0,-1-1 0,0 1-1,0-1 1,0 1 0,0-1 0,0 1 0,0-1 0,0 1 0,0-1 0,0 1 0,0-1-1,-1 1 1,1-1 0,0 1 0,0 0 0,0-1 0,-1 1 0,1-1 0,0 1 0,0-1 0,-1 1-1,1 0 1,0-1 0,-1 1 0,1 0 0,0-1 0,-1 1 0,1 0 0,0 0 0,-1-1-1,1 1 1,-1 0 0,1 0 0,-1-1 0,1 1 0,-1 0 0,1 0 0,-1 0 0,1 0-1,-1 0 1,1 0 0,0 0 0,-1 0 0,1 0 0,-1 0 0,1 0 0,-1 0 0,1 0 0,-1 0-1,0 1 1,-29 1 6147,19 1-5379,1 1 0,0 0 1,0 0-1,0 1 0,-12 7 1,18-9-804,-1 0 1,1 0 0,0 1 0,0-1 0,0 1-1,0 0 1,1 0 0,-1 0 0,1 1 0,0-1 0,0 1-1,-3 8 1,5-10-94,1-1 0,0 1-1,0-1 1,0 0 0,0 1 0,1-1 0,-1 1-1,1-1 1,-1 0 0,1 1 0,0-1-1,0 0 1,0 0 0,0 1 0,0-1-1,0 0 1,1 0 0,-1 0 0,1-1-1,-1 1 1,1 0 0,0 0 0,0-1-1,0 1 1,0-1 0,0 0 0,0 1-1,0-1 1,0 0 0,3 1 0,11 6 22,0-1 0,30 10 0,-43-16-33,6 2 5,1 0 5,0 0-1,0 1 1,-1 0-1,15 9 1,-23-13-13,0 1 1,0-1 0,0 1-1,0 0 1,0-1-1,0 1 1,0 0-1,0 0 1,-1 0 0,1 0-1,0 0 1,-1 0-1,1 0 1,-1 0-1,1 0 1,-1 0 0,1 0-1,-1 0 1,0 0-1,0 0 1,1 0-1,-1 0 1,0 0-1,0 1 1,0-1 0,0 0-1,0 0 1,0 0-1,-1 0 1,1 0-1,0 0 1,-1 0 0,1 1-1,0-1 1,-1 0-1,1 0 1,-1 0-1,0 0 1,1-1 0,-1 1-1,0 0 1,0 0-1,1 0 1,-1 0-1,0-1 1,0 1 0,0 0-1,0-1 1,0 1-1,0-1 1,0 1-1,-1 0 1,-20 13-395,0-1-1,0-1 1,-1 0 0,-1-2 0,-41 12-1,65-22 121,-1 1-1,0 0 1,0-1-1,0 0 1,0 1-1,0-1 1,0 1 0,0-1-1,0 0 1,0 0-1,0 0 1,0 1-1,0-1 1,-1 0-1,1 0 1,0-1-1,0 1 1,0 0-1,0 0 1,0 0-1,0-1 1,0 1-1,0 0 1,0-1-1,-1 0 1,2-1-126,0 1 1,0 0 0,0 0 0,1-1 0,-1 1-1,0 0 1,1 0 0,-1 0 0,1-1-1,-1 1 1,1 0 0,0 0 0,-1 0 0,1 0-1,0 0 1,2-2 0,23-25-4160,-5 8 4082,-20 20 622,30-27-604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8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9 140 284,'-4'-71'3073,"-1"3"8477,9 125-7076,4 2-3637,3 42-1392,-9 8-2158,-2-42-5126,17 118-1,-12-155 6845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8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13 245 48,'-2'-1'65,"1"-1"1,0 1-1,0-1 1,0 0-1,0 1 0,0-1 1,0 0-1,0 0 0,1 0 1,-1 0-1,1 1 1,-1-1-1,1 0 0,0 0 1,0 0-1,0 0 0,0 0 1,0 0-1,0 0 1,0 0-1,1 0 0,0-2 1,0 1 51,1-1 1,0 1 0,0 0-1,0 0 1,0-1 0,0 2-1,1-1 1,-1 0 0,1 0 0,6-4-1,7-4 328,0 1 0,1 0-1,29-11 1,-38 17-329,19-9 341,-17 7-196,0 1-1,0 0 0,1 1 0,0 0 0,0 0 1,0 1-1,0 0 0,0 1 0,0 1 1,15-1-1,-22 3-149,-1 0 0,1 0 0,-1 1 0,1-1 0,-1 1 1,1 0-1,-1 0 0,0 0 0,0 1 0,0-1 0,0 1 0,-1-1 1,1 1-1,2 4 0,-2-4-99,-1 0 1,1 0-1,0 0 0,0 0 1,0-1-1,1 1 1,-1-1-1,0 1 0,1-1 1,0-1-1,-1 1 1,8 2-1,-7-3-27,0-1 0,1 1-1,-1-1 1,0 0 0,0-1 0,1 1 0,-1-1-1,0 1 1,0-1 0,0-1 0,0 1 0,0 0-1,0-1 1,0 0 0,0 0 0,-1 0 0,1-1-1,-1 1 1,4-4 0,-5 4 10,0 1 0,-1-1 0,1 0 0,-1 0 0,1 0 0,-1 0 0,0 0 0,0 0 0,0 0 1,0-1-1,0 1 0,0 0 0,-1 0 0,1-1 0,-1 1 0,0-1 0,0 1 0,1 0 0,-1-1 0,-1 1 0,1-1 0,0 1 0,-1 0 0,1-1 0,-1 1 0,0 0 0,1 0 0,-1-1 1,0 1-1,-1 0 0,1 0 0,0 0 0,-1 0 0,1 0 0,-3-2 0,2 2 9,1 0 0,-1 1 0,0-1 0,0 1 0,-1-1 0,1 1 0,0 0 0,0 0 0,0 0 0,-1 0 0,1 0 0,-1 0 0,1 1 0,-1-1 0,1 1 0,-1 0 0,1-1 0,-1 1 0,1 0 0,-1 1 0,1-1 0,-1 0 0,1 1 0,-1-1 0,1 1 0,0 0 0,-1 0 0,1 0 0,0 0 0,-1 0 0,1 1 0,0-1 0,-3 3 0,-2 1 19,0 0 0,0 0 0,0 1 0,1 0 0,0 0 0,0 1 0,1-1 0,-8 12 0,10-13-18,1-1 1,0 0 0,0 1 0,0-1-1,0 1 1,1 0 0,-1-1 0,1 1-1,0 0 1,1 0 0,-1 0 0,1 0-1,0 0 1,1-1 0,-1 1 0,1 0-1,0 0 1,0 0 0,0 0 0,0-1-1,1 1 1,0-1 0,0 1 0,4 6-1,-1-6-70,-1 0 0,1 0 0,-1 0 0,1-1 0,1 0 0,-1 0 0,1 0 0,-1-1 0,1 0 0,0 0 0,0 0 0,1 0 0,-1-1 0,0 0 0,1-1 0,-1 0 0,12 2 0,-2-2-258,0 0 1,0-1-1,0-1 1,0-1-1,0 0 1,0-1-1,0 0 1,-1-1-1,1-1 1,-1-1-1,0 0 1,-1-1-1,1 0 1,24-18 0,-28 16 516,0 0 0,-1-1 1,0 0-1,12-15 1,-14 14 723,-1 0 0,0-1 0,0 0 1,8-22-1,-17 66 4103,2-24-4911,1 0-1,0 0 0,1 0 1,-1 0-1,2 0 0,-1-1 0,1 1 1,0-1-1,1 0 0,-1 0 1,6 7-1,-8-13-107,0-1-1,0 1 1,0-1-1,0 1 1,0-1 0,0 1-1,0-1 1,1 0-1,-1 1 1,0-1 0,0 0-1,0 0 1,0 0-1,0 0 1,1 0 0,-1 0-1,0-1 1,0 1-1,0 0 1,0 0 0,0-1-1,1 1 1,-1-1-1,0 1 1,0-1 0,0 1-1,0-1 1,1-1-1,35-25-95,-23 16 54,-12 10 37,0-1-1,1 1 1,-1 0 0,1 0 0,-1 0-1,1 1 1,-1-1 0,1 1-1,0-1 1,-1 1 0,1 0-1,0 0 1,-1 0 0,1 0-1,0 0 1,-1 1 0,1-1 0,0 1-1,4 2 1,50 28-260,-7-5-1345,-43-24 881,1-1 0,0 1 0,0-2 0,0 1-1,0-1 1,0 0 0,0-1 0,0 1 0,0-2-1,0 1 1,-1-1 0,1 0 0,-1-1 0,14-6-1,28-19-1258,-18 6 1291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9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79 163 156,'-2'-22'849,"0"1"1,-8-29-1,8 42 98,-1-1-1,0 1 1,0 0-1,-1 0 1,-5-8-1,9 15-779,-1 0 0,1 0-1,0 1 1,-1-1-1,1 0 1,-1 1-1,1-1 1,-1 0-1,1 1 1,-1-1-1,1 1 1,-1-1-1,1 1 1,-1-1-1,0 1 1,1-1 0,-1 1-1,0 0 1,0-1-1,1 1 1,-1 0-1,0 0 1,0-1-1,1 1 1,-1 0-1,0 0 1,0 0-1,0 0 1,0 1 17,0-1 1,0 1-1,0 0 0,0 0 1,0-1-1,0 1 0,0 0 0,1 0 1,-1 0-1,0 0 0,1 0 1,-1 0-1,1 0 0,-1 0 1,1 0-1,-1 2 0,-1 4 235,0-1 0,0 1 0,1 0 0,0 0 0,0 10 0,5 27-92,2 0-1,3 0 1,21 65 0,10 54-5531,-36-142 3022,-1 1 0,-2 0-1,0 0 1,-1 0 0,-5 34 0,-1-31 928,1-8 682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9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15 120 40,'-9'-17'324,"4"5"312,5 1 468,7 3 492,4 1-20,8-1-179,9 4-145,2-2-148,5 1-280,-2-1-332,7 0-660,-8-3-1108,-2 3-912,-4 2-129,-5 0 349,-5 0 552,-2 1 652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09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1 130 228,'3'-13'1456,"0"0"0,-1-1 0,2-25 0,-4-11 13266,9 124-14039,30 111 0,7-15-3759,-41-152 2332,-3-13 474,3 16-1853,0-1-1,2 0 1,0 0-1,2 0 0,0-1 1,1 0-1,18 25 0,-9-24 1211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3:10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1 280,'7'8'1601,"0"-1"-1,1 1 1,0-1 0,16 10-1,15 14 2978,-35-27-4100,1 1 0,-1 0 0,0 0 0,-1 0-1,1 0 1,-1 0 0,0 1 0,0-1 0,-1 1 0,0 0 0,3 11 0,-4-14-383,-1-1 0,0 0 1,0 1-1,0-1 1,0 0-1,0 1 1,0-1-1,-1 0 1,1 1-1,-1-1 0,1 0 1,-1 0-1,0 1 1,0-1-1,0 0 1,0 0-1,0 0 1,-1 0-1,1 0 0,0 0 1,-1-1-1,0 1 1,1 0-1,-1-1 1,0 1-1,0-1 0,0 0 1,0 0-1,0 1 1,0-1-1,0 0 1,0-1-1,-1 1 1,-2 1-1,2-1-67,1-1 0,-1 1 1,1 0-1,-1-1 0,1 1 0,-1-1 0,0 0 1,1 0-1,-1 0 0,1 0 0,-1-1 0,1 1 1,-1 0-1,1-1 0,-1 0 0,1 0 0,-1 0 1,1 0-1,0 0 0,-1 0 0,1 0 1,0-1-1,0 1 0,0-1 0,0 0 0,0 0 1,0 1-1,1-1 0,-1 0 0,0 0 0,1-1 1,0 1-1,-1 0 0,1 0 0,0-1 0,0 1 1,1-1-1,-2-3 0,-1-3-448,1-1-1,0 1 1,1-1 0,0 1 0,1-1 0,-1 1-1,2-1 1,-1 0 0,3-9 0,-1 10-108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8:21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62 84,'-8'-32'1281,"0"3"3089,5 87-1791,1-45-2259,-4 84 295,8 128-1,7-88-7868,-9-114 5139,0-16 1681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5T14:08:2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42 136 52,'1'-9'291,"1"1"1,-1-1-1,1 1 0,1-1 1,0 1-1,0 0 0,0 0 1,1 0-1,0 1 0,6-8 1,-7 11-219,0 1 0,0 0 0,1 0 0,-1 0 0,1 0 0,0 1 0,-1-1 0,1 1 0,0 0 0,0 0 0,1 1 0,-1-1 0,0 1 0,1 0 0,-1 0-1,1 0 1,-1 0 0,1 1 0,-1 0 0,1 0 0,6 1 0,-9-1-15,0 0-1,0 0 0,0 0 0,0 0 0,0 0 0,0 0 0,-1 1 0,1-1 0,0 1 0,0-1 0,0 1 0,0 0 0,-1 0 1,1 0-1,0 0 0,-1 0 0,1 0 0,0 0 0,-1 0 0,0 1 0,1-1 0,-1 1 0,0-1 0,0 1 0,1-1 1,-1 1-1,-1 0 0,1 0 0,0-1 0,0 1 0,-1 0 0,1 0 0,-1 0 0,1 0 0,-1 0 0,0 0 0,0 0 0,0-1 1,0 1-1,0 0 0,0 0 0,0 0 0,-1 0 0,1 0 0,-1 0 0,1 0 0,-2 2 0,-1 6 365,-1 0-1,-1-1 1,1 1 0,-2-1-1,1 0 1,-1 0-1,-9 10 1,14-18-382,-3 3 107,0 0 1,1 0 0,0 0 0,0 1 0,0-1 0,-4 8 0,7-11-138,0-1 0,0 1 1,0-1-1,0 0 0,0 1 0,0-1 0,0 1 0,0-1 0,0 1 0,0-1 0,0 0 0,0 1 0,0-1 1,0 1-1,0-1 0,0 0 0,1 1 0,-1-1 0,0 1 0,0-1 0,0 0 0,1 1 0,-1-1 0,0 0 1,1 1-1,-1-1 0,0 0 0,0 0 0,1 1 0,-1-1 0,1 0 0,25 4 87,49-12 63,-50 4-121,0 1 0,0 1 0,32 3 0,-50-1 18,1 1 0,-1 0 1,0 1-1,0 0 0,0 0 0,0 0 0,0 1 0,-1 0 0,1 1 0,-1-1 0,0 1 0,0 0 0,0 1 0,0-1 0,8 11 0,-12-13 13,0 0-1,0 0 1,-1 0-1,1 0 1,-1 1-1,1-1 1,-1 0-1,0 1 1,0 0-1,0-1 1,0 1-1,0 0 1,-1-1-1,1 1 1,-1 0-1,0-1 1,0 1-1,0 0 1,0 0-1,0 0 1,-1 4 0,-1-2 36,0 0 0,0 0 0,-1 0 0,0-1 0,1 1 0,-1-1 0,-1 1 1,1-1-1,-1 0 0,-6 6 0,-9 5 199,0 0-1,-2-2 1,-38 21 0,58-34-301,-36 20 160,-1-2 0,-42 13 0,69-27-309,0-1 1,0 0-1,0 0 1,-1-1-1,1-1 0,-1 0 1,1 0-1,-1-1 0,1-1 1,-1 0-1,1 0 0,-17-5 1,26 5-205,-1 0 0,1-1 0,0 1 0,-1 0 0,1-1 0,0 1 1,0-1-1,0 0 0,0 0 0,0 0 0,1 0 0,-4-4 0,4 5-108,0-1 0,1 1 0,-1 0 0,0-1-1,1 1 1,-1-1 0,1 1 0,0-1 0,-1 1 0,1-1 0,0 1-1,0-1 1,0 0 0,0 1 0,0-1 0,0 1 0,0-1 0,1 1-1,-1-1 1,0 1 0,1-1 0,1-2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32813" y="2146554"/>
            <a:ext cx="627837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6026" y="187706"/>
            <a:ext cx="7711947" cy="1326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09724"/>
            <a:ext cx="7727950" cy="2757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7080" y="6445208"/>
            <a:ext cx="258571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30.png"/><Relationship Id="rId63" Type="http://schemas.openxmlformats.org/officeDocument/2006/relationships/customXml" Target="../ink/ink31.xml"/><Relationship Id="rId84" Type="http://schemas.openxmlformats.org/officeDocument/2006/relationships/image" Target="../media/image51.png"/><Relationship Id="rId138" Type="http://schemas.openxmlformats.org/officeDocument/2006/relationships/image" Target="../media/image78.png"/><Relationship Id="rId159" Type="http://schemas.openxmlformats.org/officeDocument/2006/relationships/customXml" Target="../ink/ink79.xml"/><Relationship Id="rId170" Type="http://schemas.openxmlformats.org/officeDocument/2006/relationships/image" Target="../media/image94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5.png"/><Relationship Id="rId53" Type="http://schemas.openxmlformats.org/officeDocument/2006/relationships/customXml" Target="../ink/ink26.xml"/><Relationship Id="rId74" Type="http://schemas.openxmlformats.org/officeDocument/2006/relationships/image" Target="../media/image46.png"/><Relationship Id="rId128" Type="http://schemas.openxmlformats.org/officeDocument/2006/relationships/image" Target="../media/image73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9.png"/><Relationship Id="rId181" Type="http://schemas.openxmlformats.org/officeDocument/2006/relationships/customXml" Target="../ink/ink90.xml"/><Relationship Id="rId22" Type="http://schemas.openxmlformats.org/officeDocument/2006/relationships/image" Target="../media/image20.png"/><Relationship Id="rId43" Type="http://schemas.openxmlformats.org/officeDocument/2006/relationships/customXml" Target="../ink/ink21.xml"/><Relationship Id="rId64" Type="http://schemas.openxmlformats.org/officeDocument/2006/relationships/image" Target="../media/image41.png"/><Relationship Id="rId118" Type="http://schemas.openxmlformats.org/officeDocument/2006/relationships/image" Target="../media/image68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84.png"/><Relationship Id="rId171" Type="http://schemas.openxmlformats.org/officeDocument/2006/relationships/customXml" Target="../ink/ink85.xml"/><Relationship Id="rId12" Type="http://schemas.openxmlformats.org/officeDocument/2006/relationships/image" Target="../media/image15.png"/><Relationship Id="rId33" Type="http://schemas.openxmlformats.org/officeDocument/2006/relationships/customXml" Target="../ink/ink16.xml"/><Relationship Id="rId108" Type="http://schemas.openxmlformats.org/officeDocument/2006/relationships/image" Target="../media/image63.png"/><Relationship Id="rId129" Type="http://schemas.openxmlformats.org/officeDocument/2006/relationships/customXml" Target="../ink/ink64.xml"/><Relationship Id="rId54" Type="http://schemas.openxmlformats.org/officeDocument/2006/relationships/image" Target="../media/image36.png"/><Relationship Id="rId75" Type="http://schemas.openxmlformats.org/officeDocument/2006/relationships/customXml" Target="../ink/ink37.xml"/><Relationship Id="rId96" Type="http://schemas.openxmlformats.org/officeDocument/2006/relationships/image" Target="../media/image57.png"/><Relationship Id="rId140" Type="http://schemas.openxmlformats.org/officeDocument/2006/relationships/image" Target="../media/image79.png"/><Relationship Id="rId161" Type="http://schemas.openxmlformats.org/officeDocument/2006/relationships/customXml" Target="../ink/ink80.xml"/><Relationship Id="rId182" Type="http://schemas.openxmlformats.org/officeDocument/2006/relationships/image" Target="../media/image100.png"/><Relationship Id="rId6" Type="http://schemas.openxmlformats.org/officeDocument/2006/relationships/image" Target="../media/image12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31.png"/><Relationship Id="rId65" Type="http://schemas.openxmlformats.org/officeDocument/2006/relationships/customXml" Target="../ink/ink32.xml"/><Relationship Id="rId86" Type="http://schemas.openxmlformats.org/officeDocument/2006/relationships/image" Target="../media/image52.png"/><Relationship Id="rId130" Type="http://schemas.openxmlformats.org/officeDocument/2006/relationships/image" Target="../media/image74.png"/><Relationship Id="rId151" Type="http://schemas.openxmlformats.org/officeDocument/2006/relationships/customXml" Target="../ink/ink75.xml"/><Relationship Id="rId172" Type="http://schemas.openxmlformats.org/officeDocument/2006/relationships/image" Target="../media/image95.png"/><Relationship Id="rId13" Type="http://schemas.openxmlformats.org/officeDocument/2006/relationships/customXml" Target="../ink/ink6.xml"/><Relationship Id="rId18" Type="http://schemas.openxmlformats.org/officeDocument/2006/relationships/image" Target="../media/image1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6.png"/><Relationship Id="rId50" Type="http://schemas.openxmlformats.org/officeDocument/2006/relationships/image" Target="../media/image34.png"/><Relationship Id="rId55" Type="http://schemas.openxmlformats.org/officeDocument/2006/relationships/customXml" Target="../ink/ink27.xml"/><Relationship Id="rId76" Type="http://schemas.openxmlformats.org/officeDocument/2006/relationships/image" Target="../media/image47.png"/><Relationship Id="rId97" Type="http://schemas.openxmlformats.org/officeDocument/2006/relationships/customXml" Target="../ink/ink48.xml"/><Relationship Id="rId104" Type="http://schemas.openxmlformats.org/officeDocument/2006/relationships/image" Target="../media/image61.png"/><Relationship Id="rId120" Type="http://schemas.openxmlformats.org/officeDocument/2006/relationships/image" Target="../media/image69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82.png"/><Relationship Id="rId167" Type="http://schemas.openxmlformats.org/officeDocument/2006/relationships/customXml" Target="../ink/ink83.xml"/><Relationship Id="rId188" Type="http://schemas.openxmlformats.org/officeDocument/2006/relationships/image" Target="../media/image103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5.png"/><Relationship Id="rId162" Type="http://schemas.openxmlformats.org/officeDocument/2006/relationships/image" Target="../media/image90.png"/><Relationship Id="rId183" Type="http://schemas.openxmlformats.org/officeDocument/2006/relationships/customXml" Target="../ink/ink91.xml"/><Relationship Id="rId2" Type="http://schemas.openxmlformats.org/officeDocument/2006/relationships/image" Target="../media/image10.png"/><Relationship Id="rId29" Type="http://schemas.openxmlformats.org/officeDocument/2006/relationships/customXml" Target="../ink/ink14.xml"/><Relationship Id="rId24" Type="http://schemas.openxmlformats.org/officeDocument/2006/relationships/image" Target="../media/image21.png"/><Relationship Id="rId40" Type="http://schemas.openxmlformats.org/officeDocument/2006/relationships/image" Target="../media/image29.png"/><Relationship Id="rId45" Type="http://schemas.openxmlformats.org/officeDocument/2006/relationships/customXml" Target="../ink/ink22.xml"/><Relationship Id="rId66" Type="http://schemas.openxmlformats.org/officeDocument/2006/relationships/image" Target="../media/image42.png"/><Relationship Id="rId87" Type="http://schemas.openxmlformats.org/officeDocument/2006/relationships/customXml" Target="../ink/ink43.xml"/><Relationship Id="rId110" Type="http://schemas.openxmlformats.org/officeDocument/2006/relationships/image" Target="../media/image64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77.png"/><Relationship Id="rId157" Type="http://schemas.openxmlformats.org/officeDocument/2006/relationships/customXml" Target="../ink/ink78.xml"/><Relationship Id="rId178" Type="http://schemas.openxmlformats.org/officeDocument/2006/relationships/image" Target="../media/image98.png"/><Relationship Id="rId61" Type="http://schemas.openxmlformats.org/officeDocument/2006/relationships/customXml" Target="../ink/ink30.xml"/><Relationship Id="rId82" Type="http://schemas.openxmlformats.org/officeDocument/2006/relationships/image" Target="../media/image50.png"/><Relationship Id="rId152" Type="http://schemas.openxmlformats.org/officeDocument/2006/relationships/image" Target="../media/image85.png"/><Relationship Id="rId173" Type="http://schemas.openxmlformats.org/officeDocument/2006/relationships/customXml" Target="../ink/ink86.xml"/><Relationship Id="rId19" Type="http://schemas.openxmlformats.org/officeDocument/2006/relationships/customXml" Target="../ink/ink9.xml"/><Relationship Id="rId14" Type="http://schemas.openxmlformats.org/officeDocument/2006/relationships/image" Target="../media/image16.png"/><Relationship Id="rId30" Type="http://schemas.openxmlformats.org/officeDocument/2006/relationships/image" Target="../media/image24.png"/><Relationship Id="rId35" Type="http://schemas.openxmlformats.org/officeDocument/2006/relationships/customXml" Target="../ink/ink17.xml"/><Relationship Id="rId56" Type="http://schemas.openxmlformats.org/officeDocument/2006/relationships/image" Target="../media/image37.png"/><Relationship Id="rId77" Type="http://schemas.openxmlformats.org/officeDocument/2006/relationships/customXml" Target="../ink/ink38.xml"/><Relationship Id="rId100" Type="http://schemas.openxmlformats.org/officeDocument/2006/relationships/image" Target="../media/image59.png"/><Relationship Id="rId105" Type="http://schemas.openxmlformats.org/officeDocument/2006/relationships/customXml" Target="../ink/ink52.xml"/><Relationship Id="rId126" Type="http://schemas.openxmlformats.org/officeDocument/2006/relationships/image" Target="../media/image72.png"/><Relationship Id="rId147" Type="http://schemas.openxmlformats.org/officeDocument/2006/relationships/customXml" Target="../ink/ink73.xml"/><Relationship Id="rId168" Type="http://schemas.openxmlformats.org/officeDocument/2006/relationships/image" Target="../media/image93.png"/><Relationship Id="rId8" Type="http://schemas.openxmlformats.org/officeDocument/2006/relationships/image" Target="../media/image13.png"/><Relationship Id="rId51" Type="http://schemas.openxmlformats.org/officeDocument/2006/relationships/customXml" Target="../ink/ink25.xml"/><Relationship Id="rId72" Type="http://schemas.openxmlformats.org/officeDocument/2006/relationships/image" Target="../media/image45.png"/><Relationship Id="rId93" Type="http://schemas.openxmlformats.org/officeDocument/2006/relationships/customXml" Target="../ink/ink46.xml"/><Relationship Id="rId98" Type="http://schemas.openxmlformats.org/officeDocument/2006/relationships/image" Target="../media/image58.png"/><Relationship Id="rId121" Type="http://schemas.openxmlformats.org/officeDocument/2006/relationships/customXml" Target="../ink/ink60.xml"/><Relationship Id="rId142" Type="http://schemas.openxmlformats.org/officeDocument/2006/relationships/image" Target="../media/image80.png"/><Relationship Id="rId163" Type="http://schemas.openxmlformats.org/officeDocument/2006/relationships/customXml" Target="../ink/ink81.xml"/><Relationship Id="rId184" Type="http://schemas.openxmlformats.org/officeDocument/2006/relationships/image" Target="../media/image101.png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32.png"/><Relationship Id="rId67" Type="http://schemas.openxmlformats.org/officeDocument/2006/relationships/customXml" Target="../ink/ink33.xml"/><Relationship Id="rId116" Type="http://schemas.openxmlformats.org/officeDocument/2006/relationships/image" Target="../media/image67.png"/><Relationship Id="rId137" Type="http://schemas.openxmlformats.org/officeDocument/2006/relationships/customXml" Target="../ink/ink68.xml"/><Relationship Id="rId158" Type="http://schemas.openxmlformats.org/officeDocument/2006/relationships/image" Target="../media/image88.png"/><Relationship Id="rId20" Type="http://schemas.openxmlformats.org/officeDocument/2006/relationships/image" Target="../media/image19.png"/><Relationship Id="rId41" Type="http://schemas.openxmlformats.org/officeDocument/2006/relationships/customXml" Target="../ink/ink20.xml"/><Relationship Id="rId62" Type="http://schemas.openxmlformats.org/officeDocument/2006/relationships/image" Target="../media/image40.png"/><Relationship Id="rId83" Type="http://schemas.openxmlformats.org/officeDocument/2006/relationships/customXml" Target="../ink/ink41.xml"/><Relationship Id="rId88" Type="http://schemas.openxmlformats.org/officeDocument/2006/relationships/image" Target="../media/image53.png"/><Relationship Id="rId111" Type="http://schemas.openxmlformats.org/officeDocument/2006/relationships/customXml" Target="../ink/ink55.xml"/><Relationship Id="rId132" Type="http://schemas.openxmlformats.org/officeDocument/2006/relationships/image" Target="../media/image75.png"/><Relationship Id="rId153" Type="http://schemas.openxmlformats.org/officeDocument/2006/relationships/customXml" Target="../ink/ink76.xml"/><Relationship Id="rId174" Type="http://schemas.openxmlformats.org/officeDocument/2006/relationships/image" Target="../media/image96.png"/><Relationship Id="rId179" Type="http://schemas.openxmlformats.org/officeDocument/2006/relationships/customXml" Target="../ink/ink89.xml"/><Relationship Id="rId190" Type="http://schemas.openxmlformats.org/officeDocument/2006/relationships/image" Target="../media/image104.png"/><Relationship Id="rId15" Type="http://schemas.openxmlformats.org/officeDocument/2006/relationships/customXml" Target="../ink/ink7.xml"/><Relationship Id="rId36" Type="http://schemas.openxmlformats.org/officeDocument/2006/relationships/image" Target="../media/image27.png"/><Relationship Id="rId57" Type="http://schemas.openxmlformats.org/officeDocument/2006/relationships/customXml" Target="../ink/ink28.xml"/><Relationship Id="rId106" Type="http://schemas.openxmlformats.org/officeDocument/2006/relationships/image" Target="../media/image62.png"/><Relationship Id="rId127" Type="http://schemas.openxmlformats.org/officeDocument/2006/relationships/customXml" Target="../ink/ink63.xml"/><Relationship Id="rId10" Type="http://schemas.openxmlformats.org/officeDocument/2006/relationships/image" Target="../media/image14.png"/><Relationship Id="rId31" Type="http://schemas.openxmlformats.org/officeDocument/2006/relationships/customXml" Target="../ink/ink15.xml"/><Relationship Id="rId52" Type="http://schemas.openxmlformats.org/officeDocument/2006/relationships/image" Target="../media/image35.png"/><Relationship Id="rId73" Type="http://schemas.openxmlformats.org/officeDocument/2006/relationships/customXml" Target="../ink/ink36.xml"/><Relationship Id="rId78" Type="http://schemas.openxmlformats.org/officeDocument/2006/relationships/image" Target="../media/image48.png"/><Relationship Id="rId94" Type="http://schemas.openxmlformats.org/officeDocument/2006/relationships/image" Target="../media/image5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70.png"/><Relationship Id="rId143" Type="http://schemas.openxmlformats.org/officeDocument/2006/relationships/customXml" Target="../ink/ink71.xml"/><Relationship Id="rId148" Type="http://schemas.openxmlformats.org/officeDocument/2006/relationships/image" Target="../media/image83.png"/><Relationship Id="rId164" Type="http://schemas.openxmlformats.org/officeDocument/2006/relationships/image" Target="../media/image91.png"/><Relationship Id="rId169" Type="http://schemas.openxmlformats.org/officeDocument/2006/relationships/customXml" Target="../ink/ink84.xml"/><Relationship Id="rId185" Type="http://schemas.openxmlformats.org/officeDocument/2006/relationships/customXml" Target="../ink/ink92.xml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180" Type="http://schemas.openxmlformats.org/officeDocument/2006/relationships/image" Target="../media/image99.png"/><Relationship Id="rId26" Type="http://schemas.openxmlformats.org/officeDocument/2006/relationships/image" Target="../media/image22.png"/><Relationship Id="rId47" Type="http://schemas.openxmlformats.org/officeDocument/2006/relationships/customXml" Target="../ink/ink23.xml"/><Relationship Id="rId68" Type="http://schemas.openxmlformats.org/officeDocument/2006/relationships/image" Target="../media/image43.png"/><Relationship Id="rId89" Type="http://schemas.openxmlformats.org/officeDocument/2006/relationships/customXml" Target="../ink/ink44.xml"/><Relationship Id="rId112" Type="http://schemas.openxmlformats.org/officeDocument/2006/relationships/image" Target="../media/image65.png"/><Relationship Id="rId133" Type="http://schemas.openxmlformats.org/officeDocument/2006/relationships/customXml" Target="../ink/ink66.xml"/><Relationship Id="rId154" Type="http://schemas.openxmlformats.org/officeDocument/2006/relationships/image" Target="../media/image86.png"/><Relationship Id="rId175" Type="http://schemas.openxmlformats.org/officeDocument/2006/relationships/customXml" Target="../ink/ink87.xml"/><Relationship Id="rId16" Type="http://schemas.openxmlformats.org/officeDocument/2006/relationships/image" Target="../media/image17.png"/><Relationship Id="rId37" Type="http://schemas.openxmlformats.org/officeDocument/2006/relationships/customXml" Target="../ink/ink18.xml"/><Relationship Id="rId58" Type="http://schemas.openxmlformats.org/officeDocument/2006/relationships/image" Target="../media/image38.png"/><Relationship Id="rId79" Type="http://schemas.openxmlformats.org/officeDocument/2006/relationships/customXml" Target="../ink/ink39.xml"/><Relationship Id="rId102" Type="http://schemas.openxmlformats.org/officeDocument/2006/relationships/image" Target="../media/image60.png"/><Relationship Id="rId123" Type="http://schemas.openxmlformats.org/officeDocument/2006/relationships/customXml" Target="../ink/ink61.xml"/><Relationship Id="rId144" Type="http://schemas.openxmlformats.org/officeDocument/2006/relationships/image" Target="../media/image81.png"/><Relationship Id="rId90" Type="http://schemas.openxmlformats.org/officeDocument/2006/relationships/image" Target="../media/image54.png"/><Relationship Id="rId165" Type="http://schemas.openxmlformats.org/officeDocument/2006/relationships/customXml" Target="../ink/ink82.xml"/><Relationship Id="rId186" Type="http://schemas.openxmlformats.org/officeDocument/2006/relationships/image" Target="../media/image102.png"/><Relationship Id="rId27" Type="http://schemas.openxmlformats.org/officeDocument/2006/relationships/customXml" Target="../ink/ink13.xml"/><Relationship Id="rId48" Type="http://schemas.openxmlformats.org/officeDocument/2006/relationships/image" Target="../media/image33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76.png"/><Relationship Id="rId80" Type="http://schemas.openxmlformats.org/officeDocument/2006/relationships/image" Target="../media/image49.png"/><Relationship Id="rId155" Type="http://schemas.openxmlformats.org/officeDocument/2006/relationships/customXml" Target="../ink/ink77.xml"/><Relationship Id="rId176" Type="http://schemas.openxmlformats.org/officeDocument/2006/relationships/image" Target="../media/image97.png"/><Relationship Id="rId17" Type="http://schemas.openxmlformats.org/officeDocument/2006/relationships/customXml" Target="../ink/ink8.xml"/><Relationship Id="rId38" Type="http://schemas.openxmlformats.org/officeDocument/2006/relationships/image" Target="../media/image28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71.png"/><Relationship Id="rId70" Type="http://schemas.openxmlformats.org/officeDocument/2006/relationships/image" Target="../media/image44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92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23.png"/><Relationship Id="rId49" Type="http://schemas.openxmlformats.org/officeDocument/2006/relationships/customXml" Target="../ink/ink24.xml"/><Relationship Id="rId114" Type="http://schemas.openxmlformats.org/officeDocument/2006/relationships/image" Target="../media/image66.png"/><Relationship Id="rId60" Type="http://schemas.openxmlformats.org/officeDocument/2006/relationships/image" Target="../media/image39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87.png"/><Relationship Id="rId177" Type="http://schemas.openxmlformats.org/officeDocument/2006/relationships/customXml" Target="../ink/ink88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2.xml"/><Relationship Id="rId21" Type="http://schemas.openxmlformats.org/officeDocument/2006/relationships/customXml" Target="../ink/ink104.xml"/><Relationship Id="rId63" Type="http://schemas.openxmlformats.org/officeDocument/2006/relationships/customXml" Target="../ink/ink125.xml"/><Relationship Id="rId159" Type="http://schemas.openxmlformats.org/officeDocument/2006/relationships/customXml" Target="../ink/ink173.xml"/><Relationship Id="rId170" Type="http://schemas.openxmlformats.org/officeDocument/2006/relationships/image" Target="../media/image49.png"/><Relationship Id="rId226" Type="http://schemas.openxmlformats.org/officeDocument/2006/relationships/image" Target="../media/image77.png"/><Relationship Id="rId268" Type="http://schemas.openxmlformats.org/officeDocument/2006/relationships/image" Target="../media/image98.png"/><Relationship Id="rId32" Type="http://schemas.openxmlformats.org/officeDocument/2006/relationships/image" Target="../media/image25.png"/><Relationship Id="rId74" Type="http://schemas.openxmlformats.org/officeDocument/2006/relationships/image" Target="../media/image110.png"/><Relationship Id="rId128" Type="http://schemas.openxmlformats.org/officeDocument/2006/relationships/image" Target="../media/image137.png"/><Relationship Id="rId5" Type="http://schemas.openxmlformats.org/officeDocument/2006/relationships/customXml" Target="../ink/ink96.xml"/><Relationship Id="rId181" Type="http://schemas.openxmlformats.org/officeDocument/2006/relationships/customXml" Target="../ink/ink184.xml"/><Relationship Id="rId237" Type="http://schemas.openxmlformats.org/officeDocument/2006/relationships/customXml" Target="../ink/ink212.xml"/><Relationship Id="rId279" Type="http://schemas.openxmlformats.org/officeDocument/2006/relationships/customXml" Target="../ink/ink233.xml"/><Relationship Id="rId22" Type="http://schemas.openxmlformats.org/officeDocument/2006/relationships/image" Target="../media/image20.png"/><Relationship Id="rId43" Type="http://schemas.openxmlformats.org/officeDocument/2006/relationships/customXml" Target="../ink/ink115.xml"/><Relationship Id="rId64" Type="http://schemas.openxmlformats.org/officeDocument/2006/relationships/image" Target="../media/image105.png"/><Relationship Id="rId118" Type="http://schemas.openxmlformats.org/officeDocument/2006/relationships/image" Target="../media/image132.png"/><Relationship Id="rId139" Type="http://schemas.openxmlformats.org/officeDocument/2006/relationships/customXml" Target="../ink/ink163.xml"/><Relationship Id="rId85" Type="http://schemas.openxmlformats.org/officeDocument/2006/relationships/customXml" Target="../ink/ink136.xml"/><Relationship Id="rId150" Type="http://schemas.openxmlformats.org/officeDocument/2006/relationships/image" Target="../media/image148.png"/><Relationship Id="rId171" Type="http://schemas.openxmlformats.org/officeDocument/2006/relationships/customXml" Target="../ink/ink179.xml"/><Relationship Id="rId192" Type="http://schemas.openxmlformats.org/officeDocument/2006/relationships/image" Target="../media/image60.png"/><Relationship Id="rId206" Type="http://schemas.openxmlformats.org/officeDocument/2006/relationships/image" Target="../media/image67.png"/><Relationship Id="rId227" Type="http://schemas.openxmlformats.org/officeDocument/2006/relationships/customXml" Target="../ink/ink207.xml"/><Relationship Id="rId248" Type="http://schemas.openxmlformats.org/officeDocument/2006/relationships/image" Target="../media/image88.png"/><Relationship Id="rId269" Type="http://schemas.openxmlformats.org/officeDocument/2006/relationships/customXml" Target="../ink/ink228.xml"/><Relationship Id="rId12" Type="http://schemas.openxmlformats.org/officeDocument/2006/relationships/image" Target="../media/image15.png"/><Relationship Id="rId33" Type="http://schemas.openxmlformats.org/officeDocument/2006/relationships/customXml" Target="../ink/ink110.xml"/><Relationship Id="rId108" Type="http://schemas.openxmlformats.org/officeDocument/2006/relationships/image" Target="../media/image127.png"/><Relationship Id="rId129" Type="http://schemas.openxmlformats.org/officeDocument/2006/relationships/customXml" Target="../ink/ink158.xml"/><Relationship Id="rId280" Type="http://schemas.openxmlformats.org/officeDocument/2006/relationships/image" Target="../media/image104.png"/><Relationship Id="rId54" Type="http://schemas.openxmlformats.org/officeDocument/2006/relationships/image" Target="../media/image36.png"/><Relationship Id="rId75" Type="http://schemas.openxmlformats.org/officeDocument/2006/relationships/customXml" Target="../ink/ink131.xml"/><Relationship Id="rId96" Type="http://schemas.openxmlformats.org/officeDocument/2006/relationships/image" Target="../media/image121.png"/><Relationship Id="rId140" Type="http://schemas.openxmlformats.org/officeDocument/2006/relationships/image" Target="../media/image143.png"/><Relationship Id="rId161" Type="http://schemas.openxmlformats.org/officeDocument/2006/relationships/customXml" Target="../ink/ink174.xml"/><Relationship Id="rId182" Type="http://schemas.openxmlformats.org/officeDocument/2006/relationships/image" Target="../media/image55.png"/><Relationship Id="rId217" Type="http://schemas.openxmlformats.org/officeDocument/2006/relationships/customXml" Target="../ink/ink202.xml"/><Relationship Id="rId6" Type="http://schemas.openxmlformats.org/officeDocument/2006/relationships/image" Target="../media/image12.png"/><Relationship Id="rId238" Type="http://schemas.openxmlformats.org/officeDocument/2006/relationships/image" Target="../media/image83.png"/><Relationship Id="rId259" Type="http://schemas.openxmlformats.org/officeDocument/2006/relationships/customXml" Target="../ink/ink223.xml"/><Relationship Id="rId23" Type="http://schemas.openxmlformats.org/officeDocument/2006/relationships/customXml" Target="../ink/ink105.xml"/><Relationship Id="rId119" Type="http://schemas.openxmlformats.org/officeDocument/2006/relationships/customXml" Target="../ink/ink153.xml"/><Relationship Id="rId270" Type="http://schemas.openxmlformats.org/officeDocument/2006/relationships/image" Target="../media/image99.png"/><Relationship Id="rId44" Type="http://schemas.openxmlformats.org/officeDocument/2006/relationships/image" Target="../media/image31.png"/><Relationship Id="rId65" Type="http://schemas.openxmlformats.org/officeDocument/2006/relationships/customXml" Target="../ink/ink126.xml"/><Relationship Id="rId86" Type="http://schemas.openxmlformats.org/officeDocument/2006/relationships/image" Target="../media/image116.png"/><Relationship Id="rId130" Type="http://schemas.openxmlformats.org/officeDocument/2006/relationships/image" Target="../media/image138.png"/><Relationship Id="rId151" Type="http://schemas.openxmlformats.org/officeDocument/2006/relationships/customXml" Target="../ink/ink169.xml"/><Relationship Id="rId172" Type="http://schemas.openxmlformats.org/officeDocument/2006/relationships/image" Target="../media/image50.png"/><Relationship Id="rId193" Type="http://schemas.openxmlformats.org/officeDocument/2006/relationships/customXml" Target="../ink/ink190.xml"/><Relationship Id="rId207" Type="http://schemas.openxmlformats.org/officeDocument/2006/relationships/customXml" Target="../ink/ink197.xml"/><Relationship Id="rId228" Type="http://schemas.openxmlformats.org/officeDocument/2006/relationships/image" Target="../media/image78.png"/><Relationship Id="rId249" Type="http://schemas.openxmlformats.org/officeDocument/2006/relationships/customXml" Target="../ink/ink218.xml"/><Relationship Id="rId13" Type="http://schemas.openxmlformats.org/officeDocument/2006/relationships/customXml" Target="../ink/ink100.xml"/><Relationship Id="rId109" Type="http://schemas.openxmlformats.org/officeDocument/2006/relationships/customXml" Target="../ink/ink148.xml"/><Relationship Id="rId260" Type="http://schemas.openxmlformats.org/officeDocument/2006/relationships/image" Target="../media/image94.png"/><Relationship Id="rId281" Type="http://schemas.openxmlformats.org/officeDocument/2006/relationships/customXml" Target="../ink/ink234.xml"/><Relationship Id="rId34" Type="http://schemas.openxmlformats.org/officeDocument/2006/relationships/image" Target="../media/image26.png"/><Relationship Id="rId55" Type="http://schemas.openxmlformats.org/officeDocument/2006/relationships/customXml" Target="../ink/ink121.xml"/><Relationship Id="rId76" Type="http://schemas.openxmlformats.org/officeDocument/2006/relationships/image" Target="../media/image111.png"/><Relationship Id="rId97" Type="http://schemas.openxmlformats.org/officeDocument/2006/relationships/customXml" Target="../ink/ink142.xml"/><Relationship Id="rId120" Type="http://schemas.openxmlformats.org/officeDocument/2006/relationships/image" Target="../media/image133.png"/><Relationship Id="rId141" Type="http://schemas.openxmlformats.org/officeDocument/2006/relationships/customXml" Target="../ink/ink164.xml"/><Relationship Id="rId7" Type="http://schemas.openxmlformats.org/officeDocument/2006/relationships/customXml" Target="../ink/ink97.xml"/><Relationship Id="rId162" Type="http://schemas.openxmlformats.org/officeDocument/2006/relationships/image" Target="../media/image45.png"/><Relationship Id="rId183" Type="http://schemas.openxmlformats.org/officeDocument/2006/relationships/customXml" Target="../ink/ink185.xml"/><Relationship Id="rId218" Type="http://schemas.openxmlformats.org/officeDocument/2006/relationships/image" Target="../media/image73.png"/><Relationship Id="rId239" Type="http://schemas.openxmlformats.org/officeDocument/2006/relationships/customXml" Target="../ink/ink213.xml"/><Relationship Id="rId250" Type="http://schemas.openxmlformats.org/officeDocument/2006/relationships/image" Target="../media/image89.png"/><Relationship Id="rId271" Type="http://schemas.openxmlformats.org/officeDocument/2006/relationships/customXml" Target="../ink/ink229.xml"/><Relationship Id="rId24" Type="http://schemas.openxmlformats.org/officeDocument/2006/relationships/image" Target="../media/image21.png"/><Relationship Id="rId45" Type="http://schemas.openxmlformats.org/officeDocument/2006/relationships/customXml" Target="../ink/ink116.xml"/><Relationship Id="rId66" Type="http://schemas.openxmlformats.org/officeDocument/2006/relationships/image" Target="../media/image106.png"/><Relationship Id="rId87" Type="http://schemas.openxmlformats.org/officeDocument/2006/relationships/customXml" Target="../ink/ink137.xml"/><Relationship Id="rId110" Type="http://schemas.openxmlformats.org/officeDocument/2006/relationships/image" Target="../media/image128.png"/><Relationship Id="rId131" Type="http://schemas.openxmlformats.org/officeDocument/2006/relationships/customXml" Target="../ink/ink159.xml"/><Relationship Id="rId152" Type="http://schemas.openxmlformats.org/officeDocument/2006/relationships/image" Target="../media/image149.png"/><Relationship Id="rId173" Type="http://schemas.openxmlformats.org/officeDocument/2006/relationships/customXml" Target="../ink/ink180.xml"/><Relationship Id="rId194" Type="http://schemas.openxmlformats.org/officeDocument/2006/relationships/image" Target="../media/image61.png"/><Relationship Id="rId208" Type="http://schemas.openxmlformats.org/officeDocument/2006/relationships/image" Target="../media/image68.png"/><Relationship Id="rId229" Type="http://schemas.openxmlformats.org/officeDocument/2006/relationships/customXml" Target="../ink/ink208.xml"/><Relationship Id="rId240" Type="http://schemas.openxmlformats.org/officeDocument/2006/relationships/image" Target="../media/image84.png"/><Relationship Id="rId261" Type="http://schemas.openxmlformats.org/officeDocument/2006/relationships/customXml" Target="../ink/ink224.xml"/><Relationship Id="rId14" Type="http://schemas.openxmlformats.org/officeDocument/2006/relationships/image" Target="../media/image16.png"/><Relationship Id="rId35" Type="http://schemas.openxmlformats.org/officeDocument/2006/relationships/customXml" Target="../ink/ink111.xml"/><Relationship Id="rId56" Type="http://schemas.openxmlformats.org/officeDocument/2006/relationships/image" Target="../media/image37.png"/><Relationship Id="rId77" Type="http://schemas.openxmlformats.org/officeDocument/2006/relationships/customXml" Target="../ink/ink132.xml"/><Relationship Id="rId100" Type="http://schemas.openxmlformats.org/officeDocument/2006/relationships/image" Target="../media/image123.png"/><Relationship Id="rId282" Type="http://schemas.openxmlformats.org/officeDocument/2006/relationships/image" Target="../media/image150.png"/><Relationship Id="rId8" Type="http://schemas.openxmlformats.org/officeDocument/2006/relationships/image" Target="../media/image13.png"/><Relationship Id="rId98" Type="http://schemas.openxmlformats.org/officeDocument/2006/relationships/image" Target="../media/image122.png"/><Relationship Id="rId121" Type="http://schemas.openxmlformats.org/officeDocument/2006/relationships/customXml" Target="../ink/ink154.xml"/><Relationship Id="rId142" Type="http://schemas.openxmlformats.org/officeDocument/2006/relationships/image" Target="../media/image144.png"/><Relationship Id="rId163" Type="http://schemas.openxmlformats.org/officeDocument/2006/relationships/customXml" Target="../ink/ink175.xml"/><Relationship Id="rId184" Type="http://schemas.openxmlformats.org/officeDocument/2006/relationships/image" Target="../media/image56.png"/><Relationship Id="rId219" Type="http://schemas.openxmlformats.org/officeDocument/2006/relationships/customXml" Target="../ink/ink203.xml"/><Relationship Id="rId230" Type="http://schemas.openxmlformats.org/officeDocument/2006/relationships/image" Target="../media/image79.png"/><Relationship Id="rId251" Type="http://schemas.openxmlformats.org/officeDocument/2006/relationships/customXml" Target="../ink/ink219.xml"/><Relationship Id="rId25" Type="http://schemas.openxmlformats.org/officeDocument/2006/relationships/customXml" Target="../ink/ink106.xml"/><Relationship Id="rId46" Type="http://schemas.openxmlformats.org/officeDocument/2006/relationships/image" Target="../media/image32.png"/><Relationship Id="rId67" Type="http://schemas.openxmlformats.org/officeDocument/2006/relationships/customXml" Target="../ink/ink127.xml"/><Relationship Id="rId272" Type="http://schemas.openxmlformats.org/officeDocument/2006/relationships/image" Target="../media/image100.png"/><Relationship Id="rId88" Type="http://schemas.openxmlformats.org/officeDocument/2006/relationships/image" Target="../media/image117.png"/><Relationship Id="rId111" Type="http://schemas.openxmlformats.org/officeDocument/2006/relationships/customXml" Target="../ink/ink149.xml"/><Relationship Id="rId132" Type="http://schemas.openxmlformats.org/officeDocument/2006/relationships/image" Target="../media/image139.png"/><Relationship Id="rId153" Type="http://schemas.openxmlformats.org/officeDocument/2006/relationships/customXml" Target="../ink/ink170.xml"/><Relationship Id="rId174" Type="http://schemas.openxmlformats.org/officeDocument/2006/relationships/image" Target="../media/image51.png"/><Relationship Id="rId195" Type="http://schemas.openxmlformats.org/officeDocument/2006/relationships/customXml" Target="../ink/ink191.xml"/><Relationship Id="rId209" Type="http://schemas.openxmlformats.org/officeDocument/2006/relationships/customXml" Target="../ink/ink198.xml"/><Relationship Id="rId220" Type="http://schemas.openxmlformats.org/officeDocument/2006/relationships/image" Target="../media/image74.png"/><Relationship Id="rId241" Type="http://schemas.openxmlformats.org/officeDocument/2006/relationships/customXml" Target="../ink/ink214.xml"/><Relationship Id="rId15" Type="http://schemas.openxmlformats.org/officeDocument/2006/relationships/customXml" Target="../ink/ink101.xml"/><Relationship Id="rId36" Type="http://schemas.openxmlformats.org/officeDocument/2006/relationships/image" Target="../media/image27.png"/><Relationship Id="rId57" Type="http://schemas.openxmlformats.org/officeDocument/2006/relationships/customXml" Target="../ink/ink122.xml"/><Relationship Id="rId262" Type="http://schemas.openxmlformats.org/officeDocument/2006/relationships/image" Target="../media/image95.png"/><Relationship Id="rId78" Type="http://schemas.openxmlformats.org/officeDocument/2006/relationships/image" Target="../media/image112.png"/><Relationship Id="rId99" Type="http://schemas.openxmlformats.org/officeDocument/2006/relationships/customXml" Target="../ink/ink143.xml"/><Relationship Id="rId101" Type="http://schemas.openxmlformats.org/officeDocument/2006/relationships/customXml" Target="../ink/ink144.xml"/><Relationship Id="rId122" Type="http://schemas.openxmlformats.org/officeDocument/2006/relationships/image" Target="../media/image134.png"/><Relationship Id="rId143" Type="http://schemas.openxmlformats.org/officeDocument/2006/relationships/customXml" Target="../ink/ink165.xml"/><Relationship Id="rId164" Type="http://schemas.openxmlformats.org/officeDocument/2006/relationships/image" Target="../media/image46.png"/><Relationship Id="rId185" Type="http://schemas.openxmlformats.org/officeDocument/2006/relationships/customXml" Target="../ink/ink186.xml"/><Relationship Id="rId9" Type="http://schemas.openxmlformats.org/officeDocument/2006/relationships/customXml" Target="../ink/ink98.xml"/><Relationship Id="rId210" Type="http://schemas.openxmlformats.org/officeDocument/2006/relationships/image" Target="../media/image69.png"/><Relationship Id="rId26" Type="http://schemas.openxmlformats.org/officeDocument/2006/relationships/image" Target="../media/image22.png"/><Relationship Id="rId231" Type="http://schemas.openxmlformats.org/officeDocument/2006/relationships/customXml" Target="../ink/ink209.xml"/><Relationship Id="rId252" Type="http://schemas.openxmlformats.org/officeDocument/2006/relationships/image" Target="../media/image90.png"/><Relationship Id="rId273" Type="http://schemas.openxmlformats.org/officeDocument/2006/relationships/customXml" Target="../ink/ink230.xml"/><Relationship Id="rId47" Type="http://schemas.openxmlformats.org/officeDocument/2006/relationships/customXml" Target="../ink/ink117.xml"/><Relationship Id="rId68" Type="http://schemas.openxmlformats.org/officeDocument/2006/relationships/image" Target="../media/image107.png"/><Relationship Id="rId89" Type="http://schemas.openxmlformats.org/officeDocument/2006/relationships/customXml" Target="../ink/ink138.xml"/><Relationship Id="rId112" Type="http://schemas.openxmlformats.org/officeDocument/2006/relationships/image" Target="../media/image129.png"/><Relationship Id="rId133" Type="http://schemas.openxmlformats.org/officeDocument/2006/relationships/customXml" Target="../ink/ink160.xml"/><Relationship Id="rId154" Type="http://schemas.openxmlformats.org/officeDocument/2006/relationships/image" Target="../media/image41.png"/><Relationship Id="rId175" Type="http://schemas.openxmlformats.org/officeDocument/2006/relationships/customXml" Target="../ink/ink181.xml"/><Relationship Id="rId196" Type="http://schemas.openxmlformats.org/officeDocument/2006/relationships/image" Target="../media/image62.png"/><Relationship Id="rId200" Type="http://schemas.openxmlformats.org/officeDocument/2006/relationships/image" Target="../media/image64.png"/><Relationship Id="rId16" Type="http://schemas.openxmlformats.org/officeDocument/2006/relationships/image" Target="../media/image17.png"/><Relationship Id="rId221" Type="http://schemas.openxmlformats.org/officeDocument/2006/relationships/customXml" Target="../ink/ink204.xml"/><Relationship Id="rId242" Type="http://schemas.openxmlformats.org/officeDocument/2006/relationships/image" Target="../media/image85.png"/><Relationship Id="rId263" Type="http://schemas.openxmlformats.org/officeDocument/2006/relationships/customXml" Target="../ink/ink225.xml"/><Relationship Id="rId37" Type="http://schemas.openxmlformats.org/officeDocument/2006/relationships/customXml" Target="../ink/ink112.xml"/><Relationship Id="rId58" Type="http://schemas.openxmlformats.org/officeDocument/2006/relationships/image" Target="../media/image38.png"/><Relationship Id="rId79" Type="http://schemas.openxmlformats.org/officeDocument/2006/relationships/customXml" Target="../ink/ink133.xml"/><Relationship Id="rId102" Type="http://schemas.openxmlformats.org/officeDocument/2006/relationships/image" Target="../media/image124.png"/><Relationship Id="rId123" Type="http://schemas.openxmlformats.org/officeDocument/2006/relationships/customXml" Target="../ink/ink155.xml"/><Relationship Id="rId144" Type="http://schemas.openxmlformats.org/officeDocument/2006/relationships/image" Target="../media/image145.png"/><Relationship Id="rId90" Type="http://schemas.openxmlformats.org/officeDocument/2006/relationships/image" Target="../media/image118.png"/><Relationship Id="rId165" Type="http://schemas.openxmlformats.org/officeDocument/2006/relationships/customXml" Target="../ink/ink176.xml"/><Relationship Id="rId186" Type="http://schemas.openxmlformats.org/officeDocument/2006/relationships/image" Target="../media/image57.png"/><Relationship Id="rId211" Type="http://schemas.openxmlformats.org/officeDocument/2006/relationships/customXml" Target="../ink/ink199.xml"/><Relationship Id="rId232" Type="http://schemas.openxmlformats.org/officeDocument/2006/relationships/image" Target="../media/image80.png"/><Relationship Id="rId253" Type="http://schemas.openxmlformats.org/officeDocument/2006/relationships/customXml" Target="../ink/ink220.xml"/><Relationship Id="rId274" Type="http://schemas.openxmlformats.org/officeDocument/2006/relationships/image" Target="../media/image101.png"/><Relationship Id="rId27" Type="http://schemas.openxmlformats.org/officeDocument/2006/relationships/customXml" Target="../ink/ink107.xml"/><Relationship Id="rId48" Type="http://schemas.openxmlformats.org/officeDocument/2006/relationships/image" Target="../media/image33.png"/><Relationship Id="rId69" Type="http://schemas.openxmlformats.org/officeDocument/2006/relationships/customXml" Target="../ink/ink128.xml"/><Relationship Id="rId113" Type="http://schemas.openxmlformats.org/officeDocument/2006/relationships/customXml" Target="../ink/ink150.xml"/><Relationship Id="rId134" Type="http://schemas.openxmlformats.org/officeDocument/2006/relationships/image" Target="../media/image140.png"/><Relationship Id="rId80" Type="http://schemas.openxmlformats.org/officeDocument/2006/relationships/image" Target="../media/image113.png"/><Relationship Id="rId155" Type="http://schemas.openxmlformats.org/officeDocument/2006/relationships/customXml" Target="../ink/ink171.xml"/><Relationship Id="rId176" Type="http://schemas.openxmlformats.org/officeDocument/2006/relationships/image" Target="../media/image52.png"/><Relationship Id="rId197" Type="http://schemas.openxmlformats.org/officeDocument/2006/relationships/customXml" Target="../ink/ink192.xml"/><Relationship Id="rId201" Type="http://schemas.openxmlformats.org/officeDocument/2006/relationships/customXml" Target="../ink/ink194.xml"/><Relationship Id="rId222" Type="http://schemas.openxmlformats.org/officeDocument/2006/relationships/image" Target="../media/image75.png"/><Relationship Id="rId243" Type="http://schemas.openxmlformats.org/officeDocument/2006/relationships/customXml" Target="../ink/ink215.xml"/><Relationship Id="rId264" Type="http://schemas.openxmlformats.org/officeDocument/2006/relationships/image" Target="../media/image96.png"/><Relationship Id="rId17" Type="http://schemas.openxmlformats.org/officeDocument/2006/relationships/customXml" Target="../ink/ink102.xml"/><Relationship Id="rId38" Type="http://schemas.openxmlformats.org/officeDocument/2006/relationships/image" Target="../media/image28.png"/><Relationship Id="rId59" Type="http://schemas.openxmlformats.org/officeDocument/2006/relationships/customXml" Target="../ink/ink123.xml"/><Relationship Id="rId103" Type="http://schemas.openxmlformats.org/officeDocument/2006/relationships/customXml" Target="../ink/ink145.xml"/><Relationship Id="rId124" Type="http://schemas.openxmlformats.org/officeDocument/2006/relationships/image" Target="../media/image135.png"/><Relationship Id="rId70" Type="http://schemas.openxmlformats.org/officeDocument/2006/relationships/image" Target="../media/image108.png"/><Relationship Id="rId91" Type="http://schemas.openxmlformats.org/officeDocument/2006/relationships/customXml" Target="../ink/ink139.xml"/><Relationship Id="rId145" Type="http://schemas.openxmlformats.org/officeDocument/2006/relationships/customXml" Target="../ink/ink166.xml"/><Relationship Id="rId166" Type="http://schemas.openxmlformats.org/officeDocument/2006/relationships/image" Target="../media/image47.png"/><Relationship Id="rId187" Type="http://schemas.openxmlformats.org/officeDocument/2006/relationships/customXml" Target="../ink/ink187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70.png"/><Relationship Id="rId233" Type="http://schemas.openxmlformats.org/officeDocument/2006/relationships/customXml" Target="../ink/ink210.xml"/><Relationship Id="rId254" Type="http://schemas.openxmlformats.org/officeDocument/2006/relationships/image" Target="../media/image91.png"/><Relationship Id="rId28" Type="http://schemas.openxmlformats.org/officeDocument/2006/relationships/image" Target="../media/image23.png"/><Relationship Id="rId49" Type="http://schemas.openxmlformats.org/officeDocument/2006/relationships/customXml" Target="../ink/ink118.xml"/><Relationship Id="rId114" Type="http://schemas.openxmlformats.org/officeDocument/2006/relationships/image" Target="../media/image130.png"/><Relationship Id="rId275" Type="http://schemas.openxmlformats.org/officeDocument/2006/relationships/customXml" Target="../ink/ink231.xml"/><Relationship Id="rId60" Type="http://schemas.openxmlformats.org/officeDocument/2006/relationships/image" Target="../media/image39.png"/><Relationship Id="rId81" Type="http://schemas.openxmlformats.org/officeDocument/2006/relationships/customXml" Target="../ink/ink134.xml"/><Relationship Id="rId135" Type="http://schemas.openxmlformats.org/officeDocument/2006/relationships/customXml" Target="../ink/ink161.xml"/><Relationship Id="rId156" Type="http://schemas.openxmlformats.org/officeDocument/2006/relationships/image" Target="../media/image42.png"/><Relationship Id="rId177" Type="http://schemas.openxmlformats.org/officeDocument/2006/relationships/customXml" Target="../ink/ink182.xml"/><Relationship Id="rId198" Type="http://schemas.openxmlformats.org/officeDocument/2006/relationships/image" Target="../media/image63.png"/><Relationship Id="rId202" Type="http://schemas.openxmlformats.org/officeDocument/2006/relationships/image" Target="../media/image65.png"/><Relationship Id="rId223" Type="http://schemas.openxmlformats.org/officeDocument/2006/relationships/customXml" Target="../ink/ink205.xml"/><Relationship Id="rId244" Type="http://schemas.openxmlformats.org/officeDocument/2006/relationships/image" Target="../media/image86.png"/><Relationship Id="rId18" Type="http://schemas.openxmlformats.org/officeDocument/2006/relationships/image" Target="../media/image18.png"/><Relationship Id="rId39" Type="http://schemas.openxmlformats.org/officeDocument/2006/relationships/customXml" Target="../ink/ink113.xml"/><Relationship Id="rId265" Type="http://schemas.openxmlformats.org/officeDocument/2006/relationships/customXml" Target="../ink/ink226.xml"/><Relationship Id="rId50" Type="http://schemas.openxmlformats.org/officeDocument/2006/relationships/image" Target="../media/image34.png"/><Relationship Id="rId104" Type="http://schemas.openxmlformats.org/officeDocument/2006/relationships/image" Target="../media/image125.png"/><Relationship Id="rId125" Type="http://schemas.openxmlformats.org/officeDocument/2006/relationships/customXml" Target="../ink/ink156.xml"/><Relationship Id="rId146" Type="http://schemas.openxmlformats.org/officeDocument/2006/relationships/image" Target="../media/image146.png"/><Relationship Id="rId167" Type="http://schemas.openxmlformats.org/officeDocument/2006/relationships/customXml" Target="../ink/ink177.xml"/><Relationship Id="rId188" Type="http://schemas.openxmlformats.org/officeDocument/2006/relationships/image" Target="../media/image58.png"/><Relationship Id="rId71" Type="http://schemas.openxmlformats.org/officeDocument/2006/relationships/customXml" Target="../ink/ink129.xml"/><Relationship Id="rId92" Type="http://schemas.openxmlformats.org/officeDocument/2006/relationships/image" Target="../media/image119.png"/><Relationship Id="rId213" Type="http://schemas.openxmlformats.org/officeDocument/2006/relationships/customXml" Target="../ink/ink200.xml"/><Relationship Id="rId234" Type="http://schemas.openxmlformats.org/officeDocument/2006/relationships/image" Target="../media/image81.png"/><Relationship Id="rId2" Type="http://schemas.openxmlformats.org/officeDocument/2006/relationships/image" Target="../media/image10.png"/><Relationship Id="rId29" Type="http://schemas.openxmlformats.org/officeDocument/2006/relationships/customXml" Target="../ink/ink108.xml"/><Relationship Id="rId255" Type="http://schemas.openxmlformats.org/officeDocument/2006/relationships/customXml" Target="../ink/ink221.xml"/><Relationship Id="rId276" Type="http://schemas.openxmlformats.org/officeDocument/2006/relationships/image" Target="../media/image102.png"/><Relationship Id="rId40" Type="http://schemas.openxmlformats.org/officeDocument/2006/relationships/image" Target="../media/image29.png"/><Relationship Id="rId115" Type="http://schemas.openxmlformats.org/officeDocument/2006/relationships/customXml" Target="../ink/ink151.xml"/><Relationship Id="rId136" Type="http://schemas.openxmlformats.org/officeDocument/2006/relationships/image" Target="../media/image141.png"/><Relationship Id="rId157" Type="http://schemas.openxmlformats.org/officeDocument/2006/relationships/customXml" Target="../ink/ink172.xml"/><Relationship Id="rId178" Type="http://schemas.openxmlformats.org/officeDocument/2006/relationships/image" Target="../media/image53.png"/><Relationship Id="rId61" Type="http://schemas.openxmlformats.org/officeDocument/2006/relationships/customXml" Target="../ink/ink124.xml"/><Relationship Id="rId82" Type="http://schemas.openxmlformats.org/officeDocument/2006/relationships/image" Target="../media/image114.png"/><Relationship Id="rId199" Type="http://schemas.openxmlformats.org/officeDocument/2006/relationships/customXml" Target="../ink/ink193.xml"/><Relationship Id="rId203" Type="http://schemas.openxmlformats.org/officeDocument/2006/relationships/customXml" Target="../ink/ink195.xml"/><Relationship Id="rId19" Type="http://schemas.openxmlformats.org/officeDocument/2006/relationships/customXml" Target="../ink/ink103.xml"/><Relationship Id="rId224" Type="http://schemas.openxmlformats.org/officeDocument/2006/relationships/image" Target="../media/image76.png"/><Relationship Id="rId245" Type="http://schemas.openxmlformats.org/officeDocument/2006/relationships/customXml" Target="../ink/ink216.xml"/><Relationship Id="rId266" Type="http://schemas.openxmlformats.org/officeDocument/2006/relationships/image" Target="../media/image97.png"/><Relationship Id="rId30" Type="http://schemas.openxmlformats.org/officeDocument/2006/relationships/image" Target="../media/image24.png"/><Relationship Id="rId105" Type="http://schemas.openxmlformats.org/officeDocument/2006/relationships/customXml" Target="../ink/ink146.xml"/><Relationship Id="rId126" Type="http://schemas.openxmlformats.org/officeDocument/2006/relationships/image" Target="../media/image136.png"/><Relationship Id="rId147" Type="http://schemas.openxmlformats.org/officeDocument/2006/relationships/customXml" Target="../ink/ink167.xml"/><Relationship Id="rId168" Type="http://schemas.openxmlformats.org/officeDocument/2006/relationships/image" Target="../media/image48.png"/><Relationship Id="rId51" Type="http://schemas.openxmlformats.org/officeDocument/2006/relationships/customXml" Target="../ink/ink119.xml"/><Relationship Id="rId72" Type="http://schemas.openxmlformats.org/officeDocument/2006/relationships/image" Target="../media/image109.png"/><Relationship Id="rId93" Type="http://schemas.openxmlformats.org/officeDocument/2006/relationships/customXml" Target="../ink/ink140.xml"/><Relationship Id="rId189" Type="http://schemas.openxmlformats.org/officeDocument/2006/relationships/customXml" Target="../ink/ink188.xml"/><Relationship Id="rId3" Type="http://schemas.openxmlformats.org/officeDocument/2006/relationships/customXml" Target="../ink/ink95.xml"/><Relationship Id="rId214" Type="http://schemas.openxmlformats.org/officeDocument/2006/relationships/image" Target="../media/image71.png"/><Relationship Id="rId235" Type="http://schemas.openxmlformats.org/officeDocument/2006/relationships/customXml" Target="../ink/ink211.xml"/><Relationship Id="rId256" Type="http://schemas.openxmlformats.org/officeDocument/2006/relationships/image" Target="../media/image92.png"/><Relationship Id="rId277" Type="http://schemas.openxmlformats.org/officeDocument/2006/relationships/customXml" Target="../ink/ink232.xml"/><Relationship Id="rId116" Type="http://schemas.openxmlformats.org/officeDocument/2006/relationships/image" Target="../media/image131.png"/><Relationship Id="rId137" Type="http://schemas.openxmlformats.org/officeDocument/2006/relationships/customXml" Target="../ink/ink162.xml"/><Relationship Id="rId158" Type="http://schemas.openxmlformats.org/officeDocument/2006/relationships/image" Target="../media/image43.png"/><Relationship Id="rId20" Type="http://schemas.openxmlformats.org/officeDocument/2006/relationships/image" Target="../media/image19.png"/><Relationship Id="rId41" Type="http://schemas.openxmlformats.org/officeDocument/2006/relationships/customXml" Target="../ink/ink114.xml"/><Relationship Id="rId62" Type="http://schemas.openxmlformats.org/officeDocument/2006/relationships/image" Target="../media/image40.png"/><Relationship Id="rId83" Type="http://schemas.openxmlformats.org/officeDocument/2006/relationships/customXml" Target="../ink/ink135.xml"/><Relationship Id="rId179" Type="http://schemas.openxmlformats.org/officeDocument/2006/relationships/customXml" Target="../ink/ink183.xml"/><Relationship Id="rId190" Type="http://schemas.openxmlformats.org/officeDocument/2006/relationships/image" Target="../media/image59.png"/><Relationship Id="rId204" Type="http://schemas.openxmlformats.org/officeDocument/2006/relationships/image" Target="../media/image66.png"/><Relationship Id="rId225" Type="http://schemas.openxmlformats.org/officeDocument/2006/relationships/customXml" Target="../ink/ink206.xml"/><Relationship Id="rId246" Type="http://schemas.openxmlformats.org/officeDocument/2006/relationships/image" Target="../media/image87.png"/><Relationship Id="rId267" Type="http://schemas.openxmlformats.org/officeDocument/2006/relationships/customXml" Target="../ink/ink227.xml"/><Relationship Id="rId106" Type="http://schemas.openxmlformats.org/officeDocument/2006/relationships/image" Target="../media/image126.png"/><Relationship Id="rId127" Type="http://schemas.openxmlformats.org/officeDocument/2006/relationships/customXml" Target="../ink/ink157.xml"/><Relationship Id="rId10" Type="http://schemas.openxmlformats.org/officeDocument/2006/relationships/image" Target="../media/image14.png"/><Relationship Id="rId31" Type="http://schemas.openxmlformats.org/officeDocument/2006/relationships/customXml" Target="../ink/ink109.xml"/><Relationship Id="rId52" Type="http://schemas.openxmlformats.org/officeDocument/2006/relationships/image" Target="../media/image35.png"/><Relationship Id="rId73" Type="http://schemas.openxmlformats.org/officeDocument/2006/relationships/customXml" Target="../ink/ink130.xml"/><Relationship Id="rId94" Type="http://schemas.openxmlformats.org/officeDocument/2006/relationships/image" Target="../media/image120.png"/><Relationship Id="rId148" Type="http://schemas.openxmlformats.org/officeDocument/2006/relationships/image" Target="../media/image147.png"/><Relationship Id="rId169" Type="http://schemas.openxmlformats.org/officeDocument/2006/relationships/customXml" Target="../ink/ink178.xml"/><Relationship Id="rId4" Type="http://schemas.openxmlformats.org/officeDocument/2006/relationships/image" Target="../media/image11.png"/><Relationship Id="rId180" Type="http://schemas.openxmlformats.org/officeDocument/2006/relationships/image" Target="../media/image54.png"/><Relationship Id="rId215" Type="http://schemas.openxmlformats.org/officeDocument/2006/relationships/customXml" Target="../ink/ink201.xml"/><Relationship Id="rId236" Type="http://schemas.openxmlformats.org/officeDocument/2006/relationships/image" Target="../media/image82.png"/><Relationship Id="rId257" Type="http://schemas.openxmlformats.org/officeDocument/2006/relationships/customXml" Target="../ink/ink222.xml"/><Relationship Id="rId278" Type="http://schemas.openxmlformats.org/officeDocument/2006/relationships/image" Target="../media/image103.png"/><Relationship Id="rId42" Type="http://schemas.openxmlformats.org/officeDocument/2006/relationships/image" Target="../media/image30.png"/><Relationship Id="rId84" Type="http://schemas.openxmlformats.org/officeDocument/2006/relationships/image" Target="../media/image115.png"/><Relationship Id="rId138" Type="http://schemas.openxmlformats.org/officeDocument/2006/relationships/image" Target="../media/image142.png"/><Relationship Id="rId191" Type="http://schemas.openxmlformats.org/officeDocument/2006/relationships/customXml" Target="../ink/ink189.xml"/><Relationship Id="rId205" Type="http://schemas.openxmlformats.org/officeDocument/2006/relationships/customXml" Target="../ink/ink196.xml"/><Relationship Id="rId247" Type="http://schemas.openxmlformats.org/officeDocument/2006/relationships/customXml" Target="../ink/ink217.xml"/><Relationship Id="rId107" Type="http://schemas.openxmlformats.org/officeDocument/2006/relationships/customXml" Target="../ink/ink147.xml"/><Relationship Id="rId11" Type="http://schemas.openxmlformats.org/officeDocument/2006/relationships/customXml" Target="../ink/ink99.xml"/><Relationship Id="rId53" Type="http://schemas.openxmlformats.org/officeDocument/2006/relationships/customXml" Target="../ink/ink120.xml"/><Relationship Id="rId149" Type="http://schemas.openxmlformats.org/officeDocument/2006/relationships/customXml" Target="../ink/ink168.xml"/><Relationship Id="rId95" Type="http://schemas.openxmlformats.org/officeDocument/2006/relationships/customXml" Target="../ink/ink141.xml"/><Relationship Id="rId160" Type="http://schemas.openxmlformats.org/officeDocument/2006/relationships/image" Target="../media/image44.png"/><Relationship Id="rId216" Type="http://schemas.openxmlformats.org/officeDocument/2006/relationships/image" Target="../media/image72.png"/><Relationship Id="rId258" Type="http://schemas.openxmlformats.org/officeDocument/2006/relationships/image" Target="../media/image93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92.xml"/><Relationship Id="rId299" Type="http://schemas.openxmlformats.org/officeDocument/2006/relationships/customXml" Target="../ink/ink383.xml"/><Relationship Id="rId21" Type="http://schemas.openxmlformats.org/officeDocument/2006/relationships/customXml" Target="../ink/ink244.xml"/><Relationship Id="rId63" Type="http://schemas.openxmlformats.org/officeDocument/2006/relationships/customXml" Target="../ink/ink265.xml"/><Relationship Id="rId159" Type="http://schemas.openxmlformats.org/officeDocument/2006/relationships/customXml" Target="../ink/ink313.xml"/><Relationship Id="rId324" Type="http://schemas.openxmlformats.org/officeDocument/2006/relationships/image" Target="../media/image104.png"/><Relationship Id="rId170" Type="http://schemas.openxmlformats.org/officeDocument/2006/relationships/image" Target="../media/image165.png"/><Relationship Id="rId226" Type="http://schemas.openxmlformats.org/officeDocument/2006/relationships/image" Target="../media/image55.png"/><Relationship Id="rId268" Type="http://schemas.openxmlformats.org/officeDocument/2006/relationships/image" Target="../media/image76.png"/><Relationship Id="rId32" Type="http://schemas.openxmlformats.org/officeDocument/2006/relationships/image" Target="../media/image25.png"/><Relationship Id="rId74" Type="http://schemas.openxmlformats.org/officeDocument/2006/relationships/image" Target="../media/image110.png"/><Relationship Id="rId128" Type="http://schemas.openxmlformats.org/officeDocument/2006/relationships/image" Target="../media/image126.png"/><Relationship Id="rId5" Type="http://schemas.openxmlformats.org/officeDocument/2006/relationships/customXml" Target="../ink/ink236.xml"/><Relationship Id="rId181" Type="http://schemas.openxmlformats.org/officeDocument/2006/relationships/customXml" Target="../ink/ink324.xml"/><Relationship Id="rId237" Type="http://schemas.openxmlformats.org/officeDocument/2006/relationships/customXml" Target="../ink/ink352.xml"/><Relationship Id="rId279" Type="http://schemas.openxmlformats.org/officeDocument/2006/relationships/customXml" Target="../ink/ink373.xml"/><Relationship Id="rId43" Type="http://schemas.openxmlformats.org/officeDocument/2006/relationships/customXml" Target="../ink/ink255.xml"/><Relationship Id="rId139" Type="http://schemas.openxmlformats.org/officeDocument/2006/relationships/customXml" Target="../ink/ink303.xml"/><Relationship Id="rId290" Type="http://schemas.openxmlformats.org/officeDocument/2006/relationships/image" Target="../media/image87.png"/><Relationship Id="rId304" Type="http://schemas.openxmlformats.org/officeDocument/2006/relationships/image" Target="../media/image94.png"/><Relationship Id="rId85" Type="http://schemas.openxmlformats.org/officeDocument/2006/relationships/customXml" Target="../ink/ink276.xml"/><Relationship Id="rId150" Type="http://schemas.openxmlformats.org/officeDocument/2006/relationships/image" Target="../media/image155.png"/><Relationship Id="rId192" Type="http://schemas.openxmlformats.org/officeDocument/2006/relationships/image" Target="../media/image176.png"/><Relationship Id="rId206" Type="http://schemas.openxmlformats.org/officeDocument/2006/relationships/image" Target="../media/image45.png"/><Relationship Id="rId248" Type="http://schemas.openxmlformats.org/officeDocument/2006/relationships/image" Target="../media/image66.png"/><Relationship Id="rId12" Type="http://schemas.openxmlformats.org/officeDocument/2006/relationships/image" Target="../media/image15.png"/><Relationship Id="rId108" Type="http://schemas.openxmlformats.org/officeDocument/2006/relationships/image" Target="../media/image146.png"/><Relationship Id="rId315" Type="http://schemas.openxmlformats.org/officeDocument/2006/relationships/customXml" Target="../ink/ink391.xml"/><Relationship Id="rId54" Type="http://schemas.openxmlformats.org/officeDocument/2006/relationships/image" Target="../media/image36.png"/><Relationship Id="rId96" Type="http://schemas.openxmlformats.org/officeDocument/2006/relationships/image" Target="../media/image139.png"/><Relationship Id="rId161" Type="http://schemas.openxmlformats.org/officeDocument/2006/relationships/customXml" Target="../ink/ink314.xml"/><Relationship Id="rId217" Type="http://schemas.openxmlformats.org/officeDocument/2006/relationships/customXml" Target="../ink/ink342.xml"/><Relationship Id="rId259" Type="http://schemas.openxmlformats.org/officeDocument/2006/relationships/customXml" Target="../ink/ink363.xml"/><Relationship Id="rId23" Type="http://schemas.openxmlformats.org/officeDocument/2006/relationships/customXml" Target="../ink/ink245.xml"/><Relationship Id="rId119" Type="http://schemas.openxmlformats.org/officeDocument/2006/relationships/customXml" Target="../ink/ink293.xml"/><Relationship Id="rId270" Type="http://schemas.openxmlformats.org/officeDocument/2006/relationships/image" Target="../media/image77.png"/><Relationship Id="rId326" Type="http://schemas.openxmlformats.org/officeDocument/2006/relationships/image" Target="../media/image179.png"/><Relationship Id="rId65" Type="http://schemas.openxmlformats.org/officeDocument/2006/relationships/customXml" Target="../ink/ink266.xml"/><Relationship Id="rId130" Type="http://schemas.openxmlformats.org/officeDocument/2006/relationships/image" Target="../media/image127.png"/><Relationship Id="rId172" Type="http://schemas.openxmlformats.org/officeDocument/2006/relationships/image" Target="../media/image166.png"/><Relationship Id="rId228" Type="http://schemas.openxmlformats.org/officeDocument/2006/relationships/image" Target="../media/image56.png"/><Relationship Id="rId281" Type="http://schemas.openxmlformats.org/officeDocument/2006/relationships/customXml" Target="../ink/ink374.xml"/><Relationship Id="rId34" Type="http://schemas.openxmlformats.org/officeDocument/2006/relationships/image" Target="../media/image26.png"/><Relationship Id="rId76" Type="http://schemas.openxmlformats.org/officeDocument/2006/relationships/image" Target="../media/image111.png"/><Relationship Id="rId141" Type="http://schemas.openxmlformats.org/officeDocument/2006/relationships/customXml" Target="../ink/ink304.xml"/><Relationship Id="rId7" Type="http://schemas.openxmlformats.org/officeDocument/2006/relationships/customXml" Target="../ink/ink237.xml"/><Relationship Id="rId162" Type="http://schemas.openxmlformats.org/officeDocument/2006/relationships/image" Target="../media/image161.png"/><Relationship Id="rId183" Type="http://schemas.openxmlformats.org/officeDocument/2006/relationships/customXml" Target="../ink/ink325.xml"/><Relationship Id="rId218" Type="http://schemas.openxmlformats.org/officeDocument/2006/relationships/image" Target="../media/image51.png"/><Relationship Id="rId239" Type="http://schemas.openxmlformats.org/officeDocument/2006/relationships/customXml" Target="../ink/ink353.xml"/><Relationship Id="rId250" Type="http://schemas.openxmlformats.org/officeDocument/2006/relationships/image" Target="../media/image67.png"/><Relationship Id="rId271" Type="http://schemas.openxmlformats.org/officeDocument/2006/relationships/customXml" Target="../ink/ink369.xml"/><Relationship Id="rId292" Type="http://schemas.openxmlformats.org/officeDocument/2006/relationships/image" Target="../media/image88.png"/><Relationship Id="rId306" Type="http://schemas.openxmlformats.org/officeDocument/2006/relationships/image" Target="../media/image95.png"/><Relationship Id="rId24" Type="http://schemas.openxmlformats.org/officeDocument/2006/relationships/image" Target="../media/image21.png"/><Relationship Id="rId45" Type="http://schemas.openxmlformats.org/officeDocument/2006/relationships/customXml" Target="../ink/ink256.xml"/><Relationship Id="rId66" Type="http://schemas.openxmlformats.org/officeDocument/2006/relationships/image" Target="../media/image106.png"/><Relationship Id="rId87" Type="http://schemas.openxmlformats.org/officeDocument/2006/relationships/customXml" Target="../ink/ink277.xml"/><Relationship Id="rId110" Type="http://schemas.openxmlformats.org/officeDocument/2006/relationships/image" Target="../media/image117.png"/><Relationship Id="rId131" Type="http://schemas.openxmlformats.org/officeDocument/2006/relationships/customXml" Target="../ink/ink299.xml"/><Relationship Id="rId152" Type="http://schemas.openxmlformats.org/officeDocument/2006/relationships/image" Target="../media/image156.png"/><Relationship Id="rId173" Type="http://schemas.openxmlformats.org/officeDocument/2006/relationships/customXml" Target="../ink/ink320.xml"/><Relationship Id="rId194" Type="http://schemas.openxmlformats.org/officeDocument/2006/relationships/image" Target="../media/image177.png"/><Relationship Id="rId208" Type="http://schemas.openxmlformats.org/officeDocument/2006/relationships/image" Target="../media/image46.png"/><Relationship Id="rId229" Type="http://schemas.openxmlformats.org/officeDocument/2006/relationships/customXml" Target="../ink/ink348.xml"/><Relationship Id="rId240" Type="http://schemas.openxmlformats.org/officeDocument/2006/relationships/image" Target="../media/image62.png"/><Relationship Id="rId261" Type="http://schemas.openxmlformats.org/officeDocument/2006/relationships/customXml" Target="../ink/ink364.xml"/><Relationship Id="rId14" Type="http://schemas.openxmlformats.org/officeDocument/2006/relationships/image" Target="../media/image16.png"/><Relationship Id="rId35" Type="http://schemas.openxmlformats.org/officeDocument/2006/relationships/customXml" Target="../ink/ink251.xml"/><Relationship Id="rId56" Type="http://schemas.openxmlformats.org/officeDocument/2006/relationships/image" Target="../media/image37.png"/><Relationship Id="rId77" Type="http://schemas.openxmlformats.org/officeDocument/2006/relationships/customXml" Target="../ink/ink272.xml"/><Relationship Id="rId100" Type="http://schemas.openxmlformats.org/officeDocument/2006/relationships/image" Target="../media/image142.png"/><Relationship Id="rId282" Type="http://schemas.openxmlformats.org/officeDocument/2006/relationships/image" Target="../media/image83.png"/><Relationship Id="rId317" Type="http://schemas.openxmlformats.org/officeDocument/2006/relationships/customXml" Target="../ink/ink392.xml"/><Relationship Id="rId8" Type="http://schemas.openxmlformats.org/officeDocument/2006/relationships/image" Target="../media/image13.png"/><Relationship Id="rId98" Type="http://schemas.openxmlformats.org/officeDocument/2006/relationships/image" Target="../media/image116.png"/><Relationship Id="rId121" Type="http://schemas.openxmlformats.org/officeDocument/2006/relationships/customXml" Target="../ink/ink294.xml"/><Relationship Id="rId142" Type="http://schemas.openxmlformats.org/officeDocument/2006/relationships/image" Target="../media/image151.png"/><Relationship Id="rId163" Type="http://schemas.openxmlformats.org/officeDocument/2006/relationships/customXml" Target="../ink/ink315.xml"/><Relationship Id="rId184" Type="http://schemas.openxmlformats.org/officeDocument/2006/relationships/image" Target="../media/image172.png"/><Relationship Id="rId219" Type="http://schemas.openxmlformats.org/officeDocument/2006/relationships/customXml" Target="../ink/ink343.xml"/><Relationship Id="rId230" Type="http://schemas.openxmlformats.org/officeDocument/2006/relationships/image" Target="../media/image57.png"/><Relationship Id="rId251" Type="http://schemas.openxmlformats.org/officeDocument/2006/relationships/customXml" Target="../ink/ink359.xml"/><Relationship Id="rId25" Type="http://schemas.openxmlformats.org/officeDocument/2006/relationships/customXml" Target="../ink/ink246.xml"/><Relationship Id="rId46" Type="http://schemas.openxmlformats.org/officeDocument/2006/relationships/image" Target="../media/image32.png"/><Relationship Id="rId67" Type="http://schemas.openxmlformats.org/officeDocument/2006/relationships/customXml" Target="../ink/ink267.xml"/><Relationship Id="rId272" Type="http://schemas.openxmlformats.org/officeDocument/2006/relationships/image" Target="../media/image78.png"/><Relationship Id="rId293" Type="http://schemas.openxmlformats.org/officeDocument/2006/relationships/customXml" Target="../ink/ink380.xml"/><Relationship Id="rId307" Type="http://schemas.openxmlformats.org/officeDocument/2006/relationships/customXml" Target="../ink/ink387.xml"/><Relationship Id="rId88" Type="http://schemas.openxmlformats.org/officeDocument/2006/relationships/image" Target="../media/image135.png"/><Relationship Id="rId111" Type="http://schemas.openxmlformats.org/officeDocument/2006/relationships/customXml" Target="../ink/ink289.xml"/><Relationship Id="rId132" Type="http://schemas.openxmlformats.org/officeDocument/2006/relationships/image" Target="../media/image128.png"/><Relationship Id="rId153" Type="http://schemas.openxmlformats.org/officeDocument/2006/relationships/customXml" Target="../ink/ink310.xml"/><Relationship Id="rId174" Type="http://schemas.openxmlformats.org/officeDocument/2006/relationships/image" Target="../media/image167.png"/><Relationship Id="rId195" Type="http://schemas.openxmlformats.org/officeDocument/2006/relationships/customXml" Target="../ink/ink331.xml"/><Relationship Id="rId209" Type="http://schemas.openxmlformats.org/officeDocument/2006/relationships/customXml" Target="../ink/ink338.xml"/><Relationship Id="rId220" Type="http://schemas.openxmlformats.org/officeDocument/2006/relationships/image" Target="../media/image52.png"/><Relationship Id="rId241" Type="http://schemas.openxmlformats.org/officeDocument/2006/relationships/customXml" Target="../ink/ink354.xml"/><Relationship Id="rId15" Type="http://schemas.openxmlformats.org/officeDocument/2006/relationships/customXml" Target="../ink/ink241.xml"/><Relationship Id="rId36" Type="http://schemas.openxmlformats.org/officeDocument/2006/relationships/image" Target="../media/image27.png"/><Relationship Id="rId57" Type="http://schemas.openxmlformats.org/officeDocument/2006/relationships/customXml" Target="../ink/ink262.xml"/><Relationship Id="rId262" Type="http://schemas.openxmlformats.org/officeDocument/2006/relationships/image" Target="../media/image73.png"/><Relationship Id="rId283" Type="http://schemas.openxmlformats.org/officeDocument/2006/relationships/customXml" Target="../ink/ink375.xml"/><Relationship Id="rId318" Type="http://schemas.openxmlformats.org/officeDocument/2006/relationships/image" Target="../media/image101.png"/><Relationship Id="rId78" Type="http://schemas.openxmlformats.org/officeDocument/2006/relationships/image" Target="../media/image112.png"/><Relationship Id="rId99" Type="http://schemas.openxmlformats.org/officeDocument/2006/relationships/customXml" Target="../ink/ink283.xml"/><Relationship Id="rId101" Type="http://schemas.openxmlformats.org/officeDocument/2006/relationships/customXml" Target="../ink/ink284.xml"/><Relationship Id="rId122" Type="http://schemas.openxmlformats.org/officeDocument/2006/relationships/image" Target="../media/image123.png"/><Relationship Id="rId143" Type="http://schemas.openxmlformats.org/officeDocument/2006/relationships/customXml" Target="../ink/ink305.xml"/><Relationship Id="rId164" Type="http://schemas.openxmlformats.org/officeDocument/2006/relationships/image" Target="../media/image162.png"/><Relationship Id="rId185" Type="http://schemas.openxmlformats.org/officeDocument/2006/relationships/customXml" Target="../ink/ink326.xml"/><Relationship Id="rId9" Type="http://schemas.openxmlformats.org/officeDocument/2006/relationships/customXml" Target="../ink/ink238.xml"/><Relationship Id="rId210" Type="http://schemas.openxmlformats.org/officeDocument/2006/relationships/image" Target="../media/image47.png"/><Relationship Id="rId26" Type="http://schemas.openxmlformats.org/officeDocument/2006/relationships/image" Target="../media/image22.png"/><Relationship Id="rId231" Type="http://schemas.openxmlformats.org/officeDocument/2006/relationships/customXml" Target="../ink/ink349.xml"/><Relationship Id="rId252" Type="http://schemas.openxmlformats.org/officeDocument/2006/relationships/image" Target="../media/image68.png"/><Relationship Id="rId273" Type="http://schemas.openxmlformats.org/officeDocument/2006/relationships/customXml" Target="../ink/ink370.xml"/><Relationship Id="rId294" Type="http://schemas.openxmlformats.org/officeDocument/2006/relationships/image" Target="../media/image89.png"/><Relationship Id="rId308" Type="http://schemas.openxmlformats.org/officeDocument/2006/relationships/image" Target="../media/image96.png"/><Relationship Id="rId47" Type="http://schemas.openxmlformats.org/officeDocument/2006/relationships/customXml" Target="../ink/ink257.xml"/><Relationship Id="rId68" Type="http://schemas.openxmlformats.org/officeDocument/2006/relationships/image" Target="../media/image107.png"/><Relationship Id="rId89" Type="http://schemas.openxmlformats.org/officeDocument/2006/relationships/customXml" Target="../ink/ink278.xml"/><Relationship Id="rId112" Type="http://schemas.openxmlformats.org/officeDocument/2006/relationships/image" Target="../media/image118.png"/><Relationship Id="rId133" Type="http://schemas.openxmlformats.org/officeDocument/2006/relationships/customXml" Target="../ink/ink300.xml"/><Relationship Id="rId154" Type="http://schemas.openxmlformats.org/officeDocument/2006/relationships/image" Target="../media/image157.png"/><Relationship Id="rId175" Type="http://schemas.openxmlformats.org/officeDocument/2006/relationships/customXml" Target="../ink/ink321.xml"/><Relationship Id="rId196" Type="http://schemas.openxmlformats.org/officeDocument/2006/relationships/image" Target="../media/image178.png"/><Relationship Id="rId200" Type="http://schemas.openxmlformats.org/officeDocument/2006/relationships/image" Target="../media/image42.png"/><Relationship Id="rId16" Type="http://schemas.openxmlformats.org/officeDocument/2006/relationships/image" Target="../media/image17.png"/><Relationship Id="rId221" Type="http://schemas.openxmlformats.org/officeDocument/2006/relationships/customXml" Target="../ink/ink344.xml"/><Relationship Id="rId242" Type="http://schemas.openxmlformats.org/officeDocument/2006/relationships/image" Target="../media/image63.png"/><Relationship Id="rId263" Type="http://schemas.openxmlformats.org/officeDocument/2006/relationships/customXml" Target="../ink/ink365.xml"/><Relationship Id="rId284" Type="http://schemas.openxmlformats.org/officeDocument/2006/relationships/image" Target="../media/image84.png"/><Relationship Id="rId319" Type="http://schemas.openxmlformats.org/officeDocument/2006/relationships/customXml" Target="../ink/ink393.xml"/><Relationship Id="rId37" Type="http://schemas.openxmlformats.org/officeDocument/2006/relationships/customXml" Target="../ink/ink252.xml"/><Relationship Id="rId58" Type="http://schemas.openxmlformats.org/officeDocument/2006/relationships/image" Target="../media/image38.png"/><Relationship Id="rId79" Type="http://schemas.openxmlformats.org/officeDocument/2006/relationships/customXml" Target="../ink/ink273.xml"/><Relationship Id="rId102" Type="http://schemas.openxmlformats.org/officeDocument/2006/relationships/image" Target="../media/image143.png"/><Relationship Id="rId123" Type="http://schemas.openxmlformats.org/officeDocument/2006/relationships/customXml" Target="../ink/ink295.xml"/><Relationship Id="rId144" Type="http://schemas.openxmlformats.org/officeDocument/2006/relationships/image" Target="../media/image152.png"/><Relationship Id="rId90" Type="http://schemas.openxmlformats.org/officeDocument/2006/relationships/image" Target="../media/image136.png"/><Relationship Id="rId165" Type="http://schemas.openxmlformats.org/officeDocument/2006/relationships/customXml" Target="../ink/ink316.xml"/><Relationship Id="rId186" Type="http://schemas.openxmlformats.org/officeDocument/2006/relationships/image" Target="../media/image173.png"/><Relationship Id="rId211" Type="http://schemas.openxmlformats.org/officeDocument/2006/relationships/customXml" Target="../ink/ink339.xml"/><Relationship Id="rId232" Type="http://schemas.openxmlformats.org/officeDocument/2006/relationships/image" Target="../media/image58.png"/><Relationship Id="rId253" Type="http://schemas.openxmlformats.org/officeDocument/2006/relationships/customXml" Target="../ink/ink360.xml"/><Relationship Id="rId274" Type="http://schemas.openxmlformats.org/officeDocument/2006/relationships/image" Target="../media/image79.png"/><Relationship Id="rId295" Type="http://schemas.openxmlformats.org/officeDocument/2006/relationships/customXml" Target="../ink/ink381.xml"/><Relationship Id="rId309" Type="http://schemas.openxmlformats.org/officeDocument/2006/relationships/customXml" Target="../ink/ink388.xml"/><Relationship Id="rId27" Type="http://schemas.openxmlformats.org/officeDocument/2006/relationships/customXml" Target="../ink/ink247.xml"/><Relationship Id="rId48" Type="http://schemas.openxmlformats.org/officeDocument/2006/relationships/image" Target="../media/image33.png"/><Relationship Id="rId69" Type="http://schemas.openxmlformats.org/officeDocument/2006/relationships/customXml" Target="../ink/ink268.xml"/><Relationship Id="rId113" Type="http://schemas.openxmlformats.org/officeDocument/2006/relationships/customXml" Target="../ink/ink290.xml"/><Relationship Id="rId134" Type="http://schemas.openxmlformats.org/officeDocument/2006/relationships/image" Target="../media/image129.png"/><Relationship Id="rId320" Type="http://schemas.openxmlformats.org/officeDocument/2006/relationships/image" Target="../media/image102.png"/><Relationship Id="rId80" Type="http://schemas.openxmlformats.org/officeDocument/2006/relationships/image" Target="../media/image113.png"/><Relationship Id="rId155" Type="http://schemas.openxmlformats.org/officeDocument/2006/relationships/customXml" Target="../ink/ink311.xml"/><Relationship Id="rId176" Type="http://schemas.openxmlformats.org/officeDocument/2006/relationships/image" Target="../media/image168.png"/><Relationship Id="rId197" Type="http://schemas.openxmlformats.org/officeDocument/2006/relationships/customXml" Target="../ink/ink332.xml"/><Relationship Id="rId201" Type="http://schemas.openxmlformats.org/officeDocument/2006/relationships/customXml" Target="../ink/ink334.xml"/><Relationship Id="rId222" Type="http://schemas.openxmlformats.org/officeDocument/2006/relationships/image" Target="../media/image53.png"/><Relationship Id="rId243" Type="http://schemas.openxmlformats.org/officeDocument/2006/relationships/customXml" Target="../ink/ink355.xml"/><Relationship Id="rId264" Type="http://schemas.openxmlformats.org/officeDocument/2006/relationships/image" Target="../media/image74.png"/><Relationship Id="rId285" Type="http://schemas.openxmlformats.org/officeDocument/2006/relationships/customXml" Target="../ink/ink376.xml"/><Relationship Id="rId17" Type="http://schemas.openxmlformats.org/officeDocument/2006/relationships/customXml" Target="../ink/ink242.xml"/><Relationship Id="rId38" Type="http://schemas.openxmlformats.org/officeDocument/2006/relationships/image" Target="../media/image28.png"/><Relationship Id="rId59" Type="http://schemas.openxmlformats.org/officeDocument/2006/relationships/customXml" Target="../ink/ink263.xml"/><Relationship Id="rId103" Type="http://schemas.openxmlformats.org/officeDocument/2006/relationships/customXml" Target="../ink/ink285.xml"/><Relationship Id="rId124" Type="http://schemas.openxmlformats.org/officeDocument/2006/relationships/image" Target="../media/image124.png"/><Relationship Id="rId310" Type="http://schemas.openxmlformats.org/officeDocument/2006/relationships/image" Target="../media/image97.png"/><Relationship Id="rId70" Type="http://schemas.openxmlformats.org/officeDocument/2006/relationships/image" Target="../media/image108.png"/><Relationship Id="rId91" Type="http://schemas.openxmlformats.org/officeDocument/2006/relationships/customXml" Target="../ink/ink279.xml"/><Relationship Id="rId145" Type="http://schemas.openxmlformats.org/officeDocument/2006/relationships/customXml" Target="../ink/ink306.xml"/><Relationship Id="rId166" Type="http://schemas.openxmlformats.org/officeDocument/2006/relationships/image" Target="../media/image163.png"/><Relationship Id="rId187" Type="http://schemas.openxmlformats.org/officeDocument/2006/relationships/customXml" Target="../ink/ink327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48.png"/><Relationship Id="rId233" Type="http://schemas.openxmlformats.org/officeDocument/2006/relationships/customXml" Target="../ink/ink350.xml"/><Relationship Id="rId254" Type="http://schemas.openxmlformats.org/officeDocument/2006/relationships/image" Target="../media/image69.png"/><Relationship Id="rId28" Type="http://schemas.openxmlformats.org/officeDocument/2006/relationships/image" Target="../media/image23.png"/><Relationship Id="rId49" Type="http://schemas.openxmlformats.org/officeDocument/2006/relationships/customXml" Target="../ink/ink258.xml"/><Relationship Id="rId114" Type="http://schemas.openxmlformats.org/officeDocument/2006/relationships/image" Target="../media/image119.png"/><Relationship Id="rId275" Type="http://schemas.openxmlformats.org/officeDocument/2006/relationships/customXml" Target="../ink/ink371.xml"/><Relationship Id="rId296" Type="http://schemas.openxmlformats.org/officeDocument/2006/relationships/image" Target="../media/image90.png"/><Relationship Id="rId300" Type="http://schemas.openxmlformats.org/officeDocument/2006/relationships/image" Target="../media/image92.png"/><Relationship Id="rId60" Type="http://schemas.openxmlformats.org/officeDocument/2006/relationships/image" Target="../media/image39.png"/><Relationship Id="rId81" Type="http://schemas.openxmlformats.org/officeDocument/2006/relationships/customXml" Target="../ink/ink274.xml"/><Relationship Id="rId135" Type="http://schemas.openxmlformats.org/officeDocument/2006/relationships/customXml" Target="../ink/ink301.xml"/><Relationship Id="rId156" Type="http://schemas.openxmlformats.org/officeDocument/2006/relationships/image" Target="../media/image158.png"/><Relationship Id="rId177" Type="http://schemas.openxmlformats.org/officeDocument/2006/relationships/customXml" Target="../ink/ink322.xml"/><Relationship Id="rId198" Type="http://schemas.openxmlformats.org/officeDocument/2006/relationships/image" Target="../media/image41.png"/><Relationship Id="rId321" Type="http://schemas.openxmlformats.org/officeDocument/2006/relationships/customXml" Target="../ink/ink394.xml"/><Relationship Id="rId202" Type="http://schemas.openxmlformats.org/officeDocument/2006/relationships/image" Target="../media/image43.png"/><Relationship Id="rId223" Type="http://schemas.openxmlformats.org/officeDocument/2006/relationships/customXml" Target="../ink/ink345.xml"/><Relationship Id="rId244" Type="http://schemas.openxmlformats.org/officeDocument/2006/relationships/image" Target="../media/image64.png"/><Relationship Id="rId18" Type="http://schemas.openxmlformats.org/officeDocument/2006/relationships/image" Target="../media/image18.png"/><Relationship Id="rId39" Type="http://schemas.openxmlformats.org/officeDocument/2006/relationships/customXml" Target="../ink/ink253.xml"/><Relationship Id="rId265" Type="http://schemas.openxmlformats.org/officeDocument/2006/relationships/customXml" Target="../ink/ink366.xml"/><Relationship Id="rId286" Type="http://schemas.openxmlformats.org/officeDocument/2006/relationships/image" Target="../media/image85.png"/><Relationship Id="rId50" Type="http://schemas.openxmlformats.org/officeDocument/2006/relationships/image" Target="../media/image34.png"/><Relationship Id="rId104" Type="http://schemas.openxmlformats.org/officeDocument/2006/relationships/image" Target="../media/image144.png"/><Relationship Id="rId125" Type="http://schemas.openxmlformats.org/officeDocument/2006/relationships/customXml" Target="../ink/ink296.xml"/><Relationship Id="rId146" Type="http://schemas.openxmlformats.org/officeDocument/2006/relationships/image" Target="../media/image153.png"/><Relationship Id="rId167" Type="http://schemas.openxmlformats.org/officeDocument/2006/relationships/customXml" Target="../ink/ink317.xml"/><Relationship Id="rId188" Type="http://schemas.openxmlformats.org/officeDocument/2006/relationships/image" Target="../media/image174.png"/><Relationship Id="rId311" Type="http://schemas.openxmlformats.org/officeDocument/2006/relationships/customXml" Target="../ink/ink389.xml"/><Relationship Id="rId71" Type="http://schemas.openxmlformats.org/officeDocument/2006/relationships/customXml" Target="../ink/ink269.xml"/><Relationship Id="rId92" Type="http://schemas.openxmlformats.org/officeDocument/2006/relationships/image" Target="../media/image137.png"/><Relationship Id="rId213" Type="http://schemas.openxmlformats.org/officeDocument/2006/relationships/customXml" Target="../ink/ink340.xml"/><Relationship Id="rId234" Type="http://schemas.openxmlformats.org/officeDocument/2006/relationships/image" Target="../media/image59.png"/><Relationship Id="rId2" Type="http://schemas.openxmlformats.org/officeDocument/2006/relationships/image" Target="../media/image10.png"/><Relationship Id="rId29" Type="http://schemas.openxmlformats.org/officeDocument/2006/relationships/customXml" Target="../ink/ink248.xml"/><Relationship Id="rId255" Type="http://schemas.openxmlformats.org/officeDocument/2006/relationships/customXml" Target="../ink/ink361.xml"/><Relationship Id="rId276" Type="http://schemas.openxmlformats.org/officeDocument/2006/relationships/image" Target="../media/image80.png"/><Relationship Id="rId297" Type="http://schemas.openxmlformats.org/officeDocument/2006/relationships/customXml" Target="../ink/ink382.xml"/><Relationship Id="rId40" Type="http://schemas.openxmlformats.org/officeDocument/2006/relationships/image" Target="../media/image29.png"/><Relationship Id="rId115" Type="http://schemas.openxmlformats.org/officeDocument/2006/relationships/customXml" Target="../ink/ink291.xml"/><Relationship Id="rId136" Type="http://schemas.openxmlformats.org/officeDocument/2006/relationships/image" Target="../media/image130.png"/><Relationship Id="rId157" Type="http://schemas.openxmlformats.org/officeDocument/2006/relationships/customXml" Target="../ink/ink312.xml"/><Relationship Id="rId178" Type="http://schemas.openxmlformats.org/officeDocument/2006/relationships/image" Target="../media/image169.png"/><Relationship Id="rId301" Type="http://schemas.openxmlformats.org/officeDocument/2006/relationships/customXml" Target="../ink/ink384.xml"/><Relationship Id="rId322" Type="http://schemas.openxmlformats.org/officeDocument/2006/relationships/image" Target="../media/image103.png"/><Relationship Id="rId61" Type="http://schemas.openxmlformats.org/officeDocument/2006/relationships/customXml" Target="../ink/ink264.xml"/><Relationship Id="rId82" Type="http://schemas.openxmlformats.org/officeDocument/2006/relationships/image" Target="../media/image114.png"/><Relationship Id="rId199" Type="http://schemas.openxmlformats.org/officeDocument/2006/relationships/customXml" Target="../ink/ink333.xml"/><Relationship Id="rId203" Type="http://schemas.openxmlformats.org/officeDocument/2006/relationships/customXml" Target="../ink/ink335.xml"/><Relationship Id="rId19" Type="http://schemas.openxmlformats.org/officeDocument/2006/relationships/customXml" Target="../ink/ink243.xml"/><Relationship Id="rId224" Type="http://schemas.openxmlformats.org/officeDocument/2006/relationships/image" Target="../media/image54.png"/><Relationship Id="rId245" Type="http://schemas.openxmlformats.org/officeDocument/2006/relationships/customXml" Target="../ink/ink356.xml"/><Relationship Id="rId266" Type="http://schemas.openxmlformats.org/officeDocument/2006/relationships/image" Target="../media/image75.png"/><Relationship Id="rId287" Type="http://schemas.openxmlformats.org/officeDocument/2006/relationships/customXml" Target="../ink/ink377.xml"/><Relationship Id="rId30" Type="http://schemas.openxmlformats.org/officeDocument/2006/relationships/image" Target="../media/image24.png"/><Relationship Id="rId105" Type="http://schemas.openxmlformats.org/officeDocument/2006/relationships/customXml" Target="../ink/ink286.xml"/><Relationship Id="rId126" Type="http://schemas.openxmlformats.org/officeDocument/2006/relationships/image" Target="../media/image125.png"/><Relationship Id="rId147" Type="http://schemas.openxmlformats.org/officeDocument/2006/relationships/customXml" Target="../ink/ink307.xml"/><Relationship Id="rId168" Type="http://schemas.openxmlformats.org/officeDocument/2006/relationships/image" Target="../media/image164.png"/><Relationship Id="rId312" Type="http://schemas.openxmlformats.org/officeDocument/2006/relationships/image" Target="../media/image98.png"/><Relationship Id="rId51" Type="http://schemas.openxmlformats.org/officeDocument/2006/relationships/customXml" Target="../ink/ink259.xml"/><Relationship Id="rId72" Type="http://schemas.openxmlformats.org/officeDocument/2006/relationships/image" Target="../media/image109.png"/><Relationship Id="rId93" Type="http://schemas.openxmlformats.org/officeDocument/2006/relationships/customXml" Target="../ink/ink280.xml"/><Relationship Id="rId189" Type="http://schemas.openxmlformats.org/officeDocument/2006/relationships/customXml" Target="../ink/ink328.xml"/><Relationship Id="rId3" Type="http://schemas.openxmlformats.org/officeDocument/2006/relationships/customXml" Target="../ink/ink235.xml"/><Relationship Id="rId214" Type="http://schemas.openxmlformats.org/officeDocument/2006/relationships/image" Target="../media/image49.png"/><Relationship Id="rId235" Type="http://schemas.openxmlformats.org/officeDocument/2006/relationships/customXml" Target="../ink/ink351.xml"/><Relationship Id="rId256" Type="http://schemas.openxmlformats.org/officeDocument/2006/relationships/image" Target="../media/image70.png"/><Relationship Id="rId277" Type="http://schemas.openxmlformats.org/officeDocument/2006/relationships/customXml" Target="../ink/ink372.xml"/><Relationship Id="rId298" Type="http://schemas.openxmlformats.org/officeDocument/2006/relationships/image" Target="../media/image91.png"/><Relationship Id="rId116" Type="http://schemas.openxmlformats.org/officeDocument/2006/relationships/image" Target="../media/image120.png"/><Relationship Id="rId137" Type="http://schemas.openxmlformats.org/officeDocument/2006/relationships/customXml" Target="../ink/ink302.xml"/><Relationship Id="rId158" Type="http://schemas.openxmlformats.org/officeDocument/2006/relationships/image" Target="../media/image159.png"/><Relationship Id="rId302" Type="http://schemas.openxmlformats.org/officeDocument/2006/relationships/image" Target="../media/image93.png"/><Relationship Id="rId323" Type="http://schemas.openxmlformats.org/officeDocument/2006/relationships/customXml" Target="../ink/ink395.xml"/><Relationship Id="rId20" Type="http://schemas.openxmlformats.org/officeDocument/2006/relationships/image" Target="../media/image19.png"/><Relationship Id="rId41" Type="http://schemas.openxmlformats.org/officeDocument/2006/relationships/customXml" Target="../ink/ink254.xml"/><Relationship Id="rId62" Type="http://schemas.openxmlformats.org/officeDocument/2006/relationships/image" Target="../media/image40.png"/><Relationship Id="rId83" Type="http://schemas.openxmlformats.org/officeDocument/2006/relationships/customXml" Target="../ink/ink275.xml"/><Relationship Id="rId179" Type="http://schemas.openxmlformats.org/officeDocument/2006/relationships/customXml" Target="../ink/ink323.xml"/><Relationship Id="rId190" Type="http://schemas.openxmlformats.org/officeDocument/2006/relationships/image" Target="../media/image175.png"/><Relationship Id="rId204" Type="http://schemas.openxmlformats.org/officeDocument/2006/relationships/image" Target="../media/image44.png"/><Relationship Id="rId225" Type="http://schemas.openxmlformats.org/officeDocument/2006/relationships/customXml" Target="../ink/ink346.xml"/><Relationship Id="rId246" Type="http://schemas.openxmlformats.org/officeDocument/2006/relationships/image" Target="../media/image65.png"/><Relationship Id="rId267" Type="http://schemas.openxmlformats.org/officeDocument/2006/relationships/customXml" Target="../ink/ink367.xml"/><Relationship Id="rId288" Type="http://schemas.openxmlformats.org/officeDocument/2006/relationships/image" Target="../media/image86.png"/><Relationship Id="rId106" Type="http://schemas.openxmlformats.org/officeDocument/2006/relationships/image" Target="../media/image145.png"/><Relationship Id="rId127" Type="http://schemas.openxmlformats.org/officeDocument/2006/relationships/customXml" Target="../ink/ink297.xml"/><Relationship Id="rId313" Type="http://schemas.openxmlformats.org/officeDocument/2006/relationships/customXml" Target="../ink/ink390.xml"/><Relationship Id="rId10" Type="http://schemas.openxmlformats.org/officeDocument/2006/relationships/image" Target="../media/image14.png"/><Relationship Id="rId31" Type="http://schemas.openxmlformats.org/officeDocument/2006/relationships/customXml" Target="../ink/ink249.xml"/><Relationship Id="rId52" Type="http://schemas.openxmlformats.org/officeDocument/2006/relationships/image" Target="../media/image35.png"/><Relationship Id="rId73" Type="http://schemas.openxmlformats.org/officeDocument/2006/relationships/customXml" Target="../ink/ink270.xml"/><Relationship Id="rId94" Type="http://schemas.openxmlformats.org/officeDocument/2006/relationships/image" Target="../media/image138.png"/><Relationship Id="rId148" Type="http://schemas.openxmlformats.org/officeDocument/2006/relationships/image" Target="../media/image154.png"/><Relationship Id="rId169" Type="http://schemas.openxmlformats.org/officeDocument/2006/relationships/customXml" Target="../ink/ink318.xml"/><Relationship Id="rId4" Type="http://schemas.openxmlformats.org/officeDocument/2006/relationships/image" Target="../media/image11.png"/><Relationship Id="rId180" Type="http://schemas.openxmlformats.org/officeDocument/2006/relationships/image" Target="../media/image170.png"/><Relationship Id="rId215" Type="http://schemas.openxmlformats.org/officeDocument/2006/relationships/customXml" Target="../ink/ink341.xml"/><Relationship Id="rId236" Type="http://schemas.openxmlformats.org/officeDocument/2006/relationships/image" Target="../media/image60.png"/><Relationship Id="rId257" Type="http://schemas.openxmlformats.org/officeDocument/2006/relationships/customXml" Target="../ink/ink362.xml"/><Relationship Id="rId278" Type="http://schemas.openxmlformats.org/officeDocument/2006/relationships/image" Target="../media/image81.png"/><Relationship Id="rId303" Type="http://schemas.openxmlformats.org/officeDocument/2006/relationships/customXml" Target="../ink/ink385.xml"/><Relationship Id="rId42" Type="http://schemas.openxmlformats.org/officeDocument/2006/relationships/image" Target="../media/image30.png"/><Relationship Id="rId84" Type="http://schemas.openxmlformats.org/officeDocument/2006/relationships/image" Target="../media/image115.png"/><Relationship Id="rId138" Type="http://schemas.openxmlformats.org/officeDocument/2006/relationships/image" Target="../media/image131.png"/><Relationship Id="rId191" Type="http://schemas.openxmlformats.org/officeDocument/2006/relationships/customXml" Target="../ink/ink329.xml"/><Relationship Id="rId205" Type="http://schemas.openxmlformats.org/officeDocument/2006/relationships/customXml" Target="../ink/ink336.xml"/><Relationship Id="rId247" Type="http://schemas.openxmlformats.org/officeDocument/2006/relationships/customXml" Target="../ink/ink357.xml"/><Relationship Id="rId107" Type="http://schemas.openxmlformats.org/officeDocument/2006/relationships/customXml" Target="../ink/ink287.xml"/><Relationship Id="rId289" Type="http://schemas.openxmlformats.org/officeDocument/2006/relationships/customXml" Target="../ink/ink378.xml"/><Relationship Id="rId11" Type="http://schemas.openxmlformats.org/officeDocument/2006/relationships/customXml" Target="../ink/ink239.xml"/><Relationship Id="rId53" Type="http://schemas.openxmlformats.org/officeDocument/2006/relationships/customXml" Target="../ink/ink260.xml"/><Relationship Id="rId149" Type="http://schemas.openxmlformats.org/officeDocument/2006/relationships/customXml" Target="../ink/ink308.xml"/><Relationship Id="rId314" Type="http://schemas.openxmlformats.org/officeDocument/2006/relationships/image" Target="../media/image99.png"/><Relationship Id="rId95" Type="http://schemas.openxmlformats.org/officeDocument/2006/relationships/customXml" Target="../ink/ink281.xml"/><Relationship Id="rId160" Type="http://schemas.openxmlformats.org/officeDocument/2006/relationships/image" Target="../media/image160.png"/><Relationship Id="rId216" Type="http://schemas.openxmlformats.org/officeDocument/2006/relationships/image" Target="../media/image50.png"/><Relationship Id="rId258" Type="http://schemas.openxmlformats.org/officeDocument/2006/relationships/image" Target="../media/image71.png"/><Relationship Id="rId22" Type="http://schemas.openxmlformats.org/officeDocument/2006/relationships/image" Target="../media/image20.png"/><Relationship Id="rId64" Type="http://schemas.openxmlformats.org/officeDocument/2006/relationships/image" Target="../media/image105.png"/><Relationship Id="rId118" Type="http://schemas.openxmlformats.org/officeDocument/2006/relationships/image" Target="../media/image121.png"/><Relationship Id="rId325" Type="http://schemas.openxmlformats.org/officeDocument/2006/relationships/customXml" Target="../ink/ink396.xml"/><Relationship Id="rId171" Type="http://schemas.openxmlformats.org/officeDocument/2006/relationships/customXml" Target="../ink/ink319.xml"/><Relationship Id="rId227" Type="http://schemas.openxmlformats.org/officeDocument/2006/relationships/customXml" Target="../ink/ink347.xml"/><Relationship Id="rId269" Type="http://schemas.openxmlformats.org/officeDocument/2006/relationships/customXml" Target="../ink/ink368.xml"/><Relationship Id="rId33" Type="http://schemas.openxmlformats.org/officeDocument/2006/relationships/customXml" Target="../ink/ink250.xml"/><Relationship Id="rId129" Type="http://schemas.openxmlformats.org/officeDocument/2006/relationships/customXml" Target="../ink/ink298.xml"/><Relationship Id="rId280" Type="http://schemas.openxmlformats.org/officeDocument/2006/relationships/image" Target="../media/image82.png"/><Relationship Id="rId75" Type="http://schemas.openxmlformats.org/officeDocument/2006/relationships/customXml" Target="../ink/ink271.xml"/><Relationship Id="rId140" Type="http://schemas.openxmlformats.org/officeDocument/2006/relationships/image" Target="../media/image132.png"/><Relationship Id="rId182" Type="http://schemas.openxmlformats.org/officeDocument/2006/relationships/image" Target="../media/image171.png"/><Relationship Id="rId6" Type="http://schemas.openxmlformats.org/officeDocument/2006/relationships/image" Target="../media/image12.png"/><Relationship Id="rId238" Type="http://schemas.openxmlformats.org/officeDocument/2006/relationships/image" Target="../media/image61.png"/><Relationship Id="rId291" Type="http://schemas.openxmlformats.org/officeDocument/2006/relationships/customXml" Target="../ink/ink379.xml"/><Relationship Id="rId305" Type="http://schemas.openxmlformats.org/officeDocument/2006/relationships/customXml" Target="../ink/ink386.xml"/><Relationship Id="rId44" Type="http://schemas.openxmlformats.org/officeDocument/2006/relationships/image" Target="../media/image31.png"/><Relationship Id="rId86" Type="http://schemas.openxmlformats.org/officeDocument/2006/relationships/image" Target="../media/image134.png"/><Relationship Id="rId151" Type="http://schemas.openxmlformats.org/officeDocument/2006/relationships/customXml" Target="../ink/ink309.xml"/><Relationship Id="rId193" Type="http://schemas.openxmlformats.org/officeDocument/2006/relationships/customXml" Target="../ink/ink330.xml"/><Relationship Id="rId207" Type="http://schemas.openxmlformats.org/officeDocument/2006/relationships/customXml" Target="../ink/ink337.xml"/><Relationship Id="rId249" Type="http://schemas.openxmlformats.org/officeDocument/2006/relationships/customXml" Target="../ink/ink358.xml"/><Relationship Id="rId13" Type="http://schemas.openxmlformats.org/officeDocument/2006/relationships/customXml" Target="../ink/ink240.xml"/><Relationship Id="rId109" Type="http://schemas.openxmlformats.org/officeDocument/2006/relationships/customXml" Target="../ink/ink288.xml"/><Relationship Id="rId260" Type="http://schemas.openxmlformats.org/officeDocument/2006/relationships/image" Target="../media/image72.png"/><Relationship Id="rId316" Type="http://schemas.openxmlformats.org/officeDocument/2006/relationships/image" Target="../media/image100.png"/><Relationship Id="rId55" Type="http://schemas.openxmlformats.org/officeDocument/2006/relationships/customXml" Target="../ink/ink261.xml"/><Relationship Id="rId97" Type="http://schemas.openxmlformats.org/officeDocument/2006/relationships/customXml" Target="../ink/ink282.xml"/><Relationship Id="rId120" Type="http://schemas.openxmlformats.org/officeDocument/2006/relationships/image" Target="../media/image122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54.xml"/><Relationship Id="rId299" Type="http://schemas.openxmlformats.org/officeDocument/2006/relationships/customXml" Target="../ink/ink545.xml"/><Relationship Id="rId21" Type="http://schemas.openxmlformats.org/officeDocument/2006/relationships/customXml" Target="../ink/ink406.xml"/><Relationship Id="rId63" Type="http://schemas.openxmlformats.org/officeDocument/2006/relationships/customXml" Target="../ink/ink427.xml"/><Relationship Id="rId159" Type="http://schemas.openxmlformats.org/officeDocument/2006/relationships/customXml" Target="../ink/ink475.xml"/><Relationship Id="rId324" Type="http://schemas.openxmlformats.org/officeDocument/2006/relationships/image" Target="../media/image180.png"/><Relationship Id="rId366" Type="http://schemas.openxmlformats.org/officeDocument/2006/relationships/image" Target="../media/image201.png"/><Relationship Id="rId170" Type="http://schemas.openxmlformats.org/officeDocument/2006/relationships/image" Target="../media/image165.png"/><Relationship Id="rId226" Type="http://schemas.openxmlformats.org/officeDocument/2006/relationships/image" Target="../media/image56.png"/><Relationship Id="rId268" Type="http://schemas.openxmlformats.org/officeDocument/2006/relationships/image" Target="../media/image77.png"/><Relationship Id="rId32" Type="http://schemas.openxmlformats.org/officeDocument/2006/relationships/image" Target="../media/image25.png"/><Relationship Id="rId74" Type="http://schemas.openxmlformats.org/officeDocument/2006/relationships/image" Target="../media/image110.png"/><Relationship Id="rId128" Type="http://schemas.openxmlformats.org/officeDocument/2006/relationships/image" Target="../media/image126.png"/><Relationship Id="rId335" Type="http://schemas.openxmlformats.org/officeDocument/2006/relationships/customXml" Target="../ink/ink563.xml"/><Relationship Id="rId5" Type="http://schemas.openxmlformats.org/officeDocument/2006/relationships/customXml" Target="../ink/ink398.xml"/><Relationship Id="rId181" Type="http://schemas.openxmlformats.org/officeDocument/2006/relationships/customXml" Target="../ink/ink486.xml"/><Relationship Id="rId237" Type="http://schemas.openxmlformats.org/officeDocument/2006/relationships/customXml" Target="../ink/ink514.xml"/><Relationship Id="rId279" Type="http://schemas.openxmlformats.org/officeDocument/2006/relationships/customXml" Target="../ink/ink535.xml"/><Relationship Id="rId43" Type="http://schemas.openxmlformats.org/officeDocument/2006/relationships/customXml" Target="../ink/ink417.xml"/><Relationship Id="rId139" Type="http://schemas.openxmlformats.org/officeDocument/2006/relationships/customXml" Target="../ink/ink465.xml"/><Relationship Id="rId290" Type="http://schemas.openxmlformats.org/officeDocument/2006/relationships/image" Target="../media/image88.png"/><Relationship Id="rId304" Type="http://schemas.openxmlformats.org/officeDocument/2006/relationships/image" Target="../media/image95.png"/><Relationship Id="rId346" Type="http://schemas.openxmlformats.org/officeDocument/2006/relationships/image" Target="../media/image191.png"/><Relationship Id="rId85" Type="http://schemas.openxmlformats.org/officeDocument/2006/relationships/customXml" Target="../ink/ink438.xml"/><Relationship Id="rId150" Type="http://schemas.openxmlformats.org/officeDocument/2006/relationships/image" Target="../media/image155.png"/><Relationship Id="rId192" Type="http://schemas.openxmlformats.org/officeDocument/2006/relationships/image" Target="../media/image176.png"/><Relationship Id="rId206" Type="http://schemas.openxmlformats.org/officeDocument/2006/relationships/image" Target="../media/image46.png"/><Relationship Id="rId248" Type="http://schemas.openxmlformats.org/officeDocument/2006/relationships/image" Target="../media/image67.png"/><Relationship Id="rId12" Type="http://schemas.openxmlformats.org/officeDocument/2006/relationships/image" Target="../media/image15.png"/><Relationship Id="rId108" Type="http://schemas.openxmlformats.org/officeDocument/2006/relationships/image" Target="../media/image146.png"/><Relationship Id="rId315" Type="http://schemas.openxmlformats.org/officeDocument/2006/relationships/customXml" Target="../ink/ink553.xml"/><Relationship Id="rId357" Type="http://schemas.openxmlformats.org/officeDocument/2006/relationships/customXml" Target="../ink/ink574.xml"/><Relationship Id="rId54" Type="http://schemas.openxmlformats.org/officeDocument/2006/relationships/image" Target="../media/image36.png"/><Relationship Id="rId96" Type="http://schemas.openxmlformats.org/officeDocument/2006/relationships/image" Target="../media/image139.png"/><Relationship Id="rId161" Type="http://schemas.openxmlformats.org/officeDocument/2006/relationships/customXml" Target="../ink/ink476.xml"/><Relationship Id="rId217" Type="http://schemas.openxmlformats.org/officeDocument/2006/relationships/customXml" Target="../ink/ink504.xml"/><Relationship Id="rId259" Type="http://schemas.openxmlformats.org/officeDocument/2006/relationships/customXml" Target="../ink/ink525.xml"/><Relationship Id="rId23" Type="http://schemas.openxmlformats.org/officeDocument/2006/relationships/customXml" Target="../ink/ink407.xml"/><Relationship Id="rId119" Type="http://schemas.openxmlformats.org/officeDocument/2006/relationships/customXml" Target="../ink/ink455.xml"/><Relationship Id="rId270" Type="http://schemas.openxmlformats.org/officeDocument/2006/relationships/image" Target="../media/image78.png"/><Relationship Id="rId326" Type="http://schemas.openxmlformats.org/officeDocument/2006/relationships/image" Target="../media/image181.png"/><Relationship Id="rId65" Type="http://schemas.openxmlformats.org/officeDocument/2006/relationships/customXml" Target="../ink/ink428.xml"/><Relationship Id="rId130" Type="http://schemas.openxmlformats.org/officeDocument/2006/relationships/image" Target="../media/image127.png"/><Relationship Id="rId368" Type="http://schemas.openxmlformats.org/officeDocument/2006/relationships/image" Target="../media/image202.png"/><Relationship Id="rId172" Type="http://schemas.openxmlformats.org/officeDocument/2006/relationships/image" Target="../media/image166.png"/><Relationship Id="rId228" Type="http://schemas.openxmlformats.org/officeDocument/2006/relationships/image" Target="../media/image57.png"/><Relationship Id="rId281" Type="http://schemas.openxmlformats.org/officeDocument/2006/relationships/customXml" Target="../ink/ink536.xml"/><Relationship Id="rId337" Type="http://schemas.openxmlformats.org/officeDocument/2006/relationships/customXml" Target="../ink/ink564.xml"/><Relationship Id="rId34" Type="http://schemas.openxmlformats.org/officeDocument/2006/relationships/image" Target="../media/image26.png"/><Relationship Id="rId76" Type="http://schemas.openxmlformats.org/officeDocument/2006/relationships/image" Target="../media/image111.png"/><Relationship Id="rId141" Type="http://schemas.openxmlformats.org/officeDocument/2006/relationships/customXml" Target="../ink/ink466.xml"/><Relationship Id="rId7" Type="http://schemas.openxmlformats.org/officeDocument/2006/relationships/customXml" Target="../ink/ink399.xml"/><Relationship Id="rId183" Type="http://schemas.openxmlformats.org/officeDocument/2006/relationships/customXml" Target="../ink/ink487.xml"/><Relationship Id="rId239" Type="http://schemas.openxmlformats.org/officeDocument/2006/relationships/customXml" Target="../ink/ink515.xml"/><Relationship Id="rId250" Type="http://schemas.openxmlformats.org/officeDocument/2006/relationships/image" Target="../media/image68.png"/><Relationship Id="rId292" Type="http://schemas.openxmlformats.org/officeDocument/2006/relationships/image" Target="../media/image89.png"/><Relationship Id="rId306" Type="http://schemas.openxmlformats.org/officeDocument/2006/relationships/image" Target="../media/image96.png"/><Relationship Id="rId45" Type="http://schemas.openxmlformats.org/officeDocument/2006/relationships/customXml" Target="../ink/ink418.xml"/><Relationship Id="rId87" Type="http://schemas.openxmlformats.org/officeDocument/2006/relationships/customXml" Target="../ink/ink439.xml"/><Relationship Id="rId110" Type="http://schemas.openxmlformats.org/officeDocument/2006/relationships/image" Target="../media/image117.png"/><Relationship Id="rId348" Type="http://schemas.openxmlformats.org/officeDocument/2006/relationships/image" Target="../media/image192.png"/><Relationship Id="rId152" Type="http://schemas.openxmlformats.org/officeDocument/2006/relationships/image" Target="../media/image156.png"/><Relationship Id="rId194" Type="http://schemas.openxmlformats.org/officeDocument/2006/relationships/image" Target="../media/image177.png"/><Relationship Id="rId208" Type="http://schemas.openxmlformats.org/officeDocument/2006/relationships/image" Target="../media/image47.png"/><Relationship Id="rId261" Type="http://schemas.openxmlformats.org/officeDocument/2006/relationships/customXml" Target="../ink/ink526.xml"/><Relationship Id="rId14" Type="http://schemas.openxmlformats.org/officeDocument/2006/relationships/image" Target="../media/image16.png"/><Relationship Id="rId56" Type="http://schemas.openxmlformats.org/officeDocument/2006/relationships/image" Target="../media/image37.png"/><Relationship Id="rId317" Type="http://schemas.openxmlformats.org/officeDocument/2006/relationships/customXml" Target="../ink/ink554.xml"/><Relationship Id="rId359" Type="http://schemas.openxmlformats.org/officeDocument/2006/relationships/customXml" Target="../ink/ink575.xml"/><Relationship Id="rId98" Type="http://schemas.openxmlformats.org/officeDocument/2006/relationships/image" Target="../media/image116.png"/><Relationship Id="rId121" Type="http://schemas.openxmlformats.org/officeDocument/2006/relationships/customXml" Target="../ink/ink456.xml"/><Relationship Id="rId163" Type="http://schemas.openxmlformats.org/officeDocument/2006/relationships/customXml" Target="../ink/ink477.xml"/><Relationship Id="rId219" Type="http://schemas.openxmlformats.org/officeDocument/2006/relationships/customXml" Target="../ink/ink505.xml"/><Relationship Id="rId370" Type="http://schemas.openxmlformats.org/officeDocument/2006/relationships/image" Target="../media/image203.png"/><Relationship Id="rId230" Type="http://schemas.openxmlformats.org/officeDocument/2006/relationships/image" Target="../media/image58.png"/><Relationship Id="rId25" Type="http://schemas.openxmlformats.org/officeDocument/2006/relationships/customXml" Target="../ink/ink408.xml"/><Relationship Id="rId67" Type="http://schemas.openxmlformats.org/officeDocument/2006/relationships/customXml" Target="../ink/ink429.xml"/><Relationship Id="rId272" Type="http://schemas.openxmlformats.org/officeDocument/2006/relationships/image" Target="../media/image79.png"/><Relationship Id="rId328" Type="http://schemas.openxmlformats.org/officeDocument/2006/relationships/image" Target="../media/image182.png"/><Relationship Id="rId132" Type="http://schemas.openxmlformats.org/officeDocument/2006/relationships/image" Target="../media/image128.png"/><Relationship Id="rId174" Type="http://schemas.openxmlformats.org/officeDocument/2006/relationships/image" Target="../media/image167.png"/><Relationship Id="rId241" Type="http://schemas.openxmlformats.org/officeDocument/2006/relationships/customXml" Target="../ink/ink516.xml"/><Relationship Id="rId36" Type="http://schemas.openxmlformats.org/officeDocument/2006/relationships/image" Target="../media/image27.png"/><Relationship Id="rId283" Type="http://schemas.openxmlformats.org/officeDocument/2006/relationships/customXml" Target="../ink/ink537.xml"/><Relationship Id="rId339" Type="http://schemas.openxmlformats.org/officeDocument/2006/relationships/customXml" Target="../ink/ink565.xml"/><Relationship Id="rId78" Type="http://schemas.openxmlformats.org/officeDocument/2006/relationships/image" Target="../media/image112.png"/><Relationship Id="rId99" Type="http://schemas.openxmlformats.org/officeDocument/2006/relationships/customXml" Target="../ink/ink445.xml"/><Relationship Id="rId101" Type="http://schemas.openxmlformats.org/officeDocument/2006/relationships/customXml" Target="../ink/ink446.xml"/><Relationship Id="rId122" Type="http://schemas.openxmlformats.org/officeDocument/2006/relationships/image" Target="../media/image123.png"/><Relationship Id="rId143" Type="http://schemas.openxmlformats.org/officeDocument/2006/relationships/customXml" Target="../ink/ink467.xml"/><Relationship Id="rId164" Type="http://schemas.openxmlformats.org/officeDocument/2006/relationships/image" Target="../media/image162.png"/><Relationship Id="rId185" Type="http://schemas.openxmlformats.org/officeDocument/2006/relationships/customXml" Target="../ink/ink488.xml"/><Relationship Id="rId350" Type="http://schemas.openxmlformats.org/officeDocument/2006/relationships/image" Target="../media/image193.png"/><Relationship Id="rId371" Type="http://schemas.openxmlformats.org/officeDocument/2006/relationships/customXml" Target="../ink/ink581.xml"/><Relationship Id="rId9" Type="http://schemas.openxmlformats.org/officeDocument/2006/relationships/customXml" Target="../ink/ink400.xml"/><Relationship Id="rId210" Type="http://schemas.openxmlformats.org/officeDocument/2006/relationships/image" Target="../media/image48.png"/><Relationship Id="rId26" Type="http://schemas.openxmlformats.org/officeDocument/2006/relationships/image" Target="../media/image22.png"/><Relationship Id="rId231" Type="http://schemas.openxmlformats.org/officeDocument/2006/relationships/customXml" Target="../ink/ink511.xml"/><Relationship Id="rId252" Type="http://schemas.openxmlformats.org/officeDocument/2006/relationships/image" Target="../media/image69.png"/><Relationship Id="rId273" Type="http://schemas.openxmlformats.org/officeDocument/2006/relationships/customXml" Target="../ink/ink532.xml"/><Relationship Id="rId294" Type="http://schemas.openxmlformats.org/officeDocument/2006/relationships/image" Target="../media/image90.png"/><Relationship Id="rId308" Type="http://schemas.openxmlformats.org/officeDocument/2006/relationships/image" Target="../media/image97.png"/><Relationship Id="rId329" Type="http://schemas.openxmlformats.org/officeDocument/2006/relationships/customXml" Target="../ink/ink560.xml"/><Relationship Id="rId47" Type="http://schemas.openxmlformats.org/officeDocument/2006/relationships/customXml" Target="../ink/ink419.xml"/><Relationship Id="rId68" Type="http://schemas.openxmlformats.org/officeDocument/2006/relationships/image" Target="../media/image107.png"/><Relationship Id="rId89" Type="http://schemas.openxmlformats.org/officeDocument/2006/relationships/customXml" Target="../ink/ink440.xml"/><Relationship Id="rId112" Type="http://schemas.openxmlformats.org/officeDocument/2006/relationships/image" Target="../media/image118.png"/><Relationship Id="rId133" Type="http://schemas.openxmlformats.org/officeDocument/2006/relationships/customXml" Target="../ink/ink462.xml"/><Relationship Id="rId154" Type="http://schemas.openxmlformats.org/officeDocument/2006/relationships/image" Target="../media/image157.png"/><Relationship Id="rId175" Type="http://schemas.openxmlformats.org/officeDocument/2006/relationships/customXml" Target="../ink/ink483.xml"/><Relationship Id="rId340" Type="http://schemas.openxmlformats.org/officeDocument/2006/relationships/image" Target="../media/image188.png"/><Relationship Id="rId361" Type="http://schemas.openxmlformats.org/officeDocument/2006/relationships/customXml" Target="../ink/ink576.xml"/><Relationship Id="rId196" Type="http://schemas.openxmlformats.org/officeDocument/2006/relationships/image" Target="../media/image41.png"/><Relationship Id="rId200" Type="http://schemas.openxmlformats.org/officeDocument/2006/relationships/image" Target="../media/image43.png"/><Relationship Id="rId16" Type="http://schemas.openxmlformats.org/officeDocument/2006/relationships/image" Target="../media/image17.png"/><Relationship Id="rId221" Type="http://schemas.openxmlformats.org/officeDocument/2006/relationships/customXml" Target="../ink/ink506.xml"/><Relationship Id="rId242" Type="http://schemas.openxmlformats.org/officeDocument/2006/relationships/image" Target="../media/image64.png"/><Relationship Id="rId263" Type="http://schemas.openxmlformats.org/officeDocument/2006/relationships/customXml" Target="../ink/ink527.xml"/><Relationship Id="rId284" Type="http://schemas.openxmlformats.org/officeDocument/2006/relationships/image" Target="../media/image85.png"/><Relationship Id="rId319" Type="http://schemas.openxmlformats.org/officeDocument/2006/relationships/customXml" Target="../ink/ink555.xml"/><Relationship Id="rId37" Type="http://schemas.openxmlformats.org/officeDocument/2006/relationships/customXml" Target="../ink/ink414.xml"/><Relationship Id="rId58" Type="http://schemas.openxmlformats.org/officeDocument/2006/relationships/image" Target="../media/image38.png"/><Relationship Id="rId79" Type="http://schemas.openxmlformats.org/officeDocument/2006/relationships/customXml" Target="../ink/ink435.xml"/><Relationship Id="rId102" Type="http://schemas.openxmlformats.org/officeDocument/2006/relationships/image" Target="../media/image143.png"/><Relationship Id="rId123" Type="http://schemas.openxmlformats.org/officeDocument/2006/relationships/customXml" Target="../ink/ink457.xml"/><Relationship Id="rId144" Type="http://schemas.openxmlformats.org/officeDocument/2006/relationships/image" Target="../media/image152.png"/><Relationship Id="rId330" Type="http://schemas.openxmlformats.org/officeDocument/2006/relationships/image" Target="../media/image183.png"/><Relationship Id="rId90" Type="http://schemas.openxmlformats.org/officeDocument/2006/relationships/image" Target="../media/image136.png"/><Relationship Id="rId165" Type="http://schemas.openxmlformats.org/officeDocument/2006/relationships/customXml" Target="../ink/ink478.xml"/><Relationship Id="rId186" Type="http://schemas.openxmlformats.org/officeDocument/2006/relationships/image" Target="../media/image173.png"/><Relationship Id="rId351" Type="http://schemas.openxmlformats.org/officeDocument/2006/relationships/customXml" Target="../ink/ink571.xml"/><Relationship Id="rId372" Type="http://schemas.openxmlformats.org/officeDocument/2006/relationships/image" Target="../media/image204.png"/><Relationship Id="rId211" Type="http://schemas.openxmlformats.org/officeDocument/2006/relationships/customXml" Target="../ink/ink501.xml"/><Relationship Id="rId232" Type="http://schemas.openxmlformats.org/officeDocument/2006/relationships/image" Target="../media/image59.png"/><Relationship Id="rId253" Type="http://schemas.openxmlformats.org/officeDocument/2006/relationships/customXml" Target="../ink/ink522.xml"/><Relationship Id="rId274" Type="http://schemas.openxmlformats.org/officeDocument/2006/relationships/image" Target="../media/image80.png"/><Relationship Id="rId295" Type="http://schemas.openxmlformats.org/officeDocument/2006/relationships/customXml" Target="../ink/ink543.xml"/><Relationship Id="rId309" Type="http://schemas.openxmlformats.org/officeDocument/2006/relationships/customXml" Target="../ink/ink550.xml"/><Relationship Id="rId27" Type="http://schemas.openxmlformats.org/officeDocument/2006/relationships/customXml" Target="../ink/ink409.xml"/><Relationship Id="rId48" Type="http://schemas.openxmlformats.org/officeDocument/2006/relationships/image" Target="../media/image33.png"/><Relationship Id="rId69" Type="http://schemas.openxmlformats.org/officeDocument/2006/relationships/customXml" Target="../ink/ink430.xml"/><Relationship Id="rId113" Type="http://schemas.openxmlformats.org/officeDocument/2006/relationships/customXml" Target="../ink/ink452.xml"/><Relationship Id="rId134" Type="http://schemas.openxmlformats.org/officeDocument/2006/relationships/image" Target="../media/image129.png"/><Relationship Id="rId320" Type="http://schemas.openxmlformats.org/officeDocument/2006/relationships/image" Target="../media/image103.png"/><Relationship Id="rId80" Type="http://schemas.openxmlformats.org/officeDocument/2006/relationships/image" Target="../media/image113.png"/><Relationship Id="rId155" Type="http://schemas.openxmlformats.org/officeDocument/2006/relationships/customXml" Target="../ink/ink473.xml"/><Relationship Id="rId176" Type="http://schemas.openxmlformats.org/officeDocument/2006/relationships/image" Target="../media/image168.png"/><Relationship Id="rId197" Type="http://schemas.openxmlformats.org/officeDocument/2006/relationships/customXml" Target="../ink/ink494.xml"/><Relationship Id="rId341" Type="http://schemas.openxmlformats.org/officeDocument/2006/relationships/customXml" Target="../ink/ink566.xml"/><Relationship Id="rId362" Type="http://schemas.openxmlformats.org/officeDocument/2006/relationships/image" Target="../media/image199.png"/><Relationship Id="rId201" Type="http://schemas.openxmlformats.org/officeDocument/2006/relationships/customXml" Target="../ink/ink496.xml"/><Relationship Id="rId222" Type="http://schemas.openxmlformats.org/officeDocument/2006/relationships/image" Target="../media/image54.png"/><Relationship Id="rId243" Type="http://schemas.openxmlformats.org/officeDocument/2006/relationships/customXml" Target="../ink/ink517.xml"/><Relationship Id="rId264" Type="http://schemas.openxmlformats.org/officeDocument/2006/relationships/image" Target="../media/image75.png"/><Relationship Id="rId285" Type="http://schemas.openxmlformats.org/officeDocument/2006/relationships/customXml" Target="../ink/ink538.xml"/><Relationship Id="rId17" Type="http://schemas.openxmlformats.org/officeDocument/2006/relationships/customXml" Target="../ink/ink404.xml"/><Relationship Id="rId38" Type="http://schemas.openxmlformats.org/officeDocument/2006/relationships/image" Target="../media/image28.png"/><Relationship Id="rId59" Type="http://schemas.openxmlformats.org/officeDocument/2006/relationships/customXml" Target="../ink/ink425.xml"/><Relationship Id="rId103" Type="http://schemas.openxmlformats.org/officeDocument/2006/relationships/customXml" Target="../ink/ink447.xml"/><Relationship Id="rId124" Type="http://schemas.openxmlformats.org/officeDocument/2006/relationships/image" Target="../media/image124.png"/><Relationship Id="rId310" Type="http://schemas.openxmlformats.org/officeDocument/2006/relationships/image" Target="../media/image98.png"/><Relationship Id="rId70" Type="http://schemas.openxmlformats.org/officeDocument/2006/relationships/image" Target="../media/image108.png"/><Relationship Id="rId91" Type="http://schemas.openxmlformats.org/officeDocument/2006/relationships/customXml" Target="../ink/ink441.xml"/><Relationship Id="rId145" Type="http://schemas.openxmlformats.org/officeDocument/2006/relationships/customXml" Target="../ink/ink468.xml"/><Relationship Id="rId166" Type="http://schemas.openxmlformats.org/officeDocument/2006/relationships/image" Target="../media/image163.png"/><Relationship Id="rId187" Type="http://schemas.openxmlformats.org/officeDocument/2006/relationships/customXml" Target="../ink/ink489.xml"/><Relationship Id="rId331" Type="http://schemas.openxmlformats.org/officeDocument/2006/relationships/customXml" Target="../ink/ink561.xml"/><Relationship Id="rId352" Type="http://schemas.openxmlformats.org/officeDocument/2006/relationships/image" Target="../media/image194.png"/><Relationship Id="rId373" Type="http://schemas.openxmlformats.org/officeDocument/2006/relationships/customXml" Target="../ink/ink582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49.png"/><Relationship Id="rId233" Type="http://schemas.openxmlformats.org/officeDocument/2006/relationships/customXml" Target="../ink/ink512.xml"/><Relationship Id="rId254" Type="http://schemas.openxmlformats.org/officeDocument/2006/relationships/image" Target="../media/image70.png"/><Relationship Id="rId28" Type="http://schemas.openxmlformats.org/officeDocument/2006/relationships/image" Target="../media/image23.png"/><Relationship Id="rId49" Type="http://schemas.openxmlformats.org/officeDocument/2006/relationships/customXml" Target="../ink/ink420.xml"/><Relationship Id="rId114" Type="http://schemas.openxmlformats.org/officeDocument/2006/relationships/image" Target="../media/image119.png"/><Relationship Id="rId275" Type="http://schemas.openxmlformats.org/officeDocument/2006/relationships/customXml" Target="../ink/ink533.xml"/><Relationship Id="rId296" Type="http://schemas.openxmlformats.org/officeDocument/2006/relationships/image" Target="../media/image91.png"/><Relationship Id="rId300" Type="http://schemas.openxmlformats.org/officeDocument/2006/relationships/image" Target="../media/image93.png"/><Relationship Id="rId60" Type="http://schemas.openxmlformats.org/officeDocument/2006/relationships/image" Target="../media/image39.png"/><Relationship Id="rId81" Type="http://schemas.openxmlformats.org/officeDocument/2006/relationships/customXml" Target="../ink/ink436.xml"/><Relationship Id="rId135" Type="http://schemas.openxmlformats.org/officeDocument/2006/relationships/customXml" Target="../ink/ink463.xml"/><Relationship Id="rId156" Type="http://schemas.openxmlformats.org/officeDocument/2006/relationships/image" Target="../media/image158.png"/><Relationship Id="rId177" Type="http://schemas.openxmlformats.org/officeDocument/2006/relationships/customXml" Target="../ink/ink484.xml"/><Relationship Id="rId198" Type="http://schemas.openxmlformats.org/officeDocument/2006/relationships/image" Target="../media/image42.png"/><Relationship Id="rId321" Type="http://schemas.openxmlformats.org/officeDocument/2006/relationships/customXml" Target="../ink/ink556.xml"/><Relationship Id="rId342" Type="http://schemas.openxmlformats.org/officeDocument/2006/relationships/image" Target="../media/image189.png"/><Relationship Id="rId363" Type="http://schemas.openxmlformats.org/officeDocument/2006/relationships/customXml" Target="../ink/ink577.xml"/><Relationship Id="rId202" Type="http://schemas.openxmlformats.org/officeDocument/2006/relationships/image" Target="../media/image44.png"/><Relationship Id="rId223" Type="http://schemas.openxmlformats.org/officeDocument/2006/relationships/customXml" Target="../ink/ink507.xml"/><Relationship Id="rId244" Type="http://schemas.openxmlformats.org/officeDocument/2006/relationships/image" Target="../media/image65.png"/><Relationship Id="rId18" Type="http://schemas.openxmlformats.org/officeDocument/2006/relationships/image" Target="../media/image18.png"/><Relationship Id="rId39" Type="http://schemas.openxmlformats.org/officeDocument/2006/relationships/customXml" Target="../ink/ink415.xml"/><Relationship Id="rId265" Type="http://schemas.openxmlformats.org/officeDocument/2006/relationships/customXml" Target="../ink/ink528.xml"/><Relationship Id="rId286" Type="http://schemas.openxmlformats.org/officeDocument/2006/relationships/image" Target="../media/image86.png"/><Relationship Id="rId50" Type="http://schemas.openxmlformats.org/officeDocument/2006/relationships/image" Target="../media/image34.png"/><Relationship Id="rId104" Type="http://schemas.openxmlformats.org/officeDocument/2006/relationships/image" Target="../media/image144.png"/><Relationship Id="rId125" Type="http://schemas.openxmlformats.org/officeDocument/2006/relationships/customXml" Target="../ink/ink458.xml"/><Relationship Id="rId146" Type="http://schemas.openxmlformats.org/officeDocument/2006/relationships/image" Target="../media/image153.png"/><Relationship Id="rId167" Type="http://schemas.openxmlformats.org/officeDocument/2006/relationships/customXml" Target="../ink/ink479.xml"/><Relationship Id="rId188" Type="http://schemas.openxmlformats.org/officeDocument/2006/relationships/image" Target="../media/image174.png"/><Relationship Id="rId311" Type="http://schemas.openxmlformats.org/officeDocument/2006/relationships/customXml" Target="../ink/ink551.xml"/><Relationship Id="rId332" Type="http://schemas.openxmlformats.org/officeDocument/2006/relationships/image" Target="../media/image184.png"/><Relationship Id="rId353" Type="http://schemas.openxmlformats.org/officeDocument/2006/relationships/customXml" Target="../ink/ink572.xml"/><Relationship Id="rId374" Type="http://schemas.openxmlformats.org/officeDocument/2006/relationships/image" Target="../media/image205.png"/><Relationship Id="rId71" Type="http://schemas.openxmlformats.org/officeDocument/2006/relationships/customXml" Target="../ink/ink431.xml"/><Relationship Id="rId92" Type="http://schemas.openxmlformats.org/officeDocument/2006/relationships/image" Target="../media/image137.png"/><Relationship Id="rId213" Type="http://schemas.openxmlformats.org/officeDocument/2006/relationships/customXml" Target="../ink/ink502.xml"/><Relationship Id="rId234" Type="http://schemas.openxmlformats.org/officeDocument/2006/relationships/image" Target="../media/image60.png"/><Relationship Id="rId2" Type="http://schemas.openxmlformats.org/officeDocument/2006/relationships/image" Target="../media/image10.png"/><Relationship Id="rId29" Type="http://schemas.openxmlformats.org/officeDocument/2006/relationships/customXml" Target="../ink/ink410.xml"/><Relationship Id="rId255" Type="http://schemas.openxmlformats.org/officeDocument/2006/relationships/customXml" Target="../ink/ink523.xml"/><Relationship Id="rId276" Type="http://schemas.openxmlformats.org/officeDocument/2006/relationships/image" Target="../media/image81.png"/><Relationship Id="rId297" Type="http://schemas.openxmlformats.org/officeDocument/2006/relationships/customXml" Target="../ink/ink544.xml"/><Relationship Id="rId40" Type="http://schemas.openxmlformats.org/officeDocument/2006/relationships/image" Target="../media/image29.png"/><Relationship Id="rId115" Type="http://schemas.openxmlformats.org/officeDocument/2006/relationships/customXml" Target="../ink/ink453.xml"/><Relationship Id="rId136" Type="http://schemas.openxmlformats.org/officeDocument/2006/relationships/image" Target="../media/image130.png"/><Relationship Id="rId157" Type="http://schemas.openxmlformats.org/officeDocument/2006/relationships/customXml" Target="../ink/ink474.xml"/><Relationship Id="rId178" Type="http://schemas.openxmlformats.org/officeDocument/2006/relationships/image" Target="../media/image169.png"/><Relationship Id="rId301" Type="http://schemas.openxmlformats.org/officeDocument/2006/relationships/customXml" Target="../ink/ink546.xml"/><Relationship Id="rId322" Type="http://schemas.openxmlformats.org/officeDocument/2006/relationships/image" Target="../media/image104.png"/><Relationship Id="rId343" Type="http://schemas.openxmlformats.org/officeDocument/2006/relationships/customXml" Target="../ink/ink567.xml"/><Relationship Id="rId364" Type="http://schemas.openxmlformats.org/officeDocument/2006/relationships/image" Target="../media/image200.png"/><Relationship Id="rId61" Type="http://schemas.openxmlformats.org/officeDocument/2006/relationships/customXml" Target="../ink/ink426.xml"/><Relationship Id="rId82" Type="http://schemas.openxmlformats.org/officeDocument/2006/relationships/image" Target="../media/image114.png"/><Relationship Id="rId199" Type="http://schemas.openxmlformats.org/officeDocument/2006/relationships/customXml" Target="../ink/ink495.xml"/><Relationship Id="rId203" Type="http://schemas.openxmlformats.org/officeDocument/2006/relationships/customXml" Target="../ink/ink497.xml"/><Relationship Id="rId19" Type="http://schemas.openxmlformats.org/officeDocument/2006/relationships/customXml" Target="../ink/ink405.xml"/><Relationship Id="rId224" Type="http://schemas.openxmlformats.org/officeDocument/2006/relationships/image" Target="../media/image55.png"/><Relationship Id="rId245" Type="http://schemas.openxmlformats.org/officeDocument/2006/relationships/customXml" Target="../ink/ink518.xml"/><Relationship Id="rId266" Type="http://schemas.openxmlformats.org/officeDocument/2006/relationships/image" Target="../media/image76.png"/><Relationship Id="rId287" Type="http://schemas.openxmlformats.org/officeDocument/2006/relationships/customXml" Target="../ink/ink539.xml"/><Relationship Id="rId30" Type="http://schemas.openxmlformats.org/officeDocument/2006/relationships/image" Target="../media/image24.png"/><Relationship Id="rId105" Type="http://schemas.openxmlformats.org/officeDocument/2006/relationships/customXml" Target="../ink/ink448.xml"/><Relationship Id="rId126" Type="http://schemas.openxmlformats.org/officeDocument/2006/relationships/image" Target="../media/image125.png"/><Relationship Id="rId147" Type="http://schemas.openxmlformats.org/officeDocument/2006/relationships/customXml" Target="../ink/ink469.xml"/><Relationship Id="rId168" Type="http://schemas.openxmlformats.org/officeDocument/2006/relationships/image" Target="../media/image164.png"/><Relationship Id="rId312" Type="http://schemas.openxmlformats.org/officeDocument/2006/relationships/image" Target="../media/image99.png"/><Relationship Id="rId333" Type="http://schemas.openxmlformats.org/officeDocument/2006/relationships/customXml" Target="../ink/ink562.xml"/><Relationship Id="rId354" Type="http://schemas.openxmlformats.org/officeDocument/2006/relationships/image" Target="../media/image195.png"/><Relationship Id="rId51" Type="http://schemas.openxmlformats.org/officeDocument/2006/relationships/customXml" Target="../ink/ink421.xml"/><Relationship Id="rId72" Type="http://schemas.openxmlformats.org/officeDocument/2006/relationships/image" Target="../media/image109.png"/><Relationship Id="rId93" Type="http://schemas.openxmlformats.org/officeDocument/2006/relationships/customXml" Target="../ink/ink442.xml"/><Relationship Id="rId189" Type="http://schemas.openxmlformats.org/officeDocument/2006/relationships/customXml" Target="../ink/ink490.xml"/><Relationship Id="rId3" Type="http://schemas.openxmlformats.org/officeDocument/2006/relationships/customXml" Target="../ink/ink397.xml"/><Relationship Id="rId214" Type="http://schemas.openxmlformats.org/officeDocument/2006/relationships/image" Target="../media/image50.png"/><Relationship Id="rId235" Type="http://schemas.openxmlformats.org/officeDocument/2006/relationships/customXml" Target="../ink/ink513.xml"/><Relationship Id="rId256" Type="http://schemas.openxmlformats.org/officeDocument/2006/relationships/image" Target="../media/image71.png"/><Relationship Id="rId277" Type="http://schemas.openxmlformats.org/officeDocument/2006/relationships/customXml" Target="../ink/ink534.xml"/><Relationship Id="rId298" Type="http://schemas.openxmlformats.org/officeDocument/2006/relationships/image" Target="../media/image92.png"/><Relationship Id="rId116" Type="http://schemas.openxmlformats.org/officeDocument/2006/relationships/image" Target="../media/image120.png"/><Relationship Id="rId137" Type="http://schemas.openxmlformats.org/officeDocument/2006/relationships/customXml" Target="../ink/ink464.xml"/><Relationship Id="rId158" Type="http://schemas.openxmlformats.org/officeDocument/2006/relationships/image" Target="../media/image159.png"/><Relationship Id="rId302" Type="http://schemas.openxmlformats.org/officeDocument/2006/relationships/image" Target="../media/image94.png"/><Relationship Id="rId323" Type="http://schemas.openxmlformats.org/officeDocument/2006/relationships/customXml" Target="../ink/ink557.xml"/><Relationship Id="rId344" Type="http://schemas.openxmlformats.org/officeDocument/2006/relationships/image" Target="../media/image190.png"/><Relationship Id="rId20" Type="http://schemas.openxmlformats.org/officeDocument/2006/relationships/image" Target="../media/image19.png"/><Relationship Id="rId41" Type="http://schemas.openxmlformats.org/officeDocument/2006/relationships/customXml" Target="../ink/ink416.xml"/><Relationship Id="rId62" Type="http://schemas.openxmlformats.org/officeDocument/2006/relationships/image" Target="../media/image40.png"/><Relationship Id="rId83" Type="http://schemas.openxmlformats.org/officeDocument/2006/relationships/customXml" Target="../ink/ink437.xml"/><Relationship Id="rId179" Type="http://schemas.openxmlformats.org/officeDocument/2006/relationships/customXml" Target="../ink/ink485.xml"/><Relationship Id="rId365" Type="http://schemas.openxmlformats.org/officeDocument/2006/relationships/customXml" Target="../ink/ink578.xml"/><Relationship Id="rId190" Type="http://schemas.openxmlformats.org/officeDocument/2006/relationships/image" Target="../media/image175.png"/><Relationship Id="rId204" Type="http://schemas.openxmlformats.org/officeDocument/2006/relationships/image" Target="../media/image45.png"/><Relationship Id="rId225" Type="http://schemas.openxmlformats.org/officeDocument/2006/relationships/customXml" Target="../ink/ink508.xml"/><Relationship Id="rId246" Type="http://schemas.openxmlformats.org/officeDocument/2006/relationships/image" Target="../media/image66.png"/><Relationship Id="rId267" Type="http://schemas.openxmlformats.org/officeDocument/2006/relationships/customXml" Target="../ink/ink529.xml"/><Relationship Id="rId288" Type="http://schemas.openxmlformats.org/officeDocument/2006/relationships/image" Target="../media/image87.png"/><Relationship Id="rId106" Type="http://schemas.openxmlformats.org/officeDocument/2006/relationships/image" Target="../media/image145.png"/><Relationship Id="rId127" Type="http://schemas.openxmlformats.org/officeDocument/2006/relationships/customXml" Target="../ink/ink459.xml"/><Relationship Id="rId313" Type="http://schemas.openxmlformats.org/officeDocument/2006/relationships/customXml" Target="../ink/ink552.xml"/><Relationship Id="rId10" Type="http://schemas.openxmlformats.org/officeDocument/2006/relationships/image" Target="../media/image14.png"/><Relationship Id="rId31" Type="http://schemas.openxmlformats.org/officeDocument/2006/relationships/customXml" Target="../ink/ink411.xml"/><Relationship Id="rId52" Type="http://schemas.openxmlformats.org/officeDocument/2006/relationships/image" Target="../media/image35.png"/><Relationship Id="rId73" Type="http://schemas.openxmlformats.org/officeDocument/2006/relationships/customXml" Target="../ink/ink432.xml"/><Relationship Id="rId94" Type="http://schemas.openxmlformats.org/officeDocument/2006/relationships/image" Target="../media/image138.png"/><Relationship Id="rId148" Type="http://schemas.openxmlformats.org/officeDocument/2006/relationships/image" Target="../media/image154.png"/><Relationship Id="rId169" Type="http://schemas.openxmlformats.org/officeDocument/2006/relationships/customXml" Target="../ink/ink480.xml"/><Relationship Id="rId334" Type="http://schemas.openxmlformats.org/officeDocument/2006/relationships/image" Target="../media/image185.png"/><Relationship Id="rId355" Type="http://schemas.openxmlformats.org/officeDocument/2006/relationships/customXml" Target="../ink/ink573.xml"/><Relationship Id="rId4" Type="http://schemas.openxmlformats.org/officeDocument/2006/relationships/image" Target="../media/image11.png"/><Relationship Id="rId180" Type="http://schemas.openxmlformats.org/officeDocument/2006/relationships/image" Target="../media/image170.png"/><Relationship Id="rId215" Type="http://schemas.openxmlformats.org/officeDocument/2006/relationships/customXml" Target="../ink/ink503.xml"/><Relationship Id="rId236" Type="http://schemas.openxmlformats.org/officeDocument/2006/relationships/image" Target="../media/image61.png"/><Relationship Id="rId257" Type="http://schemas.openxmlformats.org/officeDocument/2006/relationships/customXml" Target="../ink/ink524.xml"/><Relationship Id="rId278" Type="http://schemas.openxmlformats.org/officeDocument/2006/relationships/image" Target="../media/image82.png"/><Relationship Id="rId303" Type="http://schemas.openxmlformats.org/officeDocument/2006/relationships/customXml" Target="../ink/ink547.xml"/><Relationship Id="rId42" Type="http://schemas.openxmlformats.org/officeDocument/2006/relationships/image" Target="../media/image30.png"/><Relationship Id="rId84" Type="http://schemas.openxmlformats.org/officeDocument/2006/relationships/image" Target="../media/image115.png"/><Relationship Id="rId138" Type="http://schemas.openxmlformats.org/officeDocument/2006/relationships/image" Target="../media/image131.png"/><Relationship Id="rId345" Type="http://schemas.openxmlformats.org/officeDocument/2006/relationships/customXml" Target="../ink/ink568.xml"/><Relationship Id="rId191" Type="http://schemas.openxmlformats.org/officeDocument/2006/relationships/customXml" Target="../ink/ink491.xml"/><Relationship Id="rId205" Type="http://schemas.openxmlformats.org/officeDocument/2006/relationships/customXml" Target="../ink/ink498.xml"/><Relationship Id="rId247" Type="http://schemas.openxmlformats.org/officeDocument/2006/relationships/customXml" Target="../ink/ink519.xml"/><Relationship Id="rId107" Type="http://schemas.openxmlformats.org/officeDocument/2006/relationships/customXml" Target="../ink/ink449.xml"/><Relationship Id="rId289" Type="http://schemas.openxmlformats.org/officeDocument/2006/relationships/customXml" Target="../ink/ink540.xml"/><Relationship Id="rId11" Type="http://schemas.openxmlformats.org/officeDocument/2006/relationships/customXml" Target="../ink/ink401.xml"/><Relationship Id="rId53" Type="http://schemas.openxmlformats.org/officeDocument/2006/relationships/customXml" Target="../ink/ink422.xml"/><Relationship Id="rId149" Type="http://schemas.openxmlformats.org/officeDocument/2006/relationships/customXml" Target="../ink/ink470.xml"/><Relationship Id="rId314" Type="http://schemas.openxmlformats.org/officeDocument/2006/relationships/image" Target="../media/image100.png"/><Relationship Id="rId356" Type="http://schemas.openxmlformats.org/officeDocument/2006/relationships/image" Target="../media/image196.png"/><Relationship Id="rId95" Type="http://schemas.openxmlformats.org/officeDocument/2006/relationships/customXml" Target="../ink/ink443.xml"/><Relationship Id="rId160" Type="http://schemas.openxmlformats.org/officeDocument/2006/relationships/image" Target="../media/image160.png"/><Relationship Id="rId216" Type="http://schemas.openxmlformats.org/officeDocument/2006/relationships/image" Target="../media/image51.png"/><Relationship Id="rId258" Type="http://schemas.openxmlformats.org/officeDocument/2006/relationships/image" Target="../media/image72.png"/><Relationship Id="rId22" Type="http://schemas.openxmlformats.org/officeDocument/2006/relationships/image" Target="../media/image20.png"/><Relationship Id="rId64" Type="http://schemas.openxmlformats.org/officeDocument/2006/relationships/image" Target="../media/image105.png"/><Relationship Id="rId118" Type="http://schemas.openxmlformats.org/officeDocument/2006/relationships/image" Target="../media/image121.png"/><Relationship Id="rId325" Type="http://schemas.openxmlformats.org/officeDocument/2006/relationships/customXml" Target="../ink/ink558.xml"/><Relationship Id="rId367" Type="http://schemas.openxmlformats.org/officeDocument/2006/relationships/customXml" Target="../ink/ink579.xml"/><Relationship Id="rId171" Type="http://schemas.openxmlformats.org/officeDocument/2006/relationships/customXml" Target="../ink/ink481.xml"/><Relationship Id="rId227" Type="http://schemas.openxmlformats.org/officeDocument/2006/relationships/customXml" Target="../ink/ink509.xml"/><Relationship Id="rId269" Type="http://schemas.openxmlformats.org/officeDocument/2006/relationships/customXml" Target="../ink/ink530.xml"/><Relationship Id="rId33" Type="http://schemas.openxmlformats.org/officeDocument/2006/relationships/customXml" Target="../ink/ink412.xml"/><Relationship Id="rId129" Type="http://schemas.openxmlformats.org/officeDocument/2006/relationships/customXml" Target="../ink/ink460.xml"/><Relationship Id="rId280" Type="http://schemas.openxmlformats.org/officeDocument/2006/relationships/image" Target="../media/image83.png"/><Relationship Id="rId336" Type="http://schemas.openxmlformats.org/officeDocument/2006/relationships/image" Target="../media/image186.png"/><Relationship Id="rId75" Type="http://schemas.openxmlformats.org/officeDocument/2006/relationships/customXml" Target="../ink/ink433.xml"/><Relationship Id="rId140" Type="http://schemas.openxmlformats.org/officeDocument/2006/relationships/image" Target="../media/image132.png"/><Relationship Id="rId182" Type="http://schemas.openxmlformats.org/officeDocument/2006/relationships/image" Target="../media/image171.png"/><Relationship Id="rId6" Type="http://schemas.openxmlformats.org/officeDocument/2006/relationships/image" Target="../media/image12.png"/><Relationship Id="rId238" Type="http://schemas.openxmlformats.org/officeDocument/2006/relationships/image" Target="../media/image62.png"/><Relationship Id="rId291" Type="http://schemas.openxmlformats.org/officeDocument/2006/relationships/customXml" Target="../ink/ink541.xml"/><Relationship Id="rId305" Type="http://schemas.openxmlformats.org/officeDocument/2006/relationships/customXml" Target="../ink/ink548.xml"/><Relationship Id="rId347" Type="http://schemas.openxmlformats.org/officeDocument/2006/relationships/customXml" Target="../ink/ink569.xml"/><Relationship Id="rId44" Type="http://schemas.openxmlformats.org/officeDocument/2006/relationships/image" Target="../media/image31.png"/><Relationship Id="rId86" Type="http://schemas.openxmlformats.org/officeDocument/2006/relationships/image" Target="../media/image134.png"/><Relationship Id="rId151" Type="http://schemas.openxmlformats.org/officeDocument/2006/relationships/customXml" Target="../ink/ink471.xml"/><Relationship Id="rId193" Type="http://schemas.openxmlformats.org/officeDocument/2006/relationships/customXml" Target="../ink/ink492.xml"/><Relationship Id="rId207" Type="http://schemas.openxmlformats.org/officeDocument/2006/relationships/customXml" Target="../ink/ink499.xml"/><Relationship Id="rId249" Type="http://schemas.openxmlformats.org/officeDocument/2006/relationships/customXml" Target="../ink/ink520.xml"/><Relationship Id="rId13" Type="http://schemas.openxmlformats.org/officeDocument/2006/relationships/customXml" Target="../ink/ink402.xml"/><Relationship Id="rId109" Type="http://schemas.openxmlformats.org/officeDocument/2006/relationships/customXml" Target="../ink/ink450.xml"/><Relationship Id="rId260" Type="http://schemas.openxmlformats.org/officeDocument/2006/relationships/image" Target="../media/image73.png"/><Relationship Id="rId316" Type="http://schemas.openxmlformats.org/officeDocument/2006/relationships/image" Target="../media/image101.png"/><Relationship Id="rId55" Type="http://schemas.openxmlformats.org/officeDocument/2006/relationships/customXml" Target="../ink/ink423.xml"/><Relationship Id="rId97" Type="http://schemas.openxmlformats.org/officeDocument/2006/relationships/customXml" Target="../ink/ink444.xml"/><Relationship Id="rId120" Type="http://schemas.openxmlformats.org/officeDocument/2006/relationships/image" Target="../media/image122.png"/><Relationship Id="rId358" Type="http://schemas.openxmlformats.org/officeDocument/2006/relationships/image" Target="../media/image197.png"/><Relationship Id="rId162" Type="http://schemas.openxmlformats.org/officeDocument/2006/relationships/image" Target="../media/image161.png"/><Relationship Id="rId218" Type="http://schemas.openxmlformats.org/officeDocument/2006/relationships/image" Target="../media/image52.png"/><Relationship Id="rId271" Type="http://schemas.openxmlformats.org/officeDocument/2006/relationships/customXml" Target="../ink/ink531.xml"/><Relationship Id="rId24" Type="http://schemas.openxmlformats.org/officeDocument/2006/relationships/image" Target="../media/image21.png"/><Relationship Id="rId66" Type="http://schemas.openxmlformats.org/officeDocument/2006/relationships/image" Target="../media/image106.png"/><Relationship Id="rId131" Type="http://schemas.openxmlformats.org/officeDocument/2006/relationships/customXml" Target="../ink/ink461.xml"/><Relationship Id="rId327" Type="http://schemas.openxmlformats.org/officeDocument/2006/relationships/customXml" Target="../ink/ink559.xml"/><Relationship Id="rId369" Type="http://schemas.openxmlformats.org/officeDocument/2006/relationships/customXml" Target="../ink/ink580.xml"/><Relationship Id="rId173" Type="http://schemas.openxmlformats.org/officeDocument/2006/relationships/customXml" Target="../ink/ink482.xml"/><Relationship Id="rId229" Type="http://schemas.openxmlformats.org/officeDocument/2006/relationships/customXml" Target="../ink/ink510.xml"/><Relationship Id="rId240" Type="http://schemas.openxmlformats.org/officeDocument/2006/relationships/image" Target="../media/image63.png"/><Relationship Id="rId35" Type="http://schemas.openxmlformats.org/officeDocument/2006/relationships/customXml" Target="../ink/ink413.xml"/><Relationship Id="rId77" Type="http://schemas.openxmlformats.org/officeDocument/2006/relationships/customXml" Target="../ink/ink434.xml"/><Relationship Id="rId100" Type="http://schemas.openxmlformats.org/officeDocument/2006/relationships/image" Target="../media/image142.png"/><Relationship Id="rId282" Type="http://schemas.openxmlformats.org/officeDocument/2006/relationships/image" Target="../media/image84.png"/><Relationship Id="rId338" Type="http://schemas.openxmlformats.org/officeDocument/2006/relationships/image" Target="../media/image187.png"/><Relationship Id="rId8" Type="http://schemas.openxmlformats.org/officeDocument/2006/relationships/image" Target="../media/image13.png"/><Relationship Id="rId142" Type="http://schemas.openxmlformats.org/officeDocument/2006/relationships/image" Target="../media/image151.png"/><Relationship Id="rId184" Type="http://schemas.openxmlformats.org/officeDocument/2006/relationships/image" Target="../media/image172.png"/><Relationship Id="rId251" Type="http://schemas.openxmlformats.org/officeDocument/2006/relationships/customXml" Target="../ink/ink521.xml"/><Relationship Id="rId46" Type="http://schemas.openxmlformats.org/officeDocument/2006/relationships/image" Target="../media/image32.png"/><Relationship Id="rId293" Type="http://schemas.openxmlformats.org/officeDocument/2006/relationships/customXml" Target="../ink/ink542.xml"/><Relationship Id="rId307" Type="http://schemas.openxmlformats.org/officeDocument/2006/relationships/customXml" Target="../ink/ink549.xml"/><Relationship Id="rId349" Type="http://schemas.openxmlformats.org/officeDocument/2006/relationships/customXml" Target="../ink/ink570.xml"/><Relationship Id="rId88" Type="http://schemas.openxmlformats.org/officeDocument/2006/relationships/image" Target="../media/image135.png"/><Relationship Id="rId111" Type="http://schemas.openxmlformats.org/officeDocument/2006/relationships/customXml" Target="../ink/ink451.xml"/><Relationship Id="rId153" Type="http://schemas.openxmlformats.org/officeDocument/2006/relationships/customXml" Target="../ink/ink472.xml"/><Relationship Id="rId195" Type="http://schemas.openxmlformats.org/officeDocument/2006/relationships/customXml" Target="../ink/ink493.xml"/><Relationship Id="rId209" Type="http://schemas.openxmlformats.org/officeDocument/2006/relationships/customXml" Target="../ink/ink500.xml"/><Relationship Id="rId360" Type="http://schemas.openxmlformats.org/officeDocument/2006/relationships/image" Target="../media/image198.png"/><Relationship Id="rId220" Type="http://schemas.openxmlformats.org/officeDocument/2006/relationships/image" Target="../media/image53.png"/><Relationship Id="rId15" Type="http://schemas.openxmlformats.org/officeDocument/2006/relationships/customXml" Target="../ink/ink403.xml"/><Relationship Id="rId57" Type="http://schemas.openxmlformats.org/officeDocument/2006/relationships/customXml" Target="../ink/ink424.xml"/><Relationship Id="rId262" Type="http://schemas.openxmlformats.org/officeDocument/2006/relationships/image" Target="../media/image74.png"/><Relationship Id="rId318" Type="http://schemas.openxmlformats.org/officeDocument/2006/relationships/image" Target="../media/image102.png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0.xml"/><Relationship Id="rId21" Type="http://schemas.openxmlformats.org/officeDocument/2006/relationships/customXml" Target="../ink/ink592.xml"/><Relationship Id="rId324" Type="http://schemas.openxmlformats.org/officeDocument/2006/relationships/image" Target="../media/image180.png"/><Relationship Id="rId531" Type="http://schemas.openxmlformats.org/officeDocument/2006/relationships/customXml" Target="../ink/ink847.xml"/><Relationship Id="rId170" Type="http://schemas.openxmlformats.org/officeDocument/2006/relationships/image" Target="../media/image165.png"/><Relationship Id="rId268" Type="http://schemas.openxmlformats.org/officeDocument/2006/relationships/image" Target="../media/image77.png"/><Relationship Id="rId475" Type="http://schemas.openxmlformats.org/officeDocument/2006/relationships/customXml" Target="../ink/ink819.xml"/><Relationship Id="rId32" Type="http://schemas.openxmlformats.org/officeDocument/2006/relationships/image" Target="../media/image25.png"/><Relationship Id="rId128" Type="http://schemas.openxmlformats.org/officeDocument/2006/relationships/image" Target="../media/image126.png"/><Relationship Id="rId335" Type="http://schemas.openxmlformats.org/officeDocument/2006/relationships/customXml" Target="../ink/ink749.xml"/><Relationship Id="rId181" Type="http://schemas.openxmlformats.org/officeDocument/2006/relationships/customXml" Target="../ink/ink672.xml"/><Relationship Id="rId402" Type="http://schemas.openxmlformats.org/officeDocument/2006/relationships/image" Target="../media/image222.png"/><Relationship Id="rId279" Type="http://schemas.openxmlformats.org/officeDocument/2006/relationships/customXml" Target="../ink/ink721.xml"/><Relationship Id="rId486" Type="http://schemas.openxmlformats.org/officeDocument/2006/relationships/image" Target="../media/image264.png"/><Relationship Id="rId43" Type="http://schemas.openxmlformats.org/officeDocument/2006/relationships/customXml" Target="../ink/ink603.xml"/><Relationship Id="rId139" Type="http://schemas.openxmlformats.org/officeDocument/2006/relationships/customXml" Target="../ink/ink651.xml"/><Relationship Id="rId290" Type="http://schemas.openxmlformats.org/officeDocument/2006/relationships/image" Target="../media/image88.png"/><Relationship Id="rId304" Type="http://schemas.openxmlformats.org/officeDocument/2006/relationships/image" Target="../media/image95.png"/><Relationship Id="rId346" Type="http://schemas.openxmlformats.org/officeDocument/2006/relationships/image" Target="../media/image191.png"/><Relationship Id="rId388" Type="http://schemas.openxmlformats.org/officeDocument/2006/relationships/image" Target="../media/image215.png"/><Relationship Id="rId511" Type="http://schemas.openxmlformats.org/officeDocument/2006/relationships/customXml" Target="../ink/ink837.xml"/><Relationship Id="rId85" Type="http://schemas.openxmlformats.org/officeDocument/2006/relationships/customXml" Target="../ink/ink624.xml"/><Relationship Id="rId150" Type="http://schemas.openxmlformats.org/officeDocument/2006/relationships/image" Target="../media/image155.png"/><Relationship Id="rId192" Type="http://schemas.openxmlformats.org/officeDocument/2006/relationships/image" Target="../media/image176.png"/><Relationship Id="rId206" Type="http://schemas.openxmlformats.org/officeDocument/2006/relationships/image" Target="../media/image46.png"/><Relationship Id="rId413" Type="http://schemas.openxmlformats.org/officeDocument/2006/relationships/customXml" Target="../ink/ink788.xml"/><Relationship Id="rId248" Type="http://schemas.openxmlformats.org/officeDocument/2006/relationships/image" Target="../media/image67.png"/><Relationship Id="rId455" Type="http://schemas.openxmlformats.org/officeDocument/2006/relationships/customXml" Target="../ink/ink809.xml"/><Relationship Id="rId497" Type="http://schemas.openxmlformats.org/officeDocument/2006/relationships/customXml" Target="../ink/ink830.xml"/><Relationship Id="rId12" Type="http://schemas.openxmlformats.org/officeDocument/2006/relationships/image" Target="../media/image15.png"/><Relationship Id="rId108" Type="http://schemas.openxmlformats.org/officeDocument/2006/relationships/image" Target="../media/image146.png"/><Relationship Id="rId315" Type="http://schemas.openxmlformats.org/officeDocument/2006/relationships/customXml" Target="../ink/ink739.xml"/><Relationship Id="rId357" Type="http://schemas.openxmlformats.org/officeDocument/2006/relationships/customXml" Target="../ink/ink760.xml"/><Relationship Id="rId522" Type="http://schemas.openxmlformats.org/officeDocument/2006/relationships/image" Target="../media/image282.png"/><Relationship Id="rId54" Type="http://schemas.openxmlformats.org/officeDocument/2006/relationships/image" Target="../media/image36.png"/><Relationship Id="rId96" Type="http://schemas.openxmlformats.org/officeDocument/2006/relationships/image" Target="../media/image139.png"/><Relationship Id="rId161" Type="http://schemas.openxmlformats.org/officeDocument/2006/relationships/customXml" Target="../ink/ink662.xml"/><Relationship Id="rId217" Type="http://schemas.openxmlformats.org/officeDocument/2006/relationships/customXml" Target="../ink/ink690.xml"/><Relationship Id="rId399" Type="http://schemas.openxmlformats.org/officeDocument/2006/relationships/customXml" Target="../ink/ink781.xml"/><Relationship Id="rId259" Type="http://schemas.openxmlformats.org/officeDocument/2006/relationships/customXml" Target="../ink/ink711.xml"/><Relationship Id="rId424" Type="http://schemas.openxmlformats.org/officeDocument/2006/relationships/image" Target="../media/image233.png"/><Relationship Id="rId466" Type="http://schemas.openxmlformats.org/officeDocument/2006/relationships/image" Target="../media/image254.png"/><Relationship Id="rId23" Type="http://schemas.openxmlformats.org/officeDocument/2006/relationships/customXml" Target="../ink/ink593.xml"/><Relationship Id="rId119" Type="http://schemas.openxmlformats.org/officeDocument/2006/relationships/customXml" Target="../ink/ink641.xml"/><Relationship Id="rId270" Type="http://schemas.openxmlformats.org/officeDocument/2006/relationships/image" Target="../media/image78.png"/><Relationship Id="rId326" Type="http://schemas.openxmlformats.org/officeDocument/2006/relationships/image" Target="../media/image181.png"/><Relationship Id="rId533" Type="http://schemas.openxmlformats.org/officeDocument/2006/relationships/customXml" Target="../ink/ink848.xml"/><Relationship Id="rId65" Type="http://schemas.openxmlformats.org/officeDocument/2006/relationships/customXml" Target="../ink/ink614.xml"/><Relationship Id="rId130" Type="http://schemas.openxmlformats.org/officeDocument/2006/relationships/image" Target="../media/image127.png"/><Relationship Id="rId368" Type="http://schemas.openxmlformats.org/officeDocument/2006/relationships/image" Target="../media/image202.png"/><Relationship Id="rId172" Type="http://schemas.openxmlformats.org/officeDocument/2006/relationships/image" Target="../media/image166.png"/><Relationship Id="rId228" Type="http://schemas.openxmlformats.org/officeDocument/2006/relationships/image" Target="../media/image57.png"/><Relationship Id="rId435" Type="http://schemas.openxmlformats.org/officeDocument/2006/relationships/customXml" Target="../ink/ink799.xml"/><Relationship Id="rId477" Type="http://schemas.openxmlformats.org/officeDocument/2006/relationships/customXml" Target="../ink/ink820.xml"/><Relationship Id="rId281" Type="http://schemas.openxmlformats.org/officeDocument/2006/relationships/customXml" Target="../ink/ink722.xml"/><Relationship Id="rId337" Type="http://schemas.openxmlformats.org/officeDocument/2006/relationships/customXml" Target="../ink/ink750.xml"/><Relationship Id="rId502" Type="http://schemas.openxmlformats.org/officeDocument/2006/relationships/image" Target="../media/image272.png"/><Relationship Id="rId34" Type="http://schemas.openxmlformats.org/officeDocument/2006/relationships/image" Target="../media/image26.png"/><Relationship Id="rId76" Type="http://schemas.openxmlformats.org/officeDocument/2006/relationships/image" Target="../media/image111.png"/><Relationship Id="rId141" Type="http://schemas.openxmlformats.org/officeDocument/2006/relationships/customXml" Target="../ink/ink652.xml"/><Relationship Id="rId379" Type="http://schemas.openxmlformats.org/officeDocument/2006/relationships/customXml" Target="../ink/ink771.xml"/><Relationship Id="rId7" Type="http://schemas.openxmlformats.org/officeDocument/2006/relationships/customXml" Target="../ink/ink585.xml"/><Relationship Id="rId183" Type="http://schemas.openxmlformats.org/officeDocument/2006/relationships/customXml" Target="../ink/ink673.xml"/><Relationship Id="rId239" Type="http://schemas.openxmlformats.org/officeDocument/2006/relationships/customXml" Target="../ink/ink701.xml"/><Relationship Id="rId390" Type="http://schemas.openxmlformats.org/officeDocument/2006/relationships/image" Target="../media/image216.png"/><Relationship Id="rId404" Type="http://schemas.openxmlformats.org/officeDocument/2006/relationships/image" Target="../media/image223.png"/><Relationship Id="rId446" Type="http://schemas.openxmlformats.org/officeDocument/2006/relationships/image" Target="../media/image244.png"/><Relationship Id="rId250" Type="http://schemas.openxmlformats.org/officeDocument/2006/relationships/image" Target="../media/image68.png"/><Relationship Id="rId292" Type="http://schemas.openxmlformats.org/officeDocument/2006/relationships/image" Target="../media/image89.png"/><Relationship Id="rId306" Type="http://schemas.openxmlformats.org/officeDocument/2006/relationships/image" Target="../media/image96.png"/><Relationship Id="rId488" Type="http://schemas.openxmlformats.org/officeDocument/2006/relationships/image" Target="../media/image265.png"/><Relationship Id="rId45" Type="http://schemas.openxmlformats.org/officeDocument/2006/relationships/customXml" Target="../ink/ink604.xml"/><Relationship Id="rId87" Type="http://schemas.openxmlformats.org/officeDocument/2006/relationships/customXml" Target="../ink/ink625.xml"/><Relationship Id="rId110" Type="http://schemas.openxmlformats.org/officeDocument/2006/relationships/image" Target="../media/image117.png"/><Relationship Id="rId348" Type="http://schemas.openxmlformats.org/officeDocument/2006/relationships/image" Target="../media/image192.png"/><Relationship Id="rId513" Type="http://schemas.openxmlformats.org/officeDocument/2006/relationships/customXml" Target="../ink/ink838.xml"/><Relationship Id="rId152" Type="http://schemas.openxmlformats.org/officeDocument/2006/relationships/image" Target="../media/image156.png"/><Relationship Id="rId194" Type="http://schemas.openxmlformats.org/officeDocument/2006/relationships/image" Target="../media/image177.png"/><Relationship Id="rId208" Type="http://schemas.openxmlformats.org/officeDocument/2006/relationships/image" Target="../media/image47.png"/><Relationship Id="rId415" Type="http://schemas.openxmlformats.org/officeDocument/2006/relationships/customXml" Target="../ink/ink789.xml"/><Relationship Id="rId457" Type="http://schemas.openxmlformats.org/officeDocument/2006/relationships/customXml" Target="../ink/ink810.xml"/><Relationship Id="rId261" Type="http://schemas.openxmlformats.org/officeDocument/2006/relationships/customXml" Target="../ink/ink712.xml"/><Relationship Id="rId499" Type="http://schemas.openxmlformats.org/officeDocument/2006/relationships/customXml" Target="../ink/ink831.xml"/><Relationship Id="rId14" Type="http://schemas.openxmlformats.org/officeDocument/2006/relationships/image" Target="../media/image16.png"/><Relationship Id="rId56" Type="http://schemas.openxmlformats.org/officeDocument/2006/relationships/image" Target="../media/image37.png"/><Relationship Id="rId317" Type="http://schemas.openxmlformats.org/officeDocument/2006/relationships/customXml" Target="../ink/ink740.xml"/><Relationship Id="rId359" Type="http://schemas.openxmlformats.org/officeDocument/2006/relationships/customXml" Target="../ink/ink761.xml"/><Relationship Id="rId524" Type="http://schemas.openxmlformats.org/officeDocument/2006/relationships/image" Target="../media/image283.png"/><Relationship Id="rId98" Type="http://schemas.openxmlformats.org/officeDocument/2006/relationships/image" Target="../media/image116.png"/><Relationship Id="rId121" Type="http://schemas.openxmlformats.org/officeDocument/2006/relationships/customXml" Target="../ink/ink642.xml"/><Relationship Id="rId163" Type="http://schemas.openxmlformats.org/officeDocument/2006/relationships/customXml" Target="../ink/ink663.xml"/><Relationship Id="rId219" Type="http://schemas.openxmlformats.org/officeDocument/2006/relationships/customXml" Target="../ink/ink691.xml"/><Relationship Id="rId370" Type="http://schemas.openxmlformats.org/officeDocument/2006/relationships/image" Target="../media/image206.png"/><Relationship Id="rId426" Type="http://schemas.openxmlformats.org/officeDocument/2006/relationships/image" Target="../media/image234.png"/><Relationship Id="rId230" Type="http://schemas.openxmlformats.org/officeDocument/2006/relationships/image" Target="../media/image58.png"/><Relationship Id="rId468" Type="http://schemas.openxmlformats.org/officeDocument/2006/relationships/image" Target="../media/image255.png"/><Relationship Id="rId25" Type="http://schemas.openxmlformats.org/officeDocument/2006/relationships/customXml" Target="../ink/ink594.xml"/><Relationship Id="rId67" Type="http://schemas.openxmlformats.org/officeDocument/2006/relationships/customXml" Target="../ink/ink615.xml"/><Relationship Id="rId272" Type="http://schemas.openxmlformats.org/officeDocument/2006/relationships/image" Target="../media/image79.png"/><Relationship Id="rId328" Type="http://schemas.openxmlformats.org/officeDocument/2006/relationships/image" Target="../media/image182.png"/><Relationship Id="rId535" Type="http://schemas.openxmlformats.org/officeDocument/2006/relationships/customXml" Target="../ink/ink849.xml"/><Relationship Id="rId132" Type="http://schemas.openxmlformats.org/officeDocument/2006/relationships/image" Target="../media/image128.png"/><Relationship Id="rId174" Type="http://schemas.openxmlformats.org/officeDocument/2006/relationships/image" Target="../media/image167.png"/><Relationship Id="rId381" Type="http://schemas.openxmlformats.org/officeDocument/2006/relationships/customXml" Target="../ink/ink772.xml"/><Relationship Id="rId241" Type="http://schemas.openxmlformats.org/officeDocument/2006/relationships/customXml" Target="../ink/ink702.xml"/><Relationship Id="rId437" Type="http://schemas.openxmlformats.org/officeDocument/2006/relationships/customXml" Target="../ink/ink800.xml"/><Relationship Id="rId479" Type="http://schemas.openxmlformats.org/officeDocument/2006/relationships/customXml" Target="../ink/ink821.xml"/><Relationship Id="rId36" Type="http://schemas.openxmlformats.org/officeDocument/2006/relationships/image" Target="../media/image27.png"/><Relationship Id="rId283" Type="http://schemas.openxmlformats.org/officeDocument/2006/relationships/customXml" Target="../ink/ink723.xml"/><Relationship Id="rId339" Type="http://schemas.openxmlformats.org/officeDocument/2006/relationships/customXml" Target="../ink/ink751.xml"/><Relationship Id="rId490" Type="http://schemas.openxmlformats.org/officeDocument/2006/relationships/image" Target="../media/image266.png"/><Relationship Id="rId504" Type="http://schemas.openxmlformats.org/officeDocument/2006/relationships/image" Target="../media/image273.png"/><Relationship Id="rId78" Type="http://schemas.openxmlformats.org/officeDocument/2006/relationships/image" Target="../media/image112.png"/><Relationship Id="rId101" Type="http://schemas.openxmlformats.org/officeDocument/2006/relationships/customXml" Target="../ink/ink632.xml"/><Relationship Id="rId143" Type="http://schemas.openxmlformats.org/officeDocument/2006/relationships/customXml" Target="../ink/ink653.xml"/><Relationship Id="rId185" Type="http://schemas.openxmlformats.org/officeDocument/2006/relationships/customXml" Target="../ink/ink674.xml"/><Relationship Id="rId350" Type="http://schemas.openxmlformats.org/officeDocument/2006/relationships/image" Target="../media/image193.png"/><Relationship Id="rId406" Type="http://schemas.openxmlformats.org/officeDocument/2006/relationships/image" Target="../media/image224.png"/><Relationship Id="rId9" Type="http://schemas.openxmlformats.org/officeDocument/2006/relationships/customXml" Target="../ink/ink586.xml"/><Relationship Id="rId210" Type="http://schemas.openxmlformats.org/officeDocument/2006/relationships/image" Target="../media/image48.png"/><Relationship Id="rId392" Type="http://schemas.openxmlformats.org/officeDocument/2006/relationships/image" Target="../media/image217.png"/><Relationship Id="rId448" Type="http://schemas.openxmlformats.org/officeDocument/2006/relationships/image" Target="../media/image245.png"/><Relationship Id="rId252" Type="http://schemas.openxmlformats.org/officeDocument/2006/relationships/image" Target="../media/image69.png"/><Relationship Id="rId294" Type="http://schemas.openxmlformats.org/officeDocument/2006/relationships/image" Target="../media/image90.png"/><Relationship Id="rId308" Type="http://schemas.openxmlformats.org/officeDocument/2006/relationships/image" Target="../media/image97.png"/><Relationship Id="rId515" Type="http://schemas.openxmlformats.org/officeDocument/2006/relationships/customXml" Target="../ink/ink839.xml"/><Relationship Id="rId47" Type="http://schemas.openxmlformats.org/officeDocument/2006/relationships/customXml" Target="../ink/ink605.xml"/><Relationship Id="rId89" Type="http://schemas.openxmlformats.org/officeDocument/2006/relationships/customXml" Target="../ink/ink626.xml"/><Relationship Id="rId112" Type="http://schemas.openxmlformats.org/officeDocument/2006/relationships/image" Target="../media/image118.png"/><Relationship Id="rId154" Type="http://schemas.openxmlformats.org/officeDocument/2006/relationships/image" Target="../media/image157.png"/><Relationship Id="rId361" Type="http://schemas.openxmlformats.org/officeDocument/2006/relationships/customXml" Target="../ink/ink762.xml"/><Relationship Id="rId196" Type="http://schemas.openxmlformats.org/officeDocument/2006/relationships/image" Target="../media/image41.png"/><Relationship Id="rId417" Type="http://schemas.openxmlformats.org/officeDocument/2006/relationships/customXml" Target="../ink/ink790.xml"/><Relationship Id="rId459" Type="http://schemas.openxmlformats.org/officeDocument/2006/relationships/customXml" Target="../ink/ink811.xml"/><Relationship Id="rId16" Type="http://schemas.openxmlformats.org/officeDocument/2006/relationships/image" Target="../media/image17.png"/><Relationship Id="rId221" Type="http://schemas.openxmlformats.org/officeDocument/2006/relationships/customXml" Target="../ink/ink692.xml"/><Relationship Id="rId263" Type="http://schemas.openxmlformats.org/officeDocument/2006/relationships/customXml" Target="../ink/ink713.xml"/><Relationship Id="rId319" Type="http://schemas.openxmlformats.org/officeDocument/2006/relationships/customXml" Target="../ink/ink741.xml"/><Relationship Id="rId470" Type="http://schemas.openxmlformats.org/officeDocument/2006/relationships/image" Target="../media/image256.png"/><Relationship Id="rId526" Type="http://schemas.openxmlformats.org/officeDocument/2006/relationships/image" Target="../media/image284.png"/><Relationship Id="rId58" Type="http://schemas.openxmlformats.org/officeDocument/2006/relationships/image" Target="../media/image38.png"/><Relationship Id="rId123" Type="http://schemas.openxmlformats.org/officeDocument/2006/relationships/customXml" Target="../ink/ink643.xml"/><Relationship Id="rId330" Type="http://schemas.openxmlformats.org/officeDocument/2006/relationships/image" Target="../media/image183.png"/><Relationship Id="rId165" Type="http://schemas.openxmlformats.org/officeDocument/2006/relationships/customXml" Target="../ink/ink664.xml"/><Relationship Id="rId372" Type="http://schemas.openxmlformats.org/officeDocument/2006/relationships/image" Target="../media/image207.png"/><Relationship Id="rId428" Type="http://schemas.openxmlformats.org/officeDocument/2006/relationships/image" Target="../media/image235.png"/><Relationship Id="rId232" Type="http://schemas.openxmlformats.org/officeDocument/2006/relationships/image" Target="../media/image59.png"/><Relationship Id="rId274" Type="http://schemas.openxmlformats.org/officeDocument/2006/relationships/image" Target="../media/image80.png"/><Relationship Id="rId481" Type="http://schemas.openxmlformats.org/officeDocument/2006/relationships/customXml" Target="../ink/ink822.xml"/><Relationship Id="rId27" Type="http://schemas.openxmlformats.org/officeDocument/2006/relationships/customXml" Target="../ink/ink595.xml"/><Relationship Id="rId69" Type="http://schemas.openxmlformats.org/officeDocument/2006/relationships/customXml" Target="../ink/ink616.xml"/><Relationship Id="rId134" Type="http://schemas.openxmlformats.org/officeDocument/2006/relationships/image" Target="../media/image129.png"/><Relationship Id="rId537" Type="http://schemas.openxmlformats.org/officeDocument/2006/relationships/customXml" Target="../ink/ink850.xml"/><Relationship Id="rId80" Type="http://schemas.openxmlformats.org/officeDocument/2006/relationships/image" Target="../media/image113.png"/><Relationship Id="rId176" Type="http://schemas.openxmlformats.org/officeDocument/2006/relationships/image" Target="../media/image168.png"/><Relationship Id="rId341" Type="http://schemas.openxmlformats.org/officeDocument/2006/relationships/customXml" Target="../ink/ink752.xml"/><Relationship Id="rId383" Type="http://schemas.openxmlformats.org/officeDocument/2006/relationships/customXml" Target="../ink/ink773.xml"/><Relationship Id="rId439" Type="http://schemas.openxmlformats.org/officeDocument/2006/relationships/customXml" Target="../ink/ink801.xml"/><Relationship Id="rId201" Type="http://schemas.openxmlformats.org/officeDocument/2006/relationships/customXml" Target="../ink/ink682.xml"/><Relationship Id="rId243" Type="http://schemas.openxmlformats.org/officeDocument/2006/relationships/customXml" Target="../ink/ink703.xml"/><Relationship Id="rId285" Type="http://schemas.openxmlformats.org/officeDocument/2006/relationships/customXml" Target="../ink/ink724.xml"/><Relationship Id="rId450" Type="http://schemas.openxmlformats.org/officeDocument/2006/relationships/image" Target="../media/image246.png"/><Relationship Id="rId506" Type="http://schemas.openxmlformats.org/officeDocument/2006/relationships/image" Target="../media/image274.png"/><Relationship Id="rId38" Type="http://schemas.openxmlformats.org/officeDocument/2006/relationships/image" Target="../media/image28.png"/><Relationship Id="rId103" Type="http://schemas.openxmlformats.org/officeDocument/2006/relationships/customXml" Target="../ink/ink633.xml"/><Relationship Id="rId310" Type="http://schemas.openxmlformats.org/officeDocument/2006/relationships/image" Target="../media/image98.png"/><Relationship Id="rId492" Type="http://schemas.openxmlformats.org/officeDocument/2006/relationships/image" Target="../media/image267.png"/><Relationship Id="rId91" Type="http://schemas.openxmlformats.org/officeDocument/2006/relationships/customXml" Target="../ink/ink627.xml"/><Relationship Id="rId145" Type="http://schemas.openxmlformats.org/officeDocument/2006/relationships/customXml" Target="../ink/ink654.xml"/><Relationship Id="rId187" Type="http://schemas.openxmlformats.org/officeDocument/2006/relationships/customXml" Target="../ink/ink675.xml"/><Relationship Id="rId352" Type="http://schemas.openxmlformats.org/officeDocument/2006/relationships/image" Target="../media/image194.png"/><Relationship Id="rId394" Type="http://schemas.openxmlformats.org/officeDocument/2006/relationships/image" Target="../media/image218.png"/><Relationship Id="rId408" Type="http://schemas.openxmlformats.org/officeDocument/2006/relationships/image" Target="../media/image225.png"/><Relationship Id="rId212" Type="http://schemas.openxmlformats.org/officeDocument/2006/relationships/image" Target="../media/image49.png"/><Relationship Id="rId254" Type="http://schemas.openxmlformats.org/officeDocument/2006/relationships/image" Target="../media/image70.png"/><Relationship Id="rId49" Type="http://schemas.openxmlformats.org/officeDocument/2006/relationships/customXml" Target="../ink/ink606.xml"/><Relationship Id="rId114" Type="http://schemas.openxmlformats.org/officeDocument/2006/relationships/image" Target="../media/image119.png"/><Relationship Id="rId296" Type="http://schemas.openxmlformats.org/officeDocument/2006/relationships/image" Target="../media/image91.png"/><Relationship Id="rId461" Type="http://schemas.openxmlformats.org/officeDocument/2006/relationships/customXml" Target="../ink/ink812.xml"/><Relationship Id="rId517" Type="http://schemas.openxmlformats.org/officeDocument/2006/relationships/customXml" Target="../ink/ink840.xml"/><Relationship Id="rId60" Type="http://schemas.openxmlformats.org/officeDocument/2006/relationships/image" Target="../media/image39.png"/><Relationship Id="rId156" Type="http://schemas.openxmlformats.org/officeDocument/2006/relationships/image" Target="../media/image158.png"/><Relationship Id="rId198" Type="http://schemas.openxmlformats.org/officeDocument/2006/relationships/image" Target="../media/image42.png"/><Relationship Id="rId321" Type="http://schemas.openxmlformats.org/officeDocument/2006/relationships/customXml" Target="../ink/ink742.xml"/><Relationship Id="rId363" Type="http://schemas.openxmlformats.org/officeDocument/2006/relationships/customXml" Target="../ink/ink763.xml"/><Relationship Id="rId419" Type="http://schemas.openxmlformats.org/officeDocument/2006/relationships/customXml" Target="../ink/ink791.xml"/><Relationship Id="rId223" Type="http://schemas.openxmlformats.org/officeDocument/2006/relationships/customXml" Target="../ink/ink693.xml"/><Relationship Id="rId430" Type="http://schemas.openxmlformats.org/officeDocument/2006/relationships/image" Target="../media/image236.png"/><Relationship Id="rId18" Type="http://schemas.openxmlformats.org/officeDocument/2006/relationships/image" Target="../media/image18.png"/><Relationship Id="rId265" Type="http://schemas.openxmlformats.org/officeDocument/2006/relationships/customXml" Target="../ink/ink714.xml"/><Relationship Id="rId472" Type="http://schemas.openxmlformats.org/officeDocument/2006/relationships/image" Target="../media/image257.png"/><Relationship Id="rId528" Type="http://schemas.openxmlformats.org/officeDocument/2006/relationships/image" Target="../media/image285.png"/><Relationship Id="rId125" Type="http://schemas.openxmlformats.org/officeDocument/2006/relationships/customXml" Target="../ink/ink644.xml"/><Relationship Id="rId167" Type="http://schemas.openxmlformats.org/officeDocument/2006/relationships/customXml" Target="../ink/ink665.xml"/><Relationship Id="rId332" Type="http://schemas.openxmlformats.org/officeDocument/2006/relationships/image" Target="../media/image184.png"/><Relationship Id="rId374" Type="http://schemas.openxmlformats.org/officeDocument/2006/relationships/image" Target="../media/image208.png"/><Relationship Id="rId71" Type="http://schemas.openxmlformats.org/officeDocument/2006/relationships/customXml" Target="../ink/ink617.xml"/><Relationship Id="rId234" Type="http://schemas.openxmlformats.org/officeDocument/2006/relationships/image" Target="../media/image60.png"/><Relationship Id="rId2" Type="http://schemas.openxmlformats.org/officeDocument/2006/relationships/image" Target="../media/image10.png"/><Relationship Id="rId29" Type="http://schemas.openxmlformats.org/officeDocument/2006/relationships/customXml" Target="../ink/ink596.xml"/><Relationship Id="rId276" Type="http://schemas.openxmlformats.org/officeDocument/2006/relationships/image" Target="../media/image81.png"/><Relationship Id="rId441" Type="http://schemas.openxmlformats.org/officeDocument/2006/relationships/customXml" Target="../ink/ink802.xml"/><Relationship Id="rId483" Type="http://schemas.openxmlformats.org/officeDocument/2006/relationships/customXml" Target="../ink/ink823.xml"/><Relationship Id="rId539" Type="http://schemas.openxmlformats.org/officeDocument/2006/relationships/customXml" Target="../ink/ink851.xml"/><Relationship Id="rId40" Type="http://schemas.openxmlformats.org/officeDocument/2006/relationships/image" Target="../media/image29.png"/><Relationship Id="rId136" Type="http://schemas.openxmlformats.org/officeDocument/2006/relationships/image" Target="../media/image130.png"/><Relationship Id="rId178" Type="http://schemas.openxmlformats.org/officeDocument/2006/relationships/image" Target="../media/image169.png"/><Relationship Id="rId301" Type="http://schemas.openxmlformats.org/officeDocument/2006/relationships/customXml" Target="../ink/ink732.xml"/><Relationship Id="rId343" Type="http://schemas.openxmlformats.org/officeDocument/2006/relationships/customXml" Target="../ink/ink753.xml"/><Relationship Id="rId82" Type="http://schemas.openxmlformats.org/officeDocument/2006/relationships/image" Target="../media/image114.png"/><Relationship Id="rId203" Type="http://schemas.openxmlformats.org/officeDocument/2006/relationships/customXml" Target="../ink/ink683.xml"/><Relationship Id="rId385" Type="http://schemas.openxmlformats.org/officeDocument/2006/relationships/customXml" Target="../ink/ink774.xml"/><Relationship Id="rId245" Type="http://schemas.openxmlformats.org/officeDocument/2006/relationships/customXml" Target="../ink/ink704.xml"/><Relationship Id="rId287" Type="http://schemas.openxmlformats.org/officeDocument/2006/relationships/customXml" Target="../ink/ink725.xml"/><Relationship Id="rId410" Type="http://schemas.openxmlformats.org/officeDocument/2006/relationships/image" Target="../media/image226.png"/><Relationship Id="rId452" Type="http://schemas.openxmlformats.org/officeDocument/2006/relationships/image" Target="../media/image247.png"/><Relationship Id="rId494" Type="http://schemas.openxmlformats.org/officeDocument/2006/relationships/image" Target="../media/image268.png"/><Relationship Id="rId508" Type="http://schemas.openxmlformats.org/officeDocument/2006/relationships/image" Target="../media/image275.png"/><Relationship Id="rId105" Type="http://schemas.openxmlformats.org/officeDocument/2006/relationships/customXml" Target="../ink/ink634.xml"/><Relationship Id="rId147" Type="http://schemas.openxmlformats.org/officeDocument/2006/relationships/customXml" Target="../ink/ink655.xml"/><Relationship Id="rId312" Type="http://schemas.openxmlformats.org/officeDocument/2006/relationships/image" Target="../media/image99.png"/><Relationship Id="rId354" Type="http://schemas.openxmlformats.org/officeDocument/2006/relationships/image" Target="../media/image195.png"/><Relationship Id="rId51" Type="http://schemas.openxmlformats.org/officeDocument/2006/relationships/customXml" Target="../ink/ink607.xml"/><Relationship Id="rId93" Type="http://schemas.openxmlformats.org/officeDocument/2006/relationships/customXml" Target="../ink/ink628.xml"/><Relationship Id="rId189" Type="http://schemas.openxmlformats.org/officeDocument/2006/relationships/customXml" Target="../ink/ink676.xml"/><Relationship Id="rId396" Type="http://schemas.openxmlformats.org/officeDocument/2006/relationships/image" Target="../media/image219.png"/><Relationship Id="rId214" Type="http://schemas.openxmlformats.org/officeDocument/2006/relationships/image" Target="../media/image50.png"/><Relationship Id="rId256" Type="http://schemas.openxmlformats.org/officeDocument/2006/relationships/image" Target="../media/image71.png"/><Relationship Id="rId298" Type="http://schemas.openxmlformats.org/officeDocument/2006/relationships/image" Target="../media/image92.png"/><Relationship Id="rId421" Type="http://schemas.openxmlformats.org/officeDocument/2006/relationships/customXml" Target="../ink/ink792.xml"/><Relationship Id="rId463" Type="http://schemas.openxmlformats.org/officeDocument/2006/relationships/customXml" Target="../ink/ink813.xml"/><Relationship Id="rId519" Type="http://schemas.openxmlformats.org/officeDocument/2006/relationships/customXml" Target="../ink/ink841.xml"/><Relationship Id="rId116" Type="http://schemas.openxmlformats.org/officeDocument/2006/relationships/image" Target="../media/image120.png"/><Relationship Id="rId158" Type="http://schemas.openxmlformats.org/officeDocument/2006/relationships/image" Target="../media/image159.png"/><Relationship Id="rId323" Type="http://schemas.openxmlformats.org/officeDocument/2006/relationships/customXml" Target="../ink/ink743.xml"/><Relationship Id="rId530" Type="http://schemas.openxmlformats.org/officeDocument/2006/relationships/image" Target="../media/image286.png"/><Relationship Id="rId20" Type="http://schemas.openxmlformats.org/officeDocument/2006/relationships/image" Target="../media/image19.png"/><Relationship Id="rId62" Type="http://schemas.openxmlformats.org/officeDocument/2006/relationships/image" Target="../media/image40.png"/><Relationship Id="rId365" Type="http://schemas.openxmlformats.org/officeDocument/2006/relationships/customXml" Target="../ink/ink764.xml"/><Relationship Id="rId225" Type="http://schemas.openxmlformats.org/officeDocument/2006/relationships/customXml" Target="../ink/ink694.xml"/><Relationship Id="rId267" Type="http://schemas.openxmlformats.org/officeDocument/2006/relationships/customXml" Target="../ink/ink715.xml"/><Relationship Id="rId432" Type="http://schemas.openxmlformats.org/officeDocument/2006/relationships/image" Target="../media/image237.png"/><Relationship Id="rId474" Type="http://schemas.openxmlformats.org/officeDocument/2006/relationships/image" Target="../media/image258.png"/><Relationship Id="rId127" Type="http://schemas.openxmlformats.org/officeDocument/2006/relationships/customXml" Target="../ink/ink645.xml"/><Relationship Id="rId31" Type="http://schemas.openxmlformats.org/officeDocument/2006/relationships/customXml" Target="../ink/ink597.xml"/><Relationship Id="rId73" Type="http://schemas.openxmlformats.org/officeDocument/2006/relationships/customXml" Target="../ink/ink618.xml"/><Relationship Id="rId169" Type="http://schemas.openxmlformats.org/officeDocument/2006/relationships/customXml" Target="../ink/ink666.xml"/><Relationship Id="rId334" Type="http://schemas.openxmlformats.org/officeDocument/2006/relationships/image" Target="../media/image185.png"/><Relationship Id="rId376" Type="http://schemas.openxmlformats.org/officeDocument/2006/relationships/image" Target="../media/image209.png"/><Relationship Id="rId4" Type="http://schemas.openxmlformats.org/officeDocument/2006/relationships/image" Target="../media/image11.png"/><Relationship Id="rId180" Type="http://schemas.openxmlformats.org/officeDocument/2006/relationships/image" Target="../media/image170.png"/><Relationship Id="rId236" Type="http://schemas.openxmlformats.org/officeDocument/2006/relationships/image" Target="../media/image61.png"/><Relationship Id="rId278" Type="http://schemas.openxmlformats.org/officeDocument/2006/relationships/image" Target="../media/image82.png"/><Relationship Id="rId401" Type="http://schemas.openxmlformats.org/officeDocument/2006/relationships/customXml" Target="../ink/ink782.xml"/><Relationship Id="rId443" Type="http://schemas.openxmlformats.org/officeDocument/2006/relationships/customXml" Target="../ink/ink803.xml"/><Relationship Id="rId303" Type="http://schemas.openxmlformats.org/officeDocument/2006/relationships/customXml" Target="../ink/ink733.xml"/><Relationship Id="rId485" Type="http://schemas.openxmlformats.org/officeDocument/2006/relationships/customXml" Target="../ink/ink824.xml"/><Relationship Id="rId42" Type="http://schemas.openxmlformats.org/officeDocument/2006/relationships/image" Target="../media/image30.png"/><Relationship Id="rId84" Type="http://schemas.openxmlformats.org/officeDocument/2006/relationships/image" Target="../media/image115.png"/><Relationship Id="rId138" Type="http://schemas.openxmlformats.org/officeDocument/2006/relationships/image" Target="../media/image131.png"/><Relationship Id="rId345" Type="http://schemas.openxmlformats.org/officeDocument/2006/relationships/customXml" Target="../ink/ink754.xml"/><Relationship Id="rId387" Type="http://schemas.openxmlformats.org/officeDocument/2006/relationships/customXml" Target="../ink/ink775.xml"/><Relationship Id="rId510" Type="http://schemas.openxmlformats.org/officeDocument/2006/relationships/image" Target="../media/image276.png"/><Relationship Id="rId191" Type="http://schemas.openxmlformats.org/officeDocument/2006/relationships/customXml" Target="../ink/ink677.xml"/><Relationship Id="rId205" Type="http://schemas.openxmlformats.org/officeDocument/2006/relationships/customXml" Target="../ink/ink684.xml"/><Relationship Id="rId247" Type="http://schemas.openxmlformats.org/officeDocument/2006/relationships/customXml" Target="../ink/ink705.xml"/><Relationship Id="rId412" Type="http://schemas.openxmlformats.org/officeDocument/2006/relationships/image" Target="../media/image227.png"/><Relationship Id="rId107" Type="http://schemas.openxmlformats.org/officeDocument/2006/relationships/customXml" Target="../ink/ink635.xml"/><Relationship Id="rId289" Type="http://schemas.openxmlformats.org/officeDocument/2006/relationships/customXml" Target="../ink/ink726.xml"/><Relationship Id="rId454" Type="http://schemas.openxmlformats.org/officeDocument/2006/relationships/image" Target="../media/image248.png"/><Relationship Id="rId496" Type="http://schemas.openxmlformats.org/officeDocument/2006/relationships/image" Target="../media/image269.png"/><Relationship Id="rId11" Type="http://schemas.openxmlformats.org/officeDocument/2006/relationships/customXml" Target="../ink/ink587.xml"/><Relationship Id="rId53" Type="http://schemas.openxmlformats.org/officeDocument/2006/relationships/customXml" Target="../ink/ink608.xml"/><Relationship Id="rId149" Type="http://schemas.openxmlformats.org/officeDocument/2006/relationships/customXml" Target="../ink/ink656.xml"/><Relationship Id="rId314" Type="http://schemas.openxmlformats.org/officeDocument/2006/relationships/image" Target="../media/image100.png"/><Relationship Id="rId356" Type="http://schemas.openxmlformats.org/officeDocument/2006/relationships/image" Target="../media/image196.png"/><Relationship Id="rId398" Type="http://schemas.openxmlformats.org/officeDocument/2006/relationships/image" Target="../media/image220.png"/><Relationship Id="rId521" Type="http://schemas.openxmlformats.org/officeDocument/2006/relationships/customXml" Target="../ink/ink842.xml"/><Relationship Id="rId95" Type="http://schemas.openxmlformats.org/officeDocument/2006/relationships/customXml" Target="../ink/ink629.xml"/><Relationship Id="rId160" Type="http://schemas.openxmlformats.org/officeDocument/2006/relationships/image" Target="../media/image160.png"/><Relationship Id="rId216" Type="http://schemas.openxmlformats.org/officeDocument/2006/relationships/image" Target="../media/image51.png"/><Relationship Id="rId423" Type="http://schemas.openxmlformats.org/officeDocument/2006/relationships/customXml" Target="../ink/ink793.xml"/><Relationship Id="rId258" Type="http://schemas.openxmlformats.org/officeDocument/2006/relationships/image" Target="../media/image72.png"/><Relationship Id="rId465" Type="http://schemas.openxmlformats.org/officeDocument/2006/relationships/customXml" Target="../ink/ink814.xml"/><Relationship Id="rId22" Type="http://schemas.openxmlformats.org/officeDocument/2006/relationships/image" Target="../media/image20.png"/><Relationship Id="rId64" Type="http://schemas.openxmlformats.org/officeDocument/2006/relationships/image" Target="../media/image105.png"/><Relationship Id="rId118" Type="http://schemas.openxmlformats.org/officeDocument/2006/relationships/image" Target="../media/image121.png"/><Relationship Id="rId325" Type="http://schemas.openxmlformats.org/officeDocument/2006/relationships/customXml" Target="../ink/ink744.xml"/><Relationship Id="rId367" Type="http://schemas.openxmlformats.org/officeDocument/2006/relationships/customXml" Target="../ink/ink765.xml"/><Relationship Id="rId532" Type="http://schemas.openxmlformats.org/officeDocument/2006/relationships/image" Target="../media/image287.png"/><Relationship Id="rId171" Type="http://schemas.openxmlformats.org/officeDocument/2006/relationships/customXml" Target="../ink/ink667.xml"/><Relationship Id="rId227" Type="http://schemas.openxmlformats.org/officeDocument/2006/relationships/customXml" Target="../ink/ink695.xml"/><Relationship Id="rId269" Type="http://schemas.openxmlformats.org/officeDocument/2006/relationships/customXml" Target="../ink/ink716.xml"/><Relationship Id="rId434" Type="http://schemas.openxmlformats.org/officeDocument/2006/relationships/image" Target="../media/image238.png"/><Relationship Id="rId476" Type="http://schemas.openxmlformats.org/officeDocument/2006/relationships/image" Target="../media/image259.png"/><Relationship Id="rId33" Type="http://schemas.openxmlformats.org/officeDocument/2006/relationships/customXml" Target="../ink/ink598.xml"/><Relationship Id="rId129" Type="http://schemas.openxmlformats.org/officeDocument/2006/relationships/customXml" Target="../ink/ink646.xml"/><Relationship Id="rId280" Type="http://schemas.openxmlformats.org/officeDocument/2006/relationships/image" Target="../media/image83.png"/><Relationship Id="rId336" Type="http://schemas.openxmlformats.org/officeDocument/2006/relationships/image" Target="../media/image186.png"/><Relationship Id="rId501" Type="http://schemas.openxmlformats.org/officeDocument/2006/relationships/customXml" Target="../ink/ink832.xml"/><Relationship Id="rId75" Type="http://schemas.openxmlformats.org/officeDocument/2006/relationships/customXml" Target="../ink/ink619.xml"/><Relationship Id="rId140" Type="http://schemas.openxmlformats.org/officeDocument/2006/relationships/image" Target="../media/image132.png"/><Relationship Id="rId182" Type="http://schemas.openxmlformats.org/officeDocument/2006/relationships/image" Target="../media/image171.png"/><Relationship Id="rId378" Type="http://schemas.openxmlformats.org/officeDocument/2006/relationships/image" Target="../media/image210.png"/><Relationship Id="rId403" Type="http://schemas.openxmlformats.org/officeDocument/2006/relationships/customXml" Target="../ink/ink783.xml"/><Relationship Id="rId6" Type="http://schemas.openxmlformats.org/officeDocument/2006/relationships/image" Target="../media/image12.png"/><Relationship Id="rId238" Type="http://schemas.openxmlformats.org/officeDocument/2006/relationships/image" Target="../media/image62.png"/><Relationship Id="rId445" Type="http://schemas.openxmlformats.org/officeDocument/2006/relationships/customXml" Target="../ink/ink804.xml"/><Relationship Id="rId487" Type="http://schemas.openxmlformats.org/officeDocument/2006/relationships/customXml" Target="../ink/ink825.xml"/><Relationship Id="rId291" Type="http://schemas.openxmlformats.org/officeDocument/2006/relationships/customXml" Target="../ink/ink727.xml"/><Relationship Id="rId305" Type="http://schemas.openxmlformats.org/officeDocument/2006/relationships/customXml" Target="../ink/ink734.xml"/><Relationship Id="rId347" Type="http://schemas.openxmlformats.org/officeDocument/2006/relationships/customXml" Target="../ink/ink755.xml"/><Relationship Id="rId512" Type="http://schemas.openxmlformats.org/officeDocument/2006/relationships/image" Target="../media/image277.png"/><Relationship Id="rId44" Type="http://schemas.openxmlformats.org/officeDocument/2006/relationships/image" Target="../media/image31.png"/><Relationship Id="rId86" Type="http://schemas.openxmlformats.org/officeDocument/2006/relationships/image" Target="../media/image134.png"/><Relationship Id="rId151" Type="http://schemas.openxmlformats.org/officeDocument/2006/relationships/customXml" Target="../ink/ink657.xml"/><Relationship Id="rId389" Type="http://schemas.openxmlformats.org/officeDocument/2006/relationships/customXml" Target="../ink/ink776.xml"/><Relationship Id="rId193" Type="http://schemas.openxmlformats.org/officeDocument/2006/relationships/customXml" Target="../ink/ink678.xml"/><Relationship Id="rId207" Type="http://schemas.openxmlformats.org/officeDocument/2006/relationships/customXml" Target="../ink/ink685.xml"/><Relationship Id="rId249" Type="http://schemas.openxmlformats.org/officeDocument/2006/relationships/customXml" Target="../ink/ink706.xml"/><Relationship Id="rId414" Type="http://schemas.openxmlformats.org/officeDocument/2006/relationships/image" Target="../media/image228.png"/><Relationship Id="rId456" Type="http://schemas.openxmlformats.org/officeDocument/2006/relationships/image" Target="../media/image249.png"/><Relationship Id="rId498" Type="http://schemas.openxmlformats.org/officeDocument/2006/relationships/image" Target="../media/image270.png"/><Relationship Id="rId13" Type="http://schemas.openxmlformats.org/officeDocument/2006/relationships/customXml" Target="../ink/ink588.xml"/><Relationship Id="rId109" Type="http://schemas.openxmlformats.org/officeDocument/2006/relationships/customXml" Target="../ink/ink636.xml"/><Relationship Id="rId260" Type="http://schemas.openxmlformats.org/officeDocument/2006/relationships/image" Target="../media/image73.png"/><Relationship Id="rId316" Type="http://schemas.openxmlformats.org/officeDocument/2006/relationships/image" Target="../media/image101.png"/><Relationship Id="rId523" Type="http://schemas.openxmlformats.org/officeDocument/2006/relationships/customXml" Target="../ink/ink843.xml"/><Relationship Id="rId55" Type="http://schemas.openxmlformats.org/officeDocument/2006/relationships/customXml" Target="../ink/ink609.xml"/><Relationship Id="rId97" Type="http://schemas.openxmlformats.org/officeDocument/2006/relationships/customXml" Target="../ink/ink630.xml"/><Relationship Id="rId120" Type="http://schemas.openxmlformats.org/officeDocument/2006/relationships/image" Target="../media/image122.png"/><Relationship Id="rId358" Type="http://schemas.openxmlformats.org/officeDocument/2006/relationships/image" Target="../media/image197.png"/><Relationship Id="rId162" Type="http://schemas.openxmlformats.org/officeDocument/2006/relationships/image" Target="../media/image161.png"/><Relationship Id="rId218" Type="http://schemas.openxmlformats.org/officeDocument/2006/relationships/image" Target="../media/image52.png"/><Relationship Id="rId425" Type="http://schemas.openxmlformats.org/officeDocument/2006/relationships/customXml" Target="../ink/ink794.xml"/><Relationship Id="rId467" Type="http://schemas.openxmlformats.org/officeDocument/2006/relationships/customXml" Target="../ink/ink815.xml"/><Relationship Id="rId271" Type="http://schemas.openxmlformats.org/officeDocument/2006/relationships/customXml" Target="../ink/ink717.xml"/><Relationship Id="rId24" Type="http://schemas.openxmlformats.org/officeDocument/2006/relationships/image" Target="../media/image21.png"/><Relationship Id="rId66" Type="http://schemas.openxmlformats.org/officeDocument/2006/relationships/image" Target="../media/image106.png"/><Relationship Id="rId131" Type="http://schemas.openxmlformats.org/officeDocument/2006/relationships/customXml" Target="../ink/ink647.xml"/><Relationship Id="rId327" Type="http://schemas.openxmlformats.org/officeDocument/2006/relationships/customXml" Target="../ink/ink745.xml"/><Relationship Id="rId369" Type="http://schemas.openxmlformats.org/officeDocument/2006/relationships/customXml" Target="../ink/ink766.xml"/><Relationship Id="rId534" Type="http://schemas.openxmlformats.org/officeDocument/2006/relationships/image" Target="../media/image288.png"/><Relationship Id="rId173" Type="http://schemas.openxmlformats.org/officeDocument/2006/relationships/customXml" Target="../ink/ink668.xml"/><Relationship Id="rId229" Type="http://schemas.openxmlformats.org/officeDocument/2006/relationships/customXml" Target="../ink/ink696.xml"/><Relationship Id="rId380" Type="http://schemas.openxmlformats.org/officeDocument/2006/relationships/image" Target="../media/image211.png"/><Relationship Id="rId436" Type="http://schemas.openxmlformats.org/officeDocument/2006/relationships/image" Target="../media/image239.png"/><Relationship Id="rId240" Type="http://schemas.openxmlformats.org/officeDocument/2006/relationships/image" Target="../media/image63.png"/><Relationship Id="rId478" Type="http://schemas.openxmlformats.org/officeDocument/2006/relationships/image" Target="../media/image260.png"/><Relationship Id="rId35" Type="http://schemas.openxmlformats.org/officeDocument/2006/relationships/customXml" Target="../ink/ink599.xml"/><Relationship Id="rId77" Type="http://schemas.openxmlformats.org/officeDocument/2006/relationships/customXml" Target="../ink/ink620.xml"/><Relationship Id="rId100" Type="http://schemas.openxmlformats.org/officeDocument/2006/relationships/image" Target="../media/image142.png"/><Relationship Id="rId282" Type="http://schemas.openxmlformats.org/officeDocument/2006/relationships/image" Target="../media/image84.png"/><Relationship Id="rId338" Type="http://schemas.openxmlformats.org/officeDocument/2006/relationships/image" Target="../media/image187.png"/><Relationship Id="rId503" Type="http://schemas.openxmlformats.org/officeDocument/2006/relationships/customXml" Target="../ink/ink833.xml"/><Relationship Id="rId8" Type="http://schemas.openxmlformats.org/officeDocument/2006/relationships/image" Target="../media/image13.png"/><Relationship Id="rId142" Type="http://schemas.openxmlformats.org/officeDocument/2006/relationships/image" Target="../media/image151.png"/><Relationship Id="rId184" Type="http://schemas.openxmlformats.org/officeDocument/2006/relationships/image" Target="../media/image172.png"/><Relationship Id="rId391" Type="http://schemas.openxmlformats.org/officeDocument/2006/relationships/customXml" Target="../ink/ink777.xml"/><Relationship Id="rId405" Type="http://schemas.openxmlformats.org/officeDocument/2006/relationships/customXml" Target="../ink/ink784.xml"/><Relationship Id="rId447" Type="http://schemas.openxmlformats.org/officeDocument/2006/relationships/customXml" Target="../ink/ink805.xml"/><Relationship Id="rId251" Type="http://schemas.openxmlformats.org/officeDocument/2006/relationships/customXml" Target="../ink/ink707.xml"/><Relationship Id="rId489" Type="http://schemas.openxmlformats.org/officeDocument/2006/relationships/customXml" Target="../ink/ink826.xml"/><Relationship Id="rId46" Type="http://schemas.openxmlformats.org/officeDocument/2006/relationships/image" Target="../media/image32.png"/><Relationship Id="rId293" Type="http://schemas.openxmlformats.org/officeDocument/2006/relationships/customXml" Target="../ink/ink728.xml"/><Relationship Id="rId307" Type="http://schemas.openxmlformats.org/officeDocument/2006/relationships/customXml" Target="../ink/ink735.xml"/><Relationship Id="rId349" Type="http://schemas.openxmlformats.org/officeDocument/2006/relationships/customXml" Target="../ink/ink756.xml"/><Relationship Id="rId514" Type="http://schemas.openxmlformats.org/officeDocument/2006/relationships/image" Target="../media/image278.png"/><Relationship Id="rId88" Type="http://schemas.openxmlformats.org/officeDocument/2006/relationships/image" Target="../media/image135.png"/><Relationship Id="rId111" Type="http://schemas.openxmlformats.org/officeDocument/2006/relationships/customXml" Target="../ink/ink637.xml"/><Relationship Id="rId153" Type="http://schemas.openxmlformats.org/officeDocument/2006/relationships/customXml" Target="../ink/ink658.xml"/><Relationship Id="rId195" Type="http://schemas.openxmlformats.org/officeDocument/2006/relationships/customXml" Target="../ink/ink679.xml"/><Relationship Id="rId209" Type="http://schemas.openxmlformats.org/officeDocument/2006/relationships/customXml" Target="../ink/ink686.xml"/><Relationship Id="rId360" Type="http://schemas.openxmlformats.org/officeDocument/2006/relationships/image" Target="../media/image198.png"/><Relationship Id="rId416" Type="http://schemas.openxmlformats.org/officeDocument/2006/relationships/image" Target="../media/image229.png"/><Relationship Id="rId220" Type="http://schemas.openxmlformats.org/officeDocument/2006/relationships/image" Target="../media/image53.png"/><Relationship Id="rId458" Type="http://schemas.openxmlformats.org/officeDocument/2006/relationships/image" Target="../media/image250.png"/><Relationship Id="rId15" Type="http://schemas.openxmlformats.org/officeDocument/2006/relationships/customXml" Target="../ink/ink589.xml"/><Relationship Id="rId57" Type="http://schemas.openxmlformats.org/officeDocument/2006/relationships/customXml" Target="../ink/ink610.xml"/><Relationship Id="rId262" Type="http://schemas.openxmlformats.org/officeDocument/2006/relationships/image" Target="../media/image74.png"/><Relationship Id="rId318" Type="http://schemas.openxmlformats.org/officeDocument/2006/relationships/image" Target="../media/image102.png"/><Relationship Id="rId525" Type="http://schemas.openxmlformats.org/officeDocument/2006/relationships/customXml" Target="../ink/ink844.xml"/><Relationship Id="rId99" Type="http://schemas.openxmlformats.org/officeDocument/2006/relationships/customXml" Target="../ink/ink631.xml"/><Relationship Id="rId122" Type="http://schemas.openxmlformats.org/officeDocument/2006/relationships/image" Target="../media/image123.png"/><Relationship Id="rId164" Type="http://schemas.openxmlformats.org/officeDocument/2006/relationships/image" Target="../media/image162.png"/><Relationship Id="rId371" Type="http://schemas.openxmlformats.org/officeDocument/2006/relationships/customXml" Target="../ink/ink767.xml"/><Relationship Id="rId427" Type="http://schemas.openxmlformats.org/officeDocument/2006/relationships/customXml" Target="../ink/ink795.xml"/><Relationship Id="rId469" Type="http://schemas.openxmlformats.org/officeDocument/2006/relationships/customXml" Target="../ink/ink816.xml"/><Relationship Id="rId26" Type="http://schemas.openxmlformats.org/officeDocument/2006/relationships/image" Target="../media/image22.png"/><Relationship Id="rId231" Type="http://schemas.openxmlformats.org/officeDocument/2006/relationships/customXml" Target="../ink/ink697.xml"/><Relationship Id="rId273" Type="http://schemas.openxmlformats.org/officeDocument/2006/relationships/customXml" Target="../ink/ink718.xml"/><Relationship Id="rId329" Type="http://schemas.openxmlformats.org/officeDocument/2006/relationships/customXml" Target="../ink/ink746.xml"/><Relationship Id="rId480" Type="http://schemas.openxmlformats.org/officeDocument/2006/relationships/image" Target="../media/image261.png"/><Relationship Id="rId536" Type="http://schemas.openxmlformats.org/officeDocument/2006/relationships/image" Target="../media/image289.png"/><Relationship Id="rId68" Type="http://schemas.openxmlformats.org/officeDocument/2006/relationships/image" Target="../media/image107.png"/><Relationship Id="rId133" Type="http://schemas.openxmlformats.org/officeDocument/2006/relationships/customXml" Target="../ink/ink648.xml"/><Relationship Id="rId175" Type="http://schemas.openxmlformats.org/officeDocument/2006/relationships/customXml" Target="../ink/ink669.xml"/><Relationship Id="rId340" Type="http://schemas.openxmlformats.org/officeDocument/2006/relationships/image" Target="../media/image188.png"/><Relationship Id="rId200" Type="http://schemas.openxmlformats.org/officeDocument/2006/relationships/image" Target="../media/image43.png"/><Relationship Id="rId382" Type="http://schemas.openxmlformats.org/officeDocument/2006/relationships/image" Target="../media/image212.png"/><Relationship Id="rId438" Type="http://schemas.openxmlformats.org/officeDocument/2006/relationships/image" Target="../media/image240.png"/><Relationship Id="rId242" Type="http://schemas.openxmlformats.org/officeDocument/2006/relationships/image" Target="../media/image64.png"/><Relationship Id="rId284" Type="http://schemas.openxmlformats.org/officeDocument/2006/relationships/image" Target="../media/image85.png"/><Relationship Id="rId491" Type="http://schemas.openxmlformats.org/officeDocument/2006/relationships/customXml" Target="../ink/ink827.xml"/><Relationship Id="rId505" Type="http://schemas.openxmlformats.org/officeDocument/2006/relationships/customXml" Target="../ink/ink834.xml"/><Relationship Id="rId37" Type="http://schemas.openxmlformats.org/officeDocument/2006/relationships/customXml" Target="../ink/ink600.xml"/><Relationship Id="rId79" Type="http://schemas.openxmlformats.org/officeDocument/2006/relationships/customXml" Target="../ink/ink621.xml"/><Relationship Id="rId102" Type="http://schemas.openxmlformats.org/officeDocument/2006/relationships/image" Target="../media/image143.png"/><Relationship Id="rId144" Type="http://schemas.openxmlformats.org/officeDocument/2006/relationships/image" Target="../media/image152.png"/><Relationship Id="rId90" Type="http://schemas.openxmlformats.org/officeDocument/2006/relationships/image" Target="../media/image136.png"/><Relationship Id="rId186" Type="http://schemas.openxmlformats.org/officeDocument/2006/relationships/image" Target="../media/image173.png"/><Relationship Id="rId351" Type="http://schemas.openxmlformats.org/officeDocument/2006/relationships/customXml" Target="../ink/ink757.xml"/><Relationship Id="rId393" Type="http://schemas.openxmlformats.org/officeDocument/2006/relationships/customXml" Target="../ink/ink778.xml"/><Relationship Id="rId407" Type="http://schemas.openxmlformats.org/officeDocument/2006/relationships/customXml" Target="../ink/ink785.xml"/><Relationship Id="rId449" Type="http://schemas.openxmlformats.org/officeDocument/2006/relationships/customXml" Target="../ink/ink806.xml"/><Relationship Id="rId211" Type="http://schemas.openxmlformats.org/officeDocument/2006/relationships/customXml" Target="../ink/ink687.xml"/><Relationship Id="rId253" Type="http://schemas.openxmlformats.org/officeDocument/2006/relationships/customXml" Target="../ink/ink708.xml"/><Relationship Id="rId295" Type="http://schemas.openxmlformats.org/officeDocument/2006/relationships/customXml" Target="../ink/ink729.xml"/><Relationship Id="rId309" Type="http://schemas.openxmlformats.org/officeDocument/2006/relationships/customXml" Target="../ink/ink736.xml"/><Relationship Id="rId460" Type="http://schemas.openxmlformats.org/officeDocument/2006/relationships/image" Target="../media/image251.png"/><Relationship Id="rId516" Type="http://schemas.openxmlformats.org/officeDocument/2006/relationships/image" Target="../media/image279.png"/><Relationship Id="rId48" Type="http://schemas.openxmlformats.org/officeDocument/2006/relationships/image" Target="../media/image33.png"/><Relationship Id="rId113" Type="http://schemas.openxmlformats.org/officeDocument/2006/relationships/customXml" Target="../ink/ink638.xml"/><Relationship Id="rId320" Type="http://schemas.openxmlformats.org/officeDocument/2006/relationships/image" Target="../media/image103.png"/><Relationship Id="rId155" Type="http://schemas.openxmlformats.org/officeDocument/2006/relationships/customXml" Target="../ink/ink659.xml"/><Relationship Id="rId197" Type="http://schemas.openxmlformats.org/officeDocument/2006/relationships/customXml" Target="../ink/ink680.xml"/><Relationship Id="rId362" Type="http://schemas.openxmlformats.org/officeDocument/2006/relationships/image" Target="../media/image199.png"/><Relationship Id="rId418" Type="http://schemas.openxmlformats.org/officeDocument/2006/relationships/image" Target="../media/image230.png"/><Relationship Id="rId222" Type="http://schemas.openxmlformats.org/officeDocument/2006/relationships/image" Target="../media/image54.png"/><Relationship Id="rId264" Type="http://schemas.openxmlformats.org/officeDocument/2006/relationships/image" Target="../media/image75.png"/><Relationship Id="rId471" Type="http://schemas.openxmlformats.org/officeDocument/2006/relationships/customXml" Target="../ink/ink817.xml"/><Relationship Id="rId17" Type="http://schemas.openxmlformats.org/officeDocument/2006/relationships/customXml" Target="../ink/ink590.xml"/><Relationship Id="rId59" Type="http://schemas.openxmlformats.org/officeDocument/2006/relationships/customXml" Target="../ink/ink611.xml"/><Relationship Id="rId124" Type="http://schemas.openxmlformats.org/officeDocument/2006/relationships/image" Target="../media/image124.png"/><Relationship Id="rId527" Type="http://schemas.openxmlformats.org/officeDocument/2006/relationships/customXml" Target="../ink/ink845.xml"/><Relationship Id="rId70" Type="http://schemas.openxmlformats.org/officeDocument/2006/relationships/image" Target="../media/image108.png"/><Relationship Id="rId166" Type="http://schemas.openxmlformats.org/officeDocument/2006/relationships/image" Target="../media/image163.png"/><Relationship Id="rId331" Type="http://schemas.openxmlformats.org/officeDocument/2006/relationships/customXml" Target="../ink/ink747.xml"/><Relationship Id="rId373" Type="http://schemas.openxmlformats.org/officeDocument/2006/relationships/customXml" Target="../ink/ink768.xml"/><Relationship Id="rId429" Type="http://schemas.openxmlformats.org/officeDocument/2006/relationships/customXml" Target="../ink/ink796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698.xml"/><Relationship Id="rId440" Type="http://schemas.openxmlformats.org/officeDocument/2006/relationships/image" Target="../media/image241.png"/><Relationship Id="rId28" Type="http://schemas.openxmlformats.org/officeDocument/2006/relationships/image" Target="../media/image23.png"/><Relationship Id="rId275" Type="http://schemas.openxmlformats.org/officeDocument/2006/relationships/customXml" Target="../ink/ink719.xml"/><Relationship Id="rId300" Type="http://schemas.openxmlformats.org/officeDocument/2006/relationships/image" Target="../media/image93.png"/><Relationship Id="rId482" Type="http://schemas.openxmlformats.org/officeDocument/2006/relationships/image" Target="../media/image262.png"/><Relationship Id="rId538" Type="http://schemas.openxmlformats.org/officeDocument/2006/relationships/image" Target="../media/image290.png"/><Relationship Id="rId81" Type="http://schemas.openxmlformats.org/officeDocument/2006/relationships/customXml" Target="../ink/ink622.xml"/><Relationship Id="rId135" Type="http://schemas.openxmlformats.org/officeDocument/2006/relationships/customXml" Target="../ink/ink649.xml"/><Relationship Id="rId177" Type="http://schemas.openxmlformats.org/officeDocument/2006/relationships/customXml" Target="../ink/ink670.xml"/><Relationship Id="rId342" Type="http://schemas.openxmlformats.org/officeDocument/2006/relationships/image" Target="../media/image189.png"/><Relationship Id="rId384" Type="http://schemas.openxmlformats.org/officeDocument/2006/relationships/image" Target="../media/image213.png"/><Relationship Id="rId202" Type="http://schemas.openxmlformats.org/officeDocument/2006/relationships/image" Target="../media/image44.png"/><Relationship Id="rId244" Type="http://schemas.openxmlformats.org/officeDocument/2006/relationships/image" Target="../media/image65.png"/><Relationship Id="rId39" Type="http://schemas.openxmlformats.org/officeDocument/2006/relationships/customXml" Target="../ink/ink601.xml"/><Relationship Id="rId286" Type="http://schemas.openxmlformats.org/officeDocument/2006/relationships/image" Target="../media/image86.png"/><Relationship Id="rId451" Type="http://schemas.openxmlformats.org/officeDocument/2006/relationships/customXml" Target="../ink/ink807.xml"/><Relationship Id="rId493" Type="http://schemas.openxmlformats.org/officeDocument/2006/relationships/customXml" Target="../ink/ink828.xml"/><Relationship Id="rId507" Type="http://schemas.openxmlformats.org/officeDocument/2006/relationships/customXml" Target="../ink/ink835.xml"/><Relationship Id="rId50" Type="http://schemas.openxmlformats.org/officeDocument/2006/relationships/image" Target="../media/image34.png"/><Relationship Id="rId104" Type="http://schemas.openxmlformats.org/officeDocument/2006/relationships/image" Target="../media/image144.png"/><Relationship Id="rId146" Type="http://schemas.openxmlformats.org/officeDocument/2006/relationships/image" Target="../media/image153.png"/><Relationship Id="rId188" Type="http://schemas.openxmlformats.org/officeDocument/2006/relationships/image" Target="../media/image174.png"/><Relationship Id="rId311" Type="http://schemas.openxmlformats.org/officeDocument/2006/relationships/customXml" Target="../ink/ink737.xml"/><Relationship Id="rId353" Type="http://schemas.openxmlformats.org/officeDocument/2006/relationships/customXml" Target="../ink/ink758.xml"/><Relationship Id="rId395" Type="http://schemas.openxmlformats.org/officeDocument/2006/relationships/customXml" Target="../ink/ink779.xml"/><Relationship Id="rId409" Type="http://schemas.openxmlformats.org/officeDocument/2006/relationships/customXml" Target="../ink/ink786.xml"/><Relationship Id="rId92" Type="http://schemas.openxmlformats.org/officeDocument/2006/relationships/image" Target="../media/image137.png"/><Relationship Id="rId213" Type="http://schemas.openxmlformats.org/officeDocument/2006/relationships/customXml" Target="../ink/ink688.xml"/><Relationship Id="rId420" Type="http://schemas.openxmlformats.org/officeDocument/2006/relationships/image" Target="../media/image231.png"/><Relationship Id="rId255" Type="http://schemas.openxmlformats.org/officeDocument/2006/relationships/customXml" Target="../ink/ink709.xml"/><Relationship Id="rId297" Type="http://schemas.openxmlformats.org/officeDocument/2006/relationships/customXml" Target="../ink/ink730.xml"/><Relationship Id="rId462" Type="http://schemas.openxmlformats.org/officeDocument/2006/relationships/image" Target="../media/image252.png"/><Relationship Id="rId518" Type="http://schemas.openxmlformats.org/officeDocument/2006/relationships/image" Target="../media/image280.png"/><Relationship Id="rId115" Type="http://schemas.openxmlformats.org/officeDocument/2006/relationships/customXml" Target="../ink/ink639.xml"/><Relationship Id="rId157" Type="http://schemas.openxmlformats.org/officeDocument/2006/relationships/customXml" Target="../ink/ink660.xml"/><Relationship Id="rId322" Type="http://schemas.openxmlformats.org/officeDocument/2006/relationships/image" Target="../media/image104.png"/><Relationship Id="rId364" Type="http://schemas.openxmlformats.org/officeDocument/2006/relationships/image" Target="../media/image200.png"/><Relationship Id="rId61" Type="http://schemas.openxmlformats.org/officeDocument/2006/relationships/customXml" Target="../ink/ink612.xml"/><Relationship Id="rId199" Type="http://schemas.openxmlformats.org/officeDocument/2006/relationships/customXml" Target="../ink/ink681.xml"/><Relationship Id="rId19" Type="http://schemas.openxmlformats.org/officeDocument/2006/relationships/customXml" Target="../ink/ink591.xml"/><Relationship Id="rId224" Type="http://schemas.openxmlformats.org/officeDocument/2006/relationships/image" Target="../media/image55.png"/><Relationship Id="rId266" Type="http://schemas.openxmlformats.org/officeDocument/2006/relationships/image" Target="../media/image76.png"/><Relationship Id="rId431" Type="http://schemas.openxmlformats.org/officeDocument/2006/relationships/customXml" Target="../ink/ink797.xml"/><Relationship Id="rId473" Type="http://schemas.openxmlformats.org/officeDocument/2006/relationships/customXml" Target="../ink/ink818.xml"/><Relationship Id="rId529" Type="http://schemas.openxmlformats.org/officeDocument/2006/relationships/customXml" Target="../ink/ink846.xml"/><Relationship Id="rId30" Type="http://schemas.openxmlformats.org/officeDocument/2006/relationships/image" Target="../media/image24.png"/><Relationship Id="rId126" Type="http://schemas.openxmlformats.org/officeDocument/2006/relationships/image" Target="../media/image125.png"/><Relationship Id="rId168" Type="http://schemas.openxmlformats.org/officeDocument/2006/relationships/image" Target="../media/image164.png"/><Relationship Id="rId333" Type="http://schemas.openxmlformats.org/officeDocument/2006/relationships/customXml" Target="../ink/ink748.xml"/><Relationship Id="rId540" Type="http://schemas.openxmlformats.org/officeDocument/2006/relationships/image" Target="../media/image291.png"/><Relationship Id="rId72" Type="http://schemas.openxmlformats.org/officeDocument/2006/relationships/image" Target="../media/image109.png"/><Relationship Id="rId375" Type="http://schemas.openxmlformats.org/officeDocument/2006/relationships/customXml" Target="../ink/ink769.xml"/><Relationship Id="rId3" Type="http://schemas.openxmlformats.org/officeDocument/2006/relationships/customXml" Target="../ink/ink583.xml"/><Relationship Id="rId235" Type="http://schemas.openxmlformats.org/officeDocument/2006/relationships/customXml" Target="../ink/ink699.xml"/><Relationship Id="rId277" Type="http://schemas.openxmlformats.org/officeDocument/2006/relationships/customXml" Target="../ink/ink720.xml"/><Relationship Id="rId400" Type="http://schemas.openxmlformats.org/officeDocument/2006/relationships/image" Target="../media/image221.png"/><Relationship Id="rId442" Type="http://schemas.openxmlformats.org/officeDocument/2006/relationships/image" Target="../media/image242.png"/><Relationship Id="rId484" Type="http://schemas.openxmlformats.org/officeDocument/2006/relationships/image" Target="../media/image263.png"/><Relationship Id="rId137" Type="http://schemas.openxmlformats.org/officeDocument/2006/relationships/customXml" Target="../ink/ink650.xml"/><Relationship Id="rId302" Type="http://schemas.openxmlformats.org/officeDocument/2006/relationships/image" Target="../media/image94.png"/><Relationship Id="rId344" Type="http://schemas.openxmlformats.org/officeDocument/2006/relationships/image" Target="../media/image190.png"/><Relationship Id="rId41" Type="http://schemas.openxmlformats.org/officeDocument/2006/relationships/customXml" Target="../ink/ink602.xml"/><Relationship Id="rId83" Type="http://schemas.openxmlformats.org/officeDocument/2006/relationships/customXml" Target="../ink/ink623.xml"/><Relationship Id="rId179" Type="http://schemas.openxmlformats.org/officeDocument/2006/relationships/customXml" Target="../ink/ink671.xml"/><Relationship Id="rId386" Type="http://schemas.openxmlformats.org/officeDocument/2006/relationships/image" Target="../media/image214.png"/><Relationship Id="rId190" Type="http://schemas.openxmlformats.org/officeDocument/2006/relationships/image" Target="../media/image175.png"/><Relationship Id="rId204" Type="http://schemas.openxmlformats.org/officeDocument/2006/relationships/image" Target="../media/image45.png"/><Relationship Id="rId246" Type="http://schemas.openxmlformats.org/officeDocument/2006/relationships/image" Target="../media/image66.png"/><Relationship Id="rId288" Type="http://schemas.openxmlformats.org/officeDocument/2006/relationships/image" Target="../media/image87.png"/><Relationship Id="rId411" Type="http://schemas.openxmlformats.org/officeDocument/2006/relationships/customXml" Target="../ink/ink787.xml"/><Relationship Id="rId453" Type="http://schemas.openxmlformats.org/officeDocument/2006/relationships/customXml" Target="../ink/ink808.xml"/><Relationship Id="rId509" Type="http://schemas.openxmlformats.org/officeDocument/2006/relationships/customXml" Target="../ink/ink836.xml"/><Relationship Id="rId106" Type="http://schemas.openxmlformats.org/officeDocument/2006/relationships/image" Target="../media/image145.png"/><Relationship Id="rId313" Type="http://schemas.openxmlformats.org/officeDocument/2006/relationships/customXml" Target="../ink/ink738.xml"/><Relationship Id="rId495" Type="http://schemas.openxmlformats.org/officeDocument/2006/relationships/customXml" Target="../ink/ink829.xml"/><Relationship Id="rId10" Type="http://schemas.openxmlformats.org/officeDocument/2006/relationships/image" Target="../media/image14.png"/><Relationship Id="rId52" Type="http://schemas.openxmlformats.org/officeDocument/2006/relationships/image" Target="../media/image35.png"/><Relationship Id="rId94" Type="http://schemas.openxmlformats.org/officeDocument/2006/relationships/image" Target="../media/image138.png"/><Relationship Id="rId148" Type="http://schemas.openxmlformats.org/officeDocument/2006/relationships/image" Target="../media/image154.png"/><Relationship Id="rId355" Type="http://schemas.openxmlformats.org/officeDocument/2006/relationships/customXml" Target="../ink/ink759.xml"/><Relationship Id="rId397" Type="http://schemas.openxmlformats.org/officeDocument/2006/relationships/customXml" Target="../ink/ink780.xml"/><Relationship Id="rId520" Type="http://schemas.openxmlformats.org/officeDocument/2006/relationships/image" Target="../media/image281.png"/><Relationship Id="rId215" Type="http://schemas.openxmlformats.org/officeDocument/2006/relationships/customXml" Target="../ink/ink689.xml"/><Relationship Id="rId257" Type="http://schemas.openxmlformats.org/officeDocument/2006/relationships/customXml" Target="../ink/ink710.xml"/><Relationship Id="rId422" Type="http://schemas.openxmlformats.org/officeDocument/2006/relationships/image" Target="../media/image232.png"/><Relationship Id="rId464" Type="http://schemas.openxmlformats.org/officeDocument/2006/relationships/image" Target="../media/image253.png"/><Relationship Id="rId299" Type="http://schemas.openxmlformats.org/officeDocument/2006/relationships/customXml" Target="../ink/ink731.xml"/><Relationship Id="rId63" Type="http://schemas.openxmlformats.org/officeDocument/2006/relationships/customXml" Target="../ink/ink613.xml"/><Relationship Id="rId159" Type="http://schemas.openxmlformats.org/officeDocument/2006/relationships/customXml" Target="../ink/ink661.xml"/><Relationship Id="rId366" Type="http://schemas.openxmlformats.org/officeDocument/2006/relationships/image" Target="../media/image201.png"/><Relationship Id="rId226" Type="http://schemas.openxmlformats.org/officeDocument/2006/relationships/image" Target="../media/image56.png"/><Relationship Id="rId433" Type="http://schemas.openxmlformats.org/officeDocument/2006/relationships/customXml" Target="../ink/ink798.xml"/><Relationship Id="rId74" Type="http://schemas.openxmlformats.org/officeDocument/2006/relationships/image" Target="../media/image110.png"/><Relationship Id="rId377" Type="http://schemas.openxmlformats.org/officeDocument/2006/relationships/customXml" Target="../ink/ink770.xml"/><Relationship Id="rId500" Type="http://schemas.openxmlformats.org/officeDocument/2006/relationships/image" Target="../media/image271.png"/><Relationship Id="rId5" Type="http://schemas.openxmlformats.org/officeDocument/2006/relationships/customXml" Target="../ink/ink584.xml"/><Relationship Id="rId237" Type="http://schemas.openxmlformats.org/officeDocument/2006/relationships/customXml" Target="../ink/ink700.xml"/><Relationship Id="rId444" Type="http://schemas.openxmlformats.org/officeDocument/2006/relationships/image" Target="../media/image24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09.xml"/><Relationship Id="rId21" Type="http://schemas.openxmlformats.org/officeDocument/2006/relationships/customXml" Target="../ink/ink861.xml"/><Relationship Id="rId42" Type="http://schemas.openxmlformats.org/officeDocument/2006/relationships/image" Target="../media/image43.png"/><Relationship Id="rId63" Type="http://schemas.openxmlformats.org/officeDocument/2006/relationships/customXml" Target="../ink/ink882.xml"/><Relationship Id="rId84" Type="http://schemas.openxmlformats.org/officeDocument/2006/relationships/image" Target="../media/image64.png"/><Relationship Id="rId138" Type="http://schemas.openxmlformats.org/officeDocument/2006/relationships/image" Target="../media/image91.png"/><Relationship Id="rId159" Type="http://schemas.openxmlformats.org/officeDocument/2006/relationships/customXml" Target="../ink/ink930.xml"/><Relationship Id="rId170" Type="http://schemas.openxmlformats.org/officeDocument/2006/relationships/image" Target="../media/image294.png"/><Relationship Id="rId191" Type="http://schemas.openxmlformats.org/officeDocument/2006/relationships/customXml" Target="../ink/ink946.xml"/><Relationship Id="rId205" Type="http://schemas.openxmlformats.org/officeDocument/2006/relationships/customXml" Target="../ink/ink953.xml"/><Relationship Id="rId107" Type="http://schemas.openxmlformats.org/officeDocument/2006/relationships/customXml" Target="../ink/ink904.xml"/><Relationship Id="rId11" Type="http://schemas.openxmlformats.org/officeDocument/2006/relationships/customXml" Target="../ink/ink856.xml"/><Relationship Id="rId32" Type="http://schemas.openxmlformats.org/officeDocument/2006/relationships/image" Target="../media/image38.png"/><Relationship Id="rId53" Type="http://schemas.openxmlformats.org/officeDocument/2006/relationships/customXml" Target="../ink/ink877.xml"/><Relationship Id="rId74" Type="http://schemas.openxmlformats.org/officeDocument/2006/relationships/image" Target="../media/image59.png"/><Relationship Id="rId128" Type="http://schemas.openxmlformats.org/officeDocument/2006/relationships/image" Target="../media/image86.png"/><Relationship Id="rId149" Type="http://schemas.openxmlformats.org/officeDocument/2006/relationships/customXml" Target="../ink/ink925.xml"/><Relationship Id="rId5" Type="http://schemas.openxmlformats.org/officeDocument/2006/relationships/customXml" Target="../ink/ink853.xml"/><Relationship Id="rId95" Type="http://schemas.openxmlformats.org/officeDocument/2006/relationships/customXml" Target="../ink/ink898.xml"/><Relationship Id="rId160" Type="http://schemas.openxmlformats.org/officeDocument/2006/relationships/image" Target="../media/image102.png"/><Relationship Id="rId181" Type="http://schemas.openxmlformats.org/officeDocument/2006/relationships/customXml" Target="../ink/ink941.xml"/><Relationship Id="rId216" Type="http://schemas.openxmlformats.org/officeDocument/2006/relationships/image" Target="../media/image317.png"/><Relationship Id="rId22" Type="http://schemas.openxmlformats.org/officeDocument/2006/relationships/image" Target="../media/image33.png"/><Relationship Id="rId43" Type="http://schemas.openxmlformats.org/officeDocument/2006/relationships/customXml" Target="../ink/ink872.xml"/><Relationship Id="rId64" Type="http://schemas.openxmlformats.org/officeDocument/2006/relationships/image" Target="../media/image54.png"/><Relationship Id="rId118" Type="http://schemas.openxmlformats.org/officeDocument/2006/relationships/image" Target="../media/image81.png"/><Relationship Id="rId139" Type="http://schemas.openxmlformats.org/officeDocument/2006/relationships/customXml" Target="../ink/ink920.xml"/><Relationship Id="rId85" Type="http://schemas.openxmlformats.org/officeDocument/2006/relationships/customXml" Target="../ink/ink893.xml"/><Relationship Id="rId150" Type="http://schemas.openxmlformats.org/officeDocument/2006/relationships/image" Target="../media/image97.png"/><Relationship Id="rId171" Type="http://schemas.openxmlformats.org/officeDocument/2006/relationships/customXml" Target="../ink/ink936.xml"/><Relationship Id="rId192" Type="http://schemas.openxmlformats.org/officeDocument/2006/relationships/image" Target="../media/image305.png"/><Relationship Id="rId206" Type="http://schemas.openxmlformats.org/officeDocument/2006/relationships/image" Target="../media/image312.png"/><Relationship Id="rId12" Type="http://schemas.openxmlformats.org/officeDocument/2006/relationships/image" Target="../media/image28.png"/><Relationship Id="rId33" Type="http://schemas.openxmlformats.org/officeDocument/2006/relationships/customXml" Target="../ink/ink867.xml"/><Relationship Id="rId108" Type="http://schemas.openxmlformats.org/officeDocument/2006/relationships/image" Target="../media/image76.png"/><Relationship Id="rId129" Type="http://schemas.openxmlformats.org/officeDocument/2006/relationships/customXml" Target="../ink/ink915.xml"/><Relationship Id="rId54" Type="http://schemas.openxmlformats.org/officeDocument/2006/relationships/image" Target="../media/image49.png"/><Relationship Id="rId75" Type="http://schemas.openxmlformats.org/officeDocument/2006/relationships/customXml" Target="../ink/ink888.xml"/><Relationship Id="rId96" Type="http://schemas.openxmlformats.org/officeDocument/2006/relationships/image" Target="../media/image70.png"/><Relationship Id="rId140" Type="http://schemas.openxmlformats.org/officeDocument/2006/relationships/image" Target="../media/image92.png"/><Relationship Id="rId161" Type="http://schemas.openxmlformats.org/officeDocument/2006/relationships/customXml" Target="../ink/ink931.xml"/><Relationship Id="rId182" Type="http://schemas.openxmlformats.org/officeDocument/2006/relationships/image" Target="../media/image300.png"/><Relationship Id="rId217" Type="http://schemas.openxmlformats.org/officeDocument/2006/relationships/customXml" Target="../ink/ink959.xml"/><Relationship Id="rId6" Type="http://schemas.openxmlformats.org/officeDocument/2006/relationships/image" Target="../media/image25.png"/><Relationship Id="rId23" Type="http://schemas.openxmlformats.org/officeDocument/2006/relationships/customXml" Target="../ink/ink862.xml"/><Relationship Id="rId119" Type="http://schemas.openxmlformats.org/officeDocument/2006/relationships/customXml" Target="../ink/ink910.xml"/><Relationship Id="rId44" Type="http://schemas.openxmlformats.org/officeDocument/2006/relationships/image" Target="../media/image44.png"/><Relationship Id="rId65" Type="http://schemas.openxmlformats.org/officeDocument/2006/relationships/customXml" Target="../ink/ink883.xml"/><Relationship Id="rId86" Type="http://schemas.openxmlformats.org/officeDocument/2006/relationships/image" Target="../media/image65.png"/><Relationship Id="rId130" Type="http://schemas.openxmlformats.org/officeDocument/2006/relationships/image" Target="../media/image87.png"/><Relationship Id="rId151" Type="http://schemas.openxmlformats.org/officeDocument/2006/relationships/customXml" Target="../ink/ink926.xml"/><Relationship Id="rId172" Type="http://schemas.openxmlformats.org/officeDocument/2006/relationships/image" Target="../media/image295.png"/><Relationship Id="rId193" Type="http://schemas.openxmlformats.org/officeDocument/2006/relationships/customXml" Target="../ink/ink947.xml"/><Relationship Id="rId207" Type="http://schemas.openxmlformats.org/officeDocument/2006/relationships/customXml" Target="../ink/ink954.xml"/><Relationship Id="rId13" Type="http://schemas.openxmlformats.org/officeDocument/2006/relationships/customXml" Target="../ink/ink857.xml"/><Relationship Id="rId109" Type="http://schemas.openxmlformats.org/officeDocument/2006/relationships/customXml" Target="../ink/ink905.xml"/><Relationship Id="rId34" Type="http://schemas.openxmlformats.org/officeDocument/2006/relationships/image" Target="../media/image39.png"/><Relationship Id="rId55" Type="http://schemas.openxmlformats.org/officeDocument/2006/relationships/customXml" Target="../ink/ink878.xml"/><Relationship Id="rId76" Type="http://schemas.openxmlformats.org/officeDocument/2006/relationships/image" Target="../media/image60.png"/><Relationship Id="rId97" Type="http://schemas.openxmlformats.org/officeDocument/2006/relationships/customXml" Target="../ink/ink899.xml"/><Relationship Id="rId120" Type="http://schemas.openxmlformats.org/officeDocument/2006/relationships/image" Target="../media/image82.png"/><Relationship Id="rId141" Type="http://schemas.openxmlformats.org/officeDocument/2006/relationships/customXml" Target="../ink/ink921.xml"/><Relationship Id="rId7" Type="http://schemas.openxmlformats.org/officeDocument/2006/relationships/customXml" Target="../ink/ink854.xml"/><Relationship Id="rId162" Type="http://schemas.openxmlformats.org/officeDocument/2006/relationships/image" Target="../media/image103.png"/><Relationship Id="rId183" Type="http://schemas.openxmlformats.org/officeDocument/2006/relationships/customXml" Target="../ink/ink942.xml"/><Relationship Id="rId218" Type="http://schemas.openxmlformats.org/officeDocument/2006/relationships/image" Target="../media/image318.png"/><Relationship Id="rId24" Type="http://schemas.openxmlformats.org/officeDocument/2006/relationships/image" Target="../media/image34.png"/><Relationship Id="rId45" Type="http://schemas.openxmlformats.org/officeDocument/2006/relationships/customXml" Target="../ink/ink873.xml"/><Relationship Id="rId66" Type="http://schemas.openxmlformats.org/officeDocument/2006/relationships/image" Target="../media/image55.png"/><Relationship Id="rId87" Type="http://schemas.openxmlformats.org/officeDocument/2006/relationships/customXml" Target="../ink/ink894.xml"/><Relationship Id="rId110" Type="http://schemas.openxmlformats.org/officeDocument/2006/relationships/image" Target="../media/image77.png"/><Relationship Id="rId131" Type="http://schemas.openxmlformats.org/officeDocument/2006/relationships/customXml" Target="../ink/ink916.xml"/><Relationship Id="rId152" Type="http://schemas.openxmlformats.org/officeDocument/2006/relationships/image" Target="../media/image98.png"/><Relationship Id="rId173" Type="http://schemas.openxmlformats.org/officeDocument/2006/relationships/customXml" Target="../ink/ink937.xml"/><Relationship Id="rId194" Type="http://schemas.openxmlformats.org/officeDocument/2006/relationships/image" Target="../media/image306.png"/><Relationship Id="rId208" Type="http://schemas.openxmlformats.org/officeDocument/2006/relationships/image" Target="../media/image313.png"/><Relationship Id="rId14" Type="http://schemas.openxmlformats.org/officeDocument/2006/relationships/image" Target="../media/image29.png"/><Relationship Id="rId30" Type="http://schemas.openxmlformats.org/officeDocument/2006/relationships/image" Target="../media/image37.png"/><Relationship Id="rId35" Type="http://schemas.openxmlformats.org/officeDocument/2006/relationships/customXml" Target="../ink/ink868.xml"/><Relationship Id="rId56" Type="http://schemas.openxmlformats.org/officeDocument/2006/relationships/image" Target="../media/image50.png"/><Relationship Id="rId77" Type="http://schemas.openxmlformats.org/officeDocument/2006/relationships/customXml" Target="../ink/ink889.xml"/><Relationship Id="rId100" Type="http://schemas.openxmlformats.org/officeDocument/2006/relationships/image" Target="../media/image72.png"/><Relationship Id="rId105" Type="http://schemas.openxmlformats.org/officeDocument/2006/relationships/customXml" Target="../ink/ink903.xml"/><Relationship Id="rId126" Type="http://schemas.openxmlformats.org/officeDocument/2006/relationships/image" Target="../media/image85.png"/><Relationship Id="rId147" Type="http://schemas.openxmlformats.org/officeDocument/2006/relationships/customXml" Target="../ink/ink924.xml"/><Relationship Id="rId168" Type="http://schemas.openxmlformats.org/officeDocument/2006/relationships/image" Target="../media/image293.png"/><Relationship Id="rId8" Type="http://schemas.openxmlformats.org/officeDocument/2006/relationships/image" Target="../media/image26.png"/><Relationship Id="rId51" Type="http://schemas.openxmlformats.org/officeDocument/2006/relationships/customXml" Target="../ink/ink876.xml"/><Relationship Id="rId72" Type="http://schemas.openxmlformats.org/officeDocument/2006/relationships/image" Target="../media/image58.png"/><Relationship Id="rId93" Type="http://schemas.openxmlformats.org/officeDocument/2006/relationships/customXml" Target="../ink/ink897.xml"/><Relationship Id="rId98" Type="http://schemas.openxmlformats.org/officeDocument/2006/relationships/image" Target="../media/image71.png"/><Relationship Id="rId121" Type="http://schemas.openxmlformats.org/officeDocument/2006/relationships/customXml" Target="../ink/ink911.xml"/><Relationship Id="rId142" Type="http://schemas.openxmlformats.org/officeDocument/2006/relationships/image" Target="../media/image93.png"/><Relationship Id="rId163" Type="http://schemas.openxmlformats.org/officeDocument/2006/relationships/customXml" Target="../ink/ink932.xml"/><Relationship Id="rId184" Type="http://schemas.openxmlformats.org/officeDocument/2006/relationships/image" Target="../media/image301.png"/><Relationship Id="rId189" Type="http://schemas.openxmlformats.org/officeDocument/2006/relationships/customXml" Target="../ink/ink945.xml"/><Relationship Id="rId219" Type="http://schemas.openxmlformats.org/officeDocument/2006/relationships/customXml" Target="../ink/ink960.xml"/><Relationship Id="rId3" Type="http://schemas.openxmlformats.org/officeDocument/2006/relationships/customXml" Target="../ink/ink852.xml"/><Relationship Id="rId214" Type="http://schemas.openxmlformats.org/officeDocument/2006/relationships/image" Target="../media/image316.png"/><Relationship Id="rId25" Type="http://schemas.openxmlformats.org/officeDocument/2006/relationships/customXml" Target="../ink/ink863.xml"/><Relationship Id="rId46" Type="http://schemas.openxmlformats.org/officeDocument/2006/relationships/image" Target="../media/image45.png"/><Relationship Id="rId67" Type="http://schemas.openxmlformats.org/officeDocument/2006/relationships/customXml" Target="../ink/ink884.xml"/><Relationship Id="rId116" Type="http://schemas.openxmlformats.org/officeDocument/2006/relationships/image" Target="../media/image80.png"/><Relationship Id="rId137" Type="http://schemas.openxmlformats.org/officeDocument/2006/relationships/customXml" Target="../ink/ink919.xml"/><Relationship Id="rId158" Type="http://schemas.openxmlformats.org/officeDocument/2006/relationships/image" Target="../media/image101.png"/><Relationship Id="rId20" Type="http://schemas.openxmlformats.org/officeDocument/2006/relationships/image" Target="../media/image32.png"/><Relationship Id="rId41" Type="http://schemas.openxmlformats.org/officeDocument/2006/relationships/customXml" Target="../ink/ink871.xml"/><Relationship Id="rId62" Type="http://schemas.openxmlformats.org/officeDocument/2006/relationships/image" Target="../media/image53.png"/><Relationship Id="rId83" Type="http://schemas.openxmlformats.org/officeDocument/2006/relationships/customXml" Target="../ink/ink892.xml"/><Relationship Id="rId88" Type="http://schemas.openxmlformats.org/officeDocument/2006/relationships/image" Target="../media/image66.png"/><Relationship Id="rId111" Type="http://schemas.openxmlformats.org/officeDocument/2006/relationships/customXml" Target="../ink/ink906.xml"/><Relationship Id="rId132" Type="http://schemas.openxmlformats.org/officeDocument/2006/relationships/image" Target="../media/image88.png"/><Relationship Id="rId153" Type="http://schemas.openxmlformats.org/officeDocument/2006/relationships/customXml" Target="../ink/ink927.xml"/><Relationship Id="rId174" Type="http://schemas.openxmlformats.org/officeDocument/2006/relationships/image" Target="../media/image296.png"/><Relationship Id="rId179" Type="http://schemas.openxmlformats.org/officeDocument/2006/relationships/customXml" Target="../ink/ink940.xml"/><Relationship Id="rId195" Type="http://schemas.openxmlformats.org/officeDocument/2006/relationships/customXml" Target="../ink/ink948.xml"/><Relationship Id="rId209" Type="http://schemas.openxmlformats.org/officeDocument/2006/relationships/customXml" Target="../ink/ink955.xml"/><Relationship Id="rId190" Type="http://schemas.openxmlformats.org/officeDocument/2006/relationships/image" Target="../media/image304.png"/><Relationship Id="rId204" Type="http://schemas.openxmlformats.org/officeDocument/2006/relationships/image" Target="../media/image311.png"/><Relationship Id="rId220" Type="http://schemas.openxmlformats.org/officeDocument/2006/relationships/image" Target="../media/image319.png"/><Relationship Id="rId15" Type="http://schemas.openxmlformats.org/officeDocument/2006/relationships/customXml" Target="../ink/ink858.xml"/><Relationship Id="rId36" Type="http://schemas.openxmlformats.org/officeDocument/2006/relationships/image" Target="../media/image40.png"/><Relationship Id="rId57" Type="http://schemas.openxmlformats.org/officeDocument/2006/relationships/customXml" Target="../ink/ink879.xml"/><Relationship Id="rId106" Type="http://schemas.openxmlformats.org/officeDocument/2006/relationships/image" Target="../media/image75.png"/><Relationship Id="rId127" Type="http://schemas.openxmlformats.org/officeDocument/2006/relationships/customXml" Target="../ink/ink914.xml"/><Relationship Id="rId10" Type="http://schemas.openxmlformats.org/officeDocument/2006/relationships/image" Target="../media/image27.png"/><Relationship Id="rId31" Type="http://schemas.openxmlformats.org/officeDocument/2006/relationships/customXml" Target="../ink/ink866.xml"/><Relationship Id="rId52" Type="http://schemas.openxmlformats.org/officeDocument/2006/relationships/image" Target="../media/image48.png"/><Relationship Id="rId73" Type="http://schemas.openxmlformats.org/officeDocument/2006/relationships/customXml" Target="../ink/ink887.xml"/><Relationship Id="rId78" Type="http://schemas.openxmlformats.org/officeDocument/2006/relationships/image" Target="../media/image61.png"/><Relationship Id="rId94" Type="http://schemas.openxmlformats.org/officeDocument/2006/relationships/image" Target="../media/image69.png"/><Relationship Id="rId99" Type="http://schemas.openxmlformats.org/officeDocument/2006/relationships/customXml" Target="../ink/ink900.xml"/><Relationship Id="rId101" Type="http://schemas.openxmlformats.org/officeDocument/2006/relationships/customXml" Target="../ink/ink901.xml"/><Relationship Id="rId122" Type="http://schemas.openxmlformats.org/officeDocument/2006/relationships/image" Target="../media/image83.png"/><Relationship Id="rId143" Type="http://schemas.openxmlformats.org/officeDocument/2006/relationships/customXml" Target="../ink/ink922.xml"/><Relationship Id="rId148" Type="http://schemas.openxmlformats.org/officeDocument/2006/relationships/image" Target="../media/image96.png"/><Relationship Id="rId164" Type="http://schemas.openxmlformats.org/officeDocument/2006/relationships/image" Target="../media/image104.png"/><Relationship Id="rId169" Type="http://schemas.openxmlformats.org/officeDocument/2006/relationships/customXml" Target="../ink/ink935.xml"/><Relationship Id="rId185" Type="http://schemas.openxmlformats.org/officeDocument/2006/relationships/customXml" Target="../ink/ink943.xml"/><Relationship Id="rId4" Type="http://schemas.openxmlformats.org/officeDocument/2006/relationships/image" Target="../media/image24.png"/><Relationship Id="rId9" Type="http://schemas.openxmlformats.org/officeDocument/2006/relationships/customXml" Target="../ink/ink855.xml"/><Relationship Id="rId180" Type="http://schemas.openxmlformats.org/officeDocument/2006/relationships/image" Target="../media/image299.png"/><Relationship Id="rId210" Type="http://schemas.openxmlformats.org/officeDocument/2006/relationships/image" Target="../media/image314.png"/><Relationship Id="rId215" Type="http://schemas.openxmlformats.org/officeDocument/2006/relationships/customXml" Target="../ink/ink958.xml"/><Relationship Id="rId26" Type="http://schemas.openxmlformats.org/officeDocument/2006/relationships/image" Target="../media/image35.png"/><Relationship Id="rId47" Type="http://schemas.openxmlformats.org/officeDocument/2006/relationships/customXml" Target="../ink/ink874.xml"/><Relationship Id="rId68" Type="http://schemas.openxmlformats.org/officeDocument/2006/relationships/image" Target="../media/image56.png"/><Relationship Id="rId89" Type="http://schemas.openxmlformats.org/officeDocument/2006/relationships/customXml" Target="../ink/ink895.xml"/><Relationship Id="rId112" Type="http://schemas.openxmlformats.org/officeDocument/2006/relationships/image" Target="../media/image78.png"/><Relationship Id="rId133" Type="http://schemas.openxmlformats.org/officeDocument/2006/relationships/customXml" Target="../ink/ink917.xml"/><Relationship Id="rId154" Type="http://schemas.openxmlformats.org/officeDocument/2006/relationships/image" Target="../media/image99.png"/><Relationship Id="rId175" Type="http://schemas.openxmlformats.org/officeDocument/2006/relationships/customXml" Target="../ink/ink938.xml"/><Relationship Id="rId196" Type="http://schemas.openxmlformats.org/officeDocument/2006/relationships/image" Target="../media/image307.png"/><Relationship Id="rId200" Type="http://schemas.openxmlformats.org/officeDocument/2006/relationships/image" Target="../media/image309.png"/><Relationship Id="rId16" Type="http://schemas.openxmlformats.org/officeDocument/2006/relationships/image" Target="../media/image30.png"/><Relationship Id="rId37" Type="http://schemas.openxmlformats.org/officeDocument/2006/relationships/customXml" Target="../ink/ink869.xml"/><Relationship Id="rId58" Type="http://schemas.openxmlformats.org/officeDocument/2006/relationships/image" Target="../media/image51.png"/><Relationship Id="rId79" Type="http://schemas.openxmlformats.org/officeDocument/2006/relationships/customXml" Target="../ink/ink890.xml"/><Relationship Id="rId102" Type="http://schemas.openxmlformats.org/officeDocument/2006/relationships/image" Target="../media/image73.png"/><Relationship Id="rId123" Type="http://schemas.openxmlformats.org/officeDocument/2006/relationships/customXml" Target="../ink/ink912.xml"/><Relationship Id="rId144" Type="http://schemas.openxmlformats.org/officeDocument/2006/relationships/image" Target="../media/image94.png"/><Relationship Id="rId90" Type="http://schemas.openxmlformats.org/officeDocument/2006/relationships/image" Target="../media/image67.png"/><Relationship Id="rId165" Type="http://schemas.openxmlformats.org/officeDocument/2006/relationships/customXml" Target="../ink/ink933.xml"/><Relationship Id="rId186" Type="http://schemas.openxmlformats.org/officeDocument/2006/relationships/image" Target="../media/image302.png"/><Relationship Id="rId211" Type="http://schemas.openxmlformats.org/officeDocument/2006/relationships/customXml" Target="../ink/ink956.xml"/><Relationship Id="rId27" Type="http://schemas.openxmlformats.org/officeDocument/2006/relationships/customXml" Target="../ink/ink864.xml"/><Relationship Id="rId48" Type="http://schemas.openxmlformats.org/officeDocument/2006/relationships/image" Target="../media/image46.png"/><Relationship Id="rId69" Type="http://schemas.openxmlformats.org/officeDocument/2006/relationships/customXml" Target="../ink/ink885.xml"/><Relationship Id="rId113" Type="http://schemas.openxmlformats.org/officeDocument/2006/relationships/customXml" Target="../ink/ink907.xml"/><Relationship Id="rId134" Type="http://schemas.openxmlformats.org/officeDocument/2006/relationships/image" Target="../media/image89.png"/><Relationship Id="rId80" Type="http://schemas.openxmlformats.org/officeDocument/2006/relationships/image" Target="../media/image62.png"/><Relationship Id="rId155" Type="http://schemas.openxmlformats.org/officeDocument/2006/relationships/customXml" Target="../ink/ink928.xml"/><Relationship Id="rId176" Type="http://schemas.openxmlformats.org/officeDocument/2006/relationships/image" Target="../media/image297.png"/><Relationship Id="rId197" Type="http://schemas.openxmlformats.org/officeDocument/2006/relationships/customXml" Target="../ink/ink949.xml"/><Relationship Id="rId201" Type="http://schemas.openxmlformats.org/officeDocument/2006/relationships/customXml" Target="../ink/ink951.xml"/><Relationship Id="rId17" Type="http://schemas.openxmlformats.org/officeDocument/2006/relationships/customXml" Target="../ink/ink859.xml"/><Relationship Id="rId38" Type="http://schemas.openxmlformats.org/officeDocument/2006/relationships/image" Target="../media/image41.png"/><Relationship Id="rId59" Type="http://schemas.openxmlformats.org/officeDocument/2006/relationships/customXml" Target="../ink/ink880.xml"/><Relationship Id="rId103" Type="http://schemas.openxmlformats.org/officeDocument/2006/relationships/customXml" Target="../ink/ink902.xml"/><Relationship Id="rId124" Type="http://schemas.openxmlformats.org/officeDocument/2006/relationships/image" Target="../media/image84.png"/><Relationship Id="rId70" Type="http://schemas.openxmlformats.org/officeDocument/2006/relationships/image" Target="../media/image57.png"/><Relationship Id="rId91" Type="http://schemas.openxmlformats.org/officeDocument/2006/relationships/customXml" Target="../ink/ink896.xml"/><Relationship Id="rId145" Type="http://schemas.openxmlformats.org/officeDocument/2006/relationships/customXml" Target="../ink/ink923.xml"/><Relationship Id="rId166" Type="http://schemas.openxmlformats.org/officeDocument/2006/relationships/image" Target="../media/image292.png"/><Relationship Id="rId187" Type="http://schemas.openxmlformats.org/officeDocument/2006/relationships/customXml" Target="../ink/ink944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315.png"/><Relationship Id="rId28" Type="http://schemas.openxmlformats.org/officeDocument/2006/relationships/image" Target="../media/image36.png"/><Relationship Id="rId49" Type="http://schemas.openxmlformats.org/officeDocument/2006/relationships/customXml" Target="../ink/ink875.xml"/><Relationship Id="rId114" Type="http://schemas.openxmlformats.org/officeDocument/2006/relationships/image" Target="../media/image79.png"/><Relationship Id="rId60" Type="http://schemas.openxmlformats.org/officeDocument/2006/relationships/image" Target="../media/image52.png"/><Relationship Id="rId81" Type="http://schemas.openxmlformats.org/officeDocument/2006/relationships/customXml" Target="../ink/ink891.xml"/><Relationship Id="rId135" Type="http://schemas.openxmlformats.org/officeDocument/2006/relationships/customXml" Target="../ink/ink918.xml"/><Relationship Id="rId156" Type="http://schemas.openxmlformats.org/officeDocument/2006/relationships/image" Target="../media/image100.png"/><Relationship Id="rId177" Type="http://schemas.openxmlformats.org/officeDocument/2006/relationships/customXml" Target="../ink/ink939.xml"/><Relationship Id="rId198" Type="http://schemas.openxmlformats.org/officeDocument/2006/relationships/image" Target="../media/image308.png"/><Relationship Id="rId202" Type="http://schemas.openxmlformats.org/officeDocument/2006/relationships/image" Target="../media/image310.png"/><Relationship Id="rId18" Type="http://schemas.openxmlformats.org/officeDocument/2006/relationships/image" Target="../media/image31.png"/><Relationship Id="rId39" Type="http://schemas.openxmlformats.org/officeDocument/2006/relationships/customXml" Target="../ink/ink870.xml"/><Relationship Id="rId50" Type="http://schemas.openxmlformats.org/officeDocument/2006/relationships/image" Target="../media/image47.png"/><Relationship Id="rId104" Type="http://schemas.openxmlformats.org/officeDocument/2006/relationships/image" Target="../media/image74.png"/><Relationship Id="rId125" Type="http://schemas.openxmlformats.org/officeDocument/2006/relationships/customXml" Target="../ink/ink913.xml"/><Relationship Id="rId146" Type="http://schemas.openxmlformats.org/officeDocument/2006/relationships/image" Target="../media/image95.png"/><Relationship Id="rId167" Type="http://schemas.openxmlformats.org/officeDocument/2006/relationships/customXml" Target="../ink/ink934.xml"/><Relationship Id="rId188" Type="http://schemas.openxmlformats.org/officeDocument/2006/relationships/image" Target="../media/image303.png"/><Relationship Id="rId71" Type="http://schemas.openxmlformats.org/officeDocument/2006/relationships/customXml" Target="../ink/ink886.xml"/><Relationship Id="rId92" Type="http://schemas.openxmlformats.org/officeDocument/2006/relationships/image" Target="../media/image68.png"/><Relationship Id="rId213" Type="http://schemas.openxmlformats.org/officeDocument/2006/relationships/customXml" Target="../ink/ink957.xml"/><Relationship Id="rId2" Type="http://schemas.openxmlformats.org/officeDocument/2006/relationships/image" Target="../media/image10.png"/><Relationship Id="rId29" Type="http://schemas.openxmlformats.org/officeDocument/2006/relationships/customXml" Target="../ink/ink865.xml"/><Relationship Id="rId40" Type="http://schemas.openxmlformats.org/officeDocument/2006/relationships/image" Target="../media/image42.png"/><Relationship Id="rId115" Type="http://schemas.openxmlformats.org/officeDocument/2006/relationships/customXml" Target="../ink/ink908.xml"/><Relationship Id="rId136" Type="http://schemas.openxmlformats.org/officeDocument/2006/relationships/image" Target="../media/image90.png"/><Relationship Id="rId157" Type="http://schemas.openxmlformats.org/officeDocument/2006/relationships/customXml" Target="../ink/ink929.xml"/><Relationship Id="rId178" Type="http://schemas.openxmlformats.org/officeDocument/2006/relationships/image" Target="../media/image298.png"/><Relationship Id="rId61" Type="http://schemas.openxmlformats.org/officeDocument/2006/relationships/customXml" Target="../ink/ink881.xml"/><Relationship Id="rId82" Type="http://schemas.openxmlformats.org/officeDocument/2006/relationships/image" Target="../media/image63.png"/><Relationship Id="rId199" Type="http://schemas.openxmlformats.org/officeDocument/2006/relationships/customXml" Target="../ink/ink950.xml"/><Relationship Id="rId203" Type="http://schemas.openxmlformats.org/officeDocument/2006/relationships/customXml" Target="../ink/ink952.xml"/><Relationship Id="rId19" Type="http://schemas.openxmlformats.org/officeDocument/2006/relationships/customXml" Target="../ink/ink860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18.xml"/><Relationship Id="rId299" Type="http://schemas.openxmlformats.org/officeDocument/2006/relationships/customXml" Target="../ink/ink1109.xml"/><Relationship Id="rId21" Type="http://schemas.openxmlformats.org/officeDocument/2006/relationships/customXml" Target="../ink/ink970.xml"/><Relationship Id="rId63" Type="http://schemas.openxmlformats.org/officeDocument/2006/relationships/customXml" Target="../ink/ink991.xml"/><Relationship Id="rId159" Type="http://schemas.openxmlformats.org/officeDocument/2006/relationships/customXml" Target="../ink/ink1039.xml"/><Relationship Id="rId170" Type="http://schemas.openxmlformats.org/officeDocument/2006/relationships/image" Target="../media/image294.png"/><Relationship Id="rId226" Type="http://schemas.openxmlformats.org/officeDocument/2006/relationships/image" Target="../media/image322.png"/><Relationship Id="rId268" Type="http://schemas.openxmlformats.org/officeDocument/2006/relationships/image" Target="../media/image343.png"/><Relationship Id="rId32" Type="http://schemas.openxmlformats.org/officeDocument/2006/relationships/image" Target="../media/image38.png"/><Relationship Id="rId74" Type="http://schemas.openxmlformats.org/officeDocument/2006/relationships/image" Target="../media/image59.png"/><Relationship Id="rId128" Type="http://schemas.openxmlformats.org/officeDocument/2006/relationships/image" Target="../media/image86.png"/><Relationship Id="rId5" Type="http://schemas.openxmlformats.org/officeDocument/2006/relationships/customXml" Target="../ink/ink962.xml"/><Relationship Id="rId181" Type="http://schemas.openxmlformats.org/officeDocument/2006/relationships/customXml" Target="../ink/ink1050.xml"/><Relationship Id="rId237" Type="http://schemas.openxmlformats.org/officeDocument/2006/relationships/customXml" Target="../ink/ink1078.xml"/><Relationship Id="rId279" Type="http://schemas.openxmlformats.org/officeDocument/2006/relationships/customXml" Target="../ink/ink1099.xml"/><Relationship Id="rId43" Type="http://schemas.openxmlformats.org/officeDocument/2006/relationships/customXml" Target="../ink/ink981.xml"/><Relationship Id="rId139" Type="http://schemas.openxmlformats.org/officeDocument/2006/relationships/customXml" Target="../ink/ink1029.xml"/><Relationship Id="rId290" Type="http://schemas.openxmlformats.org/officeDocument/2006/relationships/image" Target="../media/image354.png"/><Relationship Id="rId304" Type="http://schemas.openxmlformats.org/officeDocument/2006/relationships/image" Target="../media/image361.png"/><Relationship Id="rId85" Type="http://schemas.openxmlformats.org/officeDocument/2006/relationships/customXml" Target="../ink/ink1002.xml"/><Relationship Id="rId150" Type="http://schemas.openxmlformats.org/officeDocument/2006/relationships/image" Target="../media/image97.png"/><Relationship Id="rId192" Type="http://schemas.openxmlformats.org/officeDocument/2006/relationships/image" Target="../media/image305.png"/><Relationship Id="rId206" Type="http://schemas.openxmlformats.org/officeDocument/2006/relationships/image" Target="../media/image312.png"/><Relationship Id="rId248" Type="http://schemas.openxmlformats.org/officeDocument/2006/relationships/image" Target="../media/image333.png"/><Relationship Id="rId12" Type="http://schemas.openxmlformats.org/officeDocument/2006/relationships/image" Target="../media/image28.png"/><Relationship Id="rId108" Type="http://schemas.openxmlformats.org/officeDocument/2006/relationships/image" Target="../media/image76.png"/><Relationship Id="rId315" Type="http://schemas.openxmlformats.org/officeDocument/2006/relationships/customXml" Target="../ink/ink1117.xml"/><Relationship Id="rId54" Type="http://schemas.openxmlformats.org/officeDocument/2006/relationships/image" Target="../media/image49.png"/><Relationship Id="rId96" Type="http://schemas.openxmlformats.org/officeDocument/2006/relationships/image" Target="../media/image70.png"/><Relationship Id="rId161" Type="http://schemas.openxmlformats.org/officeDocument/2006/relationships/customXml" Target="../ink/ink1040.xml"/><Relationship Id="rId217" Type="http://schemas.openxmlformats.org/officeDocument/2006/relationships/customXml" Target="../ink/ink1068.xml"/><Relationship Id="rId259" Type="http://schemas.openxmlformats.org/officeDocument/2006/relationships/customXml" Target="../ink/ink1089.xml"/><Relationship Id="rId23" Type="http://schemas.openxmlformats.org/officeDocument/2006/relationships/customXml" Target="../ink/ink971.xml"/><Relationship Id="rId119" Type="http://schemas.openxmlformats.org/officeDocument/2006/relationships/customXml" Target="../ink/ink1019.xml"/><Relationship Id="rId270" Type="http://schemas.openxmlformats.org/officeDocument/2006/relationships/image" Target="../media/image344.png"/><Relationship Id="rId65" Type="http://schemas.openxmlformats.org/officeDocument/2006/relationships/customXml" Target="../ink/ink992.xml"/><Relationship Id="rId130" Type="http://schemas.openxmlformats.org/officeDocument/2006/relationships/image" Target="../media/image87.png"/><Relationship Id="rId172" Type="http://schemas.openxmlformats.org/officeDocument/2006/relationships/image" Target="../media/image295.png"/><Relationship Id="rId193" Type="http://schemas.openxmlformats.org/officeDocument/2006/relationships/customXml" Target="../ink/ink1056.xml"/><Relationship Id="rId207" Type="http://schemas.openxmlformats.org/officeDocument/2006/relationships/customXml" Target="../ink/ink1063.xml"/><Relationship Id="rId228" Type="http://schemas.openxmlformats.org/officeDocument/2006/relationships/image" Target="../media/image323.png"/><Relationship Id="rId249" Type="http://schemas.openxmlformats.org/officeDocument/2006/relationships/customXml" Target="../ink/ink1084.xml"/><Relationship Id="rId13" Type="http://schemas.openxmlformats.org/officeDocument/2006/relationships/customXml" Target="../ink/ink966.xml"/><Relationship Id="rId109" Type="http://schemas.openxmlformats.org/officeDocument/2006/relationships/customXml" Target="../ink/ink1014.xml"/><Relationship Id="rId260" Type="http://schemas.openxmlformats.org/officeDocument/2006/relationships/image" Target="../media/image339.png"/><Relationship Id="rId281" Type="http://schemas.openxmlformats.org/officeDocument/2006/relationships/customXml" Target="../ink/ink1100.xml"/><Relationship Id="rId316" Type="http://schemas.openxmlformats.org/officeDocument/2006/relationships/image" Target="../media/image367.png"/><Relationship Id="rId34" Type="http://schemas.openxmlformats.org/officeDocument/2006/relationships/image" Target="../media/image39.png"/><Relationship Id="rId55" Type="http://schemas.openxmlformats.org/officeDocument/2006/relationships/customXml" Target="../ink/ink987.xml"/><Relationship Id="rId76" Type="http://schemas.openxmlformats.org/officeDocument/2006/relationships/image" Target="../media/image60.png"/><Relationship Id="rId97" Type="http://schemas.openxmlformats.org/officeDocument/2006/relationships/customXml" Target="../ink/ink1008.xml"/><Relationship Id="rId120" Type="http://schemas.openxmlformats.org/officeDocument/2006/relationships/image" Target="../media/image82.png"/><Relationship Id="rId141" Type="http://schemas.openxmlformats.org/officeDocument/2006/relationships/customXml" Target="../ink/ink1030.xml"/><Relationship Id="rId7" Type="http://schemas.openxmlformats.org/officeDocument/2006/relationships/customXml" Target="../ink/ink963.xml"/><Relationship Id="rId162" Type="http://schemas.openxmlformats.org/officeDocument/2006/relationships/image" Target="../media/image103.png"/><Relationship Id="rId183" Type="http://schemas.openxmlformats.org/officeDocument/2006/relationships/customXml" Target="../ink/ink1051.xml"/><Relationship Id="rId218" Type="http://schemas.openxmlformats.org/officeDocument/2006/relationships/image" Target="../media/image318.png"/><Relationship Id="rId239" Type="http://schemas.openxmlformats.org/officeDocument/2006/relationships/customXml" Target="../ink/ink1079.xml"/><Relationship Id="rId250" Type="http://schemas.openxmlformats.org/officeDocument/2006/relationships/image" Target="../media/image334.png"/><Relationship Id="rId271" Type="http://schemas.openxmlformats.org/officeDocument/2006/relationships/customXml" Target="../ink/ink1095.xml"/><Relationship Id="rId292" Type="http://schemas.openxmlformats.org/officeDocument/2006/relationships/image" Target="../media/image355.png"/><Relationship Id="rId306" Type="http://schemas.openxmlformats.org/officeDocument/2006/relationships/image" Target="../media/image362.png"/><Relationship Id="rId24" Type="http://schemas.openxmlformats.org/officeDocument/2006/relationships/image" Target="../media/image34.png"/><Relationship Id="rId45" Type="http://schemas.openxmlformats.org/officeDocument/2006/relationships/customXml" Target="../ink/ink982.xml"/><Relationship Id="rId66" Type="http://schemas.openxmlformats.org/officeDocument/2006/relationships/image" Target="../media/image55.png"/><Relationship Id="rId87" Type="http://schemas.openxmlformats.org/officeDocument/2006/relationships/customXml" Target="../ink/ink1003.xml"/><Relationship Id="rId110" Type="http://schemas.openxmlformats.org/officeDocument/2006/relationships/image" Target="../media/image77.png"/><Relationship Id="rId131" Type="http://schemas.openxmlformats.org/officeDocument/2006/relationships/customXml" Target="../ink/ink1025.xml"/><Relationship Id="rId152" Type="http://schemas.openxmlformats.org/officeDocument/2006/relationships/image" Target="../media/image98.png"/><Relationship Id="rId173" Type="http://schemas.openxmlformats.org/officeDocument/2006/relationships/customXml" Target="../ink/ink1046.xml"/><Relationship Id="rId194" Type="http://schemas.openxmlformats.org/officeDocument/2006/relationships/image" Target="../media/image306.png"/><Relationship Id="rId208" Type="http://schemas.openxmlformats.org/officeDocument/2006/relationships/image" Target="../media/image313.png"/><Relationship Id="rId229" Type="http://schemas.openxmlformats.org/officeDocument/2006/relationships/customXml" Target="../ink/ink1074.xml"/><Relationship Id="rId240" Type="http://schemas.openxmlformats.org/officeDocument/2006/relationships/image" Target="../media/image329.png"/><Relationship Id="rId261" Type="http://schemas.openxmlformats.org/officeDocument/2006/relationships/customXml" Target="../ink/ink1090.xml"/><Relationship Id="rId14" Type="http://schemas.openxmlformats.org/officeDocument/2006/relationships/image" Target="../media/image29.png"/><Relationship Id="rId35" Type="http://schemas.openxmlformats.org/officeDocument/2006/relationships/customXml" Target="../ink/ink977.xml"/><Relationship Id="rId56" Type="http://schemas.openxmlformats.org/officeDocument/2006/relationships/image" Target="../media/image50.png"/><Relationship Id="rId77" Type="http://schemas.openxmlformats.org/officeDocument/2006/relationships/customXml" Target="../ink/ink998.xml"/><Relationship Id="rId100" Type="http://schemas.openxmlformats.org/officeDocument/2006/relationships/image" Target="../media/image72.png"/><Relationship Id="rId282" Type="http://schemas.openxmlformats.org/officeDocument/2006/relationships/image" Target="../media/image350.png"/><Relationship Id="rId8" Type="http://schemas.openxmlformats.org/officeDocument/2006/relationships/image" Target="../media/image26.png"/><Relationship Id="rId98" Type="http://schemas.openxmlformats.org/officeDocument/2006/relationships/image" Target="../media/image71.png"/><Relationship Id="rId121" Type="http://schemas.openxmlformats.org/officeDocument/2006/relationships/customXml" Target="../ink/ink1020.xml"/><Relationship Id="rId142" Type="http://schemas.openxmlformats.org/officeDocument/2006/relationships/image" Target="../media/image93.png"/><Relationship Id="rId163" Type="http://schemas.openxmlformats.org/officeDocument/2006/relationships/customXml" Target="../ink/ink1041.xml"/><Relationship Id="rId184" Type="http://schemas.openxmlformats.org/officeDocument/2006/relationships/image" Target="../media/image301.png"/><Relationship Id="rId219" Type="http://schemas.openxmlformats.org/officeDocument/2006/relationships/customXml" Target="../ink/ink1069.xml"/><Relationship Id="rId230" Type="http://schemas.openxmlformats.org/officeDocument/2006/relationships/image" Target="../media/image324.png"/><Relationship Id="rId251" Type="http://schemas.openxmlformats.org/officeDocument/2006/relationships/customXml" Target="../ink/ink1085.xml"/><Relationship Id="rId25" Type="http://schemas.openxmlformats.org/officeDocument/2006/relationships/customXml" Target="../ink/ink972.xml"/><Relationship Id="rId46" Type="http://schemas.openxmlformats.org/officeDocument/2006/relationships/image" Target="../media/image45.png"/><Relationship Id="rId67" Type="http://schemas.openxmlformats.org/officeDocument/2006/relationships/customXml" Target="../ink/ink993.xml"/><Relationship Id="rId272" Type="http://schemas.openxmlformats.org/officeDocument/2006/relationships/image" Target="../media/image345.png"/><Relationship Id="rId293" Type="http://schemas.openxmlformats.org/officeDocument/2006/relationships/customXml" Target="../ink/ink1106.xml"/><Relationship Id="rId307" Type="http://schemas.openxmlformats.org/officeDocument/2006/relationships/customXml" Target="../ink/ink1113.xml"/><Relationship Id="rId88" Type="http://schemas.openxmlformats.org/officeDocument/2006/relationships/image" Target="../media/image66.png"/><Relationship Id="rId111" Type="http://schemas.openxmlformats.org/officeDocument/2006/relationships/customXml" Target="../ink/ink1015.xml"/><Relationship Id="rId132" Type="http://schemas.openxmlformats.org/officeDocument/2006/relationships/image" Target="../media/image88.png"/><Relationship Id="rId153" Type="http://schemas.openxmlformats.org/officeDocument/2006/relationships/customXml" Target="../ink/ink1036.xml"/><Relationship Id="rId174" Type="http://schemas.openxmlformats.org/officeDocument/2006/relationships/image" Target="../media/image296.png"/><Relationship Id="rId195" Type="http://schemas.openxmlformats.org/officeDocument/2006/relationships/customXml" Target="../ink/ink1057.xml"/><Relationship Id="rId209" Type="http://schemas.openxmlformats.org/officeDocument/2006/relationships/customXml" Target="../ink/ink1064.xml"/><Relationship Id="rId220" Type="http://schemas.openxmlformats.org/officeDocument/2006/relationships/image" Target="../media/image319.png"/><Relationship Id="rId241" Type="http://schemas.openxmlformats.org/officeDocument/2006/relationships/customXml" Target="../ink/ink1080.xml"/><Relationship Id="rId15" Type="http://schemas.openxmlformats.org/officeDocument/2006/relationships/customXml" Target="../ink/ink967.xml"/><Relationship Id="rId36" Type="http://schemas.openxmlformats.org/officeDocument/2006/relationships/image" Target="../media/image40.png"/><Relationship Id="rId57" Type="http://schemas.openxmlformats.org/officeDocument/2006/relationships/customXml" Target="../ink/ink988.xml"/><Relationship Id="rId262" Type="http://schemas.openxmlformats.org/officeDocument/2006/relationships/image" Target="../media/image340.png"/><Relationship Id="rId283" Type="http://schemas.openxmlformats.org/officeDocument/2006/relationships/customXml" Target="../ink/ink1101.xml"/><Relationship Id="rId78" Type="http://schemas.openxmlformats.org/officeDocument/2006/relationships/image" Target="../media/image61.png"/><Relationship Id="rId99" Type="http://schemas.openxmlformats.org/officeDocument/2006/relationships/customXml" Target="../ink/ink1009.xml"/><Relationship Id="rId101" Type="http://schemas.openxmlformats.org/officeDocument/2006/relationships/customXml" Target="../ink/ink1010.xml"/><Relationship Id="rId122" Type="http://schemas.openxmlformats.org/officeDocument/2006/relationships/image" Target="../media/image83.png"/><Relationship Id="rId143" Type="http://schemas.openxmlformats.org/officeDocument/2006/relationships/customXml" Target="../ink/ink1031.xml"/><Relationship Id="rId164" Type="http://schemas.openxmlformats.org/officeDocument/2006/relationships/image" Target="../media/image104.png"/><Relationship Id="rId185" Type="http://schemas.openxmlformats.org/officeDocument/2006/relationships/customXml" Target="../ink/ink1052.xml"/><Relationship Id="rId9" Type="http://schemas.openxmlformats.org/officeDocument/2006/relationships/customXml" Target="../ink/ink964.xml"/><Relationship Id="rId210" Type="http://schemas.openxmlformats.org/officeDocument/2006/relationships/image" Target="../media/image314.png"/><Relationship Id="rId26" Type="http://schemas.openxmlformats.org/officeDocument/2006/relationships/image" Target="../media/image35.png"/><Relationship Id="rId231" Type="http://schemas.openxmlformats.org/officeDocument/2006/relationships/customXml" Target="../ink/ink1075.xml"/><Relationship Id="rId252" Type="http://schemas.openxmlformats.org/officeDocument/2006/relationships/image" Target="../media/image335.png"/><Relationship Id="rId273" Type="http://schemas.openxmlformats.org/officeDocument/2006/relationships/customXml" Target="../ink/ink1096.xml"/><Relationship Id="rId294" Type="http://schemas.openxmlformats.org/officeDocument/2006/relationships/image" Target="../media/image356.png"/><Relationship Id="rId308" Type="http://schemas.openxmlformats.org/officeDocument/2006/relationships/image" Target="../media/image363.png"/><Relationship Id="rId47" Type="http://schemas.openxmlformats.org/officeDocument/2006/relationships/customXml" Target="../ink/ink983.xml"/><Relationship Id="rId68" Type="http://schemas.openxmlformats.org/officeDocument/2006/relationships/image" Target="../media/image56.png"/><Relationship Id="rId89" Type="http://schemas.openxmlformats.org/officeDocument/2006/relationships/customXml" Target="../ink/ink1004.xml"/><Relationship Id="rId112" Type="http://schemas.openxmlformats.org/officeDocument/2006/relationships/image" Target="../media/image78.png"/><Relationship Id="rId133" Type="http://schemas.openxmlformats.org/officeDocument/2006/relationships/customXml" Target="../ink/ink1026.xml"/><Relationship Id="rId154" Type="http://schemas.openxmlformats.org/officeDocument/2006/relationships/image" Target="../media/image99.png"/><Relationship Id="rId175" Type="http://schemas.openxmlformats.org/officeDocument/2006/relationships/customXml" Target="../ink/ink1047.xml"/><Relationship Id="rId196" Type="http://schemas.openxmlformats.org/officeDocument/2006/relationships/image" Target="../media/image307.png"/><Relationship Id="rId200" Type="http://schemas.openxmlformats.org/officeDocument/2006/relationships/image" Target="../media/image309.png"/><Relationship Id="rId16" Type="http://schemas.openxmlformats.org/officeDocument/2006/relationships/image" Target="../media/image30.png"/><Relationship Id="rId221" Type="http://schemas.openxmlformats.org/officeDocument/2006/relationships/customXml" Target="../ink/ink1070.xml"/><Relationship Id="rId242" Type="http://schemas.openxmlformats.org/officeDocument/2006/relationships/image" Target="../media/image330.png"/><Relationship Id="rId263" Type="http://schemas.openxmlformats.org/officeDocument/2006/relationships/customXml" Target="../ink/ink1091.xml"/><Relationship Id="rId284" Type="http://schemas.openxmlformats.org/officeDocument/2006/relationships/image" Target="../media/image351.png"/><Relationship Id="rId37" Type="http://schemas.openxmlformats.org/officeDocument/2006/relationships/customXml" Target="../ink/ink978.xml"/><Relationship Id="rId58" Type="http://schemas.openxmlformats.org/officeDocument/2006/relationships/image" Target="../media/image51.png"/><Relationship Id="rId79" Type="http://schemas.openxmlformats.org/officeDocument/2006/relationships/customXml" Target="../ink/ink999.xml"/><Relationship Id="rId102" Type="http://schemas.openxmlformats.org/officeDocument/2006/relationships/image" Target="../media/image73.png"/><Relationship Id="rId123" Type="http://schemas.openxmlformats.org/officeDocument/2006/relationships/customXml" Target="../ink/ink1021.xml"/><Relationship Id="rId144" Type="http://schemas.openxmlformats.org/officeDocument/2006/relationships/image" Target="../media/image94.png"/><Relationship Id="rId90" Type="http://schemas.openxmlformats.org/officeDocument/2006/relationships/image" Target="../media/image67.png"/><Relationship Id="rId165" Type="http://schemas.openxmlformats.org/officeDocument/2006/relationships/customXml" Target="../ink/ink1042.xml"/><Relationship Id="rId186" Type="http://schemas.openxmlformats.org/officeDocument/2006/relationships/image" Target="../media/image302.png"/><Relationship Id="rId211" Type="http://schemas.openxmlformats.org/officeDocument/2006/relationships/customXml" Target="../ink/ink1065.xml"/><Relationship Id="rId232" Type="http://schemas.openxmlformats.org/officeDocument/2006/relationships/image" Target="../media/image325.png"/><Relationship Id="rId253" Type="http://schemas.openxmlformats.org/officeDocument/2006/relationships/customXml" Target="../ink/ink1086.xml"/><Relationship Id="rId274" Type="http://schemas.openxmlformats.org/officeDocument/2006/relationships/image" Target="../media/image346.png"/><Relationship Id="rId295" Type="http://schemas.openxmlformats.org/officeDocument/2006/relationships/customXml" Target="../ink/ink1107.xml"/><Relationship Id="rId309" Type="http://schemas.openxmlformats.org/officeDocument/2006/relationships/customXml" Target="../ink/ink1114.xml"/><Relationship Id="rId27" Type="http://schemas.openxmlformats.org/officeDocument/2006/relationships/customXml" Target="../ink/ink973.xml"/><Relationship Id="rId48" Type="http://schemas.openxmlformats.org/officeDocument/2006/relationships/image" Target="../media/image46.png"/><Relationship Id="rId69" Type="http://schemas.openxmlformats.org/officeDocument/2006/relationships/customXml" Target="../ink/ink994.xml"/><Relationship Id="rId113" Type="http://schemas.openxmlformats.org/officeDocument/2006/relationships/customXml" Target="../ink/ink1016.xml"/><Relationship Id="rId134" Type="http://schemas.openxmlformats.org/officeDocument/2006/relationships/image" Target="../media/image89.png"/><Relationship Id="rId80" Type="http://schemas.openxmlformats.org/officeDocument/2006/relationships/image" Target="../media/image62.png"/><Relationship Id="rId155" Type="http://schemas.openxmlformats.org/officeDocument/2006/relationships/customXml" Target="../ink/ink1037.xml"/><Relationship Id="rId176" Type="http://schemas.openxmlformats.org/officeDocument/2006/relationships/image" Target="../media/image297.png"/><Relationship Id="rId197" Type="http://schemas.openxmlformats.org/officeDocument/2006/relationships/customXml" Target="../ink/ink1058.xml"/><Relationship Id="rId201" Type="http://schemas.openxmlformats.org/officeDocument/2006/relationships/customXml" Target="../ink/ink1060.xml"/><Relationship Id="rId222" Type="http://schemas.openxmlformats.org/officeDocument/2006/relationships/image" Target="../media/image320.png"/><Relationship Id="rId243" Type="http://schemas.openxmlformats.org/officeDocument/2006/relationships/customXml" Target="../ink/ink1081.xml"/><Relationship Id="rId264" Type="http://schemas.openxmlformats.org/officeDocument/2006/relationships/image" Target="../media/image341.png"/><Relationship Id="rId285" Type="http://schemas.openxmlformats.org/officeDocument/2006/relationships/customXml" Target="../ink/ink1102.xml"/><Relationship Id="rId17" Type="http://schemas.openxmlformats.org/officeDocument/2006/relationships/customXml" Target="../ink/ink968.xml"/><Relationship Id="rId38" Type="http://schemas.openxmlformats.org/officeDocument/2006/relationships/image" Target="../media/image41.png"/><Relationship Id="rId59" Type="http://schemas.openxmlformats.org/officeDocument/2006/relationships/customXml" Target="../ink/ink989.xml"/><Relationship Id="rId103" Type="http://schemas.openxmlformats.org/officeDocument/2006/relationships/customXml" Target="../ink/ink1011.xml"/><Relationship Id="rId124" Type="http://schemas.openxmlformats.org/officeDocument/2006/relationships/image" Target="../media/image84.png"/><Relationship Id="rId310" Type="http://schemas.openxmlformats.org/officeDocument/2006/relationships/image" Target="../media/image364.png"/><Relationship Id="rId70" Type="http://schemas.openxmlformats.org/officeDocument/2006/relationships/image" Target="../media/image57.png"/><Relationship Id="rId91" Type="http://schemas.openxmlformats.org/officeDocument/2006/relationships/customXml" Target="../ink/ink1005.xml"/><Relationship Id="rId145" Type="http://schemas.openxmlformats.org/officeDocument/2006/relationships/customXml" Target="../ink/ink1032.xml"/><Relationship Id="rId166" Type="http://schemas.openxmlformats.org/officeDocument/2006/relationships/image" Target="../media/image292.png"/><Relationship Id="rId187" Type="http://schemas.openxmlformats.org/officeDocument/2006/relationships/customXml" Target="../ink/ink1053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315.png"/><Relationship Id="rId233" Type="http://schemas.openxmlformats.org/officeDocument/2006/relationships/customXml" Target="../ink/ink1076.xml"/><Relationship Id="rId254" Type="http://schemas.openxmlformats.org/officeDocument/2006/relationships/image" Target="../media/image336.png"/><Relationship Id="rId28" Type="http://schemas.openxmlformats.org/officeDocument/2006/relationships/image" Target="../media/image36.png"/><Relationship Id="rId49" Type="http://schemas.openxmlformats.org/officeDocument/2006/relationships/customXml" Target="../ink/ink984.xml"/><Relationship Id="rId114" Type="http://schemas.openxmlformats.org/officeDocument/2006/relationships/image" Target="../media/image79.png"/><Relationship Id="rId275" Type="http://schemas.openxmlformats.org/officeDocument/2006/relationships/customXml" Target="../ink/ink1097.xml"/><Relationship Id="rId296" Type="http://schemas.openxmlformats.org/officeDocument/2006/relationships/image" Target="../media/image357.png"/><Relationship Id="rId300" Type="http://schemas.openxmlformats.org/officeDocument/2006/relationships/image" Target="../media/image359.png"/><Relationship Id="rId60" Type="http://schemas.openxmlformats.org/officeDocument/2006/relationships/image" Target="../media/image52.png"/><Relationship Id="rId81" Type="http://schemas.openxmlformats.org/officeDocument/2006/relationships/customXml" Target="../ink/ink1000.xml"/><Relationship Id="rId135" Type="http://schemas.openxmlformats.org/officeDocument/2006/relationships/customXml" Target="../ink/ink1027.xml"/><Relationship Id="rId156" Type="http://schemas.openxmlformats.org/officeDocument/2006/relationships/image" Target="../media/image100.png"/><Relationship Id="rId177" Type="http://schemas.openxmlformats.org/officeDocument/2006/relationships/customXml" Target="../ink/ink1048.xml"/><Relationship Id="rId198" Type="http://schemas.openxmlformats.org/officeDocument/2006/relationships/image" Target="../media/image308.png"/><Relationship Id="rId202" Type="http://schemas.openxmlformats.org/officeDocument/2006/relationships/image" Target="../media/image310.png"/><Relationship Id="rId223" Type="http://schemas.openxmlformats.org/officeDocument/2006/relationships/customXml" Target="../ink/ink1071.xml"/><Relationship Id="rId244" Type="http://schemas.openxmlformats.org/officeDocument/2006/relationships/image" Target="../media/image331.png"/><Relationship Id="rId18" Type="http://schemas.openxmlformats.org/officeDocument/2006/relationships/image" Target="../media/image31.png"/><Relationship Id="rId39" Type="http://schemas.openxmlformats.org/officeDocument/2006/relationships/customXml" Target="../ink/ink979.xml"/><Relationship Id="rId265" Type="http://schemas.openxmlformats.org/officeDocument/2006/relationships/customXml" Target="../ink/ink1092.xml"/><Relationship Id="rId286" Type="http://schemas.openxmlformats.org/officeDocument/2006/relationships/image" Target="../media/image352.png"/><Relationship Id="rId50" Type="http://schemas.openxmlformats.org/officeDocument/2006/relationships/image" Target="../media/image47.png"/><Relationship Id="rId104" Type="http://schemas.openxmlformats.org/officeDocument/2006/relationships/image" Target="../media/image74.png"/><Relationship Id="rId125" Type="http://schemas.openxmlformats.org/officeDocument/2006/relationships/customXml" Target="../ink/ink1022.xml"/><Relationship Id="rId146" Type="http://schemas.openxmlformats.org/officeDocument/2006/relationships/image" Target="../media/image95.png"/><Relationship Id="rId167" Type="http://schemas.openxmlformats.org/officeDocument/2006/relationships/customXml" Target="../ink/ink1043.xml"/><Relationship Id="rId188" Type="http://schemas.openxmlformats.org/officeDocument/2006/relationships/image" Target="../media/image303.png"/><Relationship Id="rId311" Type="http://schemas.openxmlformats.org/officeDocument/2006/relationships/customXml" Target="../ink/ink1115.xml"/><Relationship Id="rId71" Type="http://schemas.openxmlformats.org/officeDocument/2006/relationships/customXml" Target="../ink/ink995.xml"/><Relationship Id="rId92" Type="http://schemas.openxmlformats.org/officeDocument/2006/relationships/image" Target="../media/image68.png"/><Relationship Id="rId213" Type="http://schemas.openxmlformats.org/officeDocument/2006/relationships/customXml" Target="../ink/ink1066.xml"/><Relationship Id="rId234" Type="http://schemas.openxmlformats.org/officeDocument/2006/relationships/image" Target="../media/image326.png"/><Relationship Id="rId2" Type="http://schemas.openxmlformats.org/officeDocument/2006/relationships/image" Target="../media/image10.png"/><Relationship Id="rId29" Type="http://schemas.openxmlformats.org/officeDocument/2006/relationships/customXml" Target="../ink/ink974.xml"/><Relationship Id="rId255" Type="http://schemas.openxmlformats.org/officeDocument/2006/relationships/customXml" Target="../ink/ink1087.xml"/><Relationship Id="rId276" Type="http://schemas.openxmlformats.org/officeDocument/2006/relationships/image" Target="../media/image347.png"/><Relationship Id="rId297" Type="http://schemas.openxmlformats.org/officeDocument/2006/relationships/customXml" Target="../ink/ink1108.xml"/><Relationship Id="rId40" Type="http://schemas.openxmlformats.org/officeDocument/2006/relationships/image" Target="../media/image42.png"/><Relationship Id="rId115" Type="http://schemas.openxmlformats.org/officeDocument/2006/relationships/customXml" Target="../ink/ink1017.xml"/><Relationship Id="rId136" Type="http://schemas.openxmlformats.org/officeDocument/2006/relationships/image" Target="../media/image90.png"/><Relationship Id="rId157" Type="http://schemas.openxmlformats.org/officeDocument/2006/relationships/customXml" Target="../ink/ink1038.xml"/><Relationship Id="rId178" Type="http://schemas.openxmlformats.org/officeDocument/2006/relationships/image" Target="../media/image298.png"/><Relationship Id="rId301" Type="http://schemas.openxmlformats.org/officeDocument/2006/relationships/customXml" Target="../ink/ink1110.xml"/><Relationship Id="rId61" Type="http://schemas.openxmlformats.org/officeDocument/2006/relationships/customXml" Target="../ink/ink990.xml"/><Relationship Id="rId82" Type="http://schemas.openxmlformats.org/officeDocument/2006/relationships/image" Target="../media/image63.png"/><Relationship Id="rId199" Type="http://schemas.openxmlformats.org/officeDocument/2006/relationships/customXml" Target="../ink/ink1059.xml"/><Relationship Id="rId203" Type="http://schemas.openxmlformats.org/officeDocument/2006/relationships/customXml" Target="../ink/ink1061.xml"/><Relationship Id="rId19" Type="http://schemas.openxmlformats.org/officeDocument/2006/relationships/customXml" Target="../ink/ink969.xml"/><Relationship Id="rId224" Type="http://schemas.openxmlformats.org/officeDocument/2006/relationships/image" Target="../media/image321.png"/><Relationship Id="rId245" Type="http://schemas.openxmlformats.org/officeDocument/2006/relationships/customXml" Target="../ink/ink1082.xml"/><Relationship Id="rId266" Type="http://schemas.openxmlformats.org/officeDocument/2006/relationships/image" Target="../media/image342.png"/><Relationship Id="rId287" Type="http://schemas.openxmlformats.org/officeDocument/2006/relationships/customXml" Target="../ink/ink1103.xml"/><Relationship Id="rId30" Type="http://schemas.openxmlformats.org/officeDocument/2006/relationships/image" Target="../media/image37.png"/><Relationship Id="rId105" Type="http://schemas.openxmlformats.org/officeDocument/2006/relationships/customXml" Target="../ink/ink1012.xml"/><Relationship Id="rId126" Type="http://schemas.openxmlformats.org/officeDocument/2006/relationships/image" Target="../media/image85.png"/><Relationship Id="rId147" Type="http://schemas.openxmlformats.org/officeDocument/2006/relationships/customXml" Target="../ink/ink1033.xml"/><Relationship Id="rId168" Type="http://schemas.openxmlformats.org/officeDocument/2006/relationships/image" Target="../media/image293.png"/><Relationship Id="rId312" Type="http://schemas.openxmlformats.org/officeDocument/2006/relationships/image" Target="../media/image365.png"/><Relationship Id="rId51" Type="http://schemas.openxmlformats.org/officeDocument/2006/relationships/customXml" Target="../ink/ink985.xml"/><Relationship Id="rId72" Type="http://schemas.openxmlformats.org/officeDocument/2006/relationships/image" Target="../media/image58.png"/><Relationship Id="rId93" Type="http://schemas.openxmlformats.org/officeDocument/2006/relationships/customXml" Target="../ink/ink1006.xml"/><Relationship Id="rId189" Type="http://schemas.openxmlformats.org/officeDocument/2006/relationships/customXml" Target="../ink/ink1054.xml"/><Relationship Id="rId3" Type="http://schemas.openxmlformats.org/officeDocument/2006/relationships/customXml" Target="../ink/ink961.xml"/><Relationship Id="rId214" Type="http://schemas.openxmlformats.org/officeDocument/2006/relationships/image" Target="../media/image316.png"/><Relationship Id="rId235" Type="http://schemas.openxmlformats.org/officeDocument/2006/relationships/customXml" Target="../ink/ink1077.xml"/><Relationship Id="rId256" Type="http://schemas.openxmlformats.org/officeDocument/2006/relationships/image" Target="../media/image337.png"/><Relationship Id="rId277" Type="http://schemas.openxmlformats.org/officeDocument/2006/relationships/customXml" Target="../ink/ink1098.xml"/><Relationship Id="rId298" Type="http://schemas.openxmlformats.org/officeDocument/2006/relationships/image" Target="../media/image358.png"/><Relationship Id="rId116" Type="http://schemas.openxmlformats.org/officeDocument/2006/relationships/image" Target="../media/image80.png"/><Relationship Id="rId137" Type="http://schemas.openxmlformats.org/officeDocument/2006/relationships/customXml" Target="../ink/ink1028.xml"/><Relationship Id="rId158" Type="http://schemas.openxmlformats.org/officeDocument/2006/relationships/image" Target="../media/image101.png"/><Relationship Id="rId302" Type="http://schemas.openxmlformats.org/officeDocument/2006/relationships/image" Target="../media/image360.png"/><Relationship Id="rId20" Type="http://schemas.openxmlformats.org/officeDocument/2006/relationships/image" Target="../media/image32.png"/><Relationship Id="rId41" Type="http://schemas.openxmlformats.org/officeDocument/2006/relationships/customXml" Target="../ink/ink980.xml"/><Relationship Id="rId62" Type="http://schemas.openxmlformats.org/officeDocument/2006/relationships/image" Target="../media/image53.png"/><Relationship Id="rId83" Type="http://schemas.openxmlformats.org/officeDocument/2006/relationships/customXml" Target="../ink/ink1001.xml"/><Relationship Id="rId179" Type="http://schemas.openxmlformats.org/officeDocument/2006/relationships/customXml" Target="../ink/ink1049.xml"/><Relationship Id="rId190" Type="http://schemas.openxmlformats.org/officeDocument/2006/relationships/image" Target="../media/image304.png"/><Relationship Id="rId204" Type="http://schemas.openxmlformats.org/officeDocument/2006/relationships/image" Target="../media/image311.png"/><Relationship Id="rId225" Type="http://schemas.openxmlformats.org/officeDocument/2006/relationships/customXml" Target="../ink/ink1072.xml"/><Relationship Id="rId246" Type="http://schemas.openxmlformats.org/officeDocument/2006/relationships/image" Target="../media/image332.png"/><Relationship Id="rId267" Type="http://schemas.openxmlformats.org/officeDocument/2006/relationships/customXml" Target="../ink/ink1093.xml"/><Relationship Id="rId288" Type="http://schemas.openxmlformats.org/officeDocument/2006/relationships/image" Target="../media/image353.png"/><Relationship Id="rId106" Type="http://schemas.openxmlformats.org/officeDocument/2006/relationships/image" Target="../media/image75.png"/><Relationship Id="rId127" Type="http://schemas.openxmlformats.org/officeDocument/2006/relationships/customXml" Target="../ink/ink1023.xml"/><Relationship Id="rId313" Type="http://schemas.openxmlformats.org/officeDocument/2006/relationships/customXml" Target="../ink/ink1116.xml"/><Relationship Id="rId10" Type="http://schemas.openxmlformats.org/officeDocument/2006/relationships/image" Target="../media/image27.png"/><Relationship Id="rId31" Type="http://schemas.openxmlformats.org/officeDocument/2006/relationships/customXml" Target="../ink/ink975.xml"/><Relationship Id="rId52" Type="http://schemas.openxmlformats.org/officeDocument/2006/relationships/image" Target="../media/image48.png"/><Relationship Id="rId73" Type="http://schemas.openxmlformats.org/officeDocument/2006/relationships/customXml" Target="../ink/ink996.xml"/><Relationship Id="rId94" Type="http://schemas.openxmlformats.org/officeDocument/2006/relationships/image" Target="../media/image69.png"/><Relationship Id="rId148" Type="http://schemas.openxmlformats.org/officeDocument/2006/relationships/image" Target="../media/image96.png"/><Relationship Id="rId169" Type="http://schemas.openxmlformats.org/officeDocument/2006/relationships/customXml" Target="../ink/ink1044.xml"/><Relationship Id="rId4" Type="http://schemas.openxmlformats.org/officeDocument/2006/relationships/image" Target="../media/image24.png"/><Relationship Id="rId180" Type="http://schemas.openxmlformats.org/officeDocument/2006/relationships/image" Target="../media/image299.png"/><Relationship Id="rId215" Type="http://schemas.openxmlformats.org/officeDocument/2006/relationships/customXml" Target="../ink/ink1067.xml"/><Relationship Id="rId236" Type="http://schemas.openxmlformats.org/officeDocument/2006/relationships/image" Target="../media/image327.png"/><Relationship Id="rId257" Type="http://schemas.openxmlformats.org/officeDocument/2006/relationships/customXml" Target="../ink/ink1088.xml"/><Relationship Id="rId278" Type="http://schemas.openxmlformats.org/officeDocument/2006/relationships/image" Target="../media/image348.png"/><Relationship Id="rId303" Type="http://schemas.openxmlformats.org/officeDocument/2006/relationships/customXml" Target="../ink/ink1111.xml"/><Relationship Id="rId42" Type="http://schemas.openxmlformats.org/officeDocument/2006/relationships/image" Target="../media/image43.png"/><Relationship Id="rId84" Type="http://schemas.openxmlformats.org/officeDocument/2006/relationships/image" Target="../media/image64.png"/><Relationship Id="rId138" Type="http://schemas.openxmlformats.org/officeDocument/2006/relationships/image" Target="../media/image91.png"/><Relationship Id="rId191" Type="http://schemas.openxmlformats.org/officeDocument/2006/relationships/customXml" Target="../ink/ink1055.xml"/><Relationship Id="rId205" Type="http://schemas.openxmlformats.org/officeDocument/2006/relationships/customXml" Target="../ink/ink1062.xml"/><Relationship Id="rId247" Type="http://schemas.openxmlformats.org/officeDocument/2006/relationships/customXml" Target="../ink/ink1083.xml"/><Relationship Id="rId107" Type="http://schemas.openxmlformats.org/officeDocument/2006/relationships/customXml" Target="../ink/ink1013.xml"/><Relationship Id="rId289" Type="http://schemas.openxmlformats.org/officeDocument/2006/relationships/customXml" Target="../ink/ink1104.xml"/><Relationship Id="rId11" Type="http://schemas.openxmlformats.org/officeDocument/2006/relationships/customXml" Target="../ink/ink965.xml"/><Relationship Id="rId53" Type="http://schemas.openxmlformats.org/officeDocument/2006/relationships/customXml" Target="../ink/ink986.xml"/><Relationship Id="rId149" Type="http://schemas.openxmlformats.org/officeDocument/2006/relationships/customXml" Target="../ink/ink1034.xml"/><Relationship Id="rId314" Type="http://schemas.openxmlformats.org/officeDocument/2006/relationships/image" Target="../media/image366.png"/><Relationship Id="rId95" Type="http://schemas.openxmlformats.org/officeDocument/2006/relationships/customXml" Target="../ink/ink1007.xml"/><Relationship Id="rId160" Type="http://schemas.openxmlformats.org/officeDocument/2006/relationships/image" Target="../media/image102.png"/><Relationship Id="rId216" Type="http://schemas.openxmlformats.org/officeDocument/2006/relationships/image" Target="../media/image317.png"/><Relationship Id="rId258" Type="http://schemas.openxmlformats.org/officeDocument/2006/relationships/image" Target="../media/image338.png"/><Relationship Id="rId22" Type="http://schemas.openxmlformats.org/officeDocument/2006/relationships/image" Target="../media/image33.png"/><Relationship Id="rId64" Type="http://schemas.openxmlformats.org/officeDocument/2006/relationships/image" Target="../media/image54.png"/><Relationship Id="rId118" Type="http://schemas.openxmlformats.org/officeDocument/2006/relationships/image" Target="../media/image81.png"/><Relationship Id="rId171" Type="http://schemas.openxmlformats.org/officeDocument/2006/relationships/customXml" Target="../ink/ink1045.xml"/><Relationship Id="rId227" Type="http://schemas.openxmlformats.org/officeDocument/2006/relationships/customXml" Target="../ink/ink1073.xml"/><Relationship Id="rId269" Type="http://schemas.openxmlformats.org/officeDocument/2006/relationships/customXml" Target="../ink/ink1094.xml"/><Relationship Id="rId33" Type="http://schemas.openxmlformats.org/officeDocument/2006/relationships/customXml" Target="../ink/ink976.xml"/><Relationship Id="rId129" Type="http://schemas.openxmlformats.org/officeDocument/2006/relationships/customXml" Target="../ink/ink1024.xml"/><Relationship Id="rId280" Type="http://schemas.openxmlformats.org/officeDocument/2006/relationships/image" Target="../media/image349.png"/><Relationship Id="rId75" Type="http://schemas.openxmlformats.org/officeDocument/2006/relationships/customXml" Target="../ink/ink997.xml"/><Relationship Id="rId140" Type="http://schemas.openxmlformats.org/officeDocument/2006/relationships/image" Target="../media/image92.png"/><Relationship Id="rId182" Type="http://schemas.openxmlformats.org/officeDocument/2006/relationships/image" Target="../media/image300.png"/><Relationship Id="rId6" Type="http://schemas.openxmlformats.org/officeDocument/2006/relationships/image" Target="../media/image25.png"/><Relationship Id="rId238" Type="http://schemas.openxmlformats.org/officeDocument/2006/relationships/image" Target="../media/image328.png"/><Relationship Id="rId291" Type="http://schemas.openxmlformats.org/officeDocument/2006/relationships/customXml" Target="../ink/ink1105.xml"/><Relationship Id="rId305" Type="http://schemas.openxmlformats.org/officeDocument/2006/relationships/customXml" Target="../ink/ink1112.xml"/><Relationship Id="rId44" Type="http://schemas.openxmlformats.org/officeDocument/2006/relationships/image" Target="../media/image44.png"/><Relationship Id="rId86" Type="http://schemas.openxmlformats.org/officeDocument/2006/relationships/image" Target="../media/image65.png"/><Relationship Id="rId151" Type="http://schemas.openxmlformats.org/officeDocument/2006/relationships/customXml" Target="../ink/ink1035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75.xml"/><Relationship Id="rId21" Type="http://schemas.openxmlformats.org/officeDocument/2006/relationships/customXml" Target="../ink/ink1127.xml"/><Relationship Id="rId324" Type="http://schemas.openxmlformats.org/officeDocument/2006/relationships/image" Target="../media/image382.png"/><Relationship Id="rId531" Type="http://schemas.openxmlformats.org/officeDocument/2006/relationships/customXml" Target="../ink/ink1382.xml"/><Relationship Id="rId170" Type="http://schemas.openxmlformats.org/officeDocument/2006/relationships/image" Target="../media/image294.png"/><Relationship Id="rId268" Type="http://schemas.openxmlformats.org/officeDocument/2006/relationships/image" Target="../media/image343.png"/><Relationship Id="rId475" Type="http://schemas.openxmlformats.org/officeDocument/2006/relationships/customXml" Target="../ink/ink1354.xml"/><Relationship Id="rId32" Type="http://schemas.openxmlformats.org/officeDocument/2006/relationships/image" Target="../media/image38.png"/><Relationship Id="rId128" Type="http://schemas.openxmlformats.org/officeDocument/2006/relationships/image" Target="../media/image86.png"/><Relationship Id="rId335" Type="http://schemas.openxmlformats.org/officeDocument/2006/relationships/customXml" Target="../ink/ink1284.xml"/><Relationship Id="rId542" Type="http://schemas.openxmlformats.org/officeDocument/2006/relationships/image" Target="../media/image491.png"/><Relationship Id="rId181" Type="http://schemas.openxmlformats.org/officeDocument/2006/relationships/customXml" Target="../ink/ink1207.xml"/><Relationship Id="rId402" Type="http://schemas.openxmlformats.org/officeDocument/2006/relationships/image" Target="../media/image421.png"/><Relationship Id="rId279" Type="http://schemas.openxmlformats.org/officeDocument/2006/relationships/customXml" Target="../ink/ink1256.xml"/><Relationship Id="rId486" Type="http://schemas.openxmlformats.org/officeDocument/2006/relationships/image" Target="../media/image463.png"/><Relationship Id="rId43" Type="http://schemas.openxmlformats.org/officeDocument/2006/relationships/customXml" Target="../ink/ink1138.xml"/><Relationship Id="rId139" Type="http://schemas.openxmlformats.org/officeDocument/2006/relationships/customXml" Target="../ink/ink1186.xml"/><Relationship Id="rId346" Type="http://schemas.openxmlformats.org/officeDocument/2006/relationships/image" Target="../media/image393.png"/><Relationship Id="rId553" Type="http://schemas.openxmlformats.org/officeDocument/2006/relationships/customXml" Target="../ink/ink1393.xml"/><Relationship Id="rId192" Type="http://schemas.openxmlformats.org/officeDocument/2006/relationships/image" Target="../media/image305.png"/><Relationship Id="rId206" Type="http://schemas.openxmlformats.org/officeDocument/2006/relationships/image" Target="../media/image312.png"/><Relationship Id="rId413" Type="http://schemas.openxmlformats.org/officeDocument/2006/relationships/customXml" Target="../ink/ink1323.xml"/><Relationship Id="rId497" Type="http://schemas.openxmlformats.org/officeDocument/2006/relationships/customXml" Target="../ink/ink1365.xml"/><Relationship Id="rId357" Type="http://schemas.openxmlformats.org/officeDocument/2006/relationships/customXml" Target="../ink/ink1295.xml"/><Relationship Id="rId54" Type="http://schemas.openxmlformats.org/officeDocument/2006/relationships/image" Target="../media/image49.png"/><Relationship Id="rId217" Type="http://schemas.openxmlformats.org/officeDocument/2006/relationships/customXml" Target="../ink/ink1225.xml"/><Relationship Id="rId564" Type="http://schemas.openxmlformats.org/officeDocument/2006/relationships/image" Target="../media/image502.png"/><Relationship Id="rId424" Type="http://schemas.openxmlformats.org/officeDocument/2006/relationships/image" Target="../media/image432.png"/><Relationship Id="rId270" Type="http://schemas.openxmlformats.org/officeDocument/2006/relationships/image" Target="../media/image344.png"/><Relationship Id="rId65" Type="http://schemas.openxmlformats.org/officeDocument/2006/relationships/customXml" Target="../ink/ink1149.xml"/><Relationship Id="rId130" Type="http://schemas.openxmlformats.org/officeDocument/2006/relationships/image" Target="../media/image87.png"/><Relationship Id="rId368" Type="http://schemas.openxmlformats.org/officeDocument/2006/relationships/image" Target="../media/image404.png"/><Relationship Id="rId575" Type="http://schemas.openxmlformats.org/officeDocument/2006/relationships/customXml" Target="../ink/ink1404.xml"/><Relationship Id="rId228" Type="http://schemas.openxmlformats.org/officeDocument/2006/relationships/image" Target="../media/image323.png"/><Relationship Id="rId435" Type="http://schemas.openxmlformats.org/officeDocument/2006/relationships/customXml" Target="../ink/ink1334.xml"/><Relationship Id="rId281" Type="http://schemas.openxmlformats.org/officeDocument/2006/relationships/customXml" Target="../ink/ink1257.xml"/><Relationship Id="rId502" Type="http://schemas.openxmlformats.org/officeDocument/2006/relationships/image" Target="../media/image471.png"/><Relationship Id="rId76" Type="http://schemas.openxmlformats.org/officeDocument/2006/relationships/image" Target="../media/image60.png"/><Relationship Id="rId141" Type="http://schemas.openxmlformats.org/officeDocument/2006/relationships/customXml" Target="../ink/ink1187.xml"/><Relationship Id="rId379" Type="http://schemas.openxmlformats.org/officeDocument/2006/relationships/customXml" Target="../ink/ink1306.xml"/><Relationship Id="rId586" Type="http://schemas.openxmlformats.org/officeDocument/2006/relationships/image" Target="../media/image513.png"/><Relationship Id="rId7" Type="http://schemas.openxmlformats.org/officeDocument/2006/relationships/customXml" Target="../ink/ink1120.xml"/><Relationship Id="rId239" Type="http://schemas.openxmlformats.org/officeDocument/2006/relationships/customXml" Target="../ink/ink1236.xml"/><Relationship Id="rId446" Type="http://schemas.openxmlformats.org/officeDocument/2006/relationships/image" Target="../media/image443.png"/><Relationship Id="rId292" Type="http://schemas.openxmlformats.org/officeDocument/2006/relationships/image" Target="../media/image358.png"/><Relationship Id="rId306" Type="http://schemas.openxmlformats.org/officeDocument/2006/relationships/image" Target="../media/image373.png"/><Relationship Id="rId87" Type="http://schemas.openxmlformats.org/officeDocument/2006/relationships/customXml" Target="../ink/ink1160.xml"/><Relationship Id="rId513" Type="http://schemas.openxmlformats.org/officeDocument/2006/relationships/customXml" Target="../ink/ink1373.xml"/><Relationship Id="rId597" Type="http://schemas.openxmlformats.org/officeDocument/2006/relationships/customXml" Target="../ink/ink1415.xml"/><Relationship Id="rId152" Type="http://schemas.openxmlformats.org/officeDocument/2006/relationships/image" Target="../media/image98.png"/><Relationship Id="rId457" Type="http://schemas.openxmlformats.org/officeDocument/2006/relationships/customXml" Target="../ink/ink1345.xml"/><Relationship Id="rId14" Type="http://schemas.openxmlformats.org/officeDocument/2006/relationships/image" Target="../media/image29.png"/><Relationship Id="rId317" Type="http://schemas.openxmlformats.org/officeDocument/2006/relationships/customXml" Target="../ink/ink1275.xml"/><Relationship Id="rId524" Type="http://schemas.openxmlformats.org/officeDocument/2006/relationships/image" Target="../media/image482.png"/><Relationship Id="rId98" Type="http://schemas.openxmlformats.org/officeDocument/2006/relationships/image" Target="../media/image71.png"/><Relationship Id="rId163" Type="http://schemas.openxmlformats.org/officeDocument/2006/relationships/customXml" Target="../ink/ink1198.xml"/><Relationship Id="rId370" Type="http://schemas.openxmlformats.org/officeDocument/2006/relationships/image" Target="../media/image405.png"/><Relationship Id="rId230" Type="http://schemas.openxmlformats.org/officeDocument/2006/relationships/image" Target="../media/image324.png"/><Relationship Id="rId468" Type="http://schemas.openxmlformats.org/officeDocument/2006/relationships/image" Target="../media/image454.png"/><Relationship Id="rId25" Type="http://schemas.openxmlformats.org/officeDocument/2006/relationships/customXml" Target="../ink/ink1129.xml"/><Relationship Id="rId328" Type="http://schemas.openxmlformats.org/officeDocument/2006/relationships/image" Target="../media/image384.png"/><Relationship Id="rId535" Type="http://schemas.openxmlformats.org/officeDocument/2006/relationships/customXml" Target="../ink/ink1384.xml"/><Relationship Id="rId132" Type="http://schemas.openxmlformats.org/officeDocument/2006/relationships/image" Target="../media/image88.png"/><Relationship Id="rId174" Type="http://schemas.openxmlformats.org/officeDocument/2006/relationships/image" Target="../media/image296.png"/><Relationship Id="rId381" Type="http://schemas.openxmlformats.org/officeDocument/2006/relationships/customXml" Target="../ink/ink1307.xml"/><Relationship Id="rId602" Type="http://schemas.openxmlformats.org/officeDocument/2006/relationships/image" Target="../media/image521.png"/><Relationship Id="rId241" Type="http://schemas.openxmlformats.org/officeDocument/2006/relationships/customXml" Target="../ink/ink1237.xml"/><Relationship Id="rId437" Type="http://schemas.openxmlformats.org/officeDocument/2006/relationships/customXml" Target="../ink/ink1335.xml"/><Relationship Id="rId479" Type="http://schemas.openxmlformats.org/officeDocument/2006/relationships/customXml" Target="../ink/ink1356.xml"/><Relationship Id="rId36" Type="http://schemas.openxmlformats.org/officeDocument/2006/relationships/image" Target="../media/image40.png"/><Relationship Id="rId283" Type="http://schemas.openxmlformats.org/officeDocument/2006/relationships/customXml" Target="../ink/ink1258.xml"/><Relationship Id="rId339" Type="http://schemas.openxmlformats.org/officeDocument/2006/relationships/customXml" Target="../ink/ink1286.xml"/><Relationship Id="rId490" Type="http://schemas.openxmlformats.org/officeDocument/2006/relationships/image" Target="../media/image465.png"/><Relationship Id="rId504" Type="http://schemas.openxmlformats.org/officeDocument/2006/relationships/image" Target="../media/image472.png"/><Relationship Id="rId546" Type="http://schemas.openxmlformats.org/officeDocument/2006/relationships/image" Target="../media/image493.png"/><Relationship Id="rId78" Type="http://schemas.openxmlformats.org/officeDocument/2006/relationships/image" Target="../media/image61.png"/><Relationship Id="rId101" Type="http://schemas.openxmlformats.org/officeDocument/2006/relationships/customXml" Target="../ink/ink1167.xml"/><Relationship Id="rId143" Type="http://schemas.openxmlformats.org/officeDocument/2006/relationships/customXml" Target="../ink/ink1188.xml"/><Relationship Id="rId185" Type="http://schemas.openxmlformats.org/officeDocument/2006/relationships/customXml" Target="../ink/ink1209.xml"/><Relationship Id="rId350" Type="http://schemas.openxmlformats.org/officeDocument/2006/relationships/image" Target="../media/image395.png"/><Relationship Id="rId406" Type="http://schemas.openxmlformats.org/officeDocument/2006/relationships/image" Target="../media/image423.png"/><Relationship Id="rId588" Type="http://schemas.openxmlformats.org/officeDocument/2006/relationships/image" Target="../media/image514.png"/><Relationship Id="rId9" Type="http://schemas.openxmlformats.org/officeDocument/2006/relationships/customXml" Target="../ink/ink1121.xml"/><Relationship Id="rId210" Type="http://schemas.openxmlformats.org/officeDocument/2006/relationships/image" Target="../media/image314.png"/><Relationship Id="rId392" Type="http://schemas.openxmlformats.org/officeDocument/2006/relationships/image" Target="../media/image416.png"/><Relationship Id="rId448" Type="http://schemas.openxmlformats.org/officeDocument/2006/relationships/image" Target="../media/image444.png"/><Relationship Id="rId613" Type="http://schemas.openxmlformats.org/officeDocument/2006/relationships/customXml" Target="../ink/ink1423.xml"/><Relationship Id="rId252" Type="http://schemas.openxmlformats.org/officeDocument/2006/relationships/image" Target="../media/image335.png"/><Relationship Id="rId294" Type="http://schemas.openxmlformats.org/officeDocument/2006/relationships/image" Target="../media/image359.png"/><Relationship Id="rId308" Type="http://schemas.openxmlformats.org/officeDocument/2006/relationships/image" Target="../media/image374.png"/><Relationship Id="rId515" Type="http://schemas.openxmlformats.org/officeDocument/2006/relationships/customXml" Target="../ink/ink1374.xml"/><Relationship Id="rId47" Type="http://schemas.openxmlformats.org/officeDocument/2006/relationships/customXml" Target="../ink/ink1140.xml"/><Relationship Id="rId89" Type="http://schemas.openxmlformats.org/officeDocument/2006/relationships/customXml" Target="../ink/ink1161.xml"/><Relationship Id="rId112" Type="http://schemas.openxmlformats.org/officeDocument/2006/relationships/image" Target="../media/image78.png"/><Relationship Id="rId154" Type="http://schemas.openxmlformats.org/officeDocument/2006/relationships/image" Target="../media/image99.png"/><Relationship Id="rId361" Type="http://schemas.openxmlformats.org/officeDocument/2006/relationships/customXml" Target="../ink/ink1297.xml"/><Relationship Id="rId557" Type="http://schemas.openxmlformats.org/officeDocument/2006/relationships/customXml" Target="../ink/ink1395.xml"/><Relationship Id="rId599" Type="http://schemas.openxmlformats.org/officeDocument/2006/relationships/customXml" Target="../ink/ink1416.xml"/><Relationship Id="rId196" Type="http://schemas.openxmlformats.org/officeDocument/2006/relationships/image" Target="../media/image307.png"/><Relationship Id="rId417" Type="http://schemas.openxmlformats.org/officeDocument/2006/relationships/customXml" Target="../ink/ink1325.xml"/><Relationship Id="rId459" Type="http://schemas.openxmlformats.org/officeDocument/2006/relationships/customXml" Target="../ink/ink1346.xml"/><Relationship Id="rId16" Type="http://schemas.openxmlformats.org/officeDocument/2006/relationships/image" Target="../media/image30.png"/><Relationship Id="rId221" Type="http://schemas.openxmlformats.org/officeDocument/2006/relationships/customXml" Target="../ink/ink1227.xml"/><Relationship Id="rId263" Type="http://schemas.openxmlformats.org/officeDocument/2006/relationships/customXml" Target="../ink/ink1248.xml"/><Relationship Id="rId319" Type="http://schemas.openxmlformats.org/officeDocument/2006/relationships/customXml" Target="../ink/ink1276.xml"/><Relationship Id="rId470" Type="http://schemas.openxmlformats.org/officeDocument/2006/relationships/image" Target="../media/image455.png"/><Relationship Id="rId526" Type="http://schemas.openxmlformats.org/officeDocument/2006/relationships/image" Target="../media/image483.png"/><Relationship Id="rId58" Type="http://schemas.openxmlformats.org/officeDocument/2006/relationships/image" Target="../media/image51.png"/><Relationship Id="rId123" Type="http://schemas.openxmlformats.org/officeDocument/2006/relationships/customXml" Target="../ink/ink1178.xml"/><Relationship Id="rId330" Type="http://schemas.openxmlformats.org/officeDocument/2006/relationships/image" Target="../media/image385.png"/><Relationship Id="rId568" Type="http://schemas.openxmlformats.org/officeDocument/2006/relationships/image" Target="../media/image504.png"/><Relationship Id="rId165" Type="http://schemas.openxmlformats.org/officeDocument/2006/relationships/customXml" Target="../ink/ink1199.xml"/><Relationship Id="rId372" Type="http://schemas.openxmlformats.org/officeDocument/2006/relationships/image" Target="../media/image406.png"/><Relationship Id="rId428" Type="http://schemas.openxmlformats.org/officeDocument/2006/relationships/image" Target="../media/image434.png"/><Relationship Id="rId232" Type="http://schemas.openxmlformats.org/officeDocument/2006/relationships/image" Target="../media/image325.png"/><Relationship Id="rId274" Type="http://schemas.openxmlformats.org/officeDocument/2006/relationships/image" Target="../media/image346.png"/><Relationship Id="rId481" Type="http://schemas.openxmlformats.org/officeDocument/2006/relationships/customXml" Target="../ink/ink1357.xml"/><Relationship Id="rId27" Type="http://schemas.openxmlformats.org/officeDocument/2006/relationships/customXml" Target="../ink/ink1130.xml"/><Relationship Id="rId69" Type="http://schemas.openxmlformats.org/officeDocument/2006/relationships/customXml" Target="../ink/ink1151.xml"/><Relationship Id="rId134" Type="http://schemas.openxmlformats.org/officeDocument/2006/relationships/image" Target="../media/image89.png"/><Relationship Id="rId537" Type="http://schemas.openxmlformats.org/officeDocument/2006/relationships/customXml" Target="../ink/ink1385.xml"/><Relationship Id="rId579" Type="http://schemas.openxmlformats.org/officeDocument/2006/relationships/customXml" Target="../ink/ink1406.xml"/><Relationship Id="rId80" Type="http://schemas.openxmlformats.org/officeDocument/2006/relationships/image" Target="../media/image62.png"/><Relationship Id="rId176" Type="http://schemas.openxmlformats.org/officeDocument/2006/relationships/image" Target="../media/image297.png"/><Relationship Id="rId341" Type="http://schemas.openxmlformats.org/officeDocument/2006/relationships/customXml" Target="../ink/ink1287.xml"/><Relationship Id="rId383" Type="http://schemas.openxmlformats.org/officeDocument/2006/relationships/customXml" Target="../ink/ink1308.xml"/><Relationship Id="rId439" Type="http://schemas.openxmlformats.org/officeDocument/2006/relationships/customXml" Target="../ink/ink1336.xml"/><Relationship Id="rId590" Type="http://schemas.openxmlformats.org/officeDocument/2006/relationships/image" Target="../media/image515.png"/><Relationship Id="rId604" Type="http://schemas.openxmlformats.org/officeDocument/2006/relationships/image" Target="../media/image522.png"/><Relationship Id="rId201" Type="http://schemas.openxmlformats.org/officeDocument/2006/relationships/customXml" Target="../ink/ink1217.xml"/><Relationship Id="rId243" Type="http://schemas.openxmlformats.org/officeDocument/2006/relationships/customXml" Target="../ink/ink1238.xml"/><Relationship Id="rId285" Type="http://schemas.openxmlformats.org/officeDocument/2006/relationships/customXml" Target="../ink/ink1259.xml"/><Relationship Id="rId450" Type="http://schemas.openxmlformats.org/officeDocument/2006/relationships/image" Target="../media/image445.png"/><Relationship Id="rId506" Type="http://schemas.openxmlformats.org/officeDocument/2006/relationships/image" Target="../media/image473.png"/><Relationship Id="rId38" Type="http://schemas.openxmlformats.org/officeDocument/2006/relationships/image" Target="../media/image41.png"/><Relationship Id="rId103" Type="http://schemas.openxmlformats.org/officeDocument/2006/relationships/customXml" Target="../ink/ink1168.xml"/><Relationship Id="rId310" Type="http://schemas.openxmlformats.org/officeDocument/2006/relationships/image" Target="../media/image375.png"/><Relationship Id="rId492" Type="http://schemas.openxmlformats.org/officeDocument/2006/relationships/image" Target="../media/image466.png"/><Relationship Id="rId548" Type="http://schemas.openxmlformats.org/officeDocument/2006/relationships/image" Target="../media/image494.png"/><Relationship Id="rId91" Type="http://schemas.openxmlformats.org/officeDocument/2006/relationships/customXml" Target="../ink/ink1162.xml"/><Relationship Id="rId145" Type="http://schemas.openxmlformats.org/officeDocument/2006/relationships/customXml" Target="../ink/ink1189.xml"/><Relationship Id="rId187" Type="http://schemas.openxmlformats.org/officeDocument/2006/relationships/customXml" Target="../ink/ink1210.xml"/><Relationship Id="rId352" Type="http://schemas.openxmlformats.org/officeDocument/2006/relationships/image" Target="../media/image396.png"/><Relationship Id="rId394" Type="http://schemas.openxmlformats.org/officeDocument/2006/relationships/image" Target="../media/image417.png"/><Relationship Id="rId408" Type="http://schemas.openxmlformats.org/officeDocument/2006/relationships/image" Target="../media/image424.png"/><Relationship Id="rId615" Type="http://schemas.openxmlformats.org/officeDocument/2006/relationships/customXml" Target="../ink/ink1424.xml"/><Relationship Id="rId212" Type="http://schemas.openxmlformats.org/officeDocument/2006/relationships/image" Target="../media/image315.png"/><Relationship Id="rId254" Type="http://schemas.openxmlformats.org/officeDocument/2006/relationships/image" Target="../media/image336.png"/><Relationship Id="rId49" Type="http://schemas.openxmlformats.org/officeDocument/2006/relationships/customXml" Target="../ink/ink1141.xml"/><Relationship Id="rId114" Type="http://schemas.openxmlformats.org/officeDocument/2006/relationships/image" Target="../media/image79.png"/><Relationship Id="rId296" Type="http://schemas.openxmlformats.org/officeDocument/2006/relationships/image" Target="../media/image368.png"/><Relationship Id="rId461" Type="http://schemas.openxmlformats.org/officeDocument/2006/relationships/customXml" Target="../ink/ink1347.xml"/><Relationship Id="rId517" Type="http://schemas.openxmlformats.org/officeDocument/2006/relationships/customXml" Target="../ink/ink1375.xml"/><Relationship Id="rId559" Type="http://schemas.openxmlformats.org/officeDocument/2006/relationships/customXml" Target="../ink/ink1396.xml"/><Relationship Id="rId60" Type="http://schemas.openxmlformats.org/officeDocument/2006/relationships/image" Target="../media/image52.png"/><Relationship Id="rId156" Type="http://schemas.openxmlformats.org/officeDocument/2006/relationships/image" Target="../media/image100.png"/><Relationship Id="rId198" Type="http://schemas.openxmlformats.org/officeDocument/2006/relationships/image" Target="../media/image308.png"/><Relationship Id="rId321" Type="http://schemas.openxmlformats.org/officeDocument/2006/relationships/customXml" Target="../ink/ink1277.xml"/><Relationship Id="rId363" Type="http://schemas.openxmlformats.org/officeDocument/2006/relationships/customXml" Target="../ink/ink1298.xml"/><Relationship Id="rId419" Type="http://schemas.openxmlformats.org/officeDocument/2006/relationships/customXml" Target="../ink/ink1326.xml"/><Relationship Id="rId570" Type="http://schemas.openxmlformats.org/officeDocument/2006/relationships/image" Target="../media/image505.png"/><Relationship Id="rId223" Type="http://schemas.openxmlformats.org/officeDocument/2006/relationships/customXml" Target="../ink/ink1228.xml"/><Relationship Id="rId430" Type="http://schemas.openxmlformats.org/officeDocument/2006/relationships/image" Target="../media/image435.png"/><Relationship Id="rId18" Type="http://schemas.openxmlformats.org/officeDocument/2006/relationships/image" Target="../media/image31.png"/><Relationship Id="rId265" Type="http://schemas.openxmlformats.org/officeDocument/2006/relationships/customXml" Target="../ink/ink1249.xml"/><Relationship Id="rId472" Type="http://schemas.openxmlformats.org/officeDocument/2006/relationships/image" Target="../media/image456.png"/><Relationship Id="rId528" Type="http://schemas.openxmlformats.org/officeDocument/2006/relationships/image" Target="../media/image484.png"/><Relationship Id="rId125" Type="http://schemas.openxmlformats.org/officeDocument/2006/relationships/customXml" Target="../ink/ink1179.xml"/><Relationship Id="rId167" Type="http://schemas.openxmlformats.org/officeDocument/2006/relationships/customXml" Target="../ink/ink1200.xml"/><Relationship Id="rId332" Type="http://schemas.openxmlformats.org/officeDocument/2006/relationships/image" Target="../media/image386.png"/><Relationship Id="rId374" Type="http://schemas.openxmlformats.org/officeDocument/2006/relationships/image" Target="../media/image407.png"/><Relationship Id="rId581" Type="http://schemas.openxmlformats.org/officeDocument/2006/relationships/customXml" Target="../ink/ink1407.xml"/><Relationship Id="rId71" Type="http://schemas.openxmlformats.org/officeDocument/2006/relationships/customXml" Target="../ink/ink1152.xml"/><Relationship Id="rId234" Type="http://schemas.openxmlformats.org/officeDocument/2006/relationships/image" Target="../media/image326.png"/><Relationship Id="rId2" Type="http://schemas.openxmlformats.org/officeDocument/2006/relationships/image" Target="../media/image10.png"/><Relationship Id="rId29" Type="http://schemas.openxmlformats.org/officeDocument/2006/relationships/customXml" Target="../ink/ink1131.xml"/><Relationship Id="rId276" Type="http://schemas.openxmlformats.org/officeDocument/2006/relationships/image" Target="../media/image347.png"/><Relationship Id="rId441" Type="http://schemas.openxmlformats.org/officeDocument/2006/relationships/customXml" Target="../ink/ink1337.xml"/><Relationship Id="rId483" Type="http://schemas.openxmlformats.org/officeDocument/2006/relationships/customXml" Target="../ink/ink1358.xml"/><Relationship Id="rId539" Type="http://schemas.openxmlformats.org/officeDocument/2006/relationships/customXml" Target="../ink/ink1386.xml"/><Relationship Id="rId40" Type="http://schemas.openxmlformats.org/officeDocument/2006/relationships/image" Target="../media/image42.png"/><Relationship Id="rId136" Type="http://schemas.openxmlformats.org/officeDocument/2006/relationships/image" Target="../media/image90.png"/><Relationship Id="rId178" Type="http://schemas.openxmlformats.org/officeDocument/2006/relationships/image" Target="../media/image298.png"/><Relationship Id="rId301" Type="http://schemas.openxmlformats.org/officeDocument/2006/relationships/customXml" Target="../ink/ink1267.xml"/><Relationship Id="rId343" Type="http://schemas.openxmlformats.org/officeDocument/2006/relationships/customXml" Target="../ink/ink1288.xml"/><Relationship Id="rId550" Type="http://schemas.openxmlformats.org/officeDocument/2006/relationships/image" Target="../media/image495.png"/><Relationship Id="rId82" Type="http://schemas.openxmlformats.org/officeDocument/2006/relationships/image" Target="../media/image63.png"/><Relationship Id="rId203" Type="http://schemas.openxmlformats.org/officeDocument/2006/relationships/customXml" Target="../ink/ink1218.xml"/><Relationship Id="rId385" Type="http://schemas.openxmlformats.org/officeDocument/2006/relationships/customXml" Target="../ink/ink1309.xml"/><Relationship Id="rId592" Type="http://schemas.openxmlformats.org/officeDocument/2006/relationships/image" Target="../media/image516.png"/><Relationship Id="rId606" Type="http://schemas.openxmlformats.org/officeDocument/2006/relationships/image" Target="../media/image523.png"/><Relationship Id="rId245" Type="http://schemas.openxmlformats.org/officeDocument/2006/relationships/customXml" Target="../ink/ink1239.xml"/><Relationship Id="rId287" Type="http://schemas.openxmlformats.org/officeDocument/2006/relationships/customXml" Target="../ink/ink1260.xml"/><Relationship Id="rId410" Type="http://schemas.openxmlformats.org/officeDocument/2006/relationships/image" Target="../media/image425.png"/><Relationship Id="rId452" Type="http://schemas.openxmlformats.org/officeDocument/2006/relationships/image" Target="../media/image446.png"/><Relationship Id="rId494" Type="http://schemas.openxmlformats.org/officeDocument/2006/relationships/image" Target="../media/image467.png"/><Relationship Id="rId508" Type="http://schemas.openxmlformats.org/officeDocument/2006/relationships/image" Target="../media/image474.png"/><Relationship Id="rId105" Type="http://schemas.openxmlformats.org/officeDocument/2006/relationships/customXml" Target="../ink/ink1169.xml"/><Relationship Id="rId147" Type="http://schemas.openxmlformats.org/officeDocument/2006/relationships/customXml" Target="../ink/ink1190.xml"/><Relationship Id="rId312" Type="http://schemas.openxmlformats.org/officeDocument/2006/relationships/image" Target="../media/image376.png"/><Relationship Id="rId354" Type="http://schemas.openxmlformats.org/officeDocument/2006/relationships/image" Target="../media/image397.png"/><Relationship Id="rId51" Type="http://schemas.openxmlformats.org/officeDocument/2006/relationships/customXml" Target="../ink/ink1142.xml"/><Relationship Id="rId93" Type="http://schemas.openxmlformats.org/officeDocument/2006/relationships/customXml" Target="../ink/ink1163.xml"/><Relationship Id="rId189" Type="http://schemas.openxmlformats.org/officeDocument/2006/relationships/customXml" Target="../ink/ink1211.xml"/><Relationship Id="rId396" Type="http://schemas.openxmlformats.org/officeDocument/2006/relationships/image" Target="../media/image418.png"/><Relationship Id="rId561" Type="http://schemas.openxmlformats.org/officeDocument/2006/relationships/customXml" Target="../ink/ink1397.xml"/><Relationship Id="rId617" Type="http://schemas.openxmlformats.org/officeDocument/2006/relationships/customXml" Target="../ink/ink1425.xml"/><Relationship Id="rId214" Type="http://schemas.openxmlformats.org/officeDocument/2006/relationships/image" Target="../media/image316.png"/><Relationship Id="rId256" Type="http://schemas.openxmlformats.org/officeDocument/2006/relationships/image" Target="../media/image337.png"/><Relationship Id="rId298" Type="http://schemas.openxmlformats.org/officeDocument/2006/relationships/image" Target="../media/image369.png"/><Relationship Id="rId421" Type="http://schemas.openxmlformats.org/officeDocument/2006/relationships/customXml" Target="../ink/ink1327.xml"/><Relationship Id="rId463" Type="http://schemas.openxmlformats.org/officeDocument/2006/relationships/customXml" Target="../ink/ink1348.xml"/><Relationship Id="rId519" Type="http://schemas.openxmlformats.org/officeDocument/2006/relationships/customXml" Target="../ink/ink1376.xml"/><Relationship Id="rId116" Type="http://schemas.openxmlformats.org/officeDocument/2006/relationships/image" Target="../media/image80.png"/><Relationship Id="rId158" Type="http://schemas.openxmlformats.org/officeDocument/2006/relationships/image" Target="../media/image101.png"/><Relationship Id="rId323" Type="http://schemas.openxmlformats.org/officeDocument/2006/relationships/customXml" Target="../ink/ink1278.xml"/><Relationship Id="rId530" Type="http://schemas.openxmlformats.org/officeDocument/2006/relationships/image" Target="../media/image485.png"/><Relationship Id="rId20" Type="http://schemas.openxmlformats.org/officeDocument/2006/relationships/image" Target="../media/image32.png"/><Relationship Id="rId62" Type="http://schemas.openxmlformats.org/officeDocument/2006/relationships/image" Target="../media/image53.png"/><Relationship Id="rId365" Type="http://schemas.openxmlformats.org/officeDocument/2006/relationships/customXml" Target="../ink/ink1299.xml"/><Relationship Id="rId572" Type="http://schemas.openxmlformats.org/officeDocument/2006/relationships/image" Target="../media/image506.png"/><Relationship Id="rId225" Type="http://schemas.openxmlformats.org/officeDocument/2006/relationships/customXml" Target="../ink/ink1229.xml"/><Relationship Id="rId267" Type="http://schemas.openxmlformats.org/officeDocument/2006/relationships/customXml" Target="../ink/ink1250.xml"/><Relationship Id="rId432" Type="http://schemas.openxmlformats.org/officeDocument/2006/relationships/image" Target="../media/image436.png"/><Relationship Id="rId474" Type="http://schemas.openxmlformats.org/officeDocument/2006/relationships/image" Target="../media/image457.png"/><Relationship Id="rId127" Type="http://schemas.openxmlformats.org/officeDocument/2006/relationships/customXml" Target="../ink/ink1180.xml"/><Relationship Id="rId31" Type="http://schemas.openxmlformats.org/officeDocument/2006/relationships/customXml" Target="../ink/ink1132.xml"/><Relationship Id="rId73" Type="http://schemas.openxmlformats.org/officeDocument/2006/relationships/customXml" Target="../ink/ink1153.xml"/><Relationship Id="rId169" Type="http://schemas.openxmlformats.org/officeDocument/2006/relationships/customXml" Target="../ink/ink1201.xml"/><Relationship Id="rId334" Type="http://schemas.openxmlformats.org/officeDocument/2006/relationships/image" Target="../media/image387.png"/><Relationship Id="rId376" Type="http://schemas.openxmlformats.org/officeDocument/2006/relationships/image" Target="../media/image408.png"/><Relationship Id="rId541" Type="http://schemas.openxmlformats.org/officeDocument/2006/relationships/customXml" Target="../ink/ink1387.xml"/><Relationship Id="rId583" Type="http://schemas.openxmlformats.org/officeDocument/2006/relationships/customXml" Target="../ink/ink1408.xml"/><Relationship Id="rId4" Type="http://schemas.openxmlformats.org/officeDocument/2006/relationships/image" Target="../media/image24.png"/><Relationship Id="rId180" Type="http://schemas.openxmlformats.org/officeDocument/2006/relationships/image" Target="../media/image299.png"/><Relationship Id="rId236" Type="http://schemas.openxmlformats.org/officeDocument/2006/relationships/image" Target="../media/image327.png"/><Relationship Id="rId278" Type="http://schemas.openxmlformats.org/officeDocument/2006/relationships/image" Target="../media/image350.png"/><Relationship Id="rId401" Type="http://schemas.openxmlformats.org/officeDocument/2006/relationships/customXml" Target="../ink/ink1317.xml"/><Relationship Id="rId443" Type="http://schemas.openxmlformats.org/officeDocument/2006/relationships/customXml" Target="../ink/ink1338.xml"/><Relationship Id="rId303" Type="http://schemas.openxmlformats.org/officeDocument/2006/relationships/customXml" Target="../ink/ink1268.xml"/><Relationship Id="rId485" Type="http://schemas.openxmlformats.org/officeDocument/2006/relationships/customXml" Target="../ink/ink1359.xml"/><Relationship Id="rId42" Type="http://schemas.openxmlformats.org/officeDocument/2006/relationships/image" Target="../media/image43.png"/><Relationship Id="rId84" Type="http://schemas.openxmlformats.org/officeDocument/2006/relationships/image" Target="../media/image64.png"/><Relationship Id="rId138" Type="http://schemas.openxmlformats.org/officeDocument/2006/relationships/image" Target="../media/image91.png"/><Relationship Id="rId345" Type="http://schemas.openxmlformats.org/officeDocument/2006/relationships/customXml" Target="../ink/ink1289.xml"/><Relationship Id="rId387" Type="http://schemas.openxmlformats.org/officeDocument/2006/relationships/customXml" Target="../ink/ink1310.xml"/><Relationship Id="rId510" Type="http://schemas.openxmlformats.org/officeDocument/2006/relationships/image" Target="../media/image475.png"/><Relationship Id="rId552" Type="http://schemas.openxmlformats.org/officeDocument/2006/relationships/image" Target="../media/image496.png"/><Relationship Id="rId594" Type="http://schemas.openxmlformats.org/officeDocument/2006/relationships/image" Target="../media/image517.png"/><Relationship Id="rId608" Type="http://schemas.openxmlformats.org/officeDocument/2006/relationships/image" Target="../media/image524.png"/><Relationship Id="rId191" Type="http://schemas.openxmlformats.org/officeDocument/2006/relationships/customXml" Target="../ink/ink1212.xml"/><Relationship Id="rId205" Type="http://schemas.openxmlformats.org/officeDocument/2006/relationships/customXml" Target="../ink/ink1219.xml"/><Relationship Id="rId247" Type="http://schemas.openxmlformats.org/officeDocument/2006/relationships/customXml" Target="../ink/ink1240.xml"/><Relationship Id="rId412" Type="http://schemas.openxmlformats.org/officeDocument/2006/relationships/image" Target="../media/image426.png"/><Relationship Id="rId107" Type="http://schemas.openxmlformats.org/officeDocument/2006/relationships/customXml" Target="../ink/ink1170.xml"/><Relationship Id="rId289" Type="http://schemas.openxmlformats.org/officeDocument/2006/relationships/customXml" Target="../ink/ink1261.xml"/><Relationship Id="rId454" Type="http://schemas.openxmlformats.org/officeDocument/2006/relationships/image" Target="../media/image447.png"/><Relationship Id="rId496" Type="http://schemas.openxmlformats.org/officeDocument/2006/relationships/image" Target="../media/image468.png"/><Relationship Id="rId11" Type="http://schemas.openxmlformats.org/officeDocument/2006/relationships/customXml" Target="../ink/ink1122.xml"/><Relationship Id="rId53" Type="http://schemas.openxmlformats.org/officeDocument/2006/relationships/customXml" Target="../ink/ink1143.xml"/><Relationship Id="rId149" Type="http://schemas.openxmlformats.org/officeDocument/2006/relationships/customXml" Target="../ink/ink1191.xml"/><Relationship Id="rId314" Type="http://schemas.openxmlformats.org/officeDocument/2006/relationships/image" Target="../media/image377.png"/><Relationship Id="rId356" Type="http://schemas.openxmlformats.org/officeDocument/2006/relationships/image" Target="../media/image398.png"/><Relationship Id="rId398" Type="http://schemas.openxmlformats.org/officeDocument/2006/relationships/image" Target="../media/image419.png"/><Relationship Id="rId521" Type="http://schemas.openxmlformats.org/officeDocument/2006/relationships/customXml" Target="../ink/ink1377.xml"/><Relationship Id="rId563" Type="http://schemas.openxmlformats.org/officeDocument/2006/relationships/customXml" Target="../ink/ink1398.xml"/><Relationship Id="rId95" Type="http://schemas.openxmlformats.org/officeDocument/2006/relationships/customXml" Target="../ink/ink1164.xml"/><Relationship Id="rId160" Type="http://schemas.openxmlformats.org/officeDocument/2006/relationships/image" Target="../media/image102.png"/><Relationship Id="rId216" Type="http://schemas.openxmlformats.org/officeDocument/2006/relationships/image" Target="../media/image317.png"/><Relationship Id="rId423" Type="http://schemas.openxmlformats.org/officeDocument/2006/relationships/customXml" Target="../ink/ink1328.xml"/><Relationship Id="rId258" Type="http://schemas.openxmlformats.org/officeDocument/2006/relationships/image" Target="../media/image338.png"/><Relationship Id="rId465" Type="http://schemas.openxmlformats.org/officeDocument/2006/relationships/customXml" Target="../ink/ink1349.xml"/><Relationship Id="rId22" Type="http://schemas.openxmlformats.org/officeDocument/2006/relationships/image" Target="../media/image33.png"/><Relationship Id="rId64" Type="http://schemas.openxmlformats.org/officeDocument/2006/relationships/image" Target="../media/image54.png"/><Relationship Id="rId118" Type="http://schemas.openxmlformats.org/officeDocument/2006/relationships/image" Target="../media/image81.png"/><Relationship Id="rId325" Type="http://schemas.openxmlformats.org/officeDocument/2006/relationships/customXml" Target="../ink/ink1279.xml"/><Relationship Id="rId367" Type="http://schemas.openxmlformats.org/officeDocument/2006/relationships/customXml" Target="../ink/ink1300.xml"/><Relationship Id="rId532" Type="http://schemas.openxmlformats.org/officeDocument/2006/relationships/image" Target="../media/image486.png"/><Relationship Id="rId574" Type="http://schemas.openxmlformats.org/officeDocument/2006/relationships/image" Target="../media/image507.png"/><Relationship Id="rId171" Type="http://schemas.openxmlformats.org/officeDocument/2006/relationships/customXml" Target="../ink/ink1202.xml"/><Relationship Id="rId227" Type="http://schemas.openxmlformats.org/officeDocument/2006/relationships/customXml" Target="../ink/ink1230.xml"/><Relationship Id="rId269" Type="http://schemas.openxmlformats.org/officeDocument/2006/relationships/customXml" Target="../ink/ink1251.xml"/><Relationship Id="rId434" Type="http://schemas.openxmlformats.org/officeDocument/2006/relationships/image" Target="../media/image437.png"/><Relationship Id="rId476" Type="http://schemas.openxmlformats.org/officeDocument/2006/relationships/image" Target="../media/image458.png"/><Relationship Id="rId33" Type="http://schemas.openxmlformats.org/officeDocument/2006/relationships/customXml" Target="../ink/ink1133.xml"/><Relationship Id="rId129" Type="http://schemas.openxmlformats.org/officeDocument/2006/relationships/customXml" Target="../ink/ink1181.xml"/><Relationship Id="rId280" Type="http://schemas.openxmlformats.org/officeDocument/2006/relationships/image" Target="../media/image352.png"/><Relationship Id="rId336" Type="http://schemas.openxmlformats.org/officeDocument/2006/relationships/image" Target="../media/image388.png"/><Relationship Id="rId501" Type="http://schemas.openxmlformats.org/officeDocument/2006/relationships/customXml" Target="../ink/ink1367.xml"/><Relationship Id="rId543" Type="http://schemas.openxmlformats.org/officeDocument/2006/relationships/customXml" Target="../ink/ink1388.xml"/><Relationship Id="rId75" Type="http://schemas.openxmlformats.org/officeDocument/2006/relationships/customXml" Target="../ink/ink1154.xml"/><Relationship Id="rId140" Type="http://schemas.openxmlformats.org/officeDocument/2006/relationships/image" Target="../media/image92.png"/><Relationship Id="rId182" Type="http://schemas.openxmlformats.org/officeDocument/2006/relationships/image" Target="../media/image300.png"/><Relationship Id="rId378" Type="http://schemas.openxmlformats.org/officeDocument/2006/relationships/image" Target="../media/image409.png"/><Relationship Id="rId403" Type="http://schemas.openxmlformats.org/officeDocument/2006/relationships/customXml" Target="../ink/ink1318.xml"/><Relationship Id="rId585" Type="http://schemas.openxmlformats.org/officeDocument/2006/relationships/customXml" Target="../ink/ink1409.xml"/><Relationship Id="rId6" Type="http://schemas.openxmlformats.org/officeDocument/2006/relationships/image" Target="../media/image25.png"/><Relationship Id="rId238" Type="http://schemas.openxmlformats.org/officeDocument/2006/relationships/image" Target="../media/image328.png"/><Relationship Id="rId445" Type="http://schemas.openxmlformats.org/officeDocument/2006/relationships/customXml" Target="../ink/ink1339.xml"/><Relationship Id="rId487" Type="http://schemas.openxmlformats.org/officeDocument/2006/relationships/customXml" Target="../ink/ink1360.xml"/><Relationship Id="rId610" Type="http://schemas.openxmlformats.org/officeDocument/2006/relationships/image" Target="../media/image525.png"/><Relationship Id="rId291" Type="http://schemas.openxmlformats.org/officeDocument/2006/relationships/customXml" Target="../ink/ink1262.xml"/><Relationship Id="rId305" Type="http://schemas.openxmlformats.org/officeDocument/2006/relationships/customXml" Target="../ink/ink1269.xml"/><Relationship Id="rId347" Type="http://schemas.openxmlformats.org/officeDocument/2006/relationships/customXml" Target="../ink/ink1290.xml"/><Relationship Id="rId512" Type="http://schemas.openxmlformats.org/officeDocument/2006/relationships/image" Target="../media/image476.png"/><Relationship Id="rId44" Type="http://schemas.openxmlformats.org/officeDocument/2006/relationships/image" Target="../media/image44.png"/><Relationship Id="rId86" Type="http://schemas.openxmlformats.org/officeDocument/2006/relationships/image" Target="../media/image65.png"/><Relationship Id="rId151" Type="http://schemas.openxmlformats.org/officeDocument/2006/relationships/customXml" Target="../ink/ink1192.xml"/><Relationship Id="rId389" Type="http://schemas.openxmlformats.org/officeDocument/2006/relationships/customXml" Target="../ink/ink1311.xml"/><Relationship Id="rId554" Type="http://schemas.openxmlformats.org/officeDocument/2006/relationships/image" Target="../media/image497.png"/><Relationship Id="rId596" Type="http://schemas.openxmlformats.org/officeDocument/2006/relationships/image" Target="../media/image518.png"/><Relationship Id="rId193" Type="http://schemas.openxmlformats.org/officeDocument/2006/relationships/customXml" Target="../ink/ink1213.xml"/><Relationship Id="rId207" Type="http://schemas.openxmlformats.org/officeDocument/2006/relationships/customXml" Target="../ink/ink1220.xml"/><Relationship Id="rId249" Type="http://schemas.openxmlformats.org/officeDocument/2006/relationships/customXml" Target="../ink/ink1241.xml"/><Relationship Id="rId414" Type="http://schemas.openxmlformats.org/officeDocument/2006/relationships/image" Target="../media/image427.png"/><Relationship Id="rId456" Type="http://schemas.openxmlformats.org/officeDocument/2006/relationships/image" Target="../media/image448.png"/><Relationship Id="rId498" Type="http://schemas.openxmlformats.org/officeDocument/2006/relationships/image" Target="../media/image469.png"/><Relationship Id="rId13" Type="http://schemas.openxmlformats.org/officeDocument/2006/relationships/customXml" Target="../ink/ink1123.xml"/><Relationship Id="rId109" Type="http://schemas.openxmlformats.org/officeDocument/2006/relationships/customXml" Target="../ink/ink1171.xml"/><Relationship Id="rId260" Type="http://schemas.openxmlformats.org/officeDocument/2006/relationships/image" Target="../media/image339.png"/><Relationship Id="rId316" Type="http://schemas.openxmlformats.org/officeDocument/2006/relationships/image" Target="../media/image378.png"/><Relationship Id="rId523" Type="http://schemas.openxmlformats.org/officeDocument/2006/relationships/customXml" Target="../ink/ink1378.xml"/><Relationship Id="rId55" Type="http://schemas.openxmlformats.org/officeDocument/2006/relationships/customXml" Target="../ink/ink1144.xml"/><Relationship Id="rId97" Type="http://schemas.openxmlformats.org/officeDocument/2006/relationships/customXml" Target="../ink/ink1165.xml"/><Relationship Id="rId120" Type="http://schemas.openxmlformats.org/officeDocument/2006/relationships/image" Target="../media/image82.png"/><Relationship Id="rId358" Type="http://schemas.openxmlformats.org/officeDocument/2006/relationships/image" Target="../media/image399.png"/><Relationship Id="rId565" Type="http://schemas.openxmlformats.org/officeDocument/2006/relationships/customXml" Target="../ink/ink1399.xml"/><Relationship Id="rId162" Type="http://schemas.openxmlformats.org/officeDocument/2006/relationships/image" Target="../media/image103.png"/><Relationship Id="rId218" Type="http://schemas.openxmlformats.org/officeDocument/2006/relationships/image" Target="../media/image318.png"/><Relationship Id="rId425" Type="http://schemas.openxmlformats.org/officeDocument/2006/relationships/customXml" Target="../ink/ink1329.xml"/><Relationship Id="rId467" Type="http://schemas.openxmlformats.org/officeDocument/2006/relationships/customXml" Target="../ink/ink1350.xml"/><Relationship Id="rId271" Type="http://schemas.openxmlformats.org/officeDocument/2006/relationships/customXml" Target="../ink/ink1252.xml"/><Relationship Id="rId24" Type="http://schemas.openxmlformats.org/officeDocument/2006/relationships/image" Target="../media/image34.png"/><Relationship Id="rId66" Type="http://schemas.openxmlformats.org/officeDocument/2006/relationships/image" Target="../media/image55.png"/><Relationship Id="rId131" Type="http://schemas.openxmlformats.org/officeDocument/2006/relationships/customXml" Target="../ink/ink1182.xml"/><Relationship Id="rId327" Type="http://schemas.openxmlformats.org/officeDocument/2006/relationships/customXml" Target="../ink/ink1280.xml"/><Relationship Id="rId369" Type="http://schemas.openxmlformats.org/officeDocument/2006/relationships/customXml" Target="../ink/ink1301.xml"/><Relationship Id="rId534" Type="http://schemas.openxmlformats.org/officeDocument/2006/relationships/image" Target="../media/image487.png"/><Relationship Id="rId576" Type="http://schemas.openxmlformats.org/officeDocument/2006/relationships/image" Target="../media/image508.png"/><Relationship Id="rId173" Type="http://schemas.openxmlformats.org/officeDocument/2006/relationships/customXml" Target="../ink/ink1203.xml"/><Relationship Id="rId229" Type="http://schemas.openxmlformats.org/officeDocument/2006/relationships/customXml" Target="../ink/ink1231.xml"/><Relationship Id="rId380" Type="http://schemas.openxmlformats.org/officeDocument/2006/relationships/image" Target="../media/image410.png"/><Relationship Id="rId436" Type="http://schemas.openxmlformats.org/officeDocument/2006/relationships/image" Target="../media/image438.png"/><Relationship Id="rId601" Type="http://schemas.openxmlformats.org/officeDocument/2006/relationships/customXml" Target="../ink/ink1417.xml"/><Relationship Id="rId240" Type="http://schemas.openxmlformats.org/officeDocument/2006/relationships/image" Target="../media/image329.png"/><Relationship Id="rId478" Type="http://schemas.openxmlformats.org/officeDocument/2006/relationships/image" Target="../media/image459.png"/><Relationship Id="rId35" Type="http://schemas.openxmlformats.org/officeDocument/2006/relationships/customXml" Target="../ink/ink1134.xml"/><Relationship Id="rId77" Type="http://schemas.openxmlformats.org/officeDocument/2006/relationships/customXml" Target="../ink/ink1155.xml"/><Relationship Id="rId100" Type="http://schemas.openxmlformats.org/officeDocument/2006/relationships/image" Target="../media/image72.png"/><Relationship Id="rId282" Type="http://schemas.openxmlformats.org/officeDocument/2006/relationships/image" Target="../media/image353.png"/><Relationship Id="rId338" Type="http://schemas.openxmlformats.org/officeDocument/2006/relationships/image" Target="../media/image389.png"/><Relationship Id="rId503" Type="http://schemas.openxmlformats.org/officeDocument/2006/relationships/customXml" Target="../ink/ink1368.xml"/><Relationship Id="rId545" Type="http://schemas.openxmlformats.org/officeDocument/2006/relationships/customXml" Target="../ink/ink1389.xml"/><Relationship Id="rId587" Type="http://schemas.openxmlformats.org/officeDocument/2006/relationships/customXml" Target="../ink/ink1410.xml"/><Relationship Id="rId8" Type="http://schemas.openxmlformats.org/officeDocument/2006/relationships/image" Target="../media/image26.png"/><Relationship Id="rId142" Type="http://schemas.openxmlformats.org/officeDocument/2006/relationships/image" Target="../media/image93.png"/><Relationship Id="rId184" Type="http://schemas.openxmlformats.org/officeDocument/2006/relationships/image" Target="../media/image301.png"/><Relationship Id="rId391" Type="http://schemas.openxmlformats.org/officeDocument/2006/relationships/customXml" Target="../ink/ink1312.xml"/><Relationship Id="rId405" Type="http://schemas.openxmlformats.org/officeDocument/2006/relationships/customXml" Target="../ink/ink1319.xml"/><Relationship Id="rId447" Type="http://schemas.openxmlformats.org/officeDocument/2006/relationships/customXml" Target="../ink/ink1340.xml"/><Relationship Id="rId612" Type="http://schemas.openxmlformats.org/officeDocument/2006/relationships/image" Target="../media/image526.png"/><Relationship Id="rId251" Type="http://schemas.openxmlformats.org/officeDocument/2006/relationships/customXml" Target="../ink/ink1242.xml"/><Relationship Id="rId489" Type="http://schemas.openxmlformats.org/officeDocument/2006/relationships/customXml" Target="../ink/ink1361.xml"/><Relationship Id="rId46" Type="http://schemas.openxmlformats.org/officeDocument/2006/relationships/image" Target="../media/image45.png"/><Relationship Id="rId293" Type="http://schemas.openxmlformats.org/officeDocument/2006/relationships/customXml" Target="../ink/ink1263.xml"/><Relationship Id="rId307" Type="http://schemas.openxmlformats.org/officeDocument/2006/relationships/customXml" Target="../ink/ink1270.xml"/><Relationship Id="rId349" Type="http://schemas.openxmlformats.org/officeDocument/2006/relationships/customXml" Target="../ink/ink1291.xml"/><Relationship Id="rId514" Type="http://schemas.openxmlformats.org/officeDocument/2006/relationships/image" Target="../media/image477.png"/><Relationship Id="rId556" Type="http://schemas.openxmlformats.org/officeDocument/2006/relationships/image" Target="../media/image498.png"/><Relationship Id="rId88" Type="http://schemas.openxmlformats.org/officeDocument/2006/relationships/image" Target="../media/image66.png"/><Relationship Id="rId111" Type="http://schemas.openxmlformats.org/officeDocument/2006/relationships/customXml" Target="../ink/ink1172.xml"/><Relationship Id="rId153" Type="http://schemas.openxmlformats.org/officeDocument/2006/relationships/customXml" Target="../ink/ink1193.xml"/><Relationship Id="rId195" Type="http://schemas.openxmlformats.org/officeDocument/2006/relationships/customXml" Target="../ink/ink1214.xml"/><Relationship Id="rId209" Type="http://schemas.openxmlformats.org/officeDocument/2006/relationships/customXml" Target="../ink/ink1221.xml"/><Relationship Id="rId360" Type="http://schemas.openxmlformats.org/officeDocument/2006/relationships/image" Target="../media/image400.png"/><Relationship Id="rId416" Type="http://schemas.openxmlformats.org/officeDocument/2006/relationships/image" Target="../media/image428.png"/><Relationship Id="rId598" Type="http://schemas.openxmlformats.org/officeDocument/2006/relationships/image" Target="../media/image519.png"/><Relationship Id="rId220" Type="http://schemas.openxmlformats.org/officeDocument/2006/relationships/image" Target="../media/image319.png"/><Relationship Id="rId458" Type="http://schemas.openxmlformats.org/officeDocument/2006/relationships/image" Target="../media/image449.png"/><Relationship Id="rId15" Type="http://schemas.openxmlformats.org/officeDocument/2006/relationships/customXml" Target="../ink/ink1124.xml"/><Relationship Id="rId57" Type="http://schemas.openxmlformats.org/officeDocument/2006/relationships/customXml" Target="../ink/ink1145.xml"/><Relationship Id="rId262" Type="http://schemas.openxmlformats.org/officeDocument/2006/relationships/image" Target="../media/image340.png"/><Relationship Id="rId318" Type="http://schemas.openxmlformats.org/officeDocument/2006/relationships/image" Target="../media/image379.png"/><Relationship Id="rId525" Type="http://schemas.openxmlformats.org/officeDocument/2006/relationships/customXml" Target="../ink/ink1379.xml"/><Relationship Id="rId567" Type="http://schemas.openxmlformats.org/officeDocument/2006/relationships/customXml" Target="../ink/ink1400.xml"/><Relationship Id="rId99" Type="http://schemas.openxmlformats.org/officeDocument/2006/relationships/customXml" Target="../ink/ink1166.xml"/><Relationship Id="rId122" Type="http://schemas.openxmlformats.org/officeDocument/2006/relationships/image" Target="../media/image83.png"/><Relationship Id="rId164" Type="http://schemas.openxmlformats.org/officeDocument/2006/relationships/image" Target="../media/image104.png"/><Relationship Id="rId371" Type="http://schemas.openxmlformats.org/officeDocument/2006/relationships/customXml" Target="../ink/ink1302.xml"/><Relationship Id="rId427" Type="http://schemas.openxmlformats.org/officeDocument/2006/relationships/customXml" Target="../ink/ink1330.xml"/><Relationship Id="rId469" Type="http://schemas.openxmlformats.org/officeDocument/2006/relationships/customXml" Target="../ink/ink1351.xml"/><Relationship Id="rId26" Type="http://schemas.openxmlformats.org/officeDocument/2006/relationships/image" Target="../media/image35.png"/><Relationship Id="rId231" Type="http://schemas.openxmlformats.org/officeDocument/2006/relationships/customXml" Target="../ink/ink1232.xml"/><Relationship Id="rId273" Type="http://schemas.openxmlformats.org/officeDocument/2006/relationships/customXml" Target="../ink/ink1253.xml"/><Relationship Id="rId329" Type="http://schemas.openxmlformats.org/officeDocument/2006/relationships/customXml" Target="../ink/ink1281.xml"/><Relationship Id="rId480" Type="http://schemas.openxmlformats.org/officeDocument/2006/relationships/image" Target="../media/image460.png"/><Relationship Id="rId536" Type="http://schemas.openxmlformats.org/officeDocument/2006/relationships/image" Target="../media/image488.png"/><Relationship Id="rId68" Type="http://schemas.openxmlformats.org/officeDocument/2006/relationships/image" Target="../media/image56.png"/><Relationship Id="rId133" Type="http://schemas.openxmlformats.org/officeDocument/2006/relationships/customXml" Target="../ink/ink1183.xml"/><Relationship Id="rId175" Type="http://schemas.openxmlformats.org/officeDocument/2006/relationships/customXml" Target="../ink/ink1204.xml"/><Relationship Id="rId340" Type="http://schemas.openxmlformats.org/officeDocument/2006/relationships/image" Target="../media/image390.png"/><Relationship Id="rId578" Type="http://schemas.openxmlformats.org/officeDocument/2006/relationships/image" Target="../media/image509.png"/><Relationship Id="rId200" Type="http://schemas.openxmlformats.org/officeDocument/2006/relationships/image" Target="../media/image309.png"/><Relationship Id="rId382" Type="http://schemas.openxmlformats.org/officeDocument/2006/relationships/image" Target="../media/image411.png"/><Relationship Id="rId438" Type="http://schemas.openxmlformats.org/officeDocument/2006/relationships/image" Target="../media/image439.png"/><Relationship Id="rId603" Type="http://schemas.openxmlformats.org/officeDocument/2006/relationships/customXml" Target="../ink/ink1418.xml"/><Relationship Id="rId242" Type="http://schemas.openxmlformats.org/officeDocument/2006/relationships/image" Target="../media/image330.png"/><Relationship Id="rId284" Type="http://schemas.openxmlformats.org/officeDocument/2006/relationships/image" Target="../media/image354.png"/><Relationship Id="rId491" Type="http://schemas.openxmlformats.org/officeDocument/2006/relationships/customXml" Target="../ink/ink1362.xml"/><Relationship Id="rId505" Type="http://schemas.openxmlformats.org/officeDocument/2006/relationships/customXml" Target="../ink/ink1369.xml"/><Relationship Id="rId37" Type="http://schemas.openxmlformats.org/officeDocument/2006/relationships/customXml" Target="../ink/ink1135.xml"/><Relationship Id="rId79" Type="http://schemas.openxmlformats.org/officeDocument/2006/relationships/customXml" Target="../ink/ink1156.xml"/><Relationship Id="rId102" Type="http://schemas.openxmlformats.org/officeDocument/2006/relationships/image" Target="../media/image73.png"/><Relationship Id="rId144" Type="http://schemas.openxmlformats.org/officeDocument/2006/relationships/image" Target="../media/image94.png"/><Relationship Id="rId547" Type="http://schemas.openxmlformats.org/officeDocument/2006/relationships/customXml" Target="../ink/ink1390.xml"/><Relationship Id="rId589" Type="http://schemas.openxmlformats.org/officeDocument/2006/relationships/customXml" Target="../ink/ink1411.xml"/><Relationship Id="rId90" Type="http://schemas.openxmlformats.org/officeDocument/2006/relationships/image" Target="../media/image67.png"/><Relationship Id="rId186" Type="http://schemas.openxmlformats.org/officeDocument/2006/relationships/image" Target="../media/image302.png"/><Relationship Id="rId351" Type="http://schemas.openxmlformats.org/officeDocument/2006/relationships/customXml" Target="../ink/ink1292.xml"/><Relationship Id="rId393" Type="http://schemas.openxmlformats.org/officeDocument/2006/relationships/customXml" Target="../ink/ink1313.xml"/><Relationship Id="rId407" Type="http://schemas.openxmlformats.org/officeDocument/2006/relationships/customXml" Target="../ink/ink1320.xml"/><Relationship Id="rId449" Type="http://schemas.openxmlformats.org/officeDocument/2006/relationships/customXml" Target="../ink/ink1341.xml"/><Relationship Id="rId614" Type="http://schemas.openxmlformats.org/officeDocument/2006/relationships/image" Target="../media/image527.png"/><Relationship Id="rId211" Type="http://schemas.openxmlformats.org/officeDocument/2006/relationships/customXml" Target="../ink/ink1222.xml"/><Relationship Id="rId253" Type="http://schemas.openxmlformats.org/officeDocument/2006/relationships/customXml" Target="../ink/ink1243.xml"/><Relationship Id="rId295" Type="http://schemas.openxmlformats.org/officeDocument/2006/relationships/customXml" Target="../ink/ink1264.xml"/><Relationship Id="rId309" Type="http://schemas.openxmlformats.org/officeDocument/2006/relationships/customXml" Target="../ink/ink1271.xml"/><Relationship Id="rId460" Type="http://schemas.openxmlformats.org/officeDocument/2006/relationships/image" Target="../media/image450.png"/><Relationship Id="rId516" Type="http://schemas.openxmlformats.org/officeDocument/2006/relationships/image" Target="../media/image478.png"/><Relationship Id="rId48" Type="http://schemas.openxmlformats.org/officeDocument/2006/relationships/image" Target="../media/image46.png"/><Relationship Id="rId113" Type="http://schemas.openxmlformats.org/officeDocument/2006/relationships/customXml" Target="../ink/ink1173.xml"/><Relationship Id="rId320" Type="http://schemas.openxmlformats.org/officeDocument/2006/relationships/image" Target="../media/image380.png"/><Relationship Id="rId558" Type="http://schemas.openxmlformats.org/officeDocument/2006/relationships/image" Target="../media/image499.png"/><Relationship Id="rId155" Type="http://schemas.openxmlformats.org/officeDocument/2006/relationships/customXml" Target="../ink/ink1194.xml"/><Relationship Id="rId197" Type="http://schemas.openxmlformats.org/officeDocument/2006/relationships/customXml" Target="../ink/ink1215.xml"/><Relationship Id="rId362" Type="http://schemas.openxmlformats.org/officeDocument/2006/relationships/image" Target="../media/image401.png"/><Relationship Id="rId418" Type="http://schemas.openxmlformats.org/officeDocument/2006/relationships/image" Target="../media/image429.png"/><Relationship Id="rId222" Type="http://schemas.openxmlformats.org/officeDocument/2006/relationships/image" Target="../media/image320.png"/><Relationship Id="rId264" Type="http://schemas.openxmlformats.org/officeDocument/2006/relationships/image" Target="../media/image341.png"/><Relationship Id="rId471" Type="http://schemas.openxmlformats.org/officeDocument/2006/relationships/customXml" Target="../ink/ink1352.xml"/><Relationship Id="rId17" Type="http://schemas.openxmlformats.org/officeDocument/2006/relationships/customXml" Target="../ink/ink1125.xml"/><Relationship Id="rId59" Type="http://schemas.openxmlformats.org/officeDocument/2006/relationships/customXml" Target="../ink/ink1146.xml"/><Relationship Id="rId124" Type="http://schemas.openxmlformats.org/officeDocument/2006/relationships/image" Target="../media/image84.png"/><Relationship Id="rId527" Type="http://schemas.openxmlformats.org/officeDocument/2006/relationships/customXml" Target="../ink/ink1380.xml"/><Relationship Id="rId569" Type="http://schemas.openxmlformats.org/officeDocument/2006/relationships/customXml" Target="../ink/ink1401.xml"/><Relationship Id="rId70" Type="http://schemas.openxmlformats.org/officeDocument/2006/relationships/image" Target="../media/image57.png"/><Relationship Id="rId166" Type="http://schemas.openxmlformats.org/officeDocument/2006/relationships/image" Target="../media/image292.png"/><Relationship Id="rId331" Type="http://schemas.openxmlformats.org/officeDocument/2006/relationships/customXml" Target="../ink/ink1282.xml"/><Relationship Id="rId373" Type="http://schemas.openxmlformats.org/officeDocument/2006/relationships/customXml" Target="../ink/ink1303.xml"/><Relationship Id="rId429" Type="http://schemas.openxmlformats.org/officeDocument/2006/relationships/customXml" Target="../ink/ink1331.xml"/><Relationship Id="rId580" Type="http://schemas.openxmlformats.org/officeDocument/2006/relationships/image" Target="../media/image510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233.xml"/><Relationship Id="rId440" Type="http://schemas.openxmlformats.org/officeDocument/2006/relationships/image" Target="../media/image440.png"/><Relationship Id="rId28" Type="http://schemas.openxmlformats.org/officeDocument/2006/relationships/image" Target="../media/image36.png"/><Relationship Id="rId275" Type="http://schemas.openxmlformats.org/officeDocument/2006/relationships/customXml" Target="../ink/ink1254.xml"/><Relationship Id="rId300" Type="http://schemas.openxmlformats.org/officeDocument/2006/relationships/image" Target="../media/image370.png"/><Relationship Id="rId482" Type="http://schemas.openxmlformats.org/officeDocument/2006/relationships/image" Target="../media/image461.png"/><Relationship Id="rId538" Type="http://schemas.openxmlformats.org/officeDocument/2006/relationships/image" Target="../media/image489.png"/><Relationship Id="rId81" Type="http://schemas.openxmlformats.org/officeDocument/2006/relationships/customXml" Target="../ink/ink1157.xml"/><Relationship Id="rId135" Type="http://schemas.openxmlformats.org/officeDocument/2006/relationships/customXml" Target="../ink/ink1184.xml"/><Relationship Id="rId177" Type="http://schemas.openxmlformats.org/officeDocument/2006/relationships/customXml" Target="../ink/ink1205.xml"/><Relationship Id="rId342" Type="http://schemas.openxmlformats.org/officeDocument/2006/relationships/image" Target="../media/image391.png"/><Relationship Id="rId384" Type="http://schemas.openxmlformats.org/officeDocument/2006/relationships/image" Target="../media/image412.png"/><Relationship Id="rId591" Type="http://schemas.openxmlformats.org/officeDocument/2006/relationships/customXml" Target="../ink/ink1412.xml"/><Relationship Id="rId605" Type="http://schemas.openxmlformats.org/officeDocument/2006/relationships/customXml" Target="../ink/ink1419.xml"/><Relationship Id="rId202" Type="http://schemas.openxmlformats.org/officeDocument/2006/relationships/image" Target="../media/image310.png"/><Relationship Id="rId244" Type="http://schemas.openxmlformats.org/officeDocument/2006/relationships/image" Target="../media/image331.png"/><Relationship Id="rId39" Type="http://schemas.openxmlformats.org/officeDocument/2006/relationships/customXml" Target="../ink/ink1136.xml"/><Relationship Id="rId286" Type="http://schemas.openxmlformats.org/officeDocument/2006/relationships/image" Target="../media/image355.png"/><Relationship Id="rId451" Type="http://schemas.openxmlformats.org/officeDocument/2006/relationships/customXml" Target="../ink/ink1342.xml"/><Relationship Id="rId493" Type="http://schemas.openxmlformats.org/officeDocument/2006/relationships/customXml" Target="../ink/ink1363.xml"/><Relationship Id="rId507" Type="http://schemas.openxmlformats.org/officeDocument/2006/relationships/customXml" Target="../ink/ink1370.xml"/><Relationship Id="rId549" Type="http://schemas.openxmlformats.org/officeDocument/2006/relationships/customXml" Target="../ink/ink1391.xml"/><Relationship Id="rId50" Type="http://schemas.openxmlformats.org/officeDocument/2006/relationships/image" Target="../media/image47.png"/><Relationship Id="rId104" Type="http://schemas.openxmlformats.org/officeDocument/2006/relationships/image" Target="../media/image74.png"/><Relationship Id="rId146" Type="http://schemas.openxmlformats.org/officeDocument/2006/relationships/image" Target="../media/image95.png"/><Relationship Id="rId188" Type="http://schemas.openxmlformats.org/officeDocument/2006/relationships/image" Target="../media/image303.png"/><Relationship Id="rId311" Type="http://schemas.openxmlformats.org/officeDocument/2006/relationships/customXml" Target="../ink/ink1272.xml"/><Relationship Id="rId353" Type="http://schemas.openxmlformats.org/officeDocument/2006/relationships/customXml" Target="../ink/ink1293.xml"/><Relationship Id="rId395" Type="http://schemas.openxmlformats.org/officeDocument/2006/relationships/customXml" Target="../ink/ink1314.xml"/><Relationship Id="rId409" Type="http://schemas.openxmlformats.org/officeDocument/2006/relationships/customXml" Target="../ink/ink1321.xml"/><Relationship Id="rId560" Type="http://schemas.openxmlformats.org/officeDocument/2006/relationships/image" Target="../media/image500.png"/><Relationship Id="rId92" Type="http://schemas.openxmlformats.org/officeDocument/2006/relationships/image" Target="../media/image68.png"/><Relationship Id="rId213" Type="http://schemas.openxmlformats.org/officeDocument/2006/relationships/customXml" Target="../ink/ink1223.xml"/><Relationship Id="rId420" Type="http://schemas.openxmlformats.org/officeDocument/2006/relationships/image" Target="../media/image430.png"/><Relationship Id="rId616" Type="http://schemas.openxmlformats.org/officeDocument/2006/relationships/image" Target="../media/image528.png"/><Relationship Id="rId255" Type="http://schemas.openxmlformats.org/officeDocument/2006/relationships/customXml" Target="../ink/ink1244.xml"/><Relationship Id="rId297" Type="http://schemas.openxmlformats.org/officeDocument/2006/relationships/customXml" Target="../ink/ink1265.xml"/><Relationship Id="rId462" Type="http://schemas.openxmlformats.org/officeDocument/2006/relationships/image" Target="../media/image451.png"/><Relationship Id="rId518" Type="http://schemas.openxmlformats.org/officeDocument/2006/relationships/image" Target="../media/image479.png"/><Relationship Id="rId115" Type="http://schemas.openxmlformats.org/officeDocument/2006/relationships/customXml" Target="../ink/ink1174.xml"/><Relationship Id="rId157" Type="http://schemas.openxmlformats.org/officeDocument/2006/relationships/customXml" Target="../ink/ink1195.xml"/><Relationship Id="rId322" Type="http://schemas.openxmlformats.org/officeDocument/2006/relationships/image" Target="../media/image381.png"/><Relationship Id="rId364" Type="http://schemas.openxmlformats.org/officeDocument/2006/relationships/image" Target="../media/image402.png"/><Relationship Id="rId61" Type="http://schemas.openxmlformats.org/officeDocument/2006/relationships/customXml" Target="../ink/ink1147.xml"/><Relationship Id="rId199" Type="http://schemas.openxmlformats.org/officeDocument/2006/relationships/customXml" Target="../ink/ink1216.xml"/><Relationship Id="rId571" Type="http://schemas.openxmlformats.org/officeDocument/2006/relationships/customXml" Target="../ink/ink1402.xml"/><Relationship Id="rId19" Type="http://schemas.openxmlformats.org/officeDocument/2006/relationships/customXml" Target="../ink/ink1126.xml"/><Relationship Id="rId224" Type="http://schemas.openxmlformats.org/officeDocument/2006/relationships/image" Target="../media/image321.png"/><Relationship Id="rId266" Type="http://schemas.openxmlformats.org/officeDocument/2006/relationships/image" Target="../media/image342.png"/><Relationship Id="rId431" Type="http://schemas.openxmlformats.org/officeDocument/2006/relationships/customXml" Target="../ink/ink1332.xml"/><Relationship Id="rId473" Type="http://schemas.openxmlformats.org/officeDocument/2006/relationships/customXml" Target="../ink/ink1353.xml"/><Relationship Id="rId529" Type="http://schemas.openxmlformats.org/officeDocument/2006/relationships/customXml" Target="../ink/ink1381.xml"/><Relationship Id="rId30" Type="http://schemas.openxmlformats.org/officeDocument/2006/relationships/image" Target="../media/image37.png"/><Relationship Id="rId126" Type="http://schemas.openxmlformats.org/officeDocument/2006/relationships/image" Target="../media/image85.png"/><Relationship Id="rId168" Type="http://schemas.openxmlformats.org/officeDocument/2006/relationships/image" Target="../media/image293.png"/><Relationship Id="rId333" Type="http://schemas.openxmlformats.org/officeDocument/2006/relationships/customXml" Target="../ink/ink1283.xml"/><Relationship Id="rId540" Type="http://schemas.openxmlformats.org/officeDocument/2006/relationships/image" Target="../media/image490.png"/><Relationship Id="rId72" Type="http://schemas.openxmlformats.org/officeDocument/2006/relationships/image" Target="../media/image58.png"/><Relationship Id="rId375" Type="http://schemas.openxmlformats.org/officeDocument/2006/relationships/customXml" Target="../ink/ink1304.xml"/><Relationship Id="rId582" Type="http://schemas.openxmlformats.org/officeDocument/2006/relationships/image" Target="../media/image511.png"/><Relationship Id="rId3" Type="http://schemas.openxmlformats.org/officeDocument/2006/relationships/customXml" Target="../ink/ink1118.xml"/><Relationship Id="rId235" Type="http://schemas.openxmlformats.org/officeDocument/2006/relationships/customXml" Target="../ink/ink1234.xml"/><Relationship Id="rId277" Type="http://schemas.openxmlformats.org/officeDocument/2006/relationships/customXml" Target="../ink/ink1255.xml"/><Relationship Id="rId400" Type="http://schemas.openxmlformats.org/officeDocument/2006/relationships/image" Target="../media/image420.png"/><Relationship Id="rId442" Type="http://schemas.openxmlformats.org/officeDocument/2006/relationships/image" Target="../media/image441.png"/><Relationship Id="rId484" Type="http://schemas.openxmlformats.org/officeDocument/2006/relationships/image" Target="../media/image462.png"/><Relationship Id="rId137" Type="http://schemas.openxmlformats.org/officeDocument/2006/relationships/customXml" Target="../ink/ink1185.xml"/><Relationship Id="rId302" Type="http://schemas.openxmlformats.org/officeDocument/2006/relationships/image" Target="../media/image371.png"/><Relationship Id="rId344" Type="http://schemas.openxmlformats.org/officeDocument/2006/relationships/image" Target="../media/image392.png"/><Relationship Id="rId41" Type="http://schemas.openxmlformats.org/officeDocument/2006/relationships/customXml" Target="../ink/ink1137.xml"/><Relationship Id="rId83" Type="http://schemas.openxmlformats.org/officeDocument/2006/relationships/customXml" Target="../ink/ink1158.xml"/><Relationship Id="rId179" Type="http://schemas.openxmlformats.org/officeDocument/2006/relationships/customXml" Target="../ink/ink1206.xml"/><Relationship Id="rId386" Type="http://schemas.openxmlformats.org/officeDocument/2006/relationships/image" Target="../media/image413.png"/><Relationship Id="rId551" Type="http://schemas.openxmlformats.org/officeDocument/2006/relationships/customXml" Target="../ink/ink1392.xml"/><Relationship Id="rId593" Type="http://schemas.openxmlformats.org/officeDocument/2006/relationships/customXml" Target="../ink/ink1413.xml"/><Relationship Id="rId607" Type="http://schemas.openxmlformats.org/officeDocument/2006/relationships/customXml" Target="../ink/ink1420.xml"/><Relationship Id="rId190" Type="http://schemas.openxmlformats.org/officeDocument/2006/relationships/image" Target="../media/image304.png"/><Relationship Id="rId204" Type="http://schemas.openxmlformats.org/officeDocument/2006/relationships/image" Target="../media/image311.png"/><Relationship Id="rId246" Type="http://schemas.openxmlformats.org/officeDocument/2006/relationships/image" Target="../media/image332.png"/><Relationship Id="rId288" Type="http://schemas.openxmlformats.org/officeDocument/2006/relationships/image" Target="../media/image356.png"/><Relationship Id="rId411" Type="http://schemas.openxmlformats.org/officeDocument/2006/relationships/customXml" Target="../ink/ink1322.xml"/><Relationship Id="rId453" Type="http://schemas.openxmlformats.org/officeDocument/2006/relationships/customXml" Target="../ink/ink1343.xml"/><Relationship Id="rId509" Type="http://schemas.openxmlformats.org/officeDocument/2006/relationships/customXml" Target="../ink/ink1371.xml"/><Relationship Id="rId106" Type="http://schemas.openxmlformats.org/officeDocument/2006/relationships/image" Target="../media/image75.png"/><Relationship Id="rId313" Type="http://schemas.openxmlformats.org/officeDocument/2006/relationships/customXml" Target="../ink/ink1273.xml"/><Relationship Id="rId495" Type="http://schemas.openxmlformats.org/officeDocument/2006/relationships/customXml" Target="../ink/ink1364.xml"/><Relationship Id="rId10" Type="http://schemas.openxmlformats.org/officeDocument/2006/relationships/image" Target="../media/image27.png"/><Relationship Id="rId52" Type="http://schemas.openxmlformats.org/officeDocument/2006/relationships/image" Target="../media/image48.png"/><Relationship Id="rId94" Type="http://schemas.openxmlformats.org/officeDocument/2006/relationships/image" Target="../media/image69.png"/><Relationship Id="rId148" Type="http://schemas.openxmlformats.org/officeDocument/2006/relationships/image" Target="../media/image96.png"/><Relationship Id="rId355" Type="http://schemas.openxmlformats.org/officeDocument/2006/relationships/customXml" Target="../ink/ink1294.xml"/><Relationship Id="rId397" Type="http://schemas.openxmlformats.org/officeDocument/2006/relationships/customXml" Target="../ink/ink1315.xml"/><Relationship Id="rId520" Type="http://schemas.openxmlformats.org/officeDocument/2006/relationships/image" Target="../media/image480.png"/><Relationship Id="rId562" Type="http://schemas.openxmlformats.org/officeDocument/2006/relationships/image" Target="../media/image501.png"/><Relationship Id="rId618" Type="http://schemas.openxmlformats.org/officeDocument/2006/relationships/image" Target="../media/image529.png"/><Relationship Id="rId215" Type="http://schemas.openxmlformats.org/officeDocument/2006/relationships/customXml" Target="../ink/ink1224.xml"/><Relationship Id="rId257" Type="http://schemas.openxmlformats.org/officeDocument/2006/relationships/customXml" Target="../ink/ink1245.xml"/><Relationship Id="rId422" Type="http://schemas.openxmlformats.org/officeDocument/2006/relationships/image" Target="../media/image431.png"/><Relationship Id="rId464" Type="http://schemas.openxmlformats.org/officeDocument/2006/relationships/image" Target="../media/image452.png"/><Relationship Id="rId299" Type="http://schemas.openxmlformats.org/officeDocument/2006/relationships/customXml" Target="../ink/ink1266.xml"/><Relationship Id="rId63" Type="http://schemas.openxmlformats.org/officeDocument/2006/relationships/customXml" Target="../ink/ink1148.xml"/><Relationship Id="rId159" Type="http://schemas.openxmlformats.org/officeDocument/2006/relationships/customXml" Target="../ink/ink1196.xml"/><Relationship Id="rId366" Type="http://schemas.openxmlformats.org/officeDocument/2006/relationships/image" Target="../media/image403.png"/><Relationship Id="rId573" Type="http://schemas.openxmlformats.org/officeDocument/2006/relationships/customXml" Target="../ink/ink1403.xml"/><Relationship Id="rId226" Type="http://schemas.openxmlformats.org/officeDocument/2006/relationships/image" Target="../media/image322.png"/><Relationship Id="rId433" Type="http://schemas.openxmlformats.org/officeDocument/2006/relationships/customXml" Target="../ink/ink1333.xml"/><Relationship Id="rId74" Type="http://schemas.openxmlformats.org/officeDocument/2006/relationships/image" Target="../media/image59.png"/><Relationship Id="rId377" Type="http://schemas.openxmlformats.org/officeDocument/2006/relationships/customXml" Target="../ink/ink1305.xml"/><Relationship Id="rId500" Type="http://schemas.openxmlformats.org/officeDocument/2006/relationships/image" Target="../media/image470.png"/><Relationship Id="rId584" Type="http://schemas.openxmlformats.org/officeDocument/2006/relationships/image" Target="../media/image512.png"/><Relationship Id="rId5" Type="http://schemas.openxmlformats.org/officeDocument/2006/relationships/customXml" Target="../ink/ink1119.xml"/><Relationship Id="rId237" Type="http://schemas.openxmlformats.org/officeDocument/2006/relationships/customXml" Target="../ink/ink1235.xml"/><Relationship Id="rId444" Type="http://schemas.openxmlformats.org/officeDocument/2006/relationships/image" Target="../media/image442.png"/><Relationship Id="rId290" Type="http://schemas.openxmlformats.org/officeDocument/2006/relationships/image" Target="../media/image357.png"/><Relationship Id="rId304" Type="http://schemas.openxmlformats.org/officeDocument/2006/relationships/image" Target="../media/image372.png"/><Relationship Id="rId388" Type="http://schemas.openxmlformats.org/officeDocument/2006/relationships/image" Target="../media/image414.png"/><Relationship Id="rId511" Type="http://schemas.openxmlformats.org/officeDocument/2006/relationships/customXml" Target="../ink/ink1372.xml"/><Relationship Id="rId609" Type="http://schemas.openxmlformats.org/officeDocument/2006/relationships/customXml" Target="../ink/ink1421.xml"/><Relationship Id="rId85" Type="http://schemas.openxmlformats.org/officeDocument/2006/relationships/customXml" Target="../ink/ink1159.xml"/><Relationship Id="rId150" Type="http://schemas.openxmlformats.org/officeDocument/2006/relationships/image" Target="../media/image97.png"/><Relationship Id="rId595" Type="http://schemas.openxmlformats.org/officeDocument/2006/relationships/customXml" Target="../ink/ink1414.xml"/><Relationship Id="rId248" Type="http://schemas.openxmlformats.org/officeDocument/2006/relationships/image" Target="../media/image333.png"/><Relationship Id="rId455" Type="http://schemas.openxmlformats.org/officeDocument/2006/relationships/customXml" Target="../ink/ink1344.xml"/><Relationship Id="rId12" Type="http://schemas.openxmlformats.org/officeDocument/2006/relationships/image" Target="../media/image28.png"/><Relationship Id="rId108" Type="http://schemas.openxmlformats.org/officeDocument/2006/relationships/image" Target="../media/image76.png"/><Relationship Id="rId315" Type="http://schemas.openxmlformats.org/officeDocument/2006/relationships/customXml" Target="../ink/ink1274.xml"/><Relationship Id="rId522" Type="http://schemas.openxmlformats.org/officeDocument/2006/relationships/image" Target="../media/image481.png"/><Relationship Id="rId96" Type="http://schemas.openxmlformats.org/officeDocument/2006/relationships/image" Target="../media/image70.png"/><Relationship Id="rId161" Type="http://schemas.openxmlformats.org/officeDocument/2006/relationships/customXml" Target="../ink/ink1197.xml"/><Relationship Id="rId399" Type="http://schemas.openxmlformats.org/officeDocument/2006/relationships/customXml" Target="../ink/ink1316.xml"/><Relationship Id="rId259" Type="http://schemas.openxmlformats.org/officeDocument/2006/relationships/customXml" Target="../ink/ink1246.xml"/><Relationship Id="rId466" Type="http://schemas.openxmlformats.org/officeDocument/2006/relationships/image" Target="../media/image453.png"/><Relationship Id="rId23" Type="http://schemas.openxmlformats.org/officeDocument/2006/relationships/customXml" Target="../ink/ink1128.xml"/><Relationship Id="rId119" Type="http://schemas.openxmlformats.org/officeDocument/2006/relationships/customXml" Target="../ink/ink1176.xml"/><Relationship Id="rId326" Type="http://schemas.openxmlformats.org/officeDocument/2006/relationships/image" Target="../media/image383.png"/><Relationship Id="rId533" Type="http://schemas.openxmlformats.org/officeDocument/2006/relationships/customXml" Target="../ink/ink1383.xml"/><Relationship Id="rId172" Type="http://schemas.openxmlformats.org/officeDocument/2006/relationships/image" Target="../media/image295.png"/><Relationship Id="rId477" Type="http://schemas.openxmlformats.org/officeDocument/2006/relationships/customXml" Target="../ink/ink1355.xml"/><Relationship Id="rId600" Type="http://schemas.openxmlformats.org/officeDocument/2006/relationships/image" Target="../media/image520.png"/><Relationship Id="rId337" Type="http://schemas.openxmlformats.org/officeDocument/2006/relationships/customXml" Target="../ink/ink1285.xml"/><Relationship Id="rId34" Type="http://schemas.openxmlformats.org/officeDocument/2006/relationships/image" Target="../media/image39.png"/><Relationship Id="rId544" Type="http://schemas.openxmlformats.org/officeDocument/2006/relationships/image" Target="../media/image492.png"/><Relationship Id="rId183" Type="http://schemas.openxmlformats.org/officeDocument/2006/relationships/customXml" Target="../ink/ink1208.xml"/><Relationship Id="rId390" Type="http://schemas.openxmlformats.org/officeDocument/2006/relationships/image" Target="../media/image415.png"/><Relationship Id="rId404" Type="http://schemas.openxmlformats.org/officeDocument/2006/relationships/image" Target="../media/image422.png"/><Relationship Id="rId611" Type="http://schemas.openxmlformats.org/officeDocument/2006/relationships/customXml" Target="../ink/ink1422.xml"/><Relationship Id="rId250" Type="http://schemas.openxmlformats.org/officeDocument/2006/relationships/image" Target="../media/image334.png"/><Relationship Id="rId488" Type="http://schemas.openxmlformats.org/officeDocument/2006/relationships/image" Target="../media/image464.png"/><Relationship Id="rId45" Type="http://schemas.openxmlformats.org/officeDocument/2006/relationships/customXml" Target="../ink/ink1139.xml"/><Relationship Id="rId110" Type="http://schemas.openxmlformats.org/officeDocument/2006/relationships/image" Target="../media/image77.png"/><Relationship Id="rId348" Type="http://schemas.openxmlformats.org/officeDocument/2006/relationships/image" Target="../media/image394.png"/><Relationship Id="rId555" Type="http://schemas.openxmlformats.org/officeDocument/2006/relationships/customXml" Target="../ink/ink1394.xml"/><Relationship Id="rId194" Type="http://schemas.openxmlformats.org/officeDocument/2006/relationships/image" Target="../media/image306.png"/><Relationship Id="rId208" Type="http://schemas.openxmlformats.org/officeDocument/2006/relationships/image" Target="../media/image313.png"/><Relationship Id="rId415" Type="http://schemas.openxmlformats.org/officeDocument/2006/relationships/customXml" Target="../ink/ink1324.xml"/><Relationship Id="rId261" Type="http://schemas.openxmlformats.org/officeDocument/2006/relationships/customXml" Target="../ink/ink1247.xml"/><Relationship Id="rId499" Type="http://schemas.openxmlformats.org/officeDocument/2006/relationships/customXml" Target="../ink/ink1366.xml"/><Relationship Id="rId56" Type="http://schemas.openxmlformats.org/officeDocument/2006/relationships/image" Target="../media/image50.png"/><Relationship Id="rId359" Type="http://schemas.openxmlformats.org/officeDocument/2006/relationships/customXml" Target="../ink/ink1296.xml"/><Relationship Id="rId566" Type="http://schemas.openxmlformats.org/officeDocument/2006/relationships/image" Target="../media/image503.png"/><Relationship Id="rId121" Type="http://schemas.openxmlformats.org/officeDocument/2006/relationships/customXml" Target="../ink/ink1177.xml"/><Relationship Id="rId219" Type="http://schemas.openxmlformats.org/officeDocument/2006/relationships/customXml" Target="../ink/ink1226.xml"/><Relationship Id="rId426" Type="http://schemas.openxmlformats.org/officeDocument/2006/relationships/image" Target="../media/image433.png"/><Relationship Id="rId67" Type="http://schemas.openxmlformats.org/officeDocument/2006/relationships/customXml" Target="../ink/ink1150.xml"/><Relationship Id="rId272" Type="http://schemas.openxmlformats.org/officeDocument/2006/relationships/image" Target="../media/image345.png"/><Relationship Id="rId577" Type="http://schemas.openxmlformats.org/officeDocument/2006/relationships/customXml" Target="../ink/ink1405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83.xml"/><Relationship Id="rId21" Type="http://schemas.openxmlformats.org/officeDocument/2006/relationships/customXml" Target="../ink/ink1435.xml"/><Relationship Id="rId324" Type="http://schemas.openxmlformats.org/officeDocument/2006/relationships/image" Target="../media/image382.png"/><Relationship Id="rId531" Type="http://schemas.openxmlformats.org/officeDocument/2006/relationships/customXml" Target="../ink/ink1690.xml"/><Relationship Id="rId170" Type="http://schemas.openxmlformats.org/officeDocument/2006/relationships/image" Target="../media/image294.png"/><Relationship Id="rId268" Type="http://schemas.openxmlformats.org/officeDocument/2006/relationships/image" Target="../media/image343.png"/><Relationship Id="rId475" Type="http://schemas.openxmlformats.org/officeDocument/2006/relationships/customXml" Target="../ink/ink1662.xml"/><Relationship Id="rId32" Type="http://schemas.openxmlformats.org/officeDocument/2006/relationships/image" Target="../media/image38.png"/><Relationship Id="rId128" Type="http://schemas.openxmlformats.org/officeDocument/2006/relationships/image" Target="../media/image86.png"/><Relationship Id="rId335" Type="http://schemas.openxmlformats.org/officeDocument/2006/relationships/customXml" Target="../ink/ink1592.xml"/><Relationship Id="rId542" Type="http://schemas.openxmlformats.org/officeDocument/2006/relationships/image" Target="../media/image620.png"/><Relationship Id="rId181" Type="http://schemas.openxmlformats.org/officeDocument/2006/relationships/customXml" Target="../ink/ink1515.xml"/><Relationship Id="rId402" Type="http://schemas.openxmlformats.org/officeDocument/2006/relationships/image" Target="../media/image550.png"/><Relationship Id="rId279" Type="http://schemas.openxmlformats.org/officeDocument/2006/relationships/customXml" Target="../ink/ink1564.xml"/><Relationship Id="rId486" Type="http://schemas.openxmlformats.org/officeDocument/2006/relationships/image" Target="../media/image592.png"/><Relationship Id="rId43" Type="http://schemas.openxmlformats.org/officeDocument/2006/relationships/customXml" Target="../ink/ink1446.xml"/><Relationship Id="rId139" Type="http://schemas.openxmlformats.org/officeDocument/2006/relationships/customXml" Target="../ink/ink1494.xml"/><Relationship Id="rId346" Type="http://schemas.openxmlformats.org/officeDocument/2006/relationships/image" Target="../media/image393.png"/><Relationship Id="rId553" Type="http://schemas.openxmlformats.org/officeDocument/2006/relationships/customXml" Target="../ink/ink1701.xml"/><Relationship Id="rId192" Type="http://schemas.openxmlformats.org/officeDocument/2006/relationships/image" Target="../media/image305.png"/><Relationship Id="rId206" Type="http://schemas.openxmlformats.org/officeDocument/2006/relationships/image" Target="../media/image312.png"/><Relationship Id="rId413" Type="http://schemas.openxmlformats.org/officeDocument/2006/relationships/customXml" Target="../ink/ink1631.xml"/><Relationship Id="rId497" Type="http://schemas.openxmlformats.org/officeDocument/2006/relationships/customXml" Target="../ink/ink1673.xml"/><Relationship Id="rId620" Type="http://schemas.openxmlformats.org/officeDocument/2006/relationships/image" Target="../media/image659.png"/><Relationship Id="rId357" Type="http://schemas.openxmlformats.org/officeDocument/2006/relationships/customXml" Target="../ink/ink1603.xml"/><Relationship Id="rId54" Type="http://schemas.openxmlformats.org/officeDocument/2006/relationships/image" Target="../media/image49.png"/><Relationship Id="rId217" Type="http://schemas.openxmlformats.org/officeDocument/2006/relationships/customXml" Target="../ink/ink1533.xml"/><Relationship Id="rId564" Type="http://schemas.openxmlformats.org/officeDocument/2006/relationships/image" Target="../media/image631.png"/><Relationship Id="rId424" Type="http://schemas.openxmlformats.org/officeDocument/2006/relationships/image" Target="../media/image561.png"/><Relationship Id="rId270" Type="http://schemas.openxmlformats.org/officeDocument/2006/relationships/image" Target="../media/image344.png"/><Relationship Id="rId65" Type="http://schemas.openxmlformats.org/officeDocument/2006/relationships/customXml" Target="../ink/ink1457.xml"/><Relationship Id="rId130" Type="http://schemas.openxmlformats.org/officeDocument/2006/relationships/image" Target="../media/image87.png"/><Relationship Id="rId368" Type="http://schemas.openxmlformats.org/officeDocument/2006/relationships/image" Target="../media/image533.png"/><Relationship Id="rId575" Type="http://schemas.openxmlformats.org/officeDocument/2006/relationships/customXml" Target="../ink/ink1712.xml"/><Relationship Id="rId228" Type="http://schemas.openxmlformats.org/officeDocument/2006/relationships/image" Target="../media/image323.png"/><Relationship Id="rId435" Type="http://schemas.openxmlformats.org/officeDocument/2006/relationships/customXml" Target="../ink/ink1642.xml"/><Relationship Id="rId281" Type="http://schemas.openxmlformats.org/officeDocument/2006/relationships/customXml" Target="../ink/ink1565.xml"/><Relationship Id="rId502" Type="http://schemas.openxmlformats.org/officeDocument/2006/relationships/image" Target="../media/image600.png"/><Relationship Id="rId76" Type="http://schemas.openxmlformats.org/officeDocument/2006/relationships/image" Target="../media/image60.png"/><Relationship Id="rId141" Type="http://schemas.openxmlformats.org/officeDocument/2006/relationships/customXml" Target="../ink/ink1495.xml"/><Relationship Id="rId379" Type="http://schemas.openxmlformats.org/officeDocument/2006/relationships/customXml" Target="../ink/ink1614.xml"/><Relationship Id="rId586" Type="http://schemas.openxmlformats.org/officeDocument/2006/relationships/image" Target="../media/image642.png"/><Relationship Id="rId7" Type="http://schemas.openxmlformats.org/officeDocument/2006/relationships/customXml" Target="../ink/ink1428.xml"/><Relationship Id="rId239" Type="http://schemas.openxmlformats.org/officeDocument/2006/relationships/customXml" Target="../ink/ink1544.xml"/><Relationship Id="rId446" Type="http://schemas.openxmlformats.org/officeDocument/2006/relationships/image" Target="../media/image572.png"/><Relationship Id="rId292" Type="http://schemas.openxmlformats.org/officeDocument/2006/relationships/image" Target="../media/image358.png"/><Relationship Id="rId306" Type="http://schemas.openxmlformats.org/officeDocument/2006/relationships/image" Target="../media/image373.png"/><Relationship Id="rId87" Type="http://schemas.openxmlformats.org/officeDocument/2006/relationships/customXml" Target="../ink/ink1468.xml"/><Relationship Id="rId513" Type="http://schemas.openxmlformats.org/officeDocument/2006/relationships/customXml" Target="../ink/ink1681.xml"/><Relationship Id="rId597" Type="http://schemas.openxmlformats.org/officeDocument/2006/relationships/customXml" Target="../ink/ink1723.xml"/><Relationship Id="rId152" Type="http://schemas.openxmlformats.org/officeDocument/2006/relationships/image" Target="../media/image98.png"/><Relationship Id="rId457" Type="http://schemas.openxmlformats.org/officeDocument/2006/relationships/customXml" Target="../ink/ink1653.xml"/><Relationship Id="rId14" Type="http://schemas.openxmlformats.org/officeDocument/2006/relationships/image" Target="../media/image29.png"/><Relationship Id="rId317" Type="http://schemas.openxmlformats.org/officeDocument/2006/relationships/customXml" Target="../ink/ink1583.xml"/><Relationship Id="rId524" Type="http://schemas.openxmlformats.org/officeDocument/2006/relationships/image" Target="../media/image611.png"/><Relationship Id="rId98" Type="http://schemas.openxmlformats.org/officeDocument/2006/relationships/image" Target="../media/image71.png"/><Relationship Id="rId163" Type="http://schemas.openxmlformats.org/officeDocument/2006/relationships/customXml" Target="../ink/ink1506.xml"/><Relationship Id="rId370" Type="http://schemas.openxmlformats.org/officeDocument/2006/relationships/image" Target="../media/image534.png"/><Relationship Id="rId230" Type="http://schemas.openxmlformats.org/officeDocument/2006/relationships/image" Target="../media/image324.png"/><Relationship Id="rId468" Type="http://schemas.openxmlformats.org/officeDocument/2006/relationships/image" Target="../media/image583.png"/><Relationship Id="rId25" Type="http://schemas.openxmlformats.org/officeDocument/2006/relationships/customXml" Target="../ink/ink1437.xml"/><Relationship Id="rId328" Type="http://schemas.openxmlformats.org/officeDocument/2006/relationships/image" Target="../media/image384.png"/><Relationship Id="rId535" Type="http://schemas.openxmlformats.org/officeDocument/2006/relationships/customXml" Target="../ink/ink1692.xml"/><Relationship Id="rId174" Type="http://schemas.openxmlformats.org/officeDocument/2006/relationships/image" Target="../media/image296.png"/><Relationship Id="rId381" Type="http://schemas.openxmlformats.org/officeDocument/2006/relationships/customXml" Target="../ink/ink1615.xml"/><Relationship Id="rId602" Type="http://schemas.openxmlformats.org/officeDocument/2006/relationships/image" Target="../media/image650.png"/><Relationship Id="rId241" Type="http://schemas.openxmlformats.org/officeDocument/2006/relationships/customXml" Target="../ink/ink1545.xml"/><Relationship Id="rId437" Type="http://schemas.openxmlformats.org/officeDocument/2006/relationships/customXml" Target="../ink/ink1643.xml"/><Relationship Id="rId479" Type="http://schemas.openxmlformats.org/officeDocument/2006/relationships/customXml" Target="../ink/ink1664.xml"/><Relationship Id="rId36" Type="http://schemas.openxmlformats.org/officeDocument/2006/relationships/image" Target="../media/image40.png"/><Relationship Id="rId283" Type="http://schemas.openxmlformats.org/officeDocument/2006/relationships/customXml" Target="../ink/ink1566.xml"/><Relationship Id="rId339" Type="http://schemas.openxmlformats.org/officeDocument/2006/relationships/customXml" Target="../ink/ink1594.xml"/><Relationship Id="rId490" Type="http://schemas.openxmlformats.org/officeDocument/2006/relationships/image" Target="../media/image594.png"/><Relationship Id="rId504" Type="http://schemas.openxmlformats.org/officeDocument/2006/relationships/image" Target="../media/image601.png"/><Relationship Id="rId546" Type="http://schemas.openxmlformats.org/officeDocument/2006/relationships/image" Target="../media/image622.png"/><Relationship Id="rId78" Type="http://schemas.openxmlformats.org/officeDocument/2006/relationships/image" Target="../media/image61.png"/><Relationship Id="rId101" Type="http://schemas.openxmlformats.org/officeDocument/2006/relationships/customXml" Target="../ink/ink1475.xml"/><Relationship Id="rId143" Type="http://schemas.openxmlformats.org/officeDocument/2006/relationships/customXml" Target="../ink/ink1496.xml"/><Relationship Id="rId185" Type="http://schemas.openxmlformats.org/officeDocument/2006/relationships/customXml" Target="../ink/ink1517.xml"/><Relationship Id="rId350" Type="http://schemas.openxmlformats.org/officeDocument/2006/relationships/image" Target="../media/image395.png"/><Relationship Id="rId406" Type="http://schemas.openxmlformats.org/officeDocument/2006/relationships/image" Target="../media/image552.png"/><Relationship Id="rId588" Type="http://schemas.openxmlformats.org/officeDocument/2006/relationships/image" Target="../media/image643.png"/><Relationship Id="rId9" Type="http://schemas.openxmlformats.org/officeDocument/2006/relationships/customXml" Target="../ink/ink1429.xml"/><Relationship Id="rId210" Type="http://schemas.openxmlformats.org/officeDocument/2006/relationships/image" Target="../media/image314.png"/><Relationship Id="rId392" Type="http://schemas.openxmlformats.org/officeDocument/2006/relationships/image" Target="../media/image545.png"/><Relationship Id="rId448" Type="http://schemas.openxmlformats.org/officeDocument/2006/relationships/image" Target="../media/image573.png"/><Relationship Id="rId613" Type="http://schemas.openxmlformats.org/officeDocument/2006/relationships/customXml" Target="../ink/ink1731.xml"/><Relationship Id="rId252" Type="http://schemas.openxmlformats.org/officeDocument/2006/relationships/image" Target="../media/image335.png"/><Relationship Id="rId294" Type="http://schemas.openxmlformats.org/officeDocument/2006/relationships/image" Target="../media/image359.png"/><Relationship Id="rId308" Type="http://schemas.openxmlformats.org/officeDocument/2006/relationships/image" Target="../media/image374.png"/><Relationship Id="rId515" Type="http://schemas.openxmlformats.org/officeDocument/2006/relationships/customXml" Target="../ink/ink1682.xml"/><Relationship Id="rId47" Type="http://schemas.openxmlformats.org/officeDocument/2006/relationships/customXml" Target="../ink/ink1448.xml"/><Relationship Id="rId89" Type="http://schemas.openxmlformats.org/officeDocument/2006/relationships/customXml" Target="../ink/ink1469.xml"/><Relationship Id="rId112" Type="http://schemas.openxmlformats.org/officeDocument/2006/relationships/image" Target="../media/image78.png"/><Relationship Id="rId154" Type="http://schemas.openxmlformats.org/officeDocument/2006/relationships/image" Target="../media/image99.png"/><Relationship Id="rId361" Type="http://schemas.openxmlformats.org/officeDocument/2006/relationships/customXml" Target="../ink/ink1605.xml"/><Relationship Id="rId557" Type="http://schemas.openxmlformats.org/officeDocument/2006/relationships/customXml" Target="../ink/ink1703.xml"/><Relationship Id="rId599" Type="http://schemas.openxmlformats.org/officeDocument/2006/relationships/customXml" Target="../ink/ink1724.xml"/><Relationship Id="rId196" Type="http://schemas.openxmlformats.org/officeDocument/2006/relationships/image" Target="../media/image307.png"/><Relationship Id="rId417" Type="http://schemas.openxmlformats.org/officeDocument/2006/relationships/customXml" Target="../ink/ink1633.xml"/><Relationship Id="rId459" Type="http://schemas.openxmlformats.org/officeDocument/2006/relationships/customXml" Target="../ink/ink1654.xml"/><Relationship Id="rId16" Type="http://schemas.openxmlformats.org/officeDocument/2006/relationships/image" Target="../media/image30.png"/><Relationship Id="rId221" Type="http://schemas.openxmlformats.org/officeDocument/2006/relationships/customXml" Target="../ink/ink1535.xml"/><Relationship Id="rId263" Type="http://schemas.openxmlformats.org/officeDocument/2006/relationships/customXml" Target="../ink/ink1556.xml"/><Relationship Id="rId319" Type="http://schemas.openxmlformats.org/officeDocument/2006/relationships/customXml" Target="../ink/ink1584.xml"/><Relationship Id="rId470" Type="http://schemas.openxmlformats.org/officeDocument/2006/relationships/image" Target="../media/image584.png"/><Relationship Id="rId526" Type="http://schemas.openxmlformats.org/officeDocument/2006/relationships/image" Target="../media/image612.png"/><Relationship Id="rId58" Type="http://schemas.openxmlformats.org/officeDocument/2006/relationships/image" Target="../media/image51.png"/><Relationship Id="rId123" Type="http://schemas.openxmlformats.org/officeDocument/2006/relationships/customXml" Target="../ink/ink1486.xml"/><Relationship Id="rId330" Type="http://schemas.openxmlformats.org/officeDocument/2006/relationships/image" Target="../media/image385.png"/><Relationship Id="rId568" Type="http://schemas.openxmlformats.org/officeDocument/2006/relationships/image" Target="../media/image633.png"/><Relationship Id="rId165" Type="http://schemas.openxmlformats.org/officeDocument/2006/relationships/customXml" Target="../ink/ink1507.xml"/><Relationship Id="rId372" Type="http://schemas.openxmlformats.org/officeDocument/2006/relationships/image" Target="../media/image535.png"/><Relationship Id="rId428" Type="http://schemas.openxmlformats.org/officeDocument/2006/relationships/image" Target="../media/image563.png"/><Relationship Id="rId232" Type="http://schemas.openxmlformats.org/officeDocument/2006/relationships/image" Target="../media/image325.png"/><Relationship Id="rId274" Type="http://schemas.openxmlformats.org/officeDocument/2006/relationships/image" Target="../media/image346.png"/><Relationship Id="rId481" Type="http://schemas.openxmlformats.org/officeDocument/2006/relationships/customXml" Target="../ink/ink1665.xml"/><Relationship Id="rId27" Type="http://schemas.openxmlformats.org/officeDocument/2006/relationships/customXml" Target="../ink/ink1438.xml"/><Relationship Id="rId69" Type="http://schemas.openxmlformats.org/officeDocument/2006/relationships/customXml" Target="../ink/ink1459.xml"/><Relationship Id="rId134" Type="http://schemas.openxmlformats.org/officeDocument/2006/relationships/image" Target="../media/image89.png"/><Relationship Id="rId537" Type="http://schemas.openxmlformats.org/officeDocument/2006/relationships/customXml" Target="../ink/ink1693.xml"/><Relationship Id="rId579" Type="http://schemas.openxmlformats.org/officeDocument/2006/relationships/customXml" Target="../ink/ink1714.xml"/><Relationship Id="rId80" Type="http://schemas.openxmlformats.org/officeDocument/2006/relationships/image" Target="../media/image62.png"/><Relationship Id="rId176" Type="http://schemas.openxmlformats.org/officeDocument/2006/relationships/image" Target="../media/image297.png"/><Relationship Id="rId341" Type="http://schemas.openxmlformats.org/officeDocument/2006/relationships/customXml" Target="../ink/ink1595.xml"/><Relationship Id="rId383" Type="http://schemas.openxmlformats.org/officeDocument/2006/relationships/customXml" Target="../ink/ink1616.xml"/><Relationship Id="rId439" Type="http://schemas.openxmlformats.org/officeDocument/2006/relationships/customXml" Target="../ink/ink1644.xml"/><Relationship Id="rId590" Type="http://schemas.openxmlformats.org/officeDocument/2006/relationships/image" Target="../media/image644.png"/><Relationship Id="rId604" Type="http://schemas.openxmlformats.org/officeDocument/2006/relationships/image" Target="../media/image651.png"/><Relationship Id="rId201" Type="http://schemas.openxmlformats.org/officeDocument/2006/relationships/customXml" Target="../ink/ink1525.xml"/><Relationship Id="rId243" Type="http://schemas.openxmlformats.org/officeDocument/2006/relationships/customXml" Target="../ink/ink1546.xml"/><Relationship Id="rId285" Type="http://schemas.openxmlformats.org/officeDocument/2006/relationships/customXml" Target="../ink/ink1567.xml"/><Relationship Id="rId450" Type="http://schemas.openxmlformats.org/officeDocument/2006/relationships/image" Target="../media/image574.png"/><Relationship Id="rId506" Type="http://schemas.openxmlformats.org/officeDocument/2006/relationships/image" Target="../media/image602.png"/><Relationship Id="rId38" Type="http://schemas.openxmlformats.org/officeDocument/2006/relationships/image" Target="../media/image41.png"/><Relationship Id="rId103" Type="http://schemas.openxmlformats.org/officeDocument/2006/relationships/customXml" Target="../ink/ink1476.xml"/><Relationship Id="rId310" Type="http://schemas.openxmlformats.org/officeDocument/2006/relationships/image" Target="../media/image375.png"/><Relationship Id="rId492" Type="http://schemas.openxmlformats.org/officeDocument/2006/relationships/image" Target="../media/image595.png"/><Relationship Id="rId548" Type="http://schemas.openxmlformats.org/officeDocument/2006/relationships/image" Target="../media/image623.png"/><Relationship Id="rId91" Type="http://schemas.openxmlformats.org/officeDocument/2006/relationships/customXml" Target="../ink/ink1470.xml"/><Relationship Id="rId145" Type="http://schemas.openxmlformats.org/officeDocument/2006/relationships/customXml" Target="../ink/ink1497.xml"/><Relationship Id="rId187" Type="http://schemas.openxmlformats.org/officeDocument/2006/relationships/customXml" Target="../ink/ink1518.xml"/><Relationship Id="rId352" Type="http://schemas.openxmlformats.org/officeDocument/2006/relationships/image" Target="../media/image396.png"/><Relationship Id="rId394" Type="http://schemas.openxmlformats.org/officeDocument/2006/relationships/image" Target="../media/image546.png"/><Relationship Id="rId408" Type="http://schemas.openxmlformats.org/officeDocument/2006/relationships/image" Target="../media/image553.png"/><Relationship Id="rId615" Type="http://schemas.openxmlformats.org/officeDocument/2006/relationships/customXml" Target="../ink/ink1732.xml"/><Relationship Id="rId212" Type="http://schemas.openxmlformats.org/officeDocument/2006/relationships/image" Target="../media/image315.png"/><Relationship Id="rId254" Type="http://schemas.openxmlformats.org/officeDocument/2006/relationships/image" Target="../media/image336.png"/><Relationship Id="rId49" Type="http://schemas.openxmlformats.org/officeDocument/2006/relationships/customXml" Target="../ink/ink1449.xml"/><Relationship Id="rId114" Type="http://schemas.openxmlformats.org/officeDocument/2006/relationships/image" Target="../media/image79.png"/><Relationship Id="rId296" Type="http://schemas.openxmlformats.org/officeDocument/2006/relationships/image" Target="../media/image368.png"/><Relationship Id="rId461" Type="http://schemas.openxmlformats.org/officeDocument/2006/relationships/customXml" Target="../ink/ink1655.xml"/><Relationship Id="rId517" Type="http://schemas.openxmlformats.org/officeDocument/2006/relationships/customXml" Target="../ink/ink1683.xml"/><Relationship Id="rId559" Type="http://schemas.openxmlformats.org/officeDocument/2006/relationships/customXml" Target="../ink/ink1704.xml"/><Relationship Id="rId60" Type="http://schemas.openxmlformats.org/officeDocument/2006/relationships/image" Target="../media/image52.png"/><Relationship Id="rId156" Type="http://schemas.openxmlformats.org/officeDocument/2006/relationships/image" Target="../media/image100.png"/><Relationship Id="rId198" Type="http://schemas.openxmlformats.org/officeDocument/2006/relationships/image" Target="../media/image308.png"/><Relationship Id="rId321" Type="http://schemas.openxmlformats.org/officeDocument/2006/relationships/customXml" Target="../ink/ink1585.xml"/><Relationship Id="rId363" Type="http://schemas.openxmlformats.org/officeDocument/2006/relationships/customXml" Target="../ink/ink1606.xml"/><Relationship Id="rId419" Type="http://schemas.openxmlformats.org/officeDocument/2006/relationships/customXml" Target="../ink/ink1634.xml"/><Relationship Id="rId570" Type="http://schemas.openxmlformats.org/officeDocument/2006/relationships/image" Target="../media/image634.png"/><Relationship Id="rId223" Type="http://schemas.openxmlformats.org/officeDocument/2006/relationships/customXml" Target="../ink/ink1536.xml"/><Relationship Id="rId430" Type="http://schemas.openxmlformats.org/officeDocument/2006/relationships/image" Target="../media/image564.png"/><Relationship Id="rId18" Type="http://schemas.openxmlformats.org/officeDocument/2006/relationships/image" Target="../media/image31.png"/><Relationship Id="rId265" Type="http://schemas.openxmlformats.org/officeDocument/2006/relationships/customXml" Target="../ink/ink1557.xml"/><Relationship Id="rId472" Type="http://schemas.openxmlformats.org/officeDocument/2006/relationships/image" Target="../media/image585.png"/><Relationship Id="rId528" Type="http://schemas.openxmlformats.org/officeDocument/2006/relationships/image" Target="../media/image613.png"/><Relationship Id="rId125" Type="http://schemas.openxmlformats.org/officeDocument/2006/relationships/customXml" Target="../ink/ink1487.xml"/><Relationship Id="rId167" Type="http://schemas.openxmlformats.org/officeDocument/2006/relationships/customXml" Target="../ink/ink1508.xml"/><Relationship Id="rId332" Type="http://schemas.openxmlformats.org/officeDocument/2006/relationships/image" Target="../media/image386.png"/><Relationship Id="rId374" Type="http://schemas.openxmlformats.org/officeDocument/2006/relationships/image" Target="../media/image536.png"/><Relationship Id="rId581" Type="http://schemas.openxmlformats.org/officeDocument/2006/relationships/customXml" Target="../ink/ink1715.xml"/><Relationship Id="rId71" Type="http://schemas.openxmlformats.org/officeDocument/2006/relationships/customXml" Target="../ink/ink1460.xml"/><Relationship Id="rId234" Type="http://schemas.openxmlformats.org/officeDocument/2006/relationships/image" Target="../media/image326.png"/><Relationship Id="rId2" Type="http://schemas.openxmlformats.org/officeDocument/2006/relationships/image" Target="../media/image10.png"/><Relationship Id="rId29" Type="http://schemas.openxmlformats.org/officeDocument/2006/relationships/customXml" Target="../ink/ink1439.xml"/><Relationship Id="rId276" Type="http://schemas.openxmlformats.org/officeDocument/2006/relationships/image" Target="../media/image347.png"/><Relationship Id="rId441" Type="http://schemas.openxmlformats.org/officeDocument/2006/relationships/customXml" Target="../ink/ink1645.xml"/><Relationship Id="rId483" Type="http://schemas.openxmlformats.org/officeDocument/2006/relationships/customXml" Target="../ink/ink1666.xml"/><Relationship Id="rId539" Type="http://schemas.openxmlformats.org/officeDocument/2006/relationships/customXml" Target="../ink/ink1694.xml"/><Relationship Id="rId40" Type="http://schemas.openxmlformats.org/officeDocument/2006/relationships/image" Target="../media/image42.png"/><Relationship Id="rId136" Type="http://schemas.openxmlformats.org/officeDocument/2006/relationships/image" Target="../media/image90.png"/><Relationship Id="rId178" Type="http://schemas.openxmlformats.org/officeDocument/2006/relationships/image" Target="../media/image298.png"/><Relationship Id="rId301" Type="http://schemas.openxmlformats.org/officeDocument/2006/relationships/customXml" Target="../ink/ink1575.xml"/><Relationship Id="rId343" Type="http://schemas.openxmlformats.org/officeDocument/2006/relationships/customXml" Target="../ink/ink1596.xml"/><Relationship Id="rId550" Type="http://schemas.openxmlformats.org/officeDocument/2006/relationships/image" Target="../media/image624.png"/><Relationship Id="rId82" Type="http://schemas.openxmlformats.org/officeDocument/2006/relationships/image" Target="../media/image63.png"/><Relationship Id="rId203" Type="http://schemas.openxmlformats.org/officeDocument/2006/relationships/customXml" Target="../ink/ink1526.xml"/><Relationship Id="rId385" Type="http://schemas.openxmlformats.org/officeDocument/2006/relationships/customXml" Target="../ink/ink1617.xml"/><Relationship Id="rId592" Type="http://schemas.openxmlformats.org/officeDocument/2006/relationships/image" Target="../media/image645.png"/><Relationship Id="rId606" Type="http://schemas.openxmlformats.org/officeDocument/2006/relationships/image" Target="../media/image652.png"/><Relationship Id="rId245" Type="http://schemas.openxmlformats.org/officeDocument/2006/relationships/customXml" Target="../ink/ink1547.xml"/><Relationship Id="rId287" Type="http://schemas.openxmlformats.org/officeDocument/2006/relationships/customXml" Target="../ink/ink1568.xml"/><Relationship Id="rId410" Type="http://schemas.openxmlformats.org/officeDocument/2006/relationships/image" Target="../media/image554.png"/><Relationship Id="rId452" Type="http://schemas.openxmlformats.org/officeDocument/2006/relationships/image" Target="../media/image575.png"/><Relationship Id="rId494" Type="http://schemas.openxmlformats.org/officeDocument/2006/relationships/image" Target="../media/image596.png"/><Relationship Id="rId508" Type="http://schemas.openxmlformats.org/officeDocument/2006/relationships/image" Target="../media/image603.png"/><Relationship Id="rId105" Type="http://schemas.openxmlformats.org/officeDocument/2006/relationships/customXml" Target="../ink/ink1477.xml"/><Relationship Id="rId147" Type="http://schemas.openxmlformats.org/officeDocument/2006/relationships/customXml" Target="../ink/ink1498.xml"/><Relationship Id="rId312" Type="http://schemas.openxmlformats.org/officeDocument/2006/relationships/image" Target="../media/image376.png"/><Relationship Id="rId354" Type="http://schemas.openxmlformats.org/officeDocument/2006/relationships/image" Target="../media/image397.png"/><Relationship Id="rId51" Type="http://schemas.openxmlformats.org/officeDocument/2006/relationships/customXml" Target="../ink/ink1450.xml"/><Relationship Id="rId93" Type="http://schemas.openxmlformats.org/officeDocument/2006/relationships/customXml" Target="../ink/ink1471.xml"/><Relationship Id="rId189" Type="http://schemas.openxmlformats.org/officeDocument/2006/relationships/customXml" Target="../ink/ink1519.xml"/><Relationship Id="rId396" Type="http://schemas.openxmlformats.org/officeDocument/2006/relationships/image" Target="../media/image547.png"/><Relationship Id="rId561" Type="http://schemas.openxmlformats.org/officeDocument/2006/relationships/customXml" Target="../ink/ink1705.xml"/><Relationship Id="rId617" Type="http://schemas.openxmlformats.org/officeDocument/2006/relationships/customXml" Target="../ink/ink1733.xml"/><Relationship Id="rId214" Type="http://schemas.openxmlformats.org/officeDocument/2006/relationships/image" Target="../media/image316.png"/><Relationship Id="rId256" Type="http://schemas.openxmlformats.org/officeDocument/2006/relationships/image" Target="../media/image337.png"/><Relationship Id="rId298" Type="http://schemas.openxmlformats.org/officeDocument/2006/relationships/image" Target="../media/image369.png"/><Relationship Id="rId421" Type="http://schemas.openxmlformats.org/officeDocument/2006/relationships/customXml" Target="../ink/ink1635.xml"/><Relationship Id="rId463" Type="http://schemas.openxmlformats.org/officeDocument/2006/relationships/customXml" Target="../ink/ink1656.xml"/><Relationship Id="rId519" Type="http://schemas.openxmlformats.org/officeDocument/2006/relationships/customXml" Target="../ink/ink1684.xml"/><Relationship Id="rId116" Type="http://schemas.openxmlformats.org/officeDocument/2006/relationships/image" Target="../media/image80.png"/><Relationship Id="rId158" Type="http://schemas.openxmlformats.org/officeDocument/2006/relationships/image" Target="../media/image101.png"/><Relationship Id="rId323" Type="http://schemas.openxmlformats.org/officeDocument/2006/relationships/customXml" Target="../ink/ink1586.xml"/><Relationship Id="rId530" Type="http://schemas.openxmlformats.org/officeDocument/2006/relationships/image" Target="../media/image614.png"/><Relationship Id="rId20" Type="http://schemas.openxmlformats.org/officeDocument/2006/relationships/image" Target="../media/image32.png"/><Relationship Id="rId62" Type="http://schemas.openxmlformats.org/officeDocument/2006/relationships/image" Target="../media/image53.png"/><Relationship Id="rId365" Type="http://schemas.openxmlformats.org/officeDocument/2006/relationships/customXml" Target="../ink/ink1607.xml"/><Relationship Id="rId572" Type="http://schemas.openxmlformats.org/officeDocument/2006/relationships/image" Target="../media/image635.png"/><Relationship Id="rId225" Type="http://schemas.openxmlformats.org/officeDocument/2006/relationships/customXml" Target="../ink/ink1537.xml"/><Relationship Id="rId267" Type="http://schemas.openxmlformats.org/officeDocument/2006/relationships/customXml" Target="../ink/ink1558.xml"/><Relationship Id="rId432" Type="http://schemas.openxmlformats.org/officeDocument/2006/relationships/image" Target="../media/image565.png"/><Relationship Id="rId474" Type="http://schemas.openxmlformats.org/officeDocument/2006/relationships/image" Target="../media/image586.png"/><Relationship Id="rId127" Type="http://schemas.openxmlformats.org/officeDocument/2006/relationships/customXml" Target="../ink/ink1488.xml"/><Relationship Id="rId31" Type="http://schemas.openxmlformats.org/officeDocument/2006/relationships/customXml" Target="../ink/ink1440.xml"/><Relationship Id="rId73" Type="http://schemas.openxmlformats.org/officeDocument/2006/relationships/customXml" Target="../ink/ink1461.xml"/><Relationship Id="rId169" Type="http://schemas.openxmlformats.org/officeDocument/2006/relationships/customXml" Target="../ink/ink1509.xml"/><Relationship Id="rId334" Type="http://schemas.openxmlformats.org/officeDocument/2006/relationships/image" Target="../media/image387.png"/><Relationship Id="rId376" Type="http://schemas.openxmlformats.org/officeDocument/2006/relationships/image" Target="../media/image537.png"/><Relationship Id="rId541" Type="http://schemas.openxmlformats.org/officeDocument/2006/relationships/customXml" Target="../ink/ink1695.xml"/><Relationship Id="rId583" Type="http://schemas.openxmlformats.org/officeDocument/2006/relationships/customXml" Target="../ink/ink1716.xml"/><Relationship Id="rId4" Type="http://schemas.openxmlformats.org/officeDocument/2006/relationships/image" Target="../media/image24.png"/><Relationship Id="rId180" Type="http://schemas.openxmlformats.org/officeDocument/2006/relationships/image" Target="../media/image299.png"/><Relationship Id="rId236" Type="http://schemas.openxmlformats.org/officeDocument/2006/relationships/image" Target="../media/image327.png"/><Relationship Id="rId278" Type="http://schemas.openxmlformats.org/officeDocument/2006/relationships/image" Target="../media/image350.png"/><Relationship Id="rId401" Type="http://schemas.openxmlformats.org/officeDocument/2006/relationships/customXml" Target="../ink/ink1625.xml"/><Relationship Id="rId443" Type="http://schemas.openxmlformats.org/officeDocument/2006/relationships/customXml" Target="../ink/ink1646.xml"/><Relationship Id="rId303" Type="http://schemas.openxmlformats.org/officeDocument/2006/relationships/customXml" Target="../ink/ink1576.xml"/><Relationship Id="rId485" Type="http://schemas.openxmlformats.org/officeDocument/2006/relationships/customXml" Target="../ink/ink1667.xml"/><Relationship Id="rId42" Type="http://schemas.openxmlformats.org/officeDocument/2006/relationships/image" Target="../media/image43.png"/><Relationship Id="rId84" Type="http://schemas.openxmlformats.org/officeDocument/2006/relationships/image" Target="../media/image64.png"/><Relationship Id="rId138" Type="http://schemas.openxmlformats.org/officeDocument/2006/relationships/image" Target="../media/image91.png"/><Relationship Id="rId345" Type="http://schemas.openxmlformats.org/officeDocument/2006/relationships/customXml" Target="../ink/ink1597.xml"/><Relationship Id="rId387" Type="http://schemas.openxmlformats.org/officeDocument/2006/relationships/customXml" Target="../ink/ink1618.xml"/><Relationship Id="rId510" Type="http://schemas.openxmlformats.org/officeDocument/2006/relationships/image" Target="../media/image604.png"/><Relationship Id="rId552" Type="http://schemas.openxmlformats.org/officeDocument/2006/relationships/image" Target="../media/image625.png"/><Relationship Id="rId594" Type="http://schemas.openxmlformats.org/officeDocument/2006/relationships/image" Target="../media/image646.png"/><Relationship Id="rId608" Type="http://schemas.openxmlformats.org/officeDocument/2006/relationships/image" Target="../media/image653.png"/><Relationship Id="rId191" Type="http://schemas.openxmlformats.org/officeDocument/2006/relationships/customXml" Target="../ink/ink1520.xml"/><Relationship Id="rId205" Type="http://schemas.openxmlformats.org/officeDocument/2006/relationships/customXml" Target="../ink/ink1527.xml"/><Relationship Id="rId247" Type="http://schemas.openxmlformats.org/officeDocument/2006/relationships/customXml" Target="../ink/ink1548.xml"/><Relationship Id="rId412" Type="http://schemas.openxmlformats.org/officeDocument/2006/relationships/image" Target="../media/image555.png"/><Relationship Id="rId107" Type="http://schemas.openxmlformats.org/officeDocument/2006/relationships/customXml" Target="../ink/ink1478.xml"/><Relationship Id="rId289" Type="http://schemas.openxmlformats.org/officeDocument/2006/relationships/customXml" Target="../ink/ink1569.xml"/><Relationship Id="rId454" Type="http://schemas.openxmlformats.org/officeDocument/2006/relationships/image" Target="../media/image576.png"/><Relationship Id="rId496" Type="http://schemas.openxmlformats.org/officeDocument/2006/relationships/image" Target="../media/image597.png"/><Relationship Id="rId11" Type="http://schemas.openxmlformats.org/officeDocument/2006/relationships/customXml" Target="../ink/ink1430.xml"/><Relationship Id="rId53" Type="http://schemas.openxmlformats.org/officeDocument/2006/relationships/customXml" Target="../ink/ink1451.xml"/><Relationship Id="rId149" Type="http://schemas.openxmlformats.org/officeDocument/2006/relationships/customXml" Target="../ink/ink1499.xml"/><Relationship Id="rId314" Type="http://schemas.openxmlformats.org/officeDocument/2006/relationships/image" Target="../media/image377.png"/><Relationship Id="rId356" Type="http://schemas.openxmlformats.org/officeDocument/2006/relationships/image" Target="../media/image398.png"/><Relationship Id="rId398" Type="http://schemas.openxmlformats.org/officeDocument/2006/relationships/image" Target="../media/image548.png"/><Relationship Id="rId521" Type="http://schemas.openxmlformats.org/officeDocument/2006/relationships/customXml" Target="../ink/ink1685.xml"/><Relationship Id="rId563" Type="http://schemas.openxmlformats.org/officeDocument/2006/relationships/customXml" Target="../ink/ink1706.xml"/><Relationship Id="rId619" Type="http://schemas.openxmlformats.org/officeDocument/2006/relationships/customXml" Target="../ink/ink1734.xml"/><Relationship Id="rId95" Type="http://schemas.openxmlformats.org/officeDocument/2006/relationships/customXml" Target="../ink/ink1472.xml"/><Relationship Id="rId160" Type="http://schemas.openxmlformats.org/officeDocument/2006/relationships/image" Target="../media/image102.png"/><Relationship Id="rId216" Type="http://schemas.openxmlformats.org/officeDocument/2006/relationships/image" Target="../media/image317.png"/><Relationship Id="rId423" Type="http://schemas.openxmlformats.org/officeDocument/2006/relationships/customXml" Target="../ink/ink1636.xml"/><Relationship Id="rId258" Type="http://schemas.openxmlformats.org/officeDocument/2006/relationships/image" Target="../media/image338.png"/><Relationship Id="rId465" Type="http://schemas.openxmlformats.org/officeDocument/2006/relationships/customXml" Target="../ink/ink1657.xml"/><Relationship Id="rId22" Type="http://schemas.openxmlformats.org/officeDocument/2006/relationships/image" Target="../media/image33.png"/><Relationship Id="rId64" Type="http://schemas.openxmlformats.org/officeDocument/2006/relationships/image" Target="../media/image54.png"/><Relationship Id="rId118" Type="http://schemas.openxmlformats.org/officeDocument/2006/relationships/image" Target="../media/image81.png"/><Relationship Id="rId325" Type="http://schemas.openxmlformats.org/officeDocument/2006/relationships/customXml" Target="../ink/ink1587.xml"/><Relationship Id="rId367" Type="http://schemas.openxmlformats.org/officeDocument/2006/relationships/customXml" Target="../ink/ink1608.xml"/><Relationship Id="rId532" Type="http://schemas.openxmlformats.org/officeDocument/2006/relationships/image" Target="../media/image615.png"/><Relationship Id="rId574" Type="http://schemas.openxmlformats.org/officeDocument/2006/relationships/image" Target="../media/image636.png"/><Relationship Id="rId171" Type="http://schemas.openxmlformats.org/officeDocument/2006/relationships/customXml" Target="../ink/ink1510.xml"/><Relationship Id="rId227" Type="http://schemas.openxmlformats.org/officeDocument/2006/relationships/customXml" Target="../ink/ink1538.xml"/><Relationship Id="rId269" Type="http://schemas.openxmlformats.org/officeDocument/2006/relationships/customXml" Target="../ink/ink1559.xml"/><Relationship Id="rId434" Type="http://schemas.openxmlformats.org/officeDocument/2006/relationships/image" Target="../media/image566.png"/><Relationship Id="rId476" Type="http://schemas.openxmlformats.org/officeDocument/2006/relationships/image" Target="../media/image587.png"/><Relationship Id="rId33" Type="http://schemas.openxmlformats.org/officeDocument/2006/relationships/customXml" Target="../ink/ink1441.xml"/><Relationship Id="rId129" Type="http://schemas.openxmlformats.org/officeDocument/2006/relationships/customXml" Target="../ink/ink1489.xml"/><Relationship Id="rId280" Type="http://schemas.openxmlformats.org/officeDocument/2006/relationships/image" Target="../media/image352.png"/><Relationship Id="rId336" Type="http://schemas.openxmlformats.org/officeDocument/2006/relationships/image" Target="../media/image388.png"/><Relationship Id="rId501" Type="http://schemas.openxmlformats.org/officeDocument/2006/relationships/customXml" Target="../ink/ink1675.xml"/><Relationship Id="rId543" Type="http://schemas.openxmlformats.org/officeDocument/2006/relationships/customXml" Target="../ink/ink1696.xml"/><Relationship Id="rId75" Type="http://schemas.openxmlformats.org/officeDocument/2006/relationships/customXml" Target="../ink/ink1462.xml"/><Relationship Id="rId140" Type="http://schemas.openxmlformats.org/officeDocument/2006/relationships/image" Target="../media/image92.png"/><Relationship Id="rId182" Type="http://schemas.openxmlformats.org/officeDocument/2006/relationships/image" Target="../media/image300.png"/><Relationship Id="rId378" Type="http://schemas.openxmlformats.org/officeDocument/2006/relationships/image" Target="../media/image538.png"/><Relationship Id="rId403" Type="http://schemas.openxmlformats.org/officeDocument/2006/relationships/customXml" Target="../ink/ink1626.xml"/><Relationship Id="rId585" Type="http://schemas.openxmlformats.org/officeDocument/2006/relationships/customXml" Target="../ink/ink1717.xml"/><Relationship Id="rId6" Type="http://schemas.openxmlformats.org/officeDocument/2006/relationships/image" Target="../media/image25.png"/><Relationship Id="rId238" Type="http://schemas.openxmlformats.org/officeDocument/2006/relationships/image" Target="../media/image328.png"/><Relationship Id="rId445" Type="http://schemas.openxmlformats.org/officeDocument/2006/relationships/customXml" Target="../ink/ink1647.xml"/><Relationship Id="rId487" Type="http://schemas.openxmlformats.org/officeDocument/2006/relationships/customXml" Target="../ink/ink1668.xml"/><Relationship Id="rId610" Type="http://schemas.openxmlformats.org/officeDocument/2006/relationships/image" Target="../media/image654.png"/><Relationship Id="rId291" Type="http://schemas.openxmlformats.org/officeDocument/2006/relationships/customXml" Target="../ink/ink1570.xml"/><Relationship Id="rId305" Type="http://schemas.openxmlformats.org/officeDocument/2006/relationships/customXml" Target="../ink/ink1577.xml"/><Relationship Id="rId347" Type="http://schemas.openxmlformats.org/officeDocument/2006/relationships/customXml" Target="../ink/ink1598.xml"/><Relationship Id="rId512" Type="http://schemas.openxmlformats.org/officeDocument/2006/relationships/image" Target="../media/image605.png"/><Relationship Id="rId44" Type="http://schemas.openxmlformats.org/officeDocument/2006/relationships/image" Target="../media/image44.png"/><Relationship Id="rId86" Type="http://schemas.openxmlformats.org/officeDocument/2006/relationships/image" Target="../media/image65.png"/><Relationship Id="rId151" Type="http://schemas.openxmlformats.org/officeDocument/2006/relationships/customXml" Target="../ink/ink1500.xml"/><Relationship Id="rId389" Type="http://schemas.openxmlformats.org/officeDocument/2006/relationships/customXml" Target="../ink/ink1619.xml"/><Relationship Id="rId554" Type="http://schemas.openxmlformats.org/officeDocument/2006/relationships/image" Target="../media/image626.png"/><Relationship Id="rId596" Type="http://schemas.openxmlformats.org/officeDocument/2006/relationships/image" Target="../media/image647.png"/><Relationship Id="rId193" Type="http://schemas.openxmlformats.org/officeDocument/2006/relationships/customXml" Target="../ink/ink1521.xml"/><Relationship Id="rId207" Type="http://schemas.openxmlformats.org/officeDocument/2006/relationships/customXml" Target="../ink/ink1528.xml"/><Relationship Id="rId249" Type="http://schemas.openxmlformats.org/officeDocument/2006/relationships/customXml" Target="../ink/ink1549.xml"/><Relationship Id="rId414" Type="http://schemas.openxmlformats.org/officeDocument/2006/relationships/image" Target="../media/image556.png"/><Relationship Id="rId456" Type="http://schemas.openxmlformats.org/officeDocument/2006/relationships/image" Target="../media/image577.png"/><Relationship Id="rId498" Type="http://schemas.openxmlformats.org/officeDocument/2006/relationships/image" Target="../media/image598.png"/><Relationship Id="rId621" Type="http://schemas.openxmlformats.org/officeDocument/2006/relationships/customXml" Target="../ink/ink1735.xml"/><Relationship Id="rId13" Type="http://schemas.openxmlformats.org/officeDocument/2006/relationships/customXml" Target="../ink/ink1431.xml"/><Relationship Id="rId109" Type="http://schemas.openxmlformats.org/officeDocument/2006/relationships/customXml" Target="../ink/ink1479.xml"/><Relationship Id="rId260" Type="http://schemas.openxmlformats.org/officeDocument/2006/relationships/image" Target="../media/image339.png"/><Relationship Id="rId316" Type="http://schemas.openxmlformats.org/officeDocument/2006/relationships/image" Target="../media/image378.png"/><Relationship Id="rId523" Type="http://schemas.openxmlformats.org/officeDocument/2006/relationships/customXml" Target="../ink/ink1686.xml"/><Relationship Id="rId55" Type="http://schemas.openxmlformats.org/officeDocument/2006/relationships/customXml" Target="../ink/ink1452.xml"/><Relationship Id="rId97" Type="http://schemas.openxmlformats.org/officeDocument/2006/relationships/customXml" Target="../ink/ink1473.xml"/><Relationship Id="rId120" Type="http://schemas.openxmlformats.org/officeDocument/2006/relationships/image" Target="../media/image82.png"/><Relationship Id="rId358" Type="http://schemas.openxmlformats.org/officeDocument/2006/relationships/image" Target="../media/image399.png"/><Relationship Id="rId565" Type="http://schemas.openxmlformats.org/officeDocument/2006/relationships/customXml" Target="../ink/ink1707.xml"/><Relationship Id="rId162" Type="http://schemas.openxmlformats.org/officeDocument/2006/relationships/image" Target="../media/image103.png"/><Relationship Id="rId218" Type="http://schemas.openxmlformats.org/officeDocument/2006/relationships/image" Target="../media/image318.png"/><Relationship Id="rId425" Type="http://schemas.openxmlformats.org/officeDocument/2006/relationships/customXml" Target="../ink/ink1637.xml"/><Relationship Id="rId467" Type="http://schemas.openxmlformats.org/officeDocument/2006/relationships/customXml" Target="../ink/ink1658.xml"/><Relationship Id="rId271" Type="http://schemas.openxmlformats.org/officeDocument/2006/relationships/customXml" Target="../ink/ink1560.xml"/><Relationship Id="rId24" Type="http://schemas.openxmlformats.org/officeDocument/2006/relationships/image" Target="../media/image34.png"/><Relationship Id="rId66" Type="http://schemas.openxmlformats.org/officeDocument/2006/relationships/image" Target="../media/image55.png"/><Relationship Id="rId131" Type="http://schemas.openxmlformats.org/officeDocument/2006/relationships/customXml" Target="../ink/ink1490.xml"/><Relationship Id="rId327" Type="http://schemas.openxmlformats.org/officeDocument/2006/relationships/customXml" Target="../ink/ink1588.xml"/><Relationship Id="rId369" Type="http://schemas.openxmlformats.org/officeDocument/2006/relationships/customXml" Target="../ink/ink1609.xml"/><Relationship Id="rId534" Type="http://schemas.openxmlformats.org/officeDocument/2006/relationships/image" Target="../media/image616.png"/><Relationship Id="rId576" Type="http://schemas.openxmlformats.org/officeDocument/2006/relationships/image" Target="../media/image637.png"/><Relationship Id="rId173" Type="http://schemas.openxmlformats.org/officeDocument/2006/relationships/customXml" Target="../ink/ink1511.xml"/><Relationship Id="rId229" Type="http://schemas.openxmlformats.org/officeDocument/2006/relationships/customXml" Target="../ink/ink1539.xml"/><Relationship Id="rId380" Type="http://schemas.openxmlformats.org/officeDocument/2006/relationships/image" Target="../media/image539.png"/><Relationship Id="rId436" Type="http://schemas.openxmlformats.org/officeDocument/2006/relationships/image" Target="../media/image567.png"/><Relationship Id="rId601" Type="http://schemas.openxmlformats.org/officeDocument/2006/relationships/customXml" Target="../ink/ink1725.xml"/><Relationship Id="rId240" Type="http://schemas.openxmlformats.org/officeDocument/2006/relationships/image" Target="../media/image329.png"/><Relationship Id="rId478" Type="http://schemas.openxmlformats.org/officeDocument/2006/relationships/image" Target="../media/image588.png"/><Relationship Id="rId35" Type="http://schemas.openxmlformats.org/officeDocument/2006/relationships/customXml" Target="../ink/ink1442.xml"/><Relationship Id="rId77" Type="http://schemas.openxmlformats.org/officeDocument/2006/relationships/customXml" Target="../ink/ink1463.xml"/><Relationship Id="rId100" Type="http://schemas.openxmlformats.org/officeDocument/2006/relationships/image" Target="../media/image72.png"/><Relationship Id="rId282" Type="http://schemas.openxmlformats.org/officeDocument/2006/relationships/image" Target="../media/image353.png"/><Relationship Id="rId338" Type="http://schemas.openxmlformats.org/officeDocument/2006/relationships/image" Target="../media/image389.png"/><Relationship Id="rId503" Type="http://schemas.openxmlformats.org/officeDocument/2006/relationships/customXml" Target="../ink/ink1676.xml"/><Relationship Id="rId545" Type="http://schemas.openxmlformats.org/officeDocument/2006/relationships/customXml" Target="../ink/ink1697.xml"/><Relationship Id="rId587" Type="http://schemas.openxmlformats.org/officeDocument/2006/relationships/customXml" Target="../ink/ink1718.xml"/><Relationship Id="rId8" Type="http://schemas.openxmlformats.org/officeDocument/2006/relationships/image" Target="../media/image26.png"/><Relationship Id="rId142" Type="http://schemas.openxmlformats.org/officeDocument/2006/relationships/image" Target="../media/image93.png"/><Relationship Id="rId184" Type="http://schemas.openxmlformats.org/officeDocument/2006/relationships/image" Target="../media/image301.png"/><Relationship Id="rId391" Type="http://schemas.openxmlformats.org/officeDocument/2006/relationships/customXml" Target="../ink/ink1620.xml"/><Relationship Id="rId405" Type="http://schemas.openxmlformats.org/officeDocument/2006/relationships/customXml" Target="../ink/ink1627.xml"/><Relationship Id="rId447" Type="http://schemas.openxmlformats.org/officeDocument/2006/relationships/customXml" Target="../ink/ink1648.xml"/><Relationship Id="rId612" Type="http://schemas.openxmlformats.org/officeDocument/2006/relationships/image" Target="../media/image655.png"/><Relationship Id="rId251" Type="http://schemas.openxmlformats.org/officeDocument/2006/relationships/customXml" Target="../ink/ink1550.xml"/><Relationship Id="rId489" Type="http://schemas.openxmlformats.org/officeDocument/2006/relationships/customXml" Target="../ink/ink1669.xml"/><Relationship Id="rId46" Type="http://schemas.openxmlformats.org/officeDocument/2006/relationships/image" Target="../media/image45.png"/><Relationship Id="rId293" Type="http://schemas.openxmlformats.org/officeDocument/2006/relationships/customXml" Target="../ink/ink1571.xml"/><Relationship Id="rId307" Type="http://schemas.openxmlformats.org/officeDocument/2006/relationships/customXml" Target="../ink/ink1578.xml"/><Relationship Id="rId349" Type="http://schemas.openxmlformats.org/officeDocument/2006/relationships/customXml" Target="../ink/ink1599.xml"/><Relationship Id="rId514" Type="http://schemas.openxmlformats.org/officeDocument/2006/relationships/image" Target="../media/image606.png"/><Relationship Id="rId556" Type="http://schemas.openxmlformats.org/officeDocument/2006/relationships/image" Target="../media/image627.png"/><Relationship Id="rId88" Type="http://schemas.openxmlformats.org/officeDocument/2006/relationships/image" Target="../media/image66.png"/><Relationship Id="rId111" Type="http://schemas.openxmlformats.org/officeDocument/2006/relationships/customXml" Target="../ink/ink1480.xml"/><Relationship Id="rId153" Type="http://schemas.openxmlformats.org/officeDocument/2006/relationships/customXml" Target="../ink/ink1501.xml"/><Relationship Id="rId195" Type="http://schemas.openxmlformats.org/officeDocument/2006/relationships/customXml" Target="../ink/ink1522.xml"/><Relationship Id="rId209" Type="http://schemas.openxmlformats.org/officeDocument/2006/relationships/customXml" Target="../ink/ink1529.xml"/><Relationship Id="rId360" Type="http://schemas.openxmlformats.org/officeDocument/2006/relationships/image" Target="../media/image400.png"/><Relationship Id="rId416" Type="http://schemas.openxmlformats.org/officeDocument/2006/relationships/image" Target="../media/image557.png"/><Relationship Id="rId598" Type="http://schemas.openxmlformats.org/officeDocument/2006/relationships/image" Target="../media/image648.png"/><Relationship Id="rId220" Type="http://schemas.openxmlformats.org/officeDocument/2006/relationships/image" Target="../media/image319.png"/><Relationship Id="rId458" Type="http://schemas.openxmlformats.org/officeDocument/2006/relationships/image" Target="../media/image578.png"/><Relationship Id="rId15" Type="http://schemas.openxmlformats.org/officeDocument/2006/relationships/customXml" Target="../ink/ink1432.xml"/><Relationship Id="rId57" Type="http://schemas.openxmlformats.org/officeDocument/2006/relationships/customXml" Target="../ink/ink1453.xml"/><Relationship Id="rId262" Type="http://schemas.openxmlformats.org/officeDocument/2006/relationships/image" Target="../media/image340.png"/><Relationship Id="rId318" Type="http://schemas.openxmlformats.org/officeDocument/2006/relationships/image" Target="../media/image379.png"/><Relationship Id="rId525" Type="http://schemas.openxmlformats.org/officeDocument/2006/relationships/customXml" Target="../ink/ink1687.xml"/><Relationship Id="rId567" Type="http://schemas.openxmlformats.org/officeDocument/2006/relationships/customXml" Target="../ink/ink1708.xml"/><Relationship Id="rId99" Type="http://schemas.openxmlformats.org/officeDocument/2006/relationships/customXml" Target="../ink/ink1474.xml"/><Relationship Id="rId122" Type="http://schemas.openxmlformats.org/officeDocument/2006/relationships/image" Target="../media/image83.png"/><Relationship Id="rId164" Type="http://schemas.openxmlformats.org/officeDocument/2006/relationships/image" Target="../media/image104.png"/><Relationship Id="rId371" Type="http://schemas.openxmlformats.org/officeDocument/2006/relationships/customXml" Target="../ink/ink1610.xml"/><Relationship Id="rId427" Type="http://schemas.openxmlformats.org/officeDocument/2006/relationships/customXml" Target="../ink/ink1638.xml"/><Relationship Id="rId469" Type="http://schemas.openxmlformats.org/officeDocument/2006/relationships/customXml" Target="../ink/ink1659.xml"/><Relationship Id="rId26" Type="http://schemas.openxmlformats.org/officeDocument/2006/relationships/image" Target="../media/image35.png"/><Relationship Id="rId231" Type="http://schemas.openxmlformats.org/officeDocument/2006/relationships/customXml" Target="../ink/ink1540.xml"/><Relationship Id="rId273" Type="http://schemas.openxmlformats.org/officeDocument/2006/relationships/customXml" Target="../ink/ink1561.xml"/><Relationship Id="rId329" Type="http://schemas.openxmlformats.org/officeDocument/2006/relationships/customXml" Target="../ink/ink1589.xml"/><Relationship Id="rId480" Type="http://schemas.openxmlformats.org/officeDocument/2006/relationships/image" Target="../media/image589.png"/><Relationship Id="rId536" Type="http://schemas.openxmlformats.org/officeDocument/2006/relationships/image" Target="../media/image617.png"/><Relationship Id="rId68" Type="http://schemas.openxmlformats.org/officeDocument/2006/relationships/image" Target="../media/image56.png"/><Relationship Id="rId133" Type="http://schemas.openxmlformats.org/officeDocument/2006/relationships/customXml" Target="../ink/ink1491.xml"/><Relationship Id="rId175" Type="http://schemas.openxmlformats.org/officeDocument/2006/relationships/customXml" Target="../ink/ink1512.xml"/><Relationship Id="rId340" Type="http://schemas.openxmlformats.org/officeDocument/2006/relationships/image" Target="../media/image390.png"/><Relationship Id="rId578" Type="http://schemas.openxmlformats.org/officeDocument/2006/relationships/image" Target="../media/image638.png"/><Relationship Id="rId200" Type="http://schemas.openxmlformats.org/officeDocument/2006/relationships/image" Target="../media/image309.png"/><Relationship Id="rId382" Type="http://schemas.openxmlformats.org/officeDocument/2006/relationships/image" Target="../media/image540.png"/><Relationship Id="rId438" Type="http://schemas.openxmlformats.org/officeDocument/2006/relationships/image" Target="../media/image568.png"/><Relationship Id="rId603" Type="http://schemas.openxmlformats.org/officeDocument/2006/relationships/customXml" Target="../ink/ink1726.xml"/><Relationship Id="rId242" Type="http://schemas.openxmlformats.org/officeDocument/2006/relationships/image" Target="../media/image330.png"/><Relationship Id="rId284" Type="http://schemas.openxmlformats.org/officeDocument/2006/relationships/image" Target="../media/image354.png"/><Relationship Id="rId491" Type="http://schemas.openxmlformats.org/officeDocument/2006/relationships/customXml" Target="../ink/ink1670.xml"/><Relationship Id="rId505" Type="http://schemas.openxmlformats.org/officeDocument/2006/relationships/customXml" Target="../ink/ink1677.xml"/><Relationship Id="rId37" Type="http://schemas.openxmlformats.org/officeDocument/2006/relationships/customXml" Target="../ink/ink1443.xml"/><Relationship Id="rId79" Type="http://schemas.openxmlformats.org/officeDocument/2006/relationships/customXml" Target="../ink/ink1464.xml"/><Relationship Id="rId102" Type="http://schemas.openxmlformats.org/officeDocument/2006/relationships/image" Target="../media/image73.png"/><Relationship Id="rId144" Type="http://schemas.openxmlformats.org/officeDocument/2006/relationships/image" Target="../media/image94.png"/><Relationship Id="rId547" Type="http://schemas.openxmlformats.org/officeDocument/2006/relationships/customXml" Target="../ink/ink1698.xml"/><Relationship Id="rId589" Type="http://schemas.openxmlformats.org/officeDocument/2006/relationships/customXml" Target="../ink/ink1719.xml"/><Relationship Id="rId90" Type="http://schemas.openxmlformats.org/officeDocument/2006/relationships/image" Target="../media/image67.png"/><Relationship Id="rId186" Type="http://schemas.openxmlformats.org/officeDocument/2006/relationships/image" Target="../media/image302.png"/><Relationship Id="rId351" Type="http://schemas.openxmlformats.org/officeDocument/2006/relationships/customXml" Target="../ink/ink1600.xml"/><Relationship Id="rId393" Type="http://schemas.openxmlformats.org/officeDocument/2006/relationships/customXml" Target="../ink/ink1621.xml"/><Relationship Id="rId407" Type="http://schemas.openxmlformats.org/officeDocument/2006/relationships/customXml" Target="../ink/ink1628.xml"/><Relationship Id="rId449" Type="http://schemas.openxmlformats.org/officeDocument/2006/relationships/customXml" Target="../ink/ink1649.xml"/><Relationship Id="rId614" Type="http://schemas.openxmlformats.org/officeDocument/2006/relationships/image" Target="../media/image656.png"/><Relationship Id="rId211" Type="http://schemas.openxmlformats.org/officeDocument/2006/relationships/customXml" Target="../ink/ink1530.xml"/><Relationship Id="rId253" Type="http://schemas.openxmlformats.org/officeDocument/2006/relationships/customXml" Target="../ink/ink1551.xml"/><Relationship Id="rId295" Type="http://schemas.openxmlformats.org/officeDocument/2006/relationships/customXml" Target="../ink/ink1572.xml"/><Relationship Id="rId309" Type="http://schemas.openxmlformats.org/officeDocument/2006/relationships/customXml" Target="../ink/ink1579.xml"/><Relationship Id="rId460" Type="http://schemas.openxmlformats.org/officeDocument/2006/relationships/image" Target="../media/image579.png"/><Relationship Id="rId516" Type="http://schemas.openxmlformats.org/officeDocument/2006/relationships/image" Target="../media/image607.png"/><Relationship Id="rId48" Type="http://schemas.openxmlformats.org/officeDocument/2006/relationships/image" Target="../media/image46.png"/><Relationship Id="rId113" Type="http://schemas.openxmlformats.org/officeDocument/2006/relationships/customXml" Target="../ink/ink1481.xml"/><Relationship Id="rId320" Type="http://schemas.openxmlformats.org/officeDocument/2006/relationships/image" Target="../media/image380.png"/><Relationship Id="rId558" Type="http://schemas.openxmlformats.org/officeDocument/2006/relationships/image" Target="../media/image628.png"/><Relationship Id="rId155" Type="http://schemas.openxmlformats.org/officeDocument/2006/relationships/customXml" Target="../ink/ink1502.xml"/><Relationship Id="rId197" Type="http://schemas.openxmlformats.org/officeDocument/2006/relationships/customXml" Target="../ink/ink1523.xml"/><Relationship Id="rId362" Type="http://schemas.openxmlformats.org/officeDocument/2006/relationships/image" Target="../media/image530.png"/><Relationship Id="rId418" Type="http://schemas.openxmlformats.org/officeDocument/2006/relationships/image" Target="../media/image558.png"/><Relationship Id="rId222" Type="http://schemas.openxmlformats.org/officeDocument/2006/relationships/image" Target="../media/image320.png"/><Relationship Id="rId264" Type="http://schemas.openxmlformats.org/officeDocument/2006/relationships/image" Target="../media/image341.png"/><Relationship Id="rId471" Type="http://schemas.openxmlformats.org/officeDocument/2006/relationships/customXml" Target="../ink/ink1660.xml"/><Relationship Id="rId17" Type="http://schemas.openxmlformats.org/officeDocument/2006/relationships/customXml" Target="../ink/ink1433.xml"/><Relationship Id="rId59" Type="http://schemas.openxmlformats.org/officeDocument/2006/relationships/customXml" Target="../ink/ink1454.xml"/><Relationship Id="rId124" Type="http://schemas.openxmlformats.org/officeDocument/2006/relationships/image" Target="../media/image84.png"/><Relationship Id="rId527" Type="http://schemas.openxmlformats.org/officeDocument/2006/relationships/customXml" Target="../ink/ink1688.xml"/><Relationship Id="rId569" Type="http://schemas.openxmlformats.org/officeDocument/2006/relationships/customXml" Target="../ink/ink1709.xml"/><Relationship Id="rId70" Type="http://schemas.openxmlformats.org/officeDocument/2006/relationships/image" Target="../media/image57.png"/><Relationship Id="rId166" Type="http://schemas.openxmlformats.org/officeDocument/2006/relationships/image" Target="../media/image292.png"/><Relationship Id="rId331" Type="http://schemas.openxmlformats.org/officeDocument/2006/relationships/customXml" Target="../ink/ink1590.xml"/><Relationship Id="rId373" Type="http://schemas.openxmlformats.org/officeDocument/2006/relationships/customXml" Target="../ink/ink1611.xml"/><Relationship Id="rId429" Type="http://schemas.openxmlformats.org/officeDocument/2006/relationships/customXml" Target="../ink/ink1639.xml"/><Relationship Id="rId580" Type="http://schemas.openxmlformats.org/officeDocument/2006/relationships/image" Target="../media/image639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541.xml"/><Relationship Id="rId440" Type="http://schemas.openxmlformats.org/officeDocument/2006/relationships/image" Target="../media/image569.png"/><Relationship Id="rId28" Type="http://schemas.openxmlformats.org/officeDocument/2006/relationships/image" Target="../media/image36.png"/><Relationship Id="rId275" Type="http://schemas.openxmlformats.org/officeDocument/2006/relationships/customXml" Target="../ink/ink1562.xml"/><Relationship Id="rId300" Type="http://schemas.openxmlformats.org/officeDocument/2006/relationships/image" Target="../media/image370.png"/><Relationship Id="rId482" Type="http://schemas.openxmlformats.org/officeDocument/2006/relationships/image" Target="../media/image590.png"/><Relationship Id="rId538" Type="http://schemas.openxmlformats.org/officeDocument/2006/relationships/image" Target="../media/image618.png"/><Relationship Id="rId81" Type="http://schemas.openxmlformats.org/officeDocument/2006/relationships/customXml" Target="../ink/ink1465.xml"/><Relationship Id="rId135" Type="http://schemas.openxmlformats.org/officeDocument/2006/relationships/customXml" Target="../ink/ink1492.xml"/><Relationship Id="rId177" Type="http://schemas.openxmlformats.org/officeDocument/2006/relationships/customXml" Target="../ink/ink1513.xml"/><Relationship Id="rId342" Type="http://schemas.openxmlformats.org/officeDocument/2006/relationships/image" Target="../media/image391.png"/><Relationship Id="rId384" Type="http://schemas.openxmlformats.org/officeDocument/2006/relationships/image" Target="../media/image541.png"/><Relationship Id="rId591" Type="http://schemas.openxmlformats.org/officeDocument/2006/relationships/customXml" Target="../ink/ink1720.xml"/><Relationship Id="rId605" Type="http://schemas.openxmlformats.org/officeDocument/2006/relationships/customXml" Target="../ink/ink1727.xml"/><Relationship Id="rId202" Type="http://schemas.openxmlformats.org/officeDocument/2006/relationships/image" Target="../media/image310.png"/><Relationship Id="rId244" Type="http://schemas.openxmlformats.org/officeDocument/2006/relationships/image" Target="../media/image331.png"/><Relationship Id="rId39" Type="http://schemas.openxmlformats.org/officeDocument/2006/relationships/customXml" Target="../ink/ink1444.xml"/><Relationship Id="rId286" Type="http://schemas.openxmlformats.org/officeDocument/2006/relationships/image" Target="../media/image355.png"/><Relationship Id="rId451" Type="http://schemas.openxmlformats.org/officeDocument/2006/relationships/customXml" Target="../ink/ink1650.xml"/><Relationship Id="rId493" Type="http://schemas.openxmlformats.org/officeDocument/2006/relationships/customXml" Target="../ink/ink1671.xml"/><Relationship Id="rId507" Type="http://schemas.openxmlformats.org/officeDocument/2006/relationships/customXml" Target="../ink/ink1678.xml"/><Relationship Id="rId549" Type="http://schemas.openxmlformats.org/officeDocument/2006/relationships/customXml" Target="../ink/ink1699.xml"/><Relationship Id="rId50" Type="http://schemas.openxmlformats.org/officeDocument/2006/relationships/image" Target="../media/image47.png"/><Relationship Id="rId104" Type="http://schemas.openxmlformats.org/officeDocument/2006/relationships/image" Target="../media/image74.png"/><Relationship Id="rId146" Type="http://schemas.openxmlformats.org/officeDocument/2006/relationships/image" Target="../media/image95.png"/><Relationship Id="rId188" Type="http://schemas.openxmlformats.org/officeDocument/2006/relationships/image" Target="../media/image303.png"/><Relationship Id="rId311" Type="http://schemas.openxmlformats.org/officeDocument/2006/relationships/customXml" Target="../ink/ink1580.xml"/><Relationship Id="rId353" Type="http://schemas.openxmlformats.org/officeDocument/2006/relationships/customXml" Target="../ink/ink1601.xml"/><Relationship Id="rId395" Type="http://schemas.openxmlformats.org/officeDocument/2006/relationships/customXml" Target="../ink/ink1622.xml"/><Relationship Id="rId409" Type="http://schemas.openxmlformats.org/officeDocument/2006/relationships/customXml" Target="../ink/ink1629.xml"/><Relationship Id="rId560" Type="http://schemas.openxmlformats.org/officeDocument/2006/relationships/image" Target="../media/image629.png"/><Relationship Id="rId92" Type="http://schemas.openxmlformats.org/officeDocument/2006/relationships/image" Target="../media/image68.png"/><Relationship Id="rId213" Type="http://schemas.openxmlformats.org/officeDocument/2006/relationships/customXml" Target="../ink/ink1531.xml"/><Relationship Id="rId420" Type="http://schemas.openxmlformats.org/officeDocument/2006/relationships/image" Target="../media/image559.png"/><Relationship Id="rId616" Type="http://schemas.openxmlformats.org/officeDocument/2006/relationships/image" Target="../media/image657.png"/><Relationship Id="rId255" Type="http://schemas.openxmlformats.org/officeDocument/2006/relationships/customXml" Target="../ink/ink1552.xml"/><Relationship Id="rId297" Type="http://schemas.openxmlformats.org/officeDocument/2006/relationships/customXml" Target="../ink/ink1573.xml"/><Relationship Id="rId462" Type="http://schemas.openxmlformats.org/officeDocument/2006/relationships/image" Target="../media/image580.png"/><Relationship Id="rId518" Type="http://schemas.openxmlformats.org/officeDocument/2006/relationships/image" Target="../media/image608.png"/><Relationship Id="rId115" Type="http://schemas.openxmlformats.org/officeDocument/2006/relationships/customXml" Target="../ink/ink1482.xml"/><Relationship Id="rId157" Type="http://schemas.openxmlformats.org/officeDocument/2006/relationships/customXml" Target="../ink/ink1503.xml"/><Relationship Id="rId322" Type="http://schemas.openxmlformats.org/officeDocument/2006/relationships/image" Target="../media/image381.png"/><Relationship Id="rId364" Type="http://schemas.openxmlformats.org/officeDocument/2006/relationships/image" Target="../media/image531.png"/><Relationship Id="rId61" Type="http://schemas.openxmlformats.org/officeDocument/2006/relationships/customXml" Target="../ink/ink1455.xml"/><Relationship Id="rId199" Type="http://schemas.openxmlformats.org/officeDocument/2006/relationships/customXml" Target="../ink/ink1524.xml"/><Relationship Id="rId571" Type="http://schemas.openxmlformats.org/officeDocument/2006/relationships/customXml" Target="../ink/ink1710.xml"/><Relationship Id="rId19" Type="http://schemas.openxmlformats.org/officeDocument/2006/relationships/customXml" Target="../ink/ink1434.xml"/><Relationship Id="rId224" Type="http://schemas.openxmlformats.org/officeDocument/2006/relationships/image" Target="../media/image321.png"/><Relationship Id="rId266" Type="http://schemas.openxmlformats.org/officeDocument/2006/relationships/image" Target="../media/image342.png"/><Relationship Id="rId431" Type="http://schemas.openxmlformats.org/officeDocument/2006/relationships/customXml" Target="../ink/ink1640.xml"/><Relationship Id="rId473" Type="http://schemas.openxmlformats.org/officeDocument/2006/relationships/customXml" Target="../ink/ink1661.xml"/><Relationship Id="rId529" Type="http://schemas.openxmlformats.org/officeDocument/2006/relationships/customXml" Target="../ink/ink1689.xml"/><Relationship Id="rId30" Type="http://schemas.openxmlformats.org/officeDocument/2006/relationships/image" Target="../media/image37.png"/><Relationship Id="rId126" Type="http://schemas.openxmlformats.org/officeDocument/2006/relationships/image" Target="../media/image85.png"/><Relationship Id="rId168" Type="http://schemas.openxmlformats.org/officeDocument/2006/relationships/image" Target="../media/image293.png"/><Relationship Id="rId333" Type="http://schemas.openxmlformats.org/officeDocument/2006/relationships/customXml" Target="../ink/ink1591.xml"/><Relationship Id="rId540" Type="http://schemas.openxmlformats.org/officeDocument/2006/relationships/image" Target="../media/image619.png"/><Relationship Id="rId72" Type="http://schemas.openxmlformats.org/officeDocument/2006/relationships/image" Target="../media/image58.png"/><Relationship Id="rId375" Type="http://schemas.openxmlformats.org/officeDocument/2006/relationships/customXml" Target="../ink/ink1612.xml"/><Relationship Id="rId582" Type="http://schemas.openxmlformats.org/officeDocument/2006/relationships/image" Target="../media/image640.png"/><Relationship Id="rId3" Type="http://schemas.openxmlformats.org/officeDocument/2006/relationships/customXml" Target="../ink/ink1426.xml"/><Relationship Id="rId235" Type="http://schemas.openxmlformats.org/officeDocument/2006/relationships/customXml" Target="../ink/ink1542.xml"/><Relationship Id="rId277" Type="http://schemas.openxmlformats.org/officeDocument/2006/relationships/customXml" Target="../ink/ink1563.xml"/><Relationship Id="rId400" Type="http://schemas.openxmlformats.org/officeDocument/2006/relationships/image" Target="../media/image549.png"/><Relationship Id="rId442" Type="http://schemas.openxmlformats.org/officeDocument/2006/relationships/image" Target="../media/image570.png"/><Relationship Id="rId484" Type="http://schemas.openxmlformats.org/officeDocument/2006/relationships/image" Target="../media/image591.png"/><Relationship Id="rId137" Type="http://schemas.openxmlformats.org/officeDocument/2006/relationships/customXml" Target="../ink/ink1493.xml"/><Relationship Id="rId302" Type="http://schemas.openxmlformats.org/officeDocument/2006/relationships/image" Target="../media/image371.png"/><Relationship Id="rId344" Type="http://schemas.openxmlformats.org/officeDocument/2006/relationships/image" Target="../media/image392.png"/><Relationship Id="rId41" Type="http://schemas.openxmlformats.org/officeDocument/2006/relationships/customXml" Target="../ink/ink1445.xml"/><Relationship Id="rId83" Type="http://schemas.openxmlformats.org/officeDocument/2006/relationships/customXml" Target="../ink/ink1466.xml"/><Relationship Id="rId179" Type="http://schemas.openxmlformats.org/officeDocument/2006/relationships/customXml" Target="../ink/ink1514.xml"/><Relationship Id="rId386" Type="http://schemas.openxmlformats.org/officeDocument/2006/relationships/image" Target="../media/image542.png"/><Relationship Id="rId551" Type="http://schemas.openxmlformats.org/officeDocument/2006/relationships/customXml" Target="../ink/ink1700.xml"/><Relationship Id="rId593" Type="http://schemas.openxmlformats.org/officeDocument/2006/relationships/customXml" Target="../ink/ink1721.xml"/><Relationship Id="rId607" Type="http://schemas.openxmlformats.org/officeDocument/2006/relationships/customXml" Target="../ink/ink1728.xml"/><Relationship Id="rId190" Type="http://schemas.openxmlformats.org/officeDocument/2006/relationships/image" Target="../media/image304.png"/><Relationship Id="rId204" Type="http://schemas.openxmlformats.org/officeDocument/2006/relationships/image" Target="../media/image311.png"/><Relationship Id="rId246" Type="http://schemas.openxmlformats.org/officeDocument/2006/relationships/image" Target="../media/image332.png"/><Relationship Id="rId288" Type="http://schemas.openxmlformats.org/officeDocument/2006/relationships/image" Target="../media/image356.png"/><Relationship Id="rId411" Type="http://schemas.openxmlformats.org/officeDocument/2006/relationships/customXml" Target="../ink/ink1630.xml"/><Relationship Id="rId453" Type="http://schemas.openxmlformats.org/officeDocument/2006/relationships/customXml" Target="../ink/ink1651.xml"/><Relationship Id="rId509" Type="http://schemas.openxmlformats.org/officeDocument/2006/relationships/customXml" Target="../ink/ink1679.xml"/><Relationship Id="rId106" Type="http://schemas.openxmlformats.org/officeDocument/2006/relationships/image" Target="../media/image75.png"/><Relationship Id="rId313" Type="http://schemas.openxmlformats.org/officeDocument/2006/relationships/customXml" Target="../ink/ink1581.xml"/><Relationship Id="rId495" Type="http://schemas.openxmlformats.org/officeDocument/2006/relationships/customXml" Target="../ink/ink1672.xml"/><Relationship Id="rId10" Type="http://schemas.openxmlformats.org/officeDocument/2006/relationships/image" Target="../media/image27.png"/><Relationship Id="rId52" Type="http://schemas.openxmlformats.org/officeDocument/2006/relationships/image" Target="../media/image48.png"/><Relationship Id="rId94" Type="http://schemas.openxmlformats.org/officeDocument/2006/relationships/image" Target="../media/image69.png"/><Relationship Id="rId148" Type="http://schemas.openxmlformats.org/officeDocument/2006/relationships/image" Target="../media/image96.png"/><Relationship Id="rId355" Type="http://schemas.openxmlformats.org/officeDocument/2006/relationships/customXml" Target="../ink/ink1602.xml"/><Relationship Id="rId397" Type="http://schemas.openxmlformats.org/officeDocument/2006/relationships/customXml" Target="../ink/ink1623.xml"/><Relationship Id="rId520" Type="http://schemas.openxmlformats.org/officeDocument/2006/relationships/image" Target="../media/image609.png"/><Relationship Id="rId562" Type="http://schemas.openxmlformats.org/officeDocument/2006/relationships/image" Target="../media/image630.png"/><Relationship Id="rId618" Type="http://schemas.openxmlformats.org/officeDocument/2006/relationships/image" Target="../media/image658.png"/><Relationship Id="rId215" Type="http://schemas.openxmlformats.org/officeDocument/2006/relationships/customXml" Target="../ink/ink1532.xml"/><Relationship Id="rId257" Type="http://schemas.openxmlformats.org/officeDocument/2006/relationships/customXml" Target="../ink/ink1553.xml"/><Relationship Id="rId422" Type="http://schemas.openxmlformats.org/officeDocument/2006/relationships/image" Target="../media/image560.png"/><Relationship Id="rId464" Type="http://schemas.openxmlformats.org/officeDocument/2006/relationships/image" Target="../media/image581.png"/><Relationship Id="rId299" Type="http://schemas.openxmlformats.org/officeDocument/2006/relationships/customXml" Target="../ink/ink1574.xml"/><Relationship Id="rId63" Type="http://schemas.openxmlformats.org/officeDocument/2006/relationships/customXml" Target="../ink/ink1456.xml"/><Relationship Id="rId159" Type="http://schemas.openxmlformats.org/officeDocument/2006/relationships/customXml" Target="../ink/ink1504.xml"/><Relationship Id="rId366" Type="http://schemas.openxmlformats.org/officeDocument/2006/relationships/image" Target="../media/image532.png"/><Relationship Id="rId573" Type="http://schemas.openxmlformats.org/officeDocument/2006/relationships/customXml" Target="../ink/ink1711.xml"/><Relationship Id="rId226" Type="http://schemas.openxmlformats.org/officeDocument/2006/relationships/image" Target="../media/image322.png"/><Relationship Id="rId433" Type="http://schemas.openxmlformats.org/officeDocument/2006/relationships/customXml" Target="../ink/ink1641.xml"/><Relationship Id="rId74" Type="http://schemas.openxmlformats.org/officeDocument/2006/relationships/image" Target="../media/image59.png"/><Relationship Id="rId377" Type="http://schemas.openxmlformats.org/officeDocument/2006/relationships/customXml" Target="../ink/ink1613.xml"/><Relationship Id="rId500" Type="http://schemas.openxmlformats.org/officeDocument/2006/relationships/image" Target="../media/image599.png"/><Relationship Id="rId584" Type="http://schemas.openxmlformats.org/officeDocument/2006/relationships/image" Target="../media/image641.png"/><Relationship Id="rId5" Type="http://schemas.openxmlformats.org/officeDocument/2006/relationships/customXml" Target="../ink/ink1427.xml"/><Relationship Id="rId237" Type="http://schemas.openxmlformats.org/officeDocument/2006/relationships/customXml" Target="../ink/ink1543.xml"/><Relationship Id="rId444" Type="http://schemas.openxmlformats.org/officeDocument/2006/relationships/image" Target="../media/image571.png"/><Relationship Id="rId290" Type="http://schemas.openxmlformats.org/officeDocument/2006/relationships/image" Target="../media/image357.png"/><Relationship Id="rId304" Type="http://schemas.openxmlformats.org/officeDocument/2006/relationships/image" Target="../media/image372.png"/><Relationship Id="rId388" Type="http://schemas.openxmlformats.org/officeDocument/2006/relationships/image" Target="../media/image543.png"/><Relationship Id="rId511" Type="http://schemas.openxmlformats.org/officeDocument/2006/relationships/customXml" Target="../ink/ink1680.xml"/><Relationship Id="rId609" Type="http://schemas.openxmlformats.org/officeDocument/2006/relationships/customXml" Target="../ink/ink1729.xml"/><Relationship Id="rId85" Type="http://schemas.openxmlformats.org/officeDocument/2006/relationships/customXml" Target="../ink/ink1467.xml"/><Relationship Id="rId150" Type="http://schemas.openxmlformats.org/officeDocument/2006/relationships/image" Target="../media/image97.png"/><Relationship Id="rId595" Type="http://schemas.openxmlformats.org/officeDocument/2006/relationships/customXml" Target="../ink/ink1722.xml"/><Relationship Id="rId248" Type="http://schemas.openxmlformats.org/officeDocument/2006/relationships/image" Target="../media/image333.png"/><Relationship Id="rId455" Type="http://schemas.openxmlformats.org/officeDocument/2006/relationships/customXml" Target="../ink/ink1652.xml"/><Relationship Id="rId12" Type="http://schemas.openxmlformats.org/officeDocument/2006/relationships/image" Target="../media/image28.png"/><Relationship Id="rId108" Type="http://schemas.openxmlformats.org/officeDocument/2006/relationships/image" Target="../media/image76.png"/><Relationship Id="rId315" Type="http://schemas.openxmlformats.org/officeDocument/2006/relationships/customXml" Target="../ink/ink1582.xml"/><Relationship Id="rId522" Type="http://schemas.openxmlformats.org/officeDocument/2006/relationships/image" Target="../media/image610.png"/><Relationship Id="rId96" Type="http://schemas.openxmlformats.org/officeDocument/2006/relationships/image" Target="../media/image70.png"/><Relationship Id="rId161" Type="http://schemas.openxmlformats.org/officeDocument/2006/relationships/customXml" Target="../ink/ink1505.xml"/><Relationship Id="rId399" Type="http://schemas.openxmlformats.org/officeDocument/2006/relationships/customXml" Target="../ink/ink1624.xml"/><Relationship Id="rId259" Type="http://schemas.openxmlformats.org/officeDocument/2006/relationships/customXml" Target="../ink/ink1554.xml"/><Relationship Id="rId466" Type="http://schemas.openxmlformats.org/officeDocument/2006/relationships/image" Target="../media/image582.png"/><Relationship Id="rId23" Type="http://schemas.openxmlformats.org/officeDocument/2006/relationships/customXml" Target="../ink/ink1436.xml"/><Relationship Id="rId119" Type="http://schemas.openxmlformats.org/officeDocument/2006/relationships/customXml" Target="../ink/ink1484.xml"/><Relationship Id="rId326" Type="http://schemas.openxmlformats.org/officeDocument/2006/relationships/image" Target="../media/image383.png"/><Relationship Id="rId533" Type="http://schemas.openxmlformats.org/officeDocument/2006/relationships/customXml" Target="../ink/ink1691.xml"/><Relationship Id="rId172" Type="http://schemas.openxmlformats.org/officeDocument/2006/relationships/image" Target="../media/image295.png"/><Relationship Id="rId477" Type="http://schemas.openxmlformats.org/officeDocument/2006/relationships/customXml" Target="../ink/ink1663.xml"/><Relationship Id="rId600" Type="http://schemas.openxmlformats.org/officeDocument/2006/relationships/image" Target="../media/image649.png"/><Relationship Id="rId337" Type="http://schemas.openxmlformats.org/officeDocument/2006/relationships/customXml" Target="../ink/ink1593.xml"/><Relationship Id="rId34" Type="http://schemas.openxmlformats.org/officeDocument/2006/relationships/image" Target="../media/image39.png"/><Relationship Id="rId544" Type="http://schemas.openxmlformats.org/officeDocument/2006/relationships/image" Target="../media/image621.png"/><Relationship Id="rId183" Type="http://schemas.openxmlformats.org/officeDocument/2006/relationships/customXml" Target="../ink/ink1516.xml"/><Relationship Id="rId390" Type="http://schemas.openxmlformats.org/officeDocument/2006/relationships/image" Target="../media/image544.png"/><Relationship Id="rId404" Type="http://schemas.openxmlformats.org/officeDocument/2006/relationships/image" Target="../media/image551.png"/><Relationship Id="rId611" Type="http://schemas.openxmlformats.org/officeDocument/2006/relationships/customXml" Target="../ink/ink1730.xml"/><Relationship Id="rId250" Type="http://schemas.openxmlformats.org/officeDocument/2006/relationships/image" Target="../media/image334.png"/><Relationship Id="rId488" Type="http://schemas.openxmlformats.org/officeDocument/2006/relationships/image" Target="../media/image593.png"/><Relationship Id="rId45" Type="http://schemas.openxmlformats.org/officeDocument/2006/relationships/customXml" Target="../ink/ink1447.xml"/><Relationship Id="rId110" Type="http://schemas.openxmlformats.org/officeDocument/2006/relationships/image" Target="../media/image77.png"/><Relationship Id="rId348" Type="http://schemas.openxmlformats.org/officeDocument/2006/relationships/image" Target="../media/image394.png"/><Relationship Id="rId555" Type="http://schemas.openxmlformats.org/officeDocument/2006/relationships/customXml" Target="../ink/ink1702.xml"/><Relationship Id="rId194" Type="http://schemas.openxmlformats.org/officeDocument/2006/relationships/image" Target="../media/image306.png"/><Relationship Id="rId208" Type="http://schemas.openxmlformats.org/officeDocument/2006/relationships/image" Target="../media/image313.png"/><Relationship Id="rId415" Type="http://schemas.openxmlformats.org/officeDocument/2006/relationships/customXml" Target="../ink/ink1632.xml"/><Relationship Id="rId622" Type="http://schemas.openxmlformats.org/officeDocument/2006/relationships/image" Target="../media/image660.png"/><Relationship Id="rId261" Type="http://schemas.openxmlformats.org/officeDocument/2006/relationships/customXml" Target="../ink/ink1555.xml"/><Relationship Id="rId499" Type="http://schemas.openxmlformats.org/officeDocument/2006/relationships/customXml" Target="../ink/ink1674.xml"/><Relationship Id="rId56" Type="http://schemas.openxmlformats.org/officeDocument/2006/relationships/image" Target="../media/image50.png"/><Relationship Id="rId359" Type="http://schemas.openxmlformats.org/officeDocument/2006/relationships/customXml" Target="../ink/ink1604.xml"/><Relationship Id="rId566" Type="http://schemas.openxmlformats.org/officeDocument/2006/relationships/image" Target="../media/image632.png"/><Relationship Id="rId121" Type="http://schemas.openxmlformats.org/officeDocument/2006/relationships/customXml" Target="../ink/ink1485.xml"/><Relationship Id="rId219" Type="http://schemas.openxmlformats.org/officeDocument/2006/relationships/customXml" Target="../ink/ink1534.xml"/><Relationship Id="rId426" Type="http://schemas.openxmlformats.org/officeDocument/2006/relationships/image" Target="../media/image562.png"/><Relationship Id="rId67" Type="http://schemas.openxmlformats.org/officeDocument/2006/relationships/customXml" Target="../ink/ink1458.xml"/><Relationship Id="rId272" Type="http://schemas.openxmlformats.org/officeDocument/2006/relationships/image" Target="../media/image345.png"/><Relationship Id="rId577" Type="http://schemas.openxmlformats.org/officeDocument/2006/relationships/customXml" Target="../ink/ink1713.xml"/><Relationship Id="rId132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6.png"/><Relationship Id="rId3" Type="http://schemas.openxmlformats.org/officeDocument/2006/relationships/image" Target="../media/image661.png"/><Relationship Id="rId7" Type="http://schemas.openxmlformats.org/officeDocument/2006/relationships/image" Target="../media/image66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4.png"/><Relationship Id="rId5" Type="http://schemas.openxmlformats.org/officeDocument/2006/relationships/image" Target="../media/image663.png"/><Relationship Id="rId4" Type="http://schemas.openxmlformats.org/officeDocument/2006/relationships/image" Target="../media/image662.png"/><Relationship Id="rId9" Type="http://schemas.openxmlformats.org/officeDocument/2006/relationships/image" Target="../media/image6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Informed</a:t>
            </a:r>
            <a:r>
              <a:rPr spc="-200" dirty="0"/>
              <a:t> </a:t>
            </a:r>
            <a:r>
              <a:rPr dirty="0"/>
              <a:t>search</a:t>
            </a:r>
            <a:r>
              <a:rPr spc="-185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3273" y="3813047"/>
            <a:ext cx="15341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3000" spc="-6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000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7177" y="1036828"/>
            <a:ext cx="62414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33CC"/>
                </a:solidFill>
              </a:rPr>
              <a:t>Informed</a:t>
            </a:r>
            <a:r>
              <a:rPr spc="-195" dirty="0">
                <a:solidFill>
                  <a:srgbClr val="0033CC"/>
                </a:solidFill>
              </a:rPr>
              <a:t> </a:t>
            </a:r>
            <a:r>
              <a:rPr spc="-10" dirty="0">
                <a:solidFill>
                  <a:srgbClr val="0033CC"/>
                </a:solidFill>
              </a:rPr>
              <a:t>(Heuristic)</a:t>
            </a:r>
            <a:r>
              <a:rPr spc="-180" dirty="0">
                <a:solidFill>
                  <a:srgbClr val="0033CC"/>
                </a:solidFill>
              </a:rPr>
              <a:t> </a:t>
            </a:r>
            <a:r>
              <a:rPr spc="-10" dirty="0">
                <a:solidFill>
                  <a:srgbClr val="0033CC"/>
                </a:solidFill>
              </a:rPr>
              <a:t>Search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53028" y="2967227"/>
            <a:ext cx="2600960" cy="3439160"/>
            <a:chOff x="3653028" y="2967227"/>
            <a:chExt cx="2600960" cy="3439160"/>
          </a:xfrm>
        </p:grpSpPr>
        <p:sp>
          <p:nvSpPr>
            <p:cNvPr id="4" name="object 4"/>
            <p:cNvSpPr/>
            <p:nvPr/>
          </p:nvSpPr>
          <p:spPr>
            <a:xfrm>
              <a:off x="4267581" y="29721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7E0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67581" y="29721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981" y="35817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981" y="35817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43781" y="35817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43781" y="35817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29581" y="35817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29581" y="35817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86581" y="41913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6581" y="41913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58181" y="41913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58181" y="41913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43981" y="41913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43981" y="41913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91381" y="48009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91381" y="48009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58181" y="48009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8181" y="48009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581" y="48009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581" y="48009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86781" y="54105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68"/>
                  </a:lnTo>
                  <a:lnTo>
                    <a:pt x="29394" y="242403"/>
                  </a:lnTo>
                  <a:lnTo>
                    <a:pt x="62380" y="275394"/>
                  </a:lnTo>
                  <a:lnTo>
                    <a:pt x="104217" y="297030"/>
                  </a:lnTo>
                  <a:lnTo>
                    <a:pt x="152400" y="304800"/>
                  </a:lnTo>
                  <a:lnTo>
                    <a:pt x="200582" y="297030"/>
                  </a:lnTo>
                  <a:lnTo>
                    <a:pt x="242419" y="275394"/>
                  </a:lnTo>
                  <a:lnTo>
                    <a:pt x="275405" y="242403"/>
                  </a:lnTo>
                  <a:lnTo>
                    <a:pt x="297033" y="200568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86781" y="54105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68"/>
                  </a:lnTo>
                  <a:lnTo>
                    <a:pt x="275405" y="242403"/>
                  </a:lnTo>
                  <a:lnTo>
                    <a:pt x="242419" y="275394"/>
                  </a:lnTo>
                  <a:lnTo>
                    <a:pt x="200582" y="297030"/>
                  </a:lnTo>
                  <a:lnTo>
                    <a:pt x="152400" y="304800"/>
                  </a:lnTo>
                  <a:lnTo>
                    <a:pt x="104217" y="297030"/>
                  </a:lnTo>
                  <a:lnTo>
                    <a:pt x="62380" y="275394"/>
                  </a:lnTo>
                  <a:lnTo>
                    <a:pt x="29394" y="242403"/>
                  </a:lnTo>
                  <a:lnTo>
                    <a:pt x="7766" y="200568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86581" y="3271519"/>
              <a:ext cx="571500" cy="310515"/>
            </a:xfrm>
            <a:custGeom>
              <a:avLst/>
              <a:gdLst/>
              <a:ahLst/>
              <a:cxnLst/>
              <a:rect l="l" t="t" r="r" b="b"/>
              <a:pathLst>
                <a:path w="571500" h="310514">
                  <a:moveTo>
                    <a:pt x="571500" y="234061"/>
                  </a:moveTo>
                  <a:lnTo>
                    <a:pt x="539750" y="234061"/>
                  </a:lnTo>
                  <a:lnTo>
                    <a:pt x="539750" y="5461"/>
                  </a:lnTo>
                  <a:lnTo>
                    <a:pt x="533400" y="5461"/>
                  </a:lnTo>
                  <a:lnTo>
                    <a:pt x="530225" y="0"/>
                  </a:lnTo>
                  <a:lnTo>
                    <a:pt x="63017" y="266979"/>
                  </a:lnTo>
                  <a:lnTo>
                    <a:pt x="47244" y="239395"/>
                  </a:lnTo>
                  <a:lnTo>
                    <a:pt x="0" y="310261"/>
                  </a:lnTo>
                  <a:lnTo>
                    <a:pt x="85090" y="305574"/>
                  </a:lnTo>
                  <a:lnTo>
                    <a:pt x="72885" y="284238"/>
                  </a:lnTo>
                  <a:lnTo>
                    <a:pt x="69291" y="277952"/>
                  </a:lnTo>
                  <a:lnTo>
                    <a:pt x="527050" y="16370"/>
                  </a:lnTo>
                  <a:lnTo>
                    <a:pt x="527050" y="234061"/>
                  </a:lnTo>
                  <a:lnTo>
                    <a:pt x="495300" y="234061"/>
                  </a:lnTo>
                  <a:lnTo>
                    <a:pt x="533400" y="310261"/>
                  </a:lnTo>
                  <a:lnTo>
                    <a:pt x="565150" y="246761"/>
                  </a:lnTo>
                  <a:lnTo>
                    <a:pt x="571500" y="234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7441" y="3271138"/>
              <a:ext cx="688340" cy="314960"/>
            </a:xfrm>
            <a:custGeom>
              <a:avLst/>
              <a:gdLst/>
              <a:ahLst/>
              <a:cxnLst/>
              <a:rect l="l" t="t" r="r" b="b"/>
              <a:pathLst>
                <a:path w="688339" h="314960">
                  <a:moveTo>
                    <a:pt x="616126" y="285531"/>
                  </a:moveTo>
                  <a:lnTo>
                    <a:pt x="603250" y="314451"/>
                  </a:lnTo>
                  <a:lnTo>
                    <a:pt x="688339" y="310641"/>
                  </a:lnTo>
                  <a:lnTo>
                    <a:pt x="671942" y="290702"/>
                  </a:lnTo>
                  <a:lnTo>
                    <a:pt x="627761" y="290702"/>
                  </a:lnTo>
                  <a:lnTo>
                    <a:pt x="616126" y="285531"/>
                  </a:lnTo>
                  <a:close/>
                </a:path>
                <a:path w="688339" h="314960">
                  <a:moveTo>
                    <a:pt x="621308" y="273893"/>
                  </a:moveTo>
                  <a:lnTo>
                    <a:pt x="616126" y="285531"/>
                  </a:lnTo>
                  <a:lnTo>
                    <a:pt x="627761" y="290702"/>
                  </a:lnTo>
                  <a:lnTo>
                    <a:pt x="632841" y="279019"/>
                  </a:lnTo>
                  <a:lnTo>
                    <a:pt x="621308" y="273893"/>
                  </a:lnTo>
                  <a:close/>
                </a:path>
                <a:path w="688339" h="314960">
                  <a:moveTo>
                    <a:pt x="634238" y="244856"/>
                  </a:moveTo>
                  <a:lnTo>
                    <a:pt x="621308" y="273893"/>
                  </a:lnTo>
                  <a:lnTo>
                    <a:pt x="632841" y="279019"/>
                  </a:lnTo>
                  <a:lnTo>
                    <a:pt x="627761" y="290702"/>
                  </a:lnTo>
                  <a:lnTo>
                    <a:pt x="671942" y="290702"/>
                  </a:lnTo>
                  <a:lnTo>
                    <a:pt x="634238" y="244856"/>
                  </a:lnTo>
                  <a:close/>
                </a:path>
                <a:path w="688339" h="314960">
                  <a:moveTo>
                    <a:pt x="5080" y="0"/>
                  </a:moveTo>
                  <a:lnTo>
                    <a:pt x="0" y="11684"/>
                  </a:lnTo>
                  <a:lnTo>
                    <a:pt x="616126" y="285531"/>
                  </a:lnTo>
                  <a:lnTo>
                    <a:pt x="621308" y="273893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38981" y="3881246"/>
              <a:ext cx="1371600" cy="310515"/>
            </a:xfrm>
            <a:custGeom>
              <a:avLst/>
              <a:gdLst/>
              <a:ahLst/>
              <a:cxnLst/>
              <a:rect l="l" t="t" r="r" b="b"/>
              <a:pathLst>
                <a:path w="1371600" h="310514">
                  <a:moveTo>
                    <a:pt x="460756" y="10668"/>
                  </a:moveTo>
                  <a:lnTo>
                    <a:pt x="453644" y="0"/>
                  </a:lnTo>
                  <a:lnTo>
                    <a:pt x="59855" y="262559"/>
                  </a:lnTo>
                  <a:lnTo>
                    <a:pt x="42291" y="236220"/>
                  </a:lnTo>
                  <a:lnTo>
                    <a:pt x="0" y="310134"/>
                  </a:lnTo>
                  <a:lnTo>
                    <a:pt x="84582" y="299593"/>
                  </a:lnTo>
                  <a:lnTo>
                    <a:pt x="71602" y="280162"/>
                  </a:lnTo>
                  <a:lnTo>
                    <a:pt x="66916" y="273138"/>
                  </a:lnTo>
                  <a:lnTo>
                    <a:pt x="460756" y="10668"/>
                  </a:lnTo>
                  <a:close/>
                </a:path>
                <a:path w="1371600" h="310514">
                  <a:moveTo>
                    <a:pt x="1371600" y="310134"/>
                  </a:moveTo>
                  <a:lnTo>
                    <a:pt x="1363052" y="263144"/>
                  </a:lnTo>
                  <a:lnTo>
                    <a:pt x="1356360" y="226314"/>
                  </a:lnTo>
                  <a:lnTo>
                    <a:pt x="1330960" y="245364"/>
                  </a:lnTo>
                  <a:lnTo>
                    <a:pt x="1148080" y="1524"/>
                  </a:lnTo>
                  <a:lnTo>
                    <a:pt x="1137920" y="9144"/>
                  </a:lnTo>
                  <a:lnTo>
                    <a:pt x="1320800" y="252984"/>
                  </a:lnTo>
                  <a:lnTo>
                    <a:pt x="1295400" y="272034"/>
                  </a:lnTo>
                  <a:lnTo>
                    <a:pt x="1371600" y="310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79822" y="3880611"/>
              <a:ext cx="840740" cy="320675"/>
            </a:xfrm>
            <a:custGeom>
              <a:avLst/>
              <a:gdLst/>
              <a:ahLst/>
              <a:cxnLst/>
              <a:rect l="l" t="t" r="r" b="b"/>
              <a:pathLst>
                <a:path w="840739" h="320675">
                  <a:moveTo>
                    <a:pt x="766626" y="290699"/>
                  </a:moveTo>
                  <a:lnTo>
                    <a:pt x="755776" y="320548"/>
                  </a:lnTo>
                  <a:lnTo>
                    <a:pt x="840358" y="310769"/>
                  </a:lnTo>
                  <a:lnTo>
                    <a:pt x="825451" y="295020"/>
                  </a:lnTo>
                  <a:lnTo>
                    <a:pt x="778510" y="295020"/>
                  </a:lnTo>
                  <a:lnTo>
                    <a:pt x="766626" y="290699"/>
                  </a:lnTo>
                  <a:close/>
                </a:path>
                <a:path w="840739" h="320675">
                  <a:moveTo>
                    <a:pt x="770962" y="278768"/>
                  </a:moveTo>
                  <a:lnTo>
                    <a:pt x="766626" y="290699"/>
                  </a:lnTo>
                  <a:lnTo>
                    <a:pt x="778510" y="295020"/>
                  </a:lnTo>
                  <a:lnTo>
                    <a:pt x="782827" y="283082"/>
                  </a:lnTo>
                  <a:lnTo>
                    <a:pt x="770962" y="278768"/>
                  </a:lnTo>
                  <a:close/>
                </a:path>
                <a:path w="840739" h="320675">
                  <a:moveTo>
                    <a:pt x="781812" y="248919"/>
                  </a:moveTo>
                  <a:lnTo>
                    <a:pt x="770962" y="278768"/>
                  </a:lnTo>
                  <a:lnTo>
                    <a:pt x="782827" y="283082"/>
                  </a:lnTo>
                  <a:lnTo>
                    <a:pt x="778510" y="295020"/>
                  </a:lnTo>
                  <a:lnTo>
                    <a:pt x="825451" y="295020"/>
                  </a:lnTo>
                  <a:lnTo>
                    <a:pt x="781812" y="248919"/>
                  </a:lnTo>
                  <a:close/>
                </a:path>
                <a:path w="840739" h="320675">
                  <a:moveTo>
                    <a:pt x="4317" y="0"/>
                  </a:moveTo>
                  <a:lnTo>
                    <a:pt x="0" y="11937"/>
                  </a:lnTo>
                  <a:lnTo>
                    <a:pt x="766626" y="290699"/>
                  </a:lnTo>
                  <a:lnTo>
                    <a:pt x="770962" y="278768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09466" y="4493386"/>
              <a:ext cx="1339215" cy="307975"/>
            </a:xfrm>
            <a:custGeom>
              <a:avLst/>
              <a:gdLst/>
              <a:ahLst/>
              <a:cxnLst/>
              <a:rect l="l" t="t" r="r" b="b"/>
              <a:pathLst>
                <a:path w="1339214" h="307975">
                  <a:moveTo>
                    <a:pt x="158115" y="222377"/>
                  </a:moveTo>
                  <a:lnTo>
                    <a:pt x="129705" y="236562"/>
                  </a:lnTo>
                  <a:lnTo>
                    <a:pt x="11430" y="0"/>
                  </a:lnTo>
                  <a:lnTo>
                    <a:pt x="0" y="5588"/>
                  </a:lnTo>
                  <a:lnTo>
                    <a:pt x="118364" y="242214"/>
                  </a:lnTo>
                  <a:lnTo>
                    <a:pt x="89916" y="256413"/>
                  </a:lnTo>
                  <a:lnTo>
                    <a:pt x="158115" y="307594"/>
                  </a:lnTo>
                  <a:lnTo>
                    <a:pt x="158115" y="253619"/>
                  </a:lnTo>
                  <a:lnTo>
                    <a:pt x="158115" y="222377"/>
                  </a:lnTo>
                  <a:close/>
                </a:path>
                <a:path w="1339214" h="307975">
                  <a:moveTo>
                    <a:pt x="1339215" y="231394"/>
                  </a:moveTo>
                  <a:lnTo>
                    <a:pt x="1307465" y="231394"/>
                  </a:lnTo>
                  <a:lnTo>
                    <a:pt x="1307465" y="2794"/>
                  </a:lnTo>
                  <a:lnTo>
                    <a:pt x="1294765" y="2794"/>
                  </a:lnTo>
                  <a:lnTo>
                    <a:pt x="1294765" y="231394"/>
                  </a:lnTo>
                  <a:lnTo>
                    <a:pt x="1263015" y="231394"/>
                  </a:lnTo>
                  <a:lnTo>
                    <a:pt x="1301115" y="307594"/>
                  </a:lnTo>
                  <a:lnTo>
                    <a:pt x="1332865" y="244094"/>
                  </a:lnTo>
                  <a:lnTo>
                    <a:pt x="1339215" y="2313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29581" y="4493386"/>
              <a:ext cx="1072515" cy="1908175"/>
            </a:xfrm>
            <a:custGeom>
              <a:avLst/>
              <a:gdLst/>
              <a:ahLst/>
              <a:cxnLst/>
              <a:rect l="l" t="t" r="r" b="b"/>
              <a:pathLst>
                <a:path w="1072514" h="1908175">
                  <a:moveTo>
                    <a:pt x="304800" y="1755394"/>
                  </a:moveTo>
                  <a:lnTo>
                    <a:pt x="297027" y="1707235"/>
                  </a:lnTo>
                  <a:lnTo>
                    <a:pt x="275399" y="1665401"/>
                  </a:lnTo>
                  <a:lnTo>
                    <a:pt x="242417" y="1632407"/>
                  </a:lnTo>
                  <a:lnTo>
                    <a:pt x="200571" y="1610766"/>
                  </a:lnTo>
                  <a:lnTo>
                    <a:pt x="152400" y="1602994"/>
                  </a:lnTo>
                  <a:lnTo>
                    <a:pt x="104216" y="1610766"/>
                  </a:lnTo>
                  <a:lnTo>
                    <a:pt x="62369" y="1632407"/>
                  </a:lnTo>
                  <a:lnTo>
                    <a:pt x="29387" y="1665401"/>
                  </a:lnTo>
                  <a:lnTo>
                    <a:pt x="7759" y="1707235"/>
                  </a:lnTo>
                  <a:lnTo>
                    <a:pt x="0" y="1755394"/>
                  </a:lnTo>
                  <a:lnTo>
                    <a:pt x="7759" y="1803565"/>
                  </a:lnTo>
                  <a:lnTo>
                    <a:pt x="29387" y="1845398"/>
                  </a:lnTo>
                  <a:lnTo>
                    <a:pt x="62369" y="1878393"/>
                  </a:lnTo>
                  <a:lnTo>
                    <a:pt x="104216" y="1900034"/>
                  </a:lnTo>
                  <a:lnTo>
                    <a:pt x="152400" y="1907794"/>
                  </a:lnTo>
                  <a:lnTo>
                    <a:pt x="200571" y="1900034"/>
                  </a:lnTo>
                  <a:lnTo>
                    <a:pt x="242417" y="1878393"/>
                  </a:lnTo>
                  <a:lnTo>
                    <a:pt x="275399" y="1845398"/>
                  </a:lnTo>
                  <a:lnTo>
                    <a:pt x="297027" y="1803565"/>
                  </a:lnTo>
                  <a:lnTo>
                    <a:pt x="304800" y="1755394"/>
                  </a:lnTo>
                  <a:close/>
                </a:path>
                <a:path w="1072514" h="1908175">
                  <a:moveTo>
                    <a:pt x="843915" y="615188"/>
                  </a:moveTo>
                  <a:lnTo>
                    <a:pt x="832485" y="609600"/>
                  </a:lnTo>
                  <a:lnTo>
                    <a:pt x="714197" y="846162"/>
                  </a:lnTo>
                  <a:lnTo>
                    <a:pt x="685800" y="831977"/>
                  </a:lnTo>
                  <a:lnTo>
                    <a:pt x="685800" y="917194"/>
                  </a:lnTo>
                  <a:lnTo>
                    <a:pt x="753999" y="866013"/>
                  </a:lnTo>
                  <a:lnTo>
                    <a:pt x="748398" y="863219"/>
                  </a:lnTo>
                  <a:lnTo>
                    <a:pt x="725538" y="851814"/>
                  </a:lnTo>
                  <a:lnTo>
                    <a:pt x="843915" y="615188"/>
                  </a:lnTo>
                  <a:close/>
                </a:path>
                <a:path w="1072514" h="1908175">
                  <a:moveTo>
                    <a:pt x="1072515" y="5588"/>
                  </a:moveTo>
                  <a:lnTo>
                    <a:pt x="1061085" y="0"/>
                  </a:lnTo>
                  <a:lnTo>
                    <a:pt x="942797" y="236562"/>
                  </a:lnTo>
                  <a:lnTo>
                    <a:pt x="914400" y="222377"/>
                  </a:lnTo>
                  <a:lnTo>
                    <a:pt x="914400" y="307594"/>
                  </a:lnTo>
                  <a:lnTo>
                    <a:pt x="982599" y="256413"/>
                  </a:lnTo>
                  <a:lnTo>
                    <a:pt x="976998" y="253619"/>
                  </a:lnTo>
                  <a:lnTo>
                    <a:pt x="954138" y="242214"/>
                  </a:lnTo>
                  <a:lnTo>
                    <a:pt x="1072515" y="558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29581" y="609638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31"/>
                  </a:lnTo>
                  <a:lnTo>
                    <a:pt x="29394" y="62396"/>
                  </a:lnTo>
                  <a:lnTo>
                    <a:pt x="62380" y="29405"/>
                  </a:lnTo>
                  <a:lnTo>
                    <a:pt x="104217" y="7769"/>
                  </a:lnTo>
                  <a:lnTo>
                    <a:pt x="152400" y="0"/>
                  </a:lnTo>
                  <a:lnTo>
                    <a:pt x="200582" y="7769"/>
                  </a:lnTo>
                  <a:lnTo>
                    <a:pt x="242419" y="29405"/>
                  </a:lnTo>
                  <a:lnTo>
                    <a:pt x="275405" y="62396"/>
                  </a:lnTo>
                  <a:lnTo>
                    <a:pt x="297033" y="104231"/>
                  </a:lnTo>
                  <a:lnTo>
                    <a:pt x="304800" y="152400"/>
                  </a:lnTo>
                  <a:lnTo>
                    <a:pt x="297033" y="200568"/>
                  </a:lnTo>
                  <a:lnTo>
                    <a:pt x="275405" y="242403"/>
                  </a:lnTo>
                  <a:lnTo>
                    <a:pt x="242419" y="275394"/>
                  </a:lnTo>
                  <a:lnTo>
                    <a:pt x="200582" y="297030"/>
                  </a:lnTo>
                  <a:lnTo>
                    <a:pt x="152400" y="304800"/>
                  </a:lnTo>
                  <a:lnTo>
                    <a:pt x="104217" y="297030"/>
                  </a:lnTo>
                  <a:lnTo>
                    <a:pt x="62380" y="275394"/>
                  </a:lnTo>
                  <a:lnTo>
                    <a:pt x="29394" y="242403"/>
                  </a:lnTo>
                  <a:lnTo>
                    <a:pt x="7766" y="200568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58181" y="5711405"/>
              <a:ext cx="309880" cy="385445"/>
            </a:xfrm>
            <a:custGeom>
              <a:avLst/>
              <a:gdLst/>
              <a:ahLst/>
              <a:cxnLst/>
              <a:rect l="l" t="t" r="r" b="b"/>
              <a:pathLst>
                <a:path w="309879" h="385445">
                  <a:moveTo>
                    <a:pt x="17907" y="301675"/>
                  </a:moveTo>
                  <a:lnTo>
                    <a:pt x="0" y="384975"/>
                  </a:lnTo>
                  <a:lnTo>
                    <a:pt x="77343" y="349275"/>
                  </a:lnTo>
                  <a:lnTo>
                    <a:pt x="64957" y="339356"/>
                  </a:lnTo>
                  <a:lnTo>
                    <a:pt x="44577" y="339356"/>
                  </a:lnTo>
                  <a:lnTo>
                    <a:pt x="34671" y="331419"/>
                  </a:lnTo>
                  <a:lnTo>
                    <a:pt x="42628" y="321474"/>
                  </a:lnTo>
                  <a:lnTo>
                    <a:pt x="17907" y="301675"/>
                  </a:lnTo>
                  <a:close/>
                </a:path>
                <a:path w="309879" h="385445">
                  <a:moveTo>
                    <a:pt x="42628" y="321474"/>
                  </a:moveTo>
                  <a:lnTo>
                    <a:pt x="34671" y="331419"/>
                  </a:lnTo>
                  <a:lnTo>
                    <a:pt x="44577" y="339356"/>
                  </a:lnTo>
                  <a:lnTo>
                    <a:pt x="52536" y="329408"/>
                  </a:lnTo>
                  <a:lnTo>
                    <a:pt x="42628" y="321474"/>
                  </a:lnTo>
                  <a:close/>
                </a:path>
                <a:path w="309879" h="385445">
                  <a:moveTo>
                    <a:pt x="52536" y="329408"/>
                  </a:moveTo>
                  <a:lnTo>
                    <a:pt x="44577" y="339356"/>
                  </a:lnTo>
                  <a:lnTo>
                    <a:pt x="64957" y="339356"/>
                  </a:lnTo>
                  <a:lnTo>
                    <a:pt x="52536" y="329408"/>
                  </a:lnTo>
                  <a:close/>
                </a:path>
                <a:path w="309879" h="385445">
                  <a:moveTo>
                    <a:pt x="299847" y="0"/>
                  </a:moveTo>
                  <a:lnTo>
                    <a:pt x="42628" y="321474"/>
                  </a:lnTo>
                  <a:lnTo>
                    <a:pt x="52536" y="329408"/>
                  </a:lnTo>
                  <a:lnTo>
                    <a:pt x="309753" y="7937"/>
                  </a:lnTo>
                  <a:lnTo>
                    <a:pt x="29984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719828" y="4796028"/>
            <a:ext cx="314960" cy="314960"/>
            <a:chOff x="4719828" y="4796028"/>
            <a:chExt cx="314960" cy="314960"/>
          </a:xfrm>
        </p:grpSpPr>
        <p:sp>
          <p:nvSpPr>
            <p:cNvPr id="35" name="object 35"/>
            <p:cNvSpPr/>
            <p:nvPr/>
          </p:nvSpPr>
          <p:spPr>
            <a:xfrm>
              <a:off x="4724781" y="48009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24781" y="48009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96391" y="3800855"/>
            <a:ext cx="17665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Idea:</a:t>
            </a:r>
            <a:r>
              <a:rPr sz="1800" spc="-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be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33CC"/>
                </a:solidFill>
                <a:latin typeface="Arial"/>
                <a:cs typeface="Arial"/>
              </a:rPr>
              <a:t>smart 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about</a:t>
            </a:r>
            <a:r>
              <a:rPr sz="1800" spc="-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what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paths 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to</a:t>
            </a:r>
            <a:r>
              <a:rPr sz="1800" spc="-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033CC"/>
                </a:solidFill>
                <a:latin typeface="Arial"/>
                <a:cs typeface="Arial"/>
              </a:rPr>
              <a:t>try.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055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33CC"/>
                </a:solidFill>
              </a:rPr>
              <a:t>Blind</a:t>
            </a:r>
            <a:r>
              <a:rPr sz="4000" spc="-95" dirty="0">
                <a:solidFill>
                  <a:srgbClr val="0033CC"/>
                </a:solidFill>
              </a:rPr>
              <a:t> </a:t>
            </a:r>
            <a:r>
              <a:rPr sz="4000" dirty="0">
                <a:solidFill>
                  <a:srgbClr val="0033CC"/>
                </a:solidFill>
              </a:rPr>
              <a:t>Search</a:t>
            </a:r>
            <a:r>
              <a:rPr sz="4000" spc="-90" dirty="0">
                <a:solidFill>
                  <a:srgbClr val="0033CC"/>
                </a:solidFill>
              </a:rPr>
              <a:t> </a:t>
            </a:r>
            <a:r>
              <a:rPr sz="4000" dirty="0">
                <a:solidFill>
                  <a:srgbClr val="0033CC"/>
                </a:solidFill>
              </a:rPr>
              <a:t>vs.</a:t>
            </a:r>
            <a:r>
              <a:rPr sz="4000" spc="-70" dirty="0">
                <a:solidFill>
                  <a:srgbClr val="0033CC"/>
                </a:solidFill>
              </a:rPr>
              <a:t> </a:t>
            </a:r>
            <a:r>
              <a:rPr sz="4000" spc="-20" dirty="0">
                <a:solidFill>
                  <a:srgbClr val="0033CC"/>
                </a:solidFill>
              </a:rPr>
              <a:t>Informed</a:t>
            </a:r>
            <a:r>
              <a:rPr sz="4000" spc="-65" dirty="0">
                <a:solidFill>
                  <a:srgbClr val="0033CC"/>
                </a:solidFill>
              </a:rPr>
              <a:t> </a:t>
            </a:r>
            <a:r>
              <a:rPr sz="4000" spc="-10" dirty="0">
                <a:solidFill>
                  <a:srgbClr val="0033CC"/>
                </a:solidFill>
              </a:rPr>
              <a:t>Search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457580" y="1600580"/>
            <a:ext cx="8382000" cy="4526280"/>
          </a:xfrm>
          <a:custGeom>
            <a:avLst/>
            <a:gdLst/>
            <a:ahLst/>
            <a:cxnLst/>
            <a:rect l="l" t="t" r="r" b="b"/>
            <a:pathLst>
              <a:path w="8382000" h="4526280">
                <a:moveTo>
                  <a:pt x="0" y="4526280"/>
                </a:moveTo>
                <a:lnTo>
                  <a:pt x="8382000" y="4526280"/>
                </a:lnTo>
                <a:lnTo>
                  <a:pt x="8382000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607565"/>
            <a:ext cx="8117840" cy="3342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What’s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difference?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70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How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formally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specify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this?</a:t>
            </a:r>
            <a:endParaRPr sz="320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A</a:t>
            </a:r>
            <a:r>
              <a:rPr sz="3200" spc="-7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node</a:t>
            </a:r>
            <a:r>
              <a:rPr sz="3200" spc="-6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is</a:t>
            </a:r>
            <a:r>
              <a:rPr sz="3200" spc="-8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selected</a:t>
            </a:r>
            <a:r>
              <a:rPr sz="3200" spc="-6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for</a:t>
            </a:r>
            <a:r>
              <a:rPr sz="3200" spc="-7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expansion</a:t>
            </a:r>
            <a:r>
              <a:rPr sz="3200" spc="-4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based</a:t>
            </a:r>
            <a:r>
              <a:rPr sz="3200" spc="-6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on</a:t>
            </a:r>
            <a:r>
              <a:rPr sz="3200" spc="-6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CC0000"/>
                </a:solidFill>
                <a:latin typeface="Calibri"/>
                <a:cs typeface="Calibri"/>
              </a:rPr>
              <a:t>an </a:t>
            </a:r>
            <a:r>
              <a:rPr sz="3200" spc="-10" dirty="0">
                <a:solidFill>
                  <a:srgbClr val="CC0000"/>
                </a:solidFill>
                <a:latin typeface="Calibri"/>
                <a:cs typeface="Calibri"/>
              </a:rPr>
              <a:t>evaluation</a:t>
            </a:r>
            <a:r>
              <a:rPr sz="3200" spc="-9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function</a:t>
            </a:r>
            <a:r>
              <a:rPr sz="3200" spc="-10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that</a:t>
            </a:r>
            <a:r>
              <a:rPr sz="3200" spc="-10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estimates</a:t>
            </a:r>
            <a:r>
              <a:rPr sz="3200" spc="-10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cost</a:t>
            </a:r>
            <a:r>
              <a:rPr sz="3200" spc="-12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C0000"/>
                </a:solidFill>
                <a:latin typeface="Calibri"/>
                <a:cs typeface="Calibri"/>
              </a:rPr>
              <a:t>to</a:t>
            </a:r>
            <a:r>
              <a:rPr sz="3200" spc="-12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CC0000"/>
                </a:solidFill>
                <a:latin typeface="Calibri"/>
                <a:cs typeface="Calibri"/>
              </a:rPr>
              <a:t>goal.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r>
              <a:rPr spc="-50" dirty="0"/>
              <a:t>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5486" y="358648"/>
            <a:ext cx="61956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33CC"/>
                </a:solidFill>
              </a:rPr>
              <a:t>General</a:t>
            </a:r>
            <a:r>
              <a:rPr sz="4000" spc="-114" dirty="0">
                <a:solidFill>
                  <a:srgbClr val="0033CC"/>
                </a:solidFill>
              </a:rPr>
              <a:t> </a:t>
            </a:r>
            <a:r>
              <a:rPr sz="4000" spc="-45" dirty="0">
                <a:solidFill>
                  <a:srgbClr val="0033CC"/>
                </a:solidFill>
              </a:rPr>
              <a:t>Tree</a:t>
            </a:r>
            <a:r>
              <a:rPr sz="4000" spc="-110" dirty="0">
                <a:solidFill>
                  <a:srgbClr val="0033CC"/>
                </a:solidFill>
              </a:rPr>
              <a:t> </a:t>
            </a:r>
            <a:r>
              <a:rPr sz="4000" dirty="0">
                <a:solidFill>
                  <a:srgbClr val="0033CC"/>
                </a:solidFill>
              </a:rPr>
              <a:t>Search</a:t>
            </a:r>
            <a:r>
              <a:rPr sz="4000" spc="-120" dirty="0">
                <a:solidFill>
                  <a:srgbClr val="0033CC"/>
                </a:solidFill>
              </a:rPr>
              <a:t> </a:t>
            </a:r>
            <a:r>
              <a:rPr sz="4000" spc="-10" dirty="0">
                <a:solidFill>
                  <a:srgbClr val="0033CC"/>
                </a:solidFill>
              </a:rPr>
              <a:t>Paradigm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2380" y="1371980"/>
            <a:ext cx="7138034" cy="2586355"/>
          </a:xfrm>
          <a:prstGeom prst="rect">
            <a:avLst/>
          </a:prstGeom>
          <a:ln w="9905">
            <a:solidFill>
              <a:srgbClr val="FF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81305" marR="3650615" indent="-19050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"/>
                <a:cs typeface="Arial"/>
              </a:rPr>
              <a:t>function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tree-search(root-node) </a:t>
            </a:r>
            <a:r>
              <a:rPr sz="1800" dirty="0">
                <a:latin typeface="Arial"/>
                <a:cs typeface="Arial"/>
              </a:rPr>
              <a:t>fringe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successors</a:t>
            </a:r>
            <a:r>
              <a:rPr sz="1800" spc="-10" dirty="0">
                <a:latin typeface="Arial"/>
                <a:cs typeface="Arial"/>
              </a:rPr>
              <a:t>(root-node) </a:t>
            </a:r>
            <a:r>
              <a:rPr sz="1800" dirty="0">
                <a:latin typeface="Arial"/>
                <a:cs typeface="Arial"/>
              </a:rPr>
              <a:t>while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notempty</a:t>
            </a:r>
            <a:r>
              <a:rPr sz="1800" dirty="0">
                <a:latin typeface="Arial"/>
                <a:cs typeface="Arial"/>
              </a:rPr>
              <a:t>(fringe)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005205" marR="1962785" indent="-2800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{node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remove-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first</a:t>
            </a:r>
            <a:r>
              <a:rPr sz="1800" dirty="0">
                <a:latin typeface="Arial"/>
                <a:cs typeface="Arial"/>
              </a:rPr>
              <a:t>(fringe)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//lowest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value </a:t>
            </a:r>
            <a:r>
              <a:rPr sz="1800" dirty="0">
                <a:latin typeface="Arial"/>
                <a:cs typeface="Arial"/>
              </a:rPr>
              <a:t>state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state</a:t>
            </a:r>
            <a:r>
              <a:rPr sz="1800" spc="-10" dirty="0">
                <a:latin typeface="Arial"/>
                <a:cs typeface="Arial"/>
              </a:rPr>
              <a:t>(node)</a:t>
            </a:r>
            <a:endParaRPr sz="1800">
              <a:latin typeface="Arial"/>
              <a:cs typeface="Arial"/>
            </a:endParaRPr>
          </a:p>
          <a:p>
            <a:pPr marL="100520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goal-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test</a:t>
            </a:r>
            <a:r>
              <a:rPr sz="1800" dirty="0">
                <a:latin typeface="Arial"/>
                <a:cs typeface="Arial"/>
              </a:rPr>
              <a:t>(state)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return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solution</a:t>
            </a:r>
            <a:r>
              <a:rPr sz="1800" spc="-10" dirty="0">
                <a:latin typeface="Arial"/>
                <a:cs typeface="Arial"/>
              </a:rPr>
              <a:t>(node)</a:t>
            </a:r>
            <a:endParaRPr sz="1800">
              <a:latin typeface="Arial"/>
              <a:cs typeface="Arial"/>
            </a:endParaRPr>
          </a:p>
          <a:p>
            <a:pPr marL="281305" marR="1607185" indent="7239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fringe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insert-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all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successors</a:t>
            </a:r>
            <a:r>
              <a:rPr sz="1800" dirty="0">
                <a:latin typeface="Arial"/>
                <a:cs typeface="Arial"/>
              </a:rPr>
              <a:t>(node),fringe)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} </a:t>
            </a:r>
            <a:r>
              <a:rPr sz="1800" dirty="0">
                <a:latin typeface="Arial"/>
                <a:cs typeface="Arial"/>
              </a:rPr>
              <a:t>return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failure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end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tree-search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r>
              <a:rPr spc="-50" dirty="0"/>
              <a:t>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8796" y="358648"/>
            <a:ext cx="65684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33CC"/>
                </a:solidFill>
              </a:rPr>
              <a:t>General</a:t>
            </a:r>
            <a:r>
              <a:rPr sz="4000" spc="-120" dirty="0">
                <a:solidFill>
                  <a:srgbClr val="0033CC"/>
                </a:solidFill>
              </a:rPr>
              <a:t> </a:t>
            </a:r>
            <a:r>
              <a:rPr sz="4000" dirty="0">
                <a:solidFill>
                  <a:srgbClr val="0033CC"/>
                </a:solidFill>
              </a:rPr>
              <a:t>Graph</a:t>
            </a:r>
            <a:r>
              <a:rPr sz="4000" spc="-100" dirty="0">
                <a:solidFill>
                  <a:srgbClr val="0033CC"/>
                </a:solidFill>
              </a:rPr>
              <a:t> </a:t>
            </a:r>
            <a:r>
              <a:rPr sz="4000" dirty="0">
                <a:solidFill>
                  <a:srgbClr val="0033CC"/>
                </a:solidFill>
              </a:rPr>
              <a:t>Search</a:t>
            </a:r>
            <a:r>
              <a:rPr sz="4000" spc="-120" dirty="0">
                <a:solidFill>
                  <a:srgbClr val="0033CC"/>
                </a:solidFill>
              </a:rPr>
              <a:t> </a:t>
            </a:r>
            <a:r>
              <a:rPr sz="4000" spc="-10" dirty="0">
                <a:solidFill>
                  <a:srgbClr val="0033CC"/>
                </a:solidFill>
              </a:rPr>
              <a:t>Paradigm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2380" y="1371980"/>
            <a:ext cx="8077200" cy="3416300"/>
          </a:xfrm>
          <a:prstGeom prst="rect">
            <a:avLst/>
          </a:prstGeom>
          <a:ln w="9905">
            <a:solidFill>
              <a:srgbClr val="FF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81305" marR="4589780" indent="-19050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"/>
                <a:cs typeface="Arial"/>
              </a:rPr>
              <a:t>function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tree-search(root-node) </a:t>
            </a:r>
            <a:r>
              <a:rPr sz="1800" dirty="0">
                <a:latin typeface="Arial"/>
                <a:cs typeface="Arial"/>
              </a:rPr>
              <a:t>fringe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successors</a:t>
            </a:r>
            <a:r>
              <a:rPr sz="1800" spc="-10" dirty="0">
                <a:latin typeface="Arial"/>
                <a:cs typeface="Arial"/>
              </a:rPr>
              <a:t>(root-node)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explored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Wingdings"/>
                <a:cs typeface="Wingdings"/>
              </a:rPr>
              <a:t></a:t>
            </a:r>
            <a:r>
              <a:rPr sz="18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empty</a:t>
            </a:r>
            <a:endParaRPr sz="1800">
              <a:latin typeface="Arial"/>
              <a:cs typeface="Arial"/>
            </a:endParaRPr>
          </a:p>
          <a:p>
            <a:pPr marL="28130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while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notempty</a:t>
            </a:r>
            <a:r>
              <a:rPr sz="1800" dirty="0">
                <a:latin typeface="Arial"/>
                <a:cs typeface="Arial"/>
              </a:rPr>
              <a:t>(fringe)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005205" marR="4477385" indent="-2800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{node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remove-first</a:t>
            </a:r>
            <a:r>
              <a:rPr sz="1800" spc="-10" dirty="0">
                <a:latin typeface="Arial"/>
                <a:cs typeface="Arial"/>
              </a:rPr>
              <a:t>(fringe) </a:t>
            </a:r>
            <a:r>
              <a:rPr sz="1800" dirty="0">
                <a:latin typeface="Arial"/>
                <a:cs typeface="Arial"/>
              </a:rPr>
              <a:t>state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state</a:t>
            </a:r>
            <a:r>
              <a:rPr sz="1800" spc="-10" dirty="0">
                <a:latin typeface="Arial"/>
                <a:cs typeface="Arial"/>
              </a:rPr>
              <a:t>(node)</a:t>
            </a:r>
            <a:endParaRPr sz="1800">
              <a:latin typeface="Arial"/>
              <a:cs typeface="Arial"/>
            </a:endParaRPr>
          </a:p>
          <a:p>
            <a:pPr marL="1005205" marR="31883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goal-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test</a:t>
            </a:r>
            <a:r>
              <a:rPr sz="1800" dirty="0">
                <a:latin typeface="Arial"/>
                <a:cs typeface="Arial"/>
              </a:rPr>
              <a:t>(state)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return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solution</a:t>
            </a:r>
            <a:r>
              <a:rPr sz="1800" spc="-10" dirty="0">
                <a:latin typeface="Arial"/>
                <a:cs typeface="Arial"/>
              </a:rPr>
              <a:t>(node)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explored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Wingdings"/>
                <a:cs typeface="Wingdings"/>
              </a:rPr>
              <a:t></a:t>
            </a:r>
            <a:r>
              <a:rPr sz="18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insert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(node,explored)</a:t>
            </a:r>
            <a:endParaRPr sz="1800">
              <a:latin typeface="Arial"/>
              <a:cs typeface="Arial"/>
            </a:endParaRPr>
          </a:p>
          <a:p>
            <a:pPr marL="100520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fringe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Arial"/>
                <a:cs typeface="Arial"/>
              </a:rPr>
              <a:t>insert-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all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dirty="0">
                <a:solidFill>
                  <a:srgbClr val="0033CC"/>
                </a:solidFill>
                <a:latin typeface="Arial"/>
                <a:cs typeface="Arial"/>
              </a:rPr>
              <a:t>successors</a:t>
            </a:r>
            <a:r>
              <a:rPr sz="1800" dirty="0">
                <a:latin typeface="Arial"/>
                <a:cs typeface="Arial"/>
              </a:rPr>
              <a:t>(node),fringe,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if node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18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explored</a:t>
            </a:r>
            <a:r>
              <a:rPr sz="1800" spc="-1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725805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90805" marR="6377940" indent="1905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return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failure </a:t>
            </a:r>
            <a:r>
              <a:rPr sz="1800" dirty="0">
                <a:latin typeface="Arial"/>
                <a:cs typeface="Arial"/>
              </a:rPr>
              <a:t>end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tree-search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4111" y="462533"/>
            <a:ext cx="37960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0033CC"/>
                </a:solidFill>
              </a:rPr>
              <a:t>Best-</a:t>
            </a:r>
            <a:r>
              <a:rPr dirty="0">
                <a:solidFill>
                  <a:srgbClr val="0033CC"/>
                </a:solidFill>
              </a:rPr>
              <a:t>First</a:t>
            </a:r>
            <a:r>
              <a:rPr spc="-155" dirty="0">
                <a:solidFill>
                  <a:srgbClr val="0033CC"/>
                </a:solidFill>
              </a:rPr>
              <a:t> </a:t>
            </a:r>
            <a:r>
              <a:rPr spc="-10" dirty="0">
                <a:solidFill>
                  <a:srgbClr val="0033CC"/>
                </a:solidFill>
              </a:rPr>
              <a:t>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457580" y="1600580"/>
            <a:ext cx="8229600" cy="4876800"/>
          </a:xfrm>
          <a:custGeom>
            <a:avLst/>
            <a:gdLst/>
            <a:ahLst/>
            <a:cxnLst/>
            <a:rect l="l" t="t" r="r" b="b"/>
            <a:pathLst>
              <a:path w="8229600" h="4876800">
                <a:moveTo>
                  <a:pt x="0" y="4876800"/>
                </a:moveTo>
                <a:lnTo>
                  <a:pt x="8229600" y="4876800"/>
                </a:lnTo>
                <a:lnTo>
                  <a:pt x="8229600" y="0"/>
                </a:lnTo>
                <a:lnTo>
                  <a:pt x="0" y="0"/>
                </a:lnTo>
                <a:lnTo>
                  <a:pt x="0" y="4876800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Use</a:t>
            </a:r>
            <a:r>
              <a:rPr spc="-75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spc="-10" dirty="0">
                <a:solidFill>
                  <a:srgbClr val="FF0000"/>
                </a:solidFill>
              </a:rPr>
              <a:t>evaluation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function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f(n)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node</a:t>
            </a:r>
            <a:r>
              <a:rPr spc="-65" dirty="0"/>
              <a:t> </a:t>
            </a:r>
            <a:r>
              <a:rPr spc="-25" dirty="0"/>
              <a:t>n.</a:t>
            </a: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pc="-10" dirty="0"/>
              <a:t>Always</a:t>
            </a:r>
            <a:r>
              <a:rPr spc="-75" dirty="0"/>
              <a:t> </a:t>
            </a:r>
            <a:r>
              <a:rPr dirty="0"/>
              <a:t>choose</a:t>
            </a:r>
            <a:r>
              <a:rPr spc="-9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node</a:t>
            </a:r>
            <a:r>
              <a:rPr spc="-80" dirty="0"/>
              <a:t> </a:t>
            </a:r>
            <a:r>
              <a:rPr dirty="0"/>
              <a:t>from</a:t>
            </a:r>
            <a:r>
              <a:rPr spc="-85" dirty="0"/>
              <a:t> </a:t>
            </a:r>
            <a:r>
              <a:rPr dirty="0"/>
              <a:t>fringe</a:t>
            </a:r>
            <a:r>
              <a:rPr spc="-90" dirty="0"/>
              <a:t> </a:t>
            </a:r>
            <a:r>
              <a:rPr dirty="0"/>
              <a:t>that</a:t>
            </a:r>
            <a:r>
              <a:rPr spc="-75" dirty="0"/>
              <a:t> </a:t>
            </a:r>
            <a:r>
              <a:rPr spc="-25" dirty="0"/>
              <a:t>has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>
                <a:solidFill>
                  <a:srgbClr val="FF0000"/>
                </a:solidFill>
              </a:rPr>
              <a:t>lowest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/>
              <a:t>f</a:t>
            </a:r>
            <a:r>
              <a:rPr spc="-70" dirty="0"/>
              <a:t> </a:t>
            </a:r>
            <a:r>
              <a:rPr spc="-10" dirty="0"/>
              <a:t>value.</a:t>
            </a:r>
          </a:p>
        </p:txBody>
      </p:sp>
      <p:sp>
        <p:nvSpPr>
          <p:cNvPr id="5" name="object 5"/>
          <p:cNvSpPr/>
          <p:nvPr/>
        </p:nvSpPr>
        <p:spPr>
          <a:xfrm>
            <a:off x="3124580" y="3581780"/>
            <a:ext cx="2590800" cy="1828800"/>
          </a:xfrm>
          <a:custGeom>
            <a:avLst/>
            <a:gdLst/>
            <a:ahLst/>
            <a:cxnLst/>
            <a:rect l="l" t="t" r="r" b="b"/>
            <a:pathLst>
              <a:path w="2590800" h="1828800">
                <a:moveTo>
                  <a:pt x="1066799" y="228600"/>
                </a:moveTo>
                <a:lnTo>
                  <a:pt x="1071444" y="182533"/>
                </a:lnTo>
                <a:lnTo>
                  <a:pt x="1084766" y="139624"/>
                </a:lnTo>
                <a:lnTo>
                  <a:pt x="1105845" y="100793"/>
                </a:lnTo>
                <a:lnTo>
                  <a:pt x="1133760" y="66960"/>
                </a:lnTo>
                <a:lnTo>
                  <a:pt x="1167593" y="39045"/>
                </a:lnTo>
                <a:lnTo>
                  <a:pt x="1206424" y="17966"/>
                </a:lnTo>
                <a:lnTo>
                  <a:pt x="1249333" y="4644"/>
                </a:lnTo>
                <a:lnTo>
                  <a:pt x="1295399" y="0"/>
                </a:lnTo>
                <a:lnTo>
                  <a:pt x="1341466" y="4644"/>
                </a:lnTo>
                <a:lnTo>
                  <a:pt x="1384375" y="17966"/>
                </a:lnTo>
                <a:lnTo>
                  <a:pt x="1423206" y="39045"/>
                </a:lnTo>
                <a:lnTo>
                  <a:pt x="1457039" y="66960"/>
                </a:lnTo>
                <a:lnTo>
                  <a:pt x="1484954" y="100793"/>
                </a:lnTo>
                <a:lnTo>
                  <a:pt x="1506033" y="139624"/>
                </a:lnTo>
                <a:lnTo>
                  <a:pt x="1519355" y="182533"/>
                </a:lnTo>
                <a:lnTo>
                  <a:pt x="1523999" y="228600"/>
                </a:lnTo>
                <a:lnTo>
                  <a:pt x="1519355" y="274666"/>
                </a:lnTo>
                <a:lnTo>
                  <a:pt x="1506033" y="317575"/>
                </a:lnTo>
                <a:lnTo>
                  <a:pt x="1484954" y="356406"/>
                </a:lnTo>
                <a:lnTo>
                  <a:pt x="1457039" y="390239"/>
                </a:lnTo>
                <a:lnTo>
                  <a:pt x="1423206" y="418154"/>
                </a:lnTo>
                <a:lnTo>
                  <a:pt x="1384375" y="439233"/>
                </a:lnTo>
                <a:lnTo>
                  <a:pt x="1341466" y="452555"/>
                </a:lnTo>
                <a:lnTo>
                  <a:pt x="1295399" y="457200"/>
                </a:lnTo>
                <a:lnTo>
                  <a:pt x="1249333" y="452555"/>
                </a:lnTo>
                <a:lnTo>
                  <a:pt x="1206424" y="439233"/>
                </a:lnTo>
                <a:lnTo>
                  <a:pt x="1167593" y="418154"/>
                </a:lnTo>
                <a:lnTo>
                  <a:pt x="1133760" y="390239"/>
                </a:lnTo>
                <a:lnTo>
                  <a:pt x="1105845" y="356406"/>
                </a:lnTo>
                <a:lnTo>
                  <a:pt x="1084766" y="317575"/>
                </a:lnTo>
                <a:lnTo>
                  <a:pt x="1071444" y="274666"/>
                </a:lnTo>
                <a:lnTo>
                  <a:pt x="1066799" y="228600"/>
                </a:lnTo>
                <a:close/>
              </a:path>
              <a:path w="2590800" h="1828800">
                <a:moveTo>
                  <a:pt x="0" y="1600200"/>
                </a:moveTo>
                <a:lnTo>
                  <a:pt x="4644" y="1554133"/>
                </a:lnTo>
                <a:lnTo>
                  <a:pt x="17966" y="1511224"/>
                </a:lnTo>
                <a:lnTo>
                  <a:pt x="39045" y="1472393"/>
                </a:lnTo>
                <a:lnTo>
                  <a:pt x="66960" y="1438560"/>
                </a:lnTo>
                <a:lnTo>
                  <a:pt x="100793" y="1410645"/>
                </a:lnTo>
                <a:lnTo>
                  <a:pt x="139624" y="1389566"/>
                </a:lnTo>
                <a:lnTo>
                  <a:pt x="182533" y="1376244"/>
                </a:lnTo>
                <a:lnTo>
                  <a:pt x="228599" y="1371600"/>
                </a:lnTo>
                <a:lnTo>
                  <a:pt x="274666" y="1376244"/>
                </a:lnTo>
                <a:lnTo>
                  <a:pt x="317575" y="1389566"/>
                </a:lnTo>
                <a:lnTo>
                  <a:pt x="356406" y="1410645"/>
                </a:lnTo>
                <a:lnTo>
                  <a:pt x="390239" y="1438560"/>
                </a:lnTo>
                <a:lnTo>
                  <a:pt x="418154" y="1472393"/>
                </a:lnTo>
                <a:lnTo>
                  <a:pt x="439233" y="1511224"/>
                </a:lnTo>
                <a:lnTo>
                  <a:pt x="452555" y="1554133"/>
                </a:lnTo>
                <a:lnTo>
                  <a:pt x="457199" y="1600200"/>
                </a:lnTo>
                <a:lnTo>
                  <a:pt x="452555" y="1646266"/>
                </a:lnTo>
                <a:lnTo>
                  <a:pt x="439233" y="1689175"/>
                </a:lnTo>
                <a:lnTo>
                  <a:pt x="418154" y="1728006"/>
                </a:lnTo>
                <a:lnTo>
                  <a:pt x="390239" y="1761839"/>
                </a:lnTo>
                <a:lnTo>
                  <a:pt x="356406" y="1789754"/>
                </a:lnTo>
                <a:lnTo>
                  <a:pt x="317575" y="1810833"/>
                </a:lnTo>
                <a:lnTo>
                  <a:pt x="274666" y="1824155"/>
                </a:lnTo>
                <a:lnTo>
                  <a:pt x="228599" y="1828800"/>
                </a:lnTo>
                <a:lnTo>
                  <a:pt x="182533" y="1824155"/>
                </a:lnTo>
                <a:lnTo>
                  <a:pt x="139624" y="1810833"/>
                </a:lnTo>
                <a:lnTo>
                  <a:pt x="100793" y="1789754"/>
                </a:lnTo>
                <a:lnTo>
                  <a:pt x="66960" y="1761839"/>
                </a:lnTo>
                <a:lnTo>
                  <a:pt x="39045" y="1728006"/>
                </a:lnTo>
                <a:lnTo>
                  <a:pt x="17966" y="1689175"/>
                </a:lnTo>
                <a:lnTo>
                  <a:pt x="4644" y="1646266"/>
                </a:lnTo>
                <a:lnTo>
                  <a:pt x="0" y="1600200"/>
                </a:lnTo>
                <a:close/>
              </a:path>
              <a:path w="2590800" h="1828800">
                <a:moveTo>
                  <a:pt x="1066799" y="1600200"/>
                </a:moveTo>
                <a:lnTo>
                  <a:pt x="1071444" y="1554133"/>
                </a:lnTo>
                <a:lnTo>
                  <a:pt x="1084766" y="1511224"/>
                </a:lnTo>
                <a:lnTo>
                  <a:pt x="1105845" y="1472393"/>
                </a:lnTo>
                <a:lnTo>
                  <a:pt x="1133760" y="1438560"/>
                </a:lnTo>
                <a:lnTo>
                  <a:pt x="1167593" y="1410645"/>
                </a:lnTo>
                <a:lnTo>
                  <a:pt x="1206424" y="1389566"/>
                </a:lnTo>
                <a:lnTo>
                  <a:pt x="1249333" y="1376244"/>
                </a:lnTo>
                <a:lnTo>
                  <a:pt x="1295399" y="1371600"/>
                </a:lnTo>
                <a:lnTo>
                  <a:pt x="1341466" y="1376244"/>
                </a:lnTo>
                <a:lnTo>
                  <a:pt x="1384375" y="1389566"/>
                </a:lnTo>
                <a:lnTo>
                  <a:pt x="1423206" y="1410645"/>
                </a:lnTo>
                <a:lnTo>
                  <a:pt x="1457039" y="1438560"/>
                </a:lnTo>
                <a:lnTo>
                  <a:pt x="1484954" y="1472393"/>
                </a:lnTo>
                <a:lnTo>
                  <a:pt x="1506033" y="1511224"/>
                </a:lnTo>
                <a:lnTo>
                  <a:pt x="1519355" y="1554133"/>
                </a:lnTo>
                <a:lnTo>
                  <a:pt x="1523999" y="1600200"/>
                </a:lnTo>
                <a:lnTo>
                  <a:pt x="1519355" y="1646266"/>
                </a:lnTo>
                <a:lnTo>
                  <a:pt x="1506033" y="1689175"/>
                </a:lnTo>
                <a:lnTo>
                  <a:pt x="1484954" y="1728006"/>
                </a:lnTo>
                <a:lnTo>
                  <a:pt x="1457039" y="1761839"/>
                </a:lnTo>
                <a:lnTo>
                  <a:pt x="1423206" y="1789754"/>
                </a:lnTo>
                <a:lnTo>
                  <a:pt x="1384375" y="1810833"/>
                </a:lnTo>
                <a:lnTo>
                  <a:pt x="1341466" y="1824155"/>
                </a:lnTo>
                <a:lnTo>
                  <a:pt x="1295399" y="1828800"/>
                </a:lnTo>
                <a:lnTo>
                  <a:pt x="1249333" y="1824155"/>
                </a:lnTo>
                <a:lnTo>
                  <a:pt x="1206424" y="1810833"/>
                </a:lnTo>
                <a:lnTo>
                  <a:pt x="1167593" y="1789754"/>
                </a:lnTo>
                <a:lnTo>
                  <a:pt x="1133760" y="1761839"/>
                </a:lnTo>
                <a:lnTo>
                  <a:pt x="1105845" y="1728006"/>
                </a:lnTo>
                <a:lnTo>
                  <a:pt x="1084766" y="1689175"/>
                </a:lnTo>
                <a:lnTo>
                  <a:pt x="1071444" y="1646266"/>
                </a:lnTo>
                <a:lnTo>
                  <a:pt x="1066799" y="1600200"/>
                </a:lnTo>
                <a:close/>
              </a:path>
              <a:path w="2590800" h="1828800">
                <a:moveTo>
                  <a:pt x="2133599" y="1600200"/>
                </a:moveTo>
                <a:lnTo>
                  <a:pt x="2138244" y="1554133"/>
                </a:lnTo>
                <a:lnTo>
                  <a:pt x="2151566" y="1511224"/>
                </a:lnTo>
                <a:lnTo>
                  <a:pt x="2172645" y="1472393"/>
                </a:lnTo>
                <a:lnTo>
                  <a:pt x="2200560" y="1438560"/>
                </a:lnTo>
                <a:lnTo>
                  <a:pt x="2234393" y="1410645"/>
                </a:lnTo>
                <a:lnTo>
                  <a:pt x="2273224" y="1389566"/>
                </a:lnTo>
                <a:lnTo>
                  <a:pt x="2316133" y="1376244"/>
                </a:lnTo>
                <a:lnTo>
                  <a:pt x="2362199" y="1371600"/>
                </a:lnTo>
                <a:lnTo>
                  <a:pt x="2408266" y="1376244"/>
                </a:lnTo>
                <a:lnTo>
                  <a:pt x="2451175" y="1389566"/>
                </a:lnTo>
                <a:lnTo>
                  <a:pt x="2490006" y="1410645"/>
                </a:lnTo>
                <a:lnTo>
                  <a:pt x="2523839" y="1438560"/>
                </a:lnTo>
                <a:lnTo>
                  <a:pt x="2551754" y="1472393"/>
                </a:lnTo>
                <a:lnTo>
                  <a:pt x="2572833" y="1511224"/>
                </a:lnTo>
                <a:lnTo>
                  <a:pt x="2586155" y="1554133"/>
                </a:lnTo>
                <a:lnTo>
                  <a:pt x="2590799" y="1600200"/>
                </a:lnTo>
                <a:lnTo>
                  <a:pt x="2586155" y="1646266"/>
                </a:lnTo>
                <a:lnTo>
                  <a:pt x="2572833" y="1689175"/>
                </a:lnTo>
                <a:lnTo>
                  <a:pt x="2551754" y="1728006"/>
                </a:lnTo>
                <a:lnTo>
                  <a:pt x="2523839" y="1761839"/>
                </a:lnTo>
                <a:lnTo>
                  <a:pt x="2490006" y="1789754"/>
                </a:lnTo>
                <a:lnTo>
                  <a:pt x="2451175" y="1810833"/>
                </a:lnTo>
                <a:lnTo>
                  <a:pt x="2408266" y="1824155"/>
                </a:lnTo>
                <a:lnTo>
                  <a:pt x="2362199" y="1828800"/>
                </a:lnTo>
                <a:lnTo>
                  <a:pt x="2316133" y="1824155"/>
                </a:lnTo>
                <a:lnTo>
                  <a:pt x="2273224" y="1810833"/>
                </a:lnTo>
                <a:lnTo>
                  <a:pt x="2234393" y="1789754"/>
                </a:lnTo>
                <a:lnTo>
                  <a:pt x="2200560" y="1761839"/>
                </a:lnTo>
                <a:lnTo>
                  <a:pt x="2172645" y="1728006"/>
                </a:lnTo>
                <a:lnTo>
                  <a:pt x="2151566" y="1689175"/>
                </a:lnTo>
                <a:lnTo>
                  <a:pt x="2138244" y="1646266"/>
                </a:lnTo>
                <a:lnTo>
                  <a:pt x="2133599" y="16002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63391" y="494385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6194" y="498043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7246" y="494385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53180" y="4038980"/>
            <a:ext cx="3124200" cy="2133600"/>
          </a:xfrm>
          <a:custGeom>
            <a:avLst/>
            <a:gdLst/>
            <a:ahLst/>
            <a:cxnLst/>
            <a:rect l="l" t="t" r="r" b="b"/>
            <a:pathLst>
              <a:path w="3124200" h="2133600">
                <a:moveTo>
                  <a:pt x="1066800" y="0"/>
                </a:moveTo>
                <a:lnTo>
                  <a:pt x="1066800" y="914400"/>
                </a:lnTo>
              </a:path>
              <a:path w="3124200" h="2133600">
                <a:moveTo>
                  <a:pt x="1066800" y="0"/>
                </a:moveTo>
                <a:lnTo>
                  <a:pt x="0" y="914400"/>
                </a:lnTo>
              </a:path>
              <a:path w="3124200" h="2133600">
                <a:moveTo>
                  <a:pt x="1066800" y="0"/>
                </a:moveTo>
                <a:lnTo>
                  <a:pt x="2133600" y="914400"/>
                </a:lnTo>
              </a:path>
              <a:path w="3124200" h="2133600">
                <a:moveTo>
                  <a:pt x="1981200" y="1295400"/>
                </a:moveTo>
                <a:lnTo>
                  <a:pt x="1447800" y="1752600"/>
                </a:lnTo>
              </a:path>
              <a:path w="3124200" h="2133600">
                <a:moveTo>
                  <a:pt x="2286000" y="1295400"/>
                </a:moveTo>
                <a:lnTo>
                  <a:pt x="2743200" y="1752600"/>
                </a:lnTo>
              </a:path>
              <a:path w="3124200" h="2133600">
                <a:moveTo>
                  <a:pt x="1066800" y="1905000"/>
                </a:moveTo>
                <a:lnTo>
                  <a:pt x="1071444" y="1858929"/>
                </a:lnTo>
                <a:lnTo>
                  <a:pt x="1084766" y="1816019"/>
                </a:lnTo>
                <a:lnTo>
                  <a:pt x="1105845" y="1777188"/>
                </a:lnTo>
                <a:lnTo>
                  <a:pt x="1133760" y="1743355"/>
                </a:lnTo>
                <a:lnTo>
                  <a:pt x="1167593" y="1715441"/>
                </a:lnTo>
                <a:lnTo>
                  <a:pt x="1206424" y="1694364"/>
                </a:lnTo>
                <a:lnTo>
                  <a:pt x="1249333" y="1681044"/>
                </a:lnTo>
                <a:lnTo>
                  <a:pt x="1295400" y="1676400"/>
                </a:lnTo>
                <a:lnTo>
                  <a:pt x="1341466" y="1681044"/>
                </a:lnTo>
                <a:lnTo>
                  <a:pt x="1384375" y="1694364"/>
                </a:lnTo>
                <a:lnTo>
                  <a:pt x="1423206" y="1715441"/>
                </a:lnTo>
                <a:lnTo>
                  <a:pt x="1457039" y="1743355"/>
                </a:lnTo>
                <a:lnTo>
                  <a:pt x="1484954" y="1777188"/>
                </a:lnTo>
                <a:lnTo>
                  <a:pt x="1506033" y="1816019"/>
                </a:lnTo>
                <a:lnTo>
                  <a:pt x="1519355" y="1858929"/>
                </a:lnTo>
                <a:lnTo>
                  <a:pt x="1524000" y="1905000"/>
                </a:lnTo>
                <a:lnTo>
                  <a:pt x="1519355" y="1951070"/>
                </a:lnTo>
                <a:lnTo>
                  <a:pt x="1506033" y="1993980"/>
                </a:lnTo>
                <a:lnTo>
                  <a:pt x="1484954" y="2032811"/>
                </a:lnTo>
                <a:lnTo>
                  <a:pt x="1457039" y="2066644"/>
                </a:lnTo>
                <a:lnTo>
                  <a:pt x="1423206" y="2094558"/>
                </a:lnTo>
                <a:lnTo>
                  <a:pt x="1384375" y="2115635"/>
                </a:lnTo>
                <a:lnTo>
                  <a:pt x="1341466" y="2128955"/>
                </a:lnTo>
                <a:lnTo>
                  <a:pt x="1295400" y="2133600"/>
                </a:lnTo>
                <a:lnTo>
                  <a:pt x="1249333" y="2128955"/>
                </a:lnTo>
                <a:lnTo>
                  <a:pt x="1206424" y="2115635"/>
                </a:lnTo>
                <a:lnTo>
                  <a:pt x="1167593" y="2094558"/>
                </a:lnTo>
                <a:lnTo>
                  <a:pt x="1133760" y="2066644"/>
                </a:lnTo>
                <a:lnTo>
                  <a:pt x="1105845" y="2032811"/>
                </a:lnTo>
                <a:lnTo>
                  <a:pt x="1084766" y="1993980"/>
                </a:lnTo>
                <a:lnTo>
                  <a:pt x="1071444" y="1951070"/>
                </a:lnTo>
                <a:lnTo>
                  <a:pt x="1066800" y="1905000"/>
                </a:lnTo>
                <a:close/>
              </a:path>
              <a:path w="3124200" h="2133600">
                <a:moveTo>
                  <a:pt x="2667000" y="1905000"/>
                </a:moveTo>
                <a:lnTo>
                  <a:pt x="2671644" y="1858929"/>
                </a:lnTo>
                <a:lnTo>
                  <a:pt x="2684966" y="1816019"/>
                </a:lnTo>
                <a:lnTo>
                  <a:pt x="2706045" y="1777188"/>
                </a:lnTo>
                <a:lnTo>
                  <a:pt x="2733960" y="1743355"/>
                </a:lnTo>
                <a:lnTo>
                  <a:pt x="2767793" y="1715441"/>
                </a:lnTo>
                <a:lnTo>
                  <a:pt x="2806624" y="1694364"/>
                </a:lnTo>
                <a:lnTo>
                  <a:pt x="2849533" y="1681044"/>
                </a:lnTo>
                <a:lnTo>
                  <a:pt x="2895600" y="1676400"/>
                </a:lnTo>
                <a:lnTo>
                  <a:pt x="2941666" y="1681044"/>
                </a:lnTo>
                <a:lnTo>
                  <a:pt x="2984575" y="1694364"/>
                </a:lnTo>
                <a:lnTo>
                  <a:pt x="3023406" y="1715441"/>
                </a:lnTo>
                <a:lnTo>
                  <a:pt x="3057239" y="1743355"/>
                </a:lnTo>
                <a:lnTo>
                  <a:pt x="3085154" y="1777188"/>
                </a:lnTo>
                <a:lnTo>
                  <a:pt x="3106233" y="1816019"/>
                </a:lnTo>
                <a:lnTo>
                  <a:pt x="3119555" y="1858929"/>
                </a:lnTo>
                <a:lnTo>
                  <a:pt x="3124200" y="1905000"/>
                </a:lnTo>
                <a:lnTo>
                  <a:pt x="3119555" y="1951070"/>
                </a:lnTo>
                <a:lnTo>
                  <a:pt x="3106233" y="1993980"/>
                </a:lnTo>
                <a:lnTo>
                  <a:pt x="3085154" y="2032811"/>
                </a:lnTo>
                <a:lnTo>
                  <a:pt x="3057239" y="2066644"/>
                </a:lnTo>
                <a:lnTo>
                  <a:pt x="3023406" y="2094558"/>
                </a:lnTo>
                <a:lnTo>
                  <a:pt x="2984575" y="2115635"/>
                </a:lnTo>
                <a:lnTo>
                  <a:pt x="2941666" y="2128955"/>
                </a:lnTo>
                <a:lnTo>
                  <a:pt x="2895600" y="2133600"/>
                </a:lnTo>
                <a:lnTo>
                  <a:pt x="2849533" y="2128955"/>
                </a:lnTo>
                <a:lnTo>
                  <a:pt x="2806624" y="2115635"/>
                </a:lnTo>
                <a:lnTo>
                  <a:pt x="2767793" y="2094558"/>
                </a:lnTo>
                <a:lnTo>
                  <a:pt x="2733960" y="2066644"/>
                </a:lnTo>
                <a:lnTo>
                  <a:pt x="2706045" y="2032811"/>
                </a:lnTo>
                <a:lnTo>
                  <a:pt x="2684966" y="1993980"/>
                </a:lnTo>
                <a:lnTo>
                  <a:pt x="2671644" y="1951070"/>
                </a:lnTo>
                <a:lnTo>
                  <a:pt x="2667000" y="19050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74794" y="574243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r>
              <a:rPr spc="-50" dirty="0"/>
              <a:t>9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75247" y="574243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892" rIns="0" bIns="0" rtlCol="0">
            <a:spAutoFit/>
          </a:bodyPr>
          <a:lstStyle/>
          <a:p>
            <a:pPr marL="203263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Best-</a:t>
            </a:r>
            <a:r>
              <a:rPr dirty="0"/>
              <a:t>first</a:t>
            </a:r>
            <a:r>
              <a:rPr spc="-160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3039" y="1548129"/>
            <a:ext cx="8688705" cy="441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930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strategy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picking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order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expansion</a:t>
            </a:r>
            <a:endParaRPr sz="24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393065" algn="l"/>
              </a:tabLst>
            </a:pPr>
            <a:r>
              <a:rPr sz="2400" dirty="0">
                <a:latin typeface="Calibri"/>
                <a:cs typeface="Calibri"/>
              </a:rPr>
              <a:t>Idea: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evaluation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f(n)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93115" algn="l"/>
              </a:tabLst>
            </a:pPr>
            <a:r>
              <a:rPr sz="2000" dirty="0">
                <a:latin typeface="Calibri"/>
                <a:cs typeface="Calibri"/>
              </a:rPr>
              <a:t>estimate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"desirability“</a:t>
            </a:r>
            <a:endParaRPr sz="2000">
              <a:latin typeface="Calibri"/>
              <a:cs typeface="Calibri"/>
            </a:endParaRPr>
          </a:p>
          <a:p>
            <a:pPr marL="508000">
              <a:lnSpc>
                <a:spcPct val="100000"/>
              </a:lnSpc>
              <a:spcBef>
                <a:spcPts val="2400"/>
              </a:spcBef>
            </a:pPr>
            <a:r>
              <a:rPr sz="2000" spc="-25" dirty="0">
                <a:latin typeface="Wingdings"/>
                <a:cs typeface="Wingdings"/>
              </a:rPr>
              <a:t>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Expand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desirable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unexpanded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node</a:t>
            </a:r>
            <a:endParaRPr sz="20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2385"/>
              </a:spcBef>
              <a:buFont typeface="Arial"/>
              <a:buChar char="•"/>
              <a:tabLst>
                <a:tab pos="393065" algn="l"/>
              </a:tabLst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Implementation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fringe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decreasing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desirability</a:t>
            </a:r>
            <a:endParaRPr sz="24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393065" algn="l"/>
              </a:tabLst>
            </a:pPr>
            <a:r>
              <a:rPr sz="2400" dirty="0">
                <a:latin typeface="Calibri"/>
                <a:cs typeface="Calibri"/>
              </a:rPr>
              <a:t>Special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cases:</a:t>
            </a:r>
            <a:endParaRPr sz="240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93115" algn="l"/>
              </a:tabLst>
            </a:pPr>
            <a:r>
              <a:rPr sz="2000" dirty="0">
                <a:latin typeface="Calibri"/>
                <a:cs typeface="Calibri"/>
              </a:rPr>
              <a:t>greedy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best-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search</a:t>
            </a:r>
            <a:endParaRPr sz="200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buFont typeface="Arial"/>
              <a:buChar char="–"/>
              <a:tabLst>
                <a:tab pos="7931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1950" baseline="25641" dirty="0">
                <a:latin typeface="Calibri"/>
                <a:cs typeface="Calibri"/>
              </a:rPr>
              <a:t>*</a:t>
            </a:r>
            <a:r>
              <a:rPr sz="1950" spc="240" baseline="25641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search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892" rIns="0" bIns="0" rtlCol="0">
            <a:spAutoFit/>
          </a:bodyPr>
          <a:lstStyle/>
          <a:p>
            <a:pPr marL="419734">
              <a:lnSpc>
                <a:spcPct val="100000"/>
              </a:lnSpc>
              <a:spcBef>
                <a:spcPts val="95"/>
              </a:spcBef>
            </a:pPr>
            <a:r>
              <a:rPr dirty="0"/>
              <a:t>Romania</a:t>
            </a:r>
            <a:r>
              <a:rPr spc="-125" dirty="0"/>
              <a:t> </a:t>
            </a:r>
            <a:r>
              <a:rPr dirty="0"/>
              <a:t>with</a:t>
            </a:r>
            <a:r>
              <a:rPr spc="-135" dirty="0"/>
              <a:t> </a:t>
            </a:r>
            <a:r>
              <a:rPr dirty="0"/>
              <a:t>step</a:t>
            </a:r>
            <a:r>
              <a:rPr spc="-145" dirty="0"/>
              <a:t> </a:t>
            </a:r>
            <a:r>
              <a:rPr dirty="0"/>
              <a:t>costs</a:t>
            </a:r>
            <a:r>
              <a:rPr spc="-130" dirty="0"/>
              <a:t> </a:t>
            </a:r>
            <a:r>
              <a:rPr dirty="0"/>
              <a:t>in</a:t>
            </a:r>
            <a:r>
              <a:rPr spc="-145" dirty="0"/>
              <a:t> </a:t>
            </a:r>
            <a:r>
              <a:rPr spc="-35" dirty="0"/>
              <a:t>km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0339" y="1600200"/>
            <a:ext cx="8505190" cy="4495800"/>
            <a:chOff x="410339" y="1600200"/>
            <a:chExt cx="8505190" cy="4495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339" y="1872807"/>
              <a:ext cx="8200260" cy="39166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34199" y="1600200"/>
              <a:ext cx="1981200" cy="4495800"/>
            </a:xfrm>
            <a:custGeom>
              <a:avLst/>
              <a:gdLst/>
              <a:ahLst/>
              <a:cxnLst/>
              <a:rect l="l" t="t" r="r" b="b"/>
              <a:pathLst>
                <a:path w="1981200" h="4495800">
                  <a:moveTo>
                    <a:pt x="1981200" y="0"/>
                  </a:moveTo>
                  <a:lnTo>
                    <a:pt x="0" y="0"/>
                  </a:lnTo>
                  <a:lnTo>
                    <a:pt x="0" y="4495800"/>
                  </a:lnTo>
                  <a:lnTo>
                    <a:pt x="1981200" y="44958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7280" y="6521195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65223" y="187706"/>
            <a:ext cx="58096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Old</a:t>
            </a:r>
            <a:r>
              <a:rPr spc="-110" dirty="0"/>
              <a:t> </a:t>
            </a:r>
            <a:r>
              <a:rPr spc="-20" dirty="0"/>
              <a:t>(Uninformed)</a:t>
            </a:r>
            <a:r>
              <a:rPr spc="-90" dirty="0"/>
              <a:t> </a:t>
            </a:r>
            <a:r>
              <a:rPr spc="-10" dirty="0"/>
              <a:t>Friends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166406"/>
            <a:ext cx="6993890" cy="35413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Breadth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=</a:t>
            </a:r>
            <a:endParaRPr sz="2800">
              <a:latin typeface="Calibri"/>
              <a:cs typeface="Calibri"/>
            </a:endParaRPr>
          </a:p>
          <a:p>
            <a:pPr marL="704215" lvl="1" indent="-34290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04215" algn="l"/>
              </a:tabLst>
            </a:pPr>
            <a:r>
              <a:rPr sz="2400" dirty="0">
                <a:latin typeface="Calibri"/>
                <a:cs typeface="Calibri"/>
              </a:rPr>
              <a:t>Best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First</a:t>
            </a:r>
            <a:endParaRPr sz="2400">
              <a:latin typeface="Calibri"/>
              <a:cs typeface="Calibri"/>
            </a:endParaRPr>
          </a:p>
          <a:p>
            <a:pPr marL="704215" lvl="1" indent="-3429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04215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f(n)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depth(n)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80"/>
              </a:spcBef>
              <a:buFont typeface="Arial"/>
              <a:buChar char="–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Uniform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cost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=</a:t>
            </a:r>
            <a:endParaRPr sz="2800">
              <a:latin typeface="Calibri"/>
              <a:cs typeface="Calibri"/>
            </a:endParaRPr>
          </a:p>
          <a:p>
            <a:pPr marL="704215" lvl="1" indent="-34290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04215" algn="l"/>
              </a:tabLst>
            </a:pPr>
            <a:r>
              <a:rPr sz="2400" dirty="0">
                <a:latin typeface="Calibri"/>
                <a:cs typeface="Calibri"/>
              </a:rPr>
              <a:t>Best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First</a:t>
            </a:r>
            <a:endParaRPr sz="2400">
              <a:latin typeface="Calibri"/>
              <a:cs typeface="Calibri"/>
            </a:endParaRPr>
          </a:p>
          <a:p>
            <a:pPr marL="704215" lvl="1" indent="-3429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04215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f(n)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edge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30"/>
              </a:spcBef>
            </a:pP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g(n)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6380" y="3734180"/>
            <a:ext cx="4800600" cy="914400"/>
          </a:xfrm>
          <a:custGeom>
            <a:avLst/>
            <a:gdLst/>
            <a:ahLst/>
            <a:cxnLst/>
            <a:rect l="l" t="t" r="r" b="b"/>
            <a:pathLst>
              <a:path w="4800600" h="914400">
                <a:moveTo>
                  <a:pt x="0" y="457200"/>
                </a:moveTo>
                <a:lnTo>
                  <a:pt x="10180" y="414814"/>
                </a:lnTo>
                <a:lnTo>
                  <a:pt x="40123" y="373517"/>
                </a:lnTo>
                <a:lnTo>
                  <a:pt x="70622" y="346675"/>
                </a:lnTo>
                <a:lnTo>
                  <a:pt x="109241" y="320443"/>
                </a:lnTo>
                <a:lnTo>
                  <a:pt x="155714" y="294872"/>
                </a:lnTo>
                <a:lnTo>
                  <a:pt x="209776" y="270013"/>
                </a:lnTo>
                <a:lnTo>
                  <a:pt x="271160" y="245916"/>
                </a:lnTo>
                <a:lnTo>
                  <a:pt x="339602" y="222633"/>
                </a:lnTo>
                <a:lnTo>
                  <a:pt x="376386" y="211311"/>
                </a:lnTo>
                <a:lnTo>
                  <a:pt x="414835" y="200212"/>
                </a:lnTo>
                <a:lnTo>
                  <a:pt x="454916" y="189342"/>
                </a:lnTo>
                <a:lnTo>
                  <a:pt x="496595" y="178706"/>
                </a:lnTo>
                <a:lnTo>
                  <a:pt x="539839" y="168311"/>
                </a:lnTo>
                <a:lnTo>
                  <a:pt x="584615" y="158164"/>
                </a:lnTo>
                <a:lnTo>
                  <a:pt x="630890" y="148271"/>
                </a:lnTo>
                <a:lnTo>
                  <a:pt x="678630" y="138638"/>
                </a:lnTo>
                <a:lnTo>
                  <a:pt x="727803" y="129271"/>
                </a:lnTo>
                <a:lnTo>
                  <a:pt x="778375" y="120178"/>
                </a:lnTo>
                <a:lnTo>
                  <a:pt x="830313" y="111363"/>
                </a:lnTo>
                <a:lnTo>
                  <a:pt x="883584" y="102834"/>
                </a:lnTo>
                <a:lnTo>
                  <a:pt x="938154" y="94596"/>
                </a:lnTo>
                <a:lnTo>
                  <a:pt x="993991" y="86657"/>
                </a:lnTo>
                <a:lnTo>
                  <a:pt x="1051060" y="79022"/>
                </a:lnTo>
                <a:lnTo>
                  <a:pt x="1109330" y="71698"/>
                </a:lnTo>
                <a:lnTo>
                  <a:pt x="1168767" y="64691"/>
                </a:lnTo>
                <a:lnTo>
                  <a:pt x="1229337" y="58008"/>
                </a:lnTo>
                <a:lnTo>
                  <a:pt x="1291007" y="51654"/>
                </a:lnTo>
                <a:lnTo>
                  <a:pt x="1353745" y="45636"/>
                </a:lnTo>
                <a:lnTo>
                  <a:pt x="1417517" y="39961"/>
                </a:lnTo>
                <a:lnTo>
                  <a:pt x="1482289" y="34634"/>
                </a:lnTo>
                <a:lnTo>
                  <a:pt x="1548029" y="29662"/>
                </a:lnTo>
                <a:lnTo>
                  <a:pt x="1614704" y="25052"/>
                </a:lnTo>
                <a:lnTo>
                  <a:pt x="1682280" y="20810"/>
                </a:lnTo>
                <a:lnTo>
                  <a:pt x="1750723" y="16941"/>
                </a:lnTo>
                <a:lnTo>
                  <a:pt x="1820002" y="13453"/>
                </a:lnTo>
                <a:lnTo>
                  <a:pt x="1890082" y="10351"/>
                </a:lnTo>
                <a:lnTo>
                  <a:pt x="1960931" y="7643"/>
                </a:lnTo>
                <a:lnTo>
                  <a:pt x="2032514" y="5334"/>
                </a:lnTo>
                <a:lnTo>
                  <a:pt x="2104800" y="3430"/>
                </a:lnTo>
                <a:lnTo>
                  <a:pt x="2177755" y="1939"/>
                </a:lnTo>
                <a:lnTo>
                  <a:pt x="2251345" y="866"/>
                </a:lnTo>
                <a:lnTo>
                  <a:pt x="2325538" y="217"/>
                </a:lnTo>
                <a:lnTo>
                  <a:pt x="2400299" y="0"/>
                </a:lnTo>
                <a:lnTo>
                  <a:pt x="2475061" y="217"/>
                </a:lnTo>
                <a:lnTo>
                  <a:pt x="2549254" y="866"/>
                </a:lnTo>
                <a:lnTo>
                  <a:pt x="2622844" y="1939"/>
                </a:lnTo>
                <a:lnTo>
                  <a:pt x="2695799" y="3430"/>
                </a:lnTo>
                <a:lnTo>
                  <a:pt x="2768085" y="5334"/>
                </a:lnTo>
                <a:lnTo>
                  <a:pt x="2839668" y="7643"/>
                </a:lnTo>
                <a:lnTo>
                  <a:pt x="2910517" y="10351"/>
                </a:lnTo>
                <a:lnTo>
                  <a:pt x="2980597" y="13453"/>
                </a:lnTo>
                <a:lnTo>
                  <a:pt x="3049876" y="16941"/>
                </a:lnTo>
                <a:lnTo>
                  <a:pt x="3118319" y="20810"/>
                </a:lnTo>
                <a:lnTo>
                  <a:pt x="3185895" y="25052"/>
                </a:lnTo>
                <a:lnTo>
                  <a:pt x="3252570" y="29662"/>
                </a:lnTo>
                <a:lnTo>
                  <a:pt x="3318310" y="34634"/>
                </a:lnTo>
                <a:lnTo>
                  <a:pt x="3383082" y="39961"/>
                </a:lnTo>
                <a:lnTo>
                  <a:pt x="3446854" y="45636"/>
                </a:lnTo>
                <a:lnTo>
                  <a:pt x="3509592" y="51654"/>
                </a:lnTo>
                <a:lnTo>
                  <a:pt x="3571262" y="58008"/>
                </a:lnTo>
                <a:lnTo>
                  <a:pt x="3631832" y="64691"/>
                </a:lnTo>
                <a:lnTo>
                  <a:pt x="3691269" y="71698"/>
                </a:lnTo>
                <a:lnTo>
                  <a:pt x="3749539" y="79022"/>
                </a:lnTo>
                <a:lnTo>
                  <a:pt x="3806608" y="86657"/>
                </a:lnTo>
                <a:lnTo>
                  <a:pt x="3862445" y="94596"/>
                </a:lnTo>
                <a:lnTo>
                  <a:pt x="3917015" y="102834"/>
                </a:lnTo>
                <a:lnTo>
                  <a:pt x="3970286" y="111363"/>
                </a:lnTo>
                <a:lnTo>
                  <a:pt x="4022224" y="120178"/>
                </a:lnTo>
                <a:lnTo>
                  <a:pt x="4072796" y="129271"/>
                </a:lnTo>
                <a:lnTo>
                  <a:pt x="4121969" y="138638"/>
                </a:lnTo>
                <a:lnTo>
                  <a:pt x="4169709" y="148271"/>
                </a:lnTo>
                <a:lnTo>
                  <a:pt x="4215984" y="158164"/>
                </a:lnTo>
                <a:lnTo>
                  <a:pt x="4260760" y="168311"/>
                </a:lnTo>
                <a:lnTo>
                  <a:pt x="4304004" y="178706"/>
                </a:lnTo>
                <a:lnTo>
                  <a:pt x="4345683" y="189342"/>
                </a:lnTo>
                <a:lnTo>
                  <a:pt x="4385764" y="200212"/>
                </a:lnTo>
                <a:lnTo>
                  <a:pt x="4424213" y="211311"/>
                </a:lnTo>
                <a:lnTo>
                  <a:pt x="4460997" y="222633"/>
                </a:lnTo>
                <a:lnTo>
                  <a:pt x="4529439" y="245916"/>
                </a:lnTo>
                <a:lnTo>
                  <a:pt x="4590823" y="270013"/>
                </a:lnTo>
                <a:lnTo>
                  <a:pt x="4644885" y="294872"/>
                </a:lnTo>
                <a:lnTo>
                  <a:pt x="4691358" y="320443"/>
                </a:lnTo>
                <a:lnTo>
                  <a:pt x="4729977" y="346675"/>
                </a:lnTo>
                <a:lnTo>
                  <a:pt x="4760476" y="373517"/>
                </a:lnTo>
                <a:lnTo>
                  <a:pt x="4790419" y="414814"/>
                </a:lnTo>
                <a:lnTo>
                  <a:pt x="4800600" y="457200"/>
                </a:lnTo>
                <a:lnTo>
                  <a:pt x="4799457" y="471439"/>
                </a:lnTo>
                <a:lnTo>
                  <a:pt x="4782590" y="513480"/>
                </a:lnTo>
                <a:lnTo>
                  <a:pt x="4746258" y="554377"/>
                </a:lnTo>
                <a:lnTo>
                  <a:pt x="4711665" y="580920"/>
                </a:lnTo>
                <a:lnTo>
                  <a:pt x="4669086" y="606827"/>
                </a:lnTo>
                <a:lnTo>
                  <a:pt x="4618786" y="632048"/>
                </a:lnTo>
                <a:lnTo>
                  <a:pt x="4561030" y="656533"/>
                </a:lnTo>
                <a:lnTo>
                  <a:pt x="4496084" y="680229"/>
                </a:lnTo>
                <a:lnTo>
                  <a:pt x="4424213" y="703088"/>
                </a:lnTo>
                <a:lnTo>
                  <a:pt x="4385764" y="714187"/>
                </a:lnTo>
                <a:lnTo>
                  <a:pt x="4345683" y="725057"/>
                </a:lnTo>
                <a:lnTo>
                  <a:pt x="4304004" y="735693"/>
                </a:lnTo>
                <a:lnTo>
                  <a:pt x="4260760" y="746088"/>
                </a:lnTo>
                <a:lnTo>
                  <a:pt x="4215984" y="756235"/>
                </a:lnTo>
                <a:lnTo>
                  <a:pt x="4169709" y="766128"/>
                </a:lnTo>
                <a:lnTo>
                  <a:pt x="4121969" y="775761"/>
                </a:lnTo>
                <a:lnTo>
                  <a:pt x="4072796" y="785128"/>
                </a:lnTo>
                <a:lnTo>
                  <a:pt x="4022224" y="794221"/>
                </a:lnTo>
                <a:lnTo>
                  <a:pt x="3970286" y="803036"/>
                </a:lnTo>
                <a:lnTo>
                  <a:pt x="3917015" y="811565"/>
                </a:lnTo>
                <a:lnTo>
                  <a:pt x="3862445" y="819803"/>
                </a:lnTo>
                <a:lnTo>
                  <a:pt x="3806608" y="827742"/>
                </a:lnTo>
                <a:lnTo>
                  <a:pt x="3749539" y="835377"/>
                </a:lnTo>
                <a:lnTo>
                  <a:pt x="3691269" y="842701"/>
                </a:lnTo>
                <a:lnTo>
                  <a:pt x="3631832" y="849708"/>
                </a:lnTo>
                <a:lnTo>
                  <a:pt x="3571262" y="856391"/>
                </a:lnTo>
                <a:lnTo>
                  <a:pt x="3509592" y="862745"/>
                </a:lnTo>
                <a:lnTo>
                  <a:pt x="3446854" y="868763"/>
                </a:lnTo>
                <a:lnTo>
                  <a:pt x="3383082" y="874438"/>
                </a:lnTo>
                <a:lnTo>
                  <a:pt x="3318310" y="879765"/>
                </a:lnTo>
                <a:lnTo>
                  <a:pt x="3252570" y="884737"/>
                </a:lnTo>
                <a:lnTo>
                  <a:pt x="3185895" y="889347"/>
                </a:lnTo>
                <a:lnTo>
                  <a:pt x="3118319" y="893589"/>
                </a:lnTo>
                <a:lnTo>
                  <a:pt x="3049876" y="897458"/>
                </a:lnTo>
                <a:lnTo>
                  <a:pt x="2980597" y="900946"/>
                </a:lnTo>
                <a:lnTo>
                  <a:pt x="2910517" y="904048"/>
                </a:lnTo>
                <a:lnTo>
                  <a:pt x="2839668" y="906756"/>
                </a:lnTo>
                <a:lnTo>
                  <a:pt x="2768085" y="909065"/>
                </a:lnTo>
                <a:lnTo>
                  <a:pt x="2695799" y="910969"/>
                </a:lnTo>
                <a:lnTo>
                  <a:pt x="2622844" y="912460"/>
                </a:lnTo>
                <a:lnTo>
                  <a:pt x="2549254" y="913533"/>
                </a:lnTo>
                <a:lnTo>
                  <a:pt x="2475061" y="914182"/>
                </a:lnTo>
                <a:lnTo>
                  <a:pt x="2400299" y="914400"/>
                </a:lnTo>
                <a:lnTo>
                  <a:pt x="2325538" y="914182"/>
                </a:lnTo>
                <a:lnTo>
                  <a:pt x="2251345" y="913533"/>
                </a:lnTo>
                <a:lnTo>
                  <a:pt x="2177755" y="912460"/>
                </a:lnTo>
                <a:lnTo>
                  <a:pt x="2104800" y="910969"/>
                </a:lnTo>
                <a:lnTo>
                  <a:pt x="2032514" y="909065"/>
                </a:lnTo>
                <a:lnTo>
                  <a:pt x="1960931" y="906756"/>
                </a:lnTo>
                <a:lnTo>
                  <a:pt x="1890082" y="904048"/>
                </a:lnTo>
                <a:lnTo>
                  <a:pt x="1820002" y="900946"/>
                </a:lnTo>
                <a:lnTo>
                  <a:pt x="1750723" y="897458"/>
                </a:lnTo>
                <a:lnTo>
                  <a:pt x="1682280" y="893589"/>
                </a:lnTo>
                <a:lnTo>
                  <a:pt x="1614704" y="889347"/>
                </a:lnTo>
                <a:lnTo>
                  <a:pt x="1548029" y="884737"/>
                </a:lnTo>
                <a:lnTo>
                  <a:pt x="1482289" y="879765"/>
                </a:lnTo>
                <a:lnTo>
                  <a:pt x="1417517" y="874438"/>
                </a:lnTo>
                <a:lnTo>
                  <a:pt x="1353745" y="868763"/>
                </a:lnTo>
                <a:lnTo>
                  <a:pt x="1291007" y="862745"/>
                </a:lnTo>
                <a:lnTo>
                  <a:pt x="1229337" y="856391"/>
                </a:lnTo>
                <a:lnTo>
                  <a:pt x="1168767" y="849708"/>
                </a:lnTo>
                <a:lnTo>
                  <a:pt x="1109330" y="842701"/>
                </a:lnTo>
                <a:lnTo>
                  <a:pt x="1051060" y="835377"/>
                </a:lnTo>
                <a:lnTo>
                  <a:pt x="993991" y="827742"/>
                </a:lnTo>
                <a:lnTo>
                  <a:pt x="938154" y="819803"/>
                </a:lnTo>
                <a:lnTo>
                  <a:pt x="883584" y="811565"/>
                </a:lnTo>
                <a:lnTo>
                  <a:pt x="830313" y="803036"/>
                </a:lnTo>
                <a:lnTo>
                  <a:pt x="778375" y="794221"/>
                </a:lnTo>
                <a:lnTo>
                  <a:pt x="727803" y="785128"/>
                </a:lnTo>
                <a:lnTo>
                  <a:pt x="678630" y="775761"/>
                </a:lnTo>
                <a:lnTo>
                  <a:pt x="630890" y="766128"/>
                </a:lnTo>
                <a:lnTo>
                  <a:pt x="584615" y="756235"/>
                </a:lnTo>
                <a:lnTo>
                  <a:pt x="539839" y="746088"/>
                </a:lnTo>
                <a:lnTo>
                  <a:pt x="496595" y="735693"/>
                </a:lnTo>
                <a:lnTo>
                  <a:pt x="454916" y="725057"/>
                </a:lnTo>
                <a:lnTo>
                  <a:pt x="414835" y="714187"/>
                </a:lnTo>
                <a:lnTo>
                  <a:pt x="376386" y="703088"/>
                </a:lnTo>
                <a:lnTo>
                  <a:pt x="339602" y="691766"/>
                </a:lnTo>
                <a:lnTo>
                  <a:pt x="271160" y="668483"/>
                </a:lnTo>
                <a:lnTo>
                  <a:pt x="209776" y="644386"/>
                </a:lnTo>
                <a:lnTo>
                  <a:pt x="155714" y="619527"/>
                </a:lnTo>
                <a:lnTo>
                  <a:pt x="109241" y="593956"/>
                </a:lnTo>
                <a:lnTo>
                  <a:pt x="70622" y="567724"/>
                </a:lnTo>
                <a:lnTo>
                  <a:pt x="40123" y="540882"/>
                </a:lnTo>
                <a:lnTo>
                  <a:pt x="10180" y="499585"/>
                </a:lnTo>
                <a:lnTo>
                  <a:pt x="0" y="457200"/>
                </a:lnTo>
                <a:close/>
              </a:path>
            </a:pathLst>
          </a:custGeom>
          <a:ln w="2514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7248" y="462533"/>
            <a:ext cx="54298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Greedy</a:t>
            </a:r>
            <a:r>
              <a:rPr spc="-135" dirty="0"/>
              <a:t> </a:t>
            </a:r>
            <a:r>
              <a:rPr spc="-35" dirty="0"/>
              <a:t>best-</a:t>
            </a:r>
            <a:r>
              <a:rPr dirty="0"/>
              <a:t>first</a:t>
            </a:r>
            <a:r>
              <a:rPr spc="-125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40" y="1509724"/>
            <a:ext cx="8597265" cy="45123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405765" algn="l"/>
              </a:tabLst>
            </a:pPr>
            <a:r>
              <a:rPr sz="3200" spc="-20" dirty="0">
                <a:latin typeface="Calibri"/>
                <a:cs typeface="Calibri"/>
              </a:rPr>
              <a:t>Evaluation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f(n)</a:t>
            </a:r>
            <a:r>
              <a:rPr sz="3200" i="1" spc="-6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=</a:t>
            </a:r>
            <a:r>
              <a:rPr sz="3200" i="1" spc="-8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h(n)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3200" spc="-10" dirty="0">
                <a:latin typeface="Calibri"/>
                <a:cs typeface="Calibri"/>
              </a:rPr>
              <a:t>euristic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function)</a:t>
            </a:r>
            <a:endParaRPr sz="3200">
              <a:latin typeface="Calibri"/>
              <a:cs typeface="Calibri"/>
            </a:endParaRPr>
          </a:p>
          <a:p>
            <a:pPr marL="4064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Calibri"/>
                <a:cs typeface="Calibri"/>
              </a:rPr>
              <a:t>=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estimate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cost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i="1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goal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3200">
              <a:latin typeface="Calibri"/>
              <a:cs typeface="Calibri"/>
            </a:endParaRPr>
          </a:p>
          <a:p>
            <a:pPr marL="406400" marR="848360" indent="-342900">
              <a:lnSpc>
                <a:spcPct val="100000"/>
              </a:lnSpc>
              <a:buFont typeface="Arial"/>
              <a:buChar char="•"/>
              <a:tabLst>
                <a:tab pos="406400" algn="l"/>
              </a:tabLst>
            </a:pPr>
            <a:r>
              <a:rPr sz="3200" dirty="0">
                <a:latin typeface="Calibri"/>
                <a:cs typeface="Calibri"/>
              </a:rPr>
              <a:t>e.g.,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h</a:t>
            </a:r>
            <a:r>
              <a:rPr sz="3150" i="1" baseline="-21164" dirty="0">
                <a:latin typeface="Calibri"/>
                <a:cs typeface="Calibri"/>
              </a:rPr>
              <a:t>SLD</a:t>
            </a:r>
            <a:r>
              <a:rPr sz="3200" i="1" dirty="0">
                <a:latin typeface="Calibri"/>
                <a:cs typeface="Calibri"/>
              </a:rPr>
              <a:t>(n)</a:t>
            </a:r>
            <a:r>
              <a:rPr sz="3200" i="1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straight-</a:t>
            </a:r>
            <a:r>
              <a:rPr sz="3200" dirty="0">
                <a:latin typeface="Calibri"/>
                <a:cs typeface="Calibri"/>
              </a:rPr>
              <a:t>line</a:t>
            </a:r>
            <a:r>
              <a:rPr sz="3200" spc="-10" dirty="0">
                <a:latin typeface="Calibri"/>
                <a:cs typeface="Calibri"/>
              </a:rPr>
              <a:t> distance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i="1" spc="-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10" dirty="0">
                <a:latin typeface="Calibri"/>
                <a:cs typeface="Calibri"/>
              </a:rPr>
              <a:t>Bucharest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406400" marR="442595" indent="-342900">
              <a:lnSpc>
                <a:spcPct val="100000"/>
              </a:lnSpc>
              <a:buFont typeface="Arial"/>
              <a:buChar char="•"/>
              <a:tabLst>
                <a:tab pos="406400" algn="l"/>
              </a:tabLst>
            </a:pPr>
            <a:r>
              <a:rPr sz="3200" dirty="0">
                <a:latin typeface="Calibri"/>
                <a:cs typeface="Calibri"/>
              </a:rPr>
              <a:t>Greedy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best-</a:t>
            </a:r>
            <a:r>
              <a:rPr sz="3200" dirty="0">
                <a:latin typeface="Calibri"/>
                <a:cs typeface="Calibri"/>
              </a:rPr>
              <a:t>first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search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expands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that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appears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closest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goal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055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Properties</a:t>
            </a:r>
            <a:r>
              <a:rPr sz="4000" spc="-120" dirty="0"/>
              <a:t> </a:t>
            </a:r>
            <a:r>
              <a:rPr sz="4000" dirty="0"/>
              <a:t>of</a:t>
            </a:r>
            <a:r>
              <a:rPr sz="4000" spc="-100" dirty="0"/>
              <a:t> </a:t>
            </a:r>
            <a:r>
              <a:rPr sz="4000" dirty="0"/>
              <a:t>greedy</a:t>
            </a:r>
            <a:r>
              <a:rPr sz="4000" spc="-95" dirty="0"/>
              <a:t> </a:t>
            </a:r>
            <a:r>
              <a:rPr sz="4000" spc="-15" dirty="0"/>
              <a:t>best-</a:t>
            </a:r>
            <a:r>
              <a:rPr sz="4000" dirty="0"/>
              <a:t>first</a:t>
            </a:r>
            <a:r>
              <a:rPr sz="4000" spc="-114" dirty="0"/>
              <a:t> </a:t>
            </a:r>
            <a:r>
              <a:rPr sz="4000" spc="-10" dirty="0"/>
              <a:t>search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2440" y="1518447"/>
            <a:ext cx="8188325" cy="420560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418465" indent="-342265">
              <a:lnSpc>
                <a:spcPct val="100000"/>
              </a:lnSpc>
              <a:spcBef>
                <a:spcPts val="825"/>
              </a:spcBef>
              <a:buFont typeface="Arial"/>
              <a:buChar char="•"/>
              <a:tabLst>
                <a:tab pos="418465" algn="l"/>
              </a:tabLst>
            </a:pPr>
            <a:r>
              <a:rPr sz="2800" u="sng" spc="-1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Calibri"/>
                <a:cs typeface="Calibri"/>
              </a:rPr>
              <a:t>Complete?</a:t>
            </a:r>
            <a:endParaRPr sz="2800">
              <a:latin typeface="Calibri"/>
              <a:cs typeface="Calibri"/>
            </a:endParaRPr>
          </a:p>
          <a:p>
            <a:pPr marL="817880" lvl="1" indent="-284480">
              <a:lnSpc>
                <a:spcPct val="100000"/>
              </a:lnSpc>
              <a:spcBef>
                <a:spcPts val="625"/>
              </a:spcBef>
              <a:buFont typeface="Arial"/>
              <a:buChar char="–"/>
              <a:tabLst>
                <a:tab pos="817880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stuck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Iasi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Neamt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Iasi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Wingdings"/>
                <a:cs typeface="Wingdings"/>
              </a:rPr>
              <a:t></a:t>
            </a:r>
            <a:endParaRPr sz="2400">
              <a:latin typeface="Wingdings"/>
              <a:cs typeface="Wingdings"/>
            </a:endParaRPr>
          </a:p>
          <a:p>
            <a:pPr marL="81915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Neamt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0" dirty="0">
                <a:latin typeface="Wingdings"/>
                <a:cs typeface="Wingdings"/>
              </a:rPr>
              <a:t></a:t>
            </a:r>
            <a:endParaRPr sz="2400">
              <a:latin typeface="Wingdings"/>
              <a:cs typeface="Wingdings"/>
            </a:endParaRPr>
          </a:p>
          <a:p>
            <a:pPr marL="418465" indent="-34226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418465" algn="l"/>
              </a:tabLst>
            </a:pPr>
            <a:r>
              <a:rPr sz="2800" u="sng" spc="-1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Calibri"/>
                <a:cs typeface="Calibri"/>
              </a:rPr>
              <a:t>Time?</a:t>
            </a:r>
            <a:endParaRPr sz="2800">
              <a:latin typeface="Calibri"/>
              <a:cs typeface="Calibri"/>
            </a:endParaRPr>
          </a:p>
          <a:p>
            <a:pPr marL="817880" lvl="1" indent="-28448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817880" algn="l"/>
              </a:tabLst>
            </a:pPr>
            <a:r>
              <a:rPr sz="2400" i="1" dirty="0">
                <a:latin typeface="Calibri"/>
                <a:cs typeface="Calibri"/>
              </a:rPr>
              <a:t>O(b</a:t>
            </a:r>
            <a:r>
              <a:rPr sz="2400" i="1" baseline="24305" dirty="0">
                <a:latin typeface="Calibri"/>
                <a:cs typeface="Calibri"/>
              </a:rPr>
              <a:t>m</a:t>
            </a:r>
            <a:r>
              <a:rPr sz="2400" i="1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heuristic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dramatic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improvement</a:t>
            </a:r>
            <a:endParaRPr sz="2400">
              <a:latin typeface="Calibri"/>
              <a:cs typeface="Calibri"/>
            </a:endParaRPr>
          </a:p>
          <a:p>
            <a:pPr marL="418465" indent="-34226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418465" algn="l"/>
              </a:tabLst>
            </a:pPr>
            <a:r>
              <a:rPr sz="2800" u="sng" spc="-1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Calibri"/>
                <a:cs typeface="Calibri"/>
              </a:rPr>
              <a:t>Space?</a:t>
            </a:r>
            <a:endParaRPr sz="2800">
              <a:latin typeface="Calibri"/>
              <a:cs typeface="Calibri"/>
            </a:endParaRPr>
          </a:p>
          <a:p>
            <a:pPr marL="817880" lvl="1" indent="-28448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817880" algn="l"/>
              </a:tabLst>
            </a:pPr>
            <a:r>
              <a:rPr sz="2400" i="1" dirty="0">
                <a:latin typeface="Calibri"/>
                <a:cs typeface="Calibri"/>
              </a:rPr>
              <a:t>O(b</a:t>
            </a:r>
            <a:r>
              <a:rPr sz="2400" i="1" baseline="24305" dirty="0">
                <a:latin typeface="Calibri"/>
                <a:cs typeface="Calibri"/>
              </a:rPr>
              <a:t>m</a:t>
            </a:r>
            <a:r>
              <a:rPr sz="2400" i="1" dirty="0">
                <a:latin typeface="Calibri"/>
                <a:cs typeface="Calibri"/>
              </a:rPr>
              <a:t>)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keeps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418465" indent="-3422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418465" algn="l"/>
              </a:tabLst>
            </a:pPr>
            <a:r>
              <a:rPr sz="2800" u="sng" spc="-1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Calibri"/>
                <a:cs typeface="Calibri"/>
              </a:rPr>
              <a:t>Optimal?</a:t>
            </a:r>
            <a:endParaRPr sz="2800">
              <a:latin typeface="Calibri"/>
              <a:cs typeface="Calibri"/>
            </a:endParaRPr>
          </a:p>
          <a:p>
            <a:pPr marL="817880" lvl="1" indent="-284480">
              <a:lnSpc>
                <a:spcPct val="100000"/>
              </a:lnSpc>
              <a:spcBef>
                <a:spcPts val="600"/>
              </a:spcBef>
              <a:buFont typeface="Arial"/>
              <a:buChar char="–"/>
              <a:tabLst>
                <a:tab pos="817880" algn="l"/>
              </a:tabLst>
            </a:pPr>
            <a:r>
              <a:rPr sz="2400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735" y="462533"/>
            <a:ext cx="21939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73735" algn="l"/>
              </a:tabLst>
            </a:pPr>
            <a:r>
              <a:rPr spc="-25" dirty="0"/>
              <a:t>A</a:t>
            </a:r>
            <a:r>
              <a:rPr sz="4350" spc="-37" baseline="24904" dirty="0"/>
              <a:t>*</a:t>
            </a:r>
            <a:r>
              <a:rPr sz="4350" baseline="24904" dirty="0"/>
              <a:t>	</a:t>
            </a:r>
            <a:r>
              <a:rPr sz="4400" spc="-10" dirty="0"/>
              <a:t>search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5597" y="1519022"/>
            <a:ext cx="8832850" cy="3497579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Idea: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avoid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expanding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paths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already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expensive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20" dirty="0">
                <a:latin typeface="Calibri"/>
                <a:cs typeface="Calibri"/>
              </a:rPr>
              <a:t>Evaluation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f(n)</a:t>
            </a:r>
            <a:r>
              <a:rPr sz="3200" i="1" spc="-4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=</a:t>
            </a:r>
            <a:r>
              <a:rPr sz="3200" i="1" spc="-7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g(n)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+</a:t>
            </a:r>
            <a:r>
              <a:rPr sz="3200" i="1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h(n)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3200" i="1" dirty="0">
                <a:latin typeface="Calibri"/>
                <a:cs typeface="Calibri"/>
              </a:rPr>
              <a:t>g(n)</a:t>
            </a:r>
            <a:r>
              <a:rPr sz="3200" i="1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cost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far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reach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50" dirty="0">
                <a:latin typeface="Calibri"/>
                <a:cs typeface="Calibri"/>
              </a:rPr>
              <a:t>n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i="1" dirty="0">
                <a:latin typeface="Calibri"/>
                <a:cs typeface="Calibri"/>
              </a:rPr>
              <a:t>h(n)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estimated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cost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i="1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goal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i="1" dirty="0">
                <a:latin typeface="Calibri"/>
                <a:cs typeface="Calibri"/>
              </a:rPr>
              <a:t>f(n)</a:t>
            </a:r>
            <a:r>
              <a:rPr sz="3200" i="1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estimated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total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cost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path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through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i="1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goal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431685" y="1268925"/>
            <a:ext cx="8587740" cy="5039360"/>
            <a:chOff x="431685" y="1268925"/>
            <a:chExt cx="8587740" cy="50393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8250" y="1268925"/>
              <a:ext cx="3810654" cy="15936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685" y="2692844"/>
              <a:ext cx="5941555" cy="361533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499087" y="2837167"/>
            <a:ext cx="30429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Fig:</a:t>
            </a:r>
            <a:r>
              <a:rPr sz="1000" spc="-20" dirty="0">
                <a:latin typeface="Times New Roman"/>
                <a:cs typeface="Times New Roman"/>
              </a:rPr>
              <a:t> Values</a:t>
            </a:r>
            <a:r>
              <a:rPr sz="1000" dirty="0">
                <a:latin typeface="Times New Roman"/>
                <a:cs typeface="Times New Roman"/>
              </a:rPr>
              <a:t> of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hSLD </a:t>
            </a:r>
            <a:r>
              <a:rPr sz="1000" spc="-10" dirty="0">
                <a:latin typeface="Times New Roman"/>
                <a:cs typeface="Times New Roman"/>
              </a:rPr>
              <a:t>—straight-</a:t>
            </a:r>
            <a:r>
              <a:rPr sz="1000" dirty="0">
                <a:latin typeface="Times New Roman"/>
                <a:cs typeface="Times New Roman"/>
              </a:rPr>
              <a:t>line distances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 </a:t>
            </a:r>
            <a:r>
              <a:rPr sz="1000" spc="-10" dirty="0">
                <a:latin typeface="Times New Roman"/>
                <a:cs typeface="Times New Roman"/>
              </a:rPr>
              <a:t>Bucharest.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2480" y="6445208"/>
            <a:ext cx="19494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25" dirty="0">
                <a:solidFill>
                  <a:srgbClr val="888888"/>
                </a:solidFill>
                <a:latin typeface="Arial"/>
                <a:cs typeface="Arial"/>
              </a:rPr>
              <a:t>16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1A61387-14E9-5C23-7777-B48FFE42BF31}"/>
              </a:ext>
            </a:extLst>
          </p:cNvPr>
          <p:cNvSpPr txBox="1"/>
          <p:nvPr/>
        </p:nvSpPr>
        <p:spPr>
          <a:xfrm>
            <a:off x="1066800" y="462533"/>
            <a:ext cx="14027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0033CC"/>
                </a:solidFill>
                <a:latin typeface="Calibri"/>
                <a:cs typeface="Calibri"/>
              </a:rPr>
              <a:t>A*</a:t>
            </a:r>
            <a:r>
              <a:rPr sz="440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4400" spc="-25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73C7A1A-6D82-CA09-E4A7-E6864CE6C722}"/>
              </a:ext>
            </a:extLst>
          </p:cNvPr>
          <p:cNvSpPr txBox="1">
            <a:spLocks/>
          </p:cNvSpPr>
          <p:nvPr/>
        </p:nvSpPr>
        <p:spPr>
          <a:xfrm>
            <a:off x="2590800" y="462533"/>
            <a:ext cx="5483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400" b="0" i="0">
                <a:solidFill>
                  <a:schemeClr val="hlink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GB" spc="-10">
                <a:solidFill>
                  <a:srgbClr val="0033CC"/>
                </a:solidFill>
              </a:rPr>
              <a:t>Romanian</a:t>
            </a:r>
            <a:r>
              <a:rPr lang="en-GB" spc="-200">
                <a:solidFill>
                  <a:srgbClr val="0033CC"/>
                </a:solidFill>
              </a:rPr>
              <a:t> </a:t>
            </a:r>
            <a:r>
              <a:rPr lang="en-GB">
                <a:solidFill>
                  <a:srgbClr val="0033CC"/>
                </a:solidFill>
              </a:rPr>
              <a:t>Shortest</a:t>
            </a:r>
            <a:r>
              <a:rPr lang="en-GB" spc="-204">
                <a:solidFill>
                  <a:srgbClr val="0033CC"/>
                </a:solidFill>
              </a:rPr>
              <a:t> </a:t>
            </a:r>
            <a:r>
              <a:rPr lang="en-GB" spc="-20">
                <a:solidFill>
                  <a:srgbClr val="0033CC"/>
                </a:solidFill>
              </a:rPr>
              <a:t>Path</a:t>
            </a:r>
            <a:endParaRPr lang="en-GB" spc="-2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462533"/>
            <a:ext cx="14027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0033CC"/>
                </a:solidFill>
                <a:latin typeface="Calibri"/>
                <a:cs typeface="Calibri"/>
              </a:rPr>
              <a:t>A*</a:t>
            </a:r>
            <a:r>
              <a:rPr sz="440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4400" spc="-25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0800" y="462533"/>
            <a:ext cx="54832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0033CC"/>
                </a:solidFill>
              </a:rPr>
              <a:t>Romanian</a:t>
            </a:r>
            <a:r>
              <a:rPr spc="-200" dirty="0">
                <a:solidFill>
                  <a:srgbClr val="0033CC"/>
                </a:solidFill>
              </a:rPr>
              <a:t> </a:t>
            </a:r>
            <a:r>
              <a:rPr dirty="0">
                <a:solidFill>
                  <a:srgbClr val="0033CC"/>
                </a:solidFill>
              </a:rPr>
              <a:t>Shortest</a:t>
            </a:r>
            <a:r>
              <a:rPr spc="-204" dirty="0">
                <a:solidFill>
                  <a:srgbClr val="0033CC"/>
                </a:solidFill>
              </a:rPr>
              <a:t> </a:t>
            </a:r>
            <a:r>
              <a:rPr spc="-20" dirty="0">
                <a:solidFill>
                  <a:srgbClr val="0033CC"/>
                </a:solidFill>
              </a:rPr>
              <a:t>Path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2777" y="1679566"/>
            <a:ext cx="1238250" cy="4954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12480" y="6445208"/>
            <a:ext cx="19494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25" dirty="0">
                <a:solidFill>
                  <a:srgbClr val="888888"/>
                </a:solidFill>
                <a:latin typeface="Arial"/>
                <a:cs typeface="Arial"/>
              </a:rPr>
              <a:t>16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4446" y="1641385"/>
            <a:ext cx="6953338" cy="12956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465" y="1644918"/>
            <a:ext cx="8866020" cy="19252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767" y="1603537"/>
            <a:ext cx="8799427" cy="26577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57" y="1628863"/>
            <a:ext cx="8940996" cy="27024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25" dirty="0"/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166" y="1617923"/>
            <a:ext cx="8900687" cy="3409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892" rIns="0" bIns="0" rtlCol="0">
            <a:spAutoFit/>
          </a:bodyPr>
          <a:lstStyle/>
          <a:p>
            <a:pPr marL="1476375">
              <a:lnSpc>
                <a:spcPct val="100000"/>
              </a:lnSpc>
              <a:spcBef>
                <a:spcPts val="95"/>
              </a:spcBef>
            </a:pPr>
            <a:r>
              <a:rPr dirty="0"/>
              <a:t>Admissible</a:t>
            </a:r>
            <a:r>
              <a:rPr spc="-175" dirty="0"/>
              <a:t> </a:t>
            </a:r>
            <a:r>
              <a:rPr spc="-10" dirty="0"/>
              <a:t>heuristics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" y="1540510"/>
            <a:ext cx="9215120" cy="38906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265" marR="60325" indent="-342265" algn="ctr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42265" algn="l"/>
                <a:tab pos="750443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heuristic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h(n)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admissible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n</a:t>
            </a:r>
            <a:r>
              <a:rPr sz="2400" spc="-25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i="1" dirty="0">
                <a:latin typeface="Calibri"/>
                <a:cs typeface="Calibri"/>
              </a:rPr>
              <a:t>h(n)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≤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h</a:t>
            </a:r>
            <a:r>
              <a:rPr sz="2400" i="1" spc="-15" baseline="24305" dirty="0">
                <a:latin typeface="Calibri"/>
                <a:cs typeface="Calibri"/>
              </a:rPr>
              <a:t>*</a:t>
            </a:r>
            <a:r>
              <a:rPr sz="2400" i="1" spc="-10" dirty="0">
                <a:latin typeface="Calibri"/>
                <a:cs typeface="Calibri"/>
              </a:rPr>
              <a:t>(n),</a:t>
            </a:r>
            <a:endParaRPr sz="2400">
              <a:latin typeface="Calibri"/>
              <a:cs typeface="Calibri"/>
            </a:endParaRPr>
          </a:p>
          <a:p>
            <a:pPr marR="48260"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h</a:t>
            </a:r>
            <a:r>
              <a:rPr sz="2400" i="1" baseline="24305" dirty="0">
                <a:latin typeface="Calibri"/>
                <a:cs typeface="Calibri"/>
              </a:rPr>
              <a:t>*</a:t>
            </a:r>
            <a:r>
              <a:rPr sz="2400" i="1" dirty="0">
                <a:latin typeface="Calibri"/>
                <a:cs typeface="Calibri"/>
              </a:rPr>
              <a:t>(n)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true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n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400">
              <a:latin typeface="Calibri"/>
              <a:cs typeface="Calibri"/>
            </a:endParaRPr>
          </a:p>
          <a:p>
            <a:pPr marL="431800" marR="5588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318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admissible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heuristic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never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overestimates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goal, </a:t>
            </a:r>
            <a:r>
              <a:rPr sz="2400" dirty="0">
                <a:latin typeface="Calibri"/>
                <a:cs typeface="Calibri"/>
              </a:rPr>
              <a:t>i.e.,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optimistic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431165" indent="-342265">
              <a:lnSpc>
                <a:spcPct val="100000"/>
              </a:lnSpc>
              <a:buFont typeface="Arial"/>
              <a:buChar char="•"/>
              <a:tabLst>
                <a:tab pos="431165" algn="l"/>
              </a:tabLst>
            </a:pPr>
            <a:r>
              <a:rPr sz="2400" dirty="0">
                <a:latin typeface="Calibri"/>
                <a:cs typeface="Calibri"/>
              </a:rPr>
              <a:t>Example: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h</a:t>
            </a:r>
            <a:r>
              <a:rPr sz="2400" i="1" baseline="-20833" dirty="0">
                <a:latin typeface="Calibri"/>
                <a:cs typeface="Calibri"/>
              </a:rPr>
              <a:t>SLD</a:t>
            </a:r>
            <a:r>
              <a:rPr sz="2400" i="1" dirty="0">
                <a:latin typeface="Calibri"/>
                <a:cs typeface="Calibri"/>
              </a:rPr>
              <a:t>(n)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(never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overestimates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road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distance)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4311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31165" algn="l"/>
              </a:tabLst>
            </a:pPr>
            <a:r>
              <a:rPr sz="2400" dirty="0">
                <a:solidFill>
                  <a:srgbClr val="C0504D"/>
                </a:solidFill>
                <a:latin typeface="Calibri"/>
                <a:cs typeface="Calibri"/>
              </a:rPr>
              <a:t>Theorem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h(n)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admissible,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baseline="24305" dirty="0">
                <a:latin typeface="Calibri"/>
                <a:cs typeface="Calibri"/>
              </a:rPr>
              <a:t>*</a:t>
            </a:r>
            <a:r>
              <a:rPr sz="2400" spc="217" baseline="24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TREE-SEARCH</a:t>
            </a:r>
            <a:r>
              <a:rPr sz="2400" spc="-93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optimal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8610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0000FF"/>
                </a:solidFill>
                <a:latin typeface="Calibri"/>
                <a:cs typeface="Calibri"/>
              </a:rPr>
              <a:t>Admissible</a:t>
            </a:r>
            <a:r>
              <a:rPr sz="4400" spc="-1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0000FF"/>
                </a:solidFill>
                <a:latin typeface="Calibri"/>
                <a:cs typeface="Calibri"/>
              </a:rPr>
              <a:t>heuristics</a:t>
            </a:r>
            <a:r>
              <a:rPr lang="en-US" sz="4400" spc="-10" dirty="0">
                <a:solidFill>
                  <a:srgbClr val="0000FF"/>
                </a:solidFill>
                <a:latin typeface="Calibri"/>
                <a:cs typeface="Calibri"/>
              </a:rPr>
              <a:t> – Tree Search</a:t>
            </a:r>
            <a:endParaRPr sz="44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CE9F59-363B-27C2-7BEB-ECE5585B5D2E}"/>
              </a:ext>
            </a:extLst>
          </p:cNvPr>
          <p:cNvGrpSpPr/>
          <p:nvPr/>
        </p:nvGrpSpPr>
        <p:grpSpPr>
          <a:xfrm>
            <a:off x="6191041" y="689291"/>
            <a:ext cx="2832849" cy="1887397"/>
            <a:chOff x="5836107" y="1272171"/>
            <a:chExt cx="2832849" cy="18873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14:cNvPr>
              <p14:cNvContentPartPr/>
              <p14:nvPr/>
            </p14:nvContentPartPr>
            <p14:xfrm>
              <a:off x="1447800" y="1011163"/>
              <a:ext cx="504720" cy="429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8800" y="1002163"/>
                <a:ext cx="5223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14:cNvPr>
              <p14:cNvContentPartPr/>
              <p14:nvPr/>
            </p14:nvContentPartPr>
            <p14:xfrm>
              <a:off x="1548600" y="1128163"/>
              <a:ext cx="198000" cy="191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39600" y="1119163"/>
                <a:ext cx="21564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F854821-5EE8-41DE-CE5E-59C1DCD7998C}"/>
              </a:ext>
            </a:extLst>
          </p:cNvPr>
          <p:cNvGrpSpPr/>
          <p:nvPr/>
        </p:nvGrpSpPr>
        <p:grpSpPr>
          <a:xfrm>
            <a:off x="4123982" y="745609"/>
            <a:ext cx="1028160" cy="559080"/>
            <a:chOff x="4123982" y="745609"/>
            <a:chExt cx="102816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14:cNvPr>
                <p14:cNvContentPartPr/>
                <p14:nvPr/>
              </p14:nvContentPartPr>
              <p14:xfrm>
                <a:off x="4158902" y="823369"/>
                <a:ext cx="34560" cy="27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49902" y="814369"/>
                  <a:ext cx="52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14:cNvPr>
                <p14:cNvContentPartPr/>
                <p14:nvPr/>
              </p14:nvContentPartPr>
              <p14:xfrm>
                <a:off x="4123982" y="745609"/>
                <a:ext cx="154080" cy="6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14982" y="736969"/>
                  <a:ext cx="171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14:cNvPr>
                <p14:cNvContentPartPr/>
                <p14:nvPr/>
              </p14:nvContentPartPr>
              <p14:xfrm>
                <a:off x="4127222" y="918409"/>
                <a:ext cx="109080" cy="1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18222" y="909409"/>
                  <a:ext cx="126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14:cNvPr>
                <p14:cNvContentPartPr/>
                <p14:nvPr/>
              </p14:nvContentPartPr>
              <p14:xfrm>
                <a:off x="4251062" y="978529"/>
                <a:ext cx="119520" cy="141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42062" y="969529"/>
                  <a:ext cx="137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14:cNvPr>
                <p14:cNvContentPartPr/>
                <p14:nvPr/>
              </p14:nvContentPartPr>
              <p14:xfrm>
                <a:off x="4456262" y="998329"/>
                <a:ext cx="18360" cy="81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47622" y="989689"/>
                  <a:ext cx="36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14:cNvPr>
                <p14:cNvContentPartPr/>
                <p14:nvPr/>
              </p14:nvContentPartPr>
              <p14:xfrm>
                <a:off x="4467062" y="883129"/>
                <a:ext cx="17640" cy="55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58422" y="874129"/>
                  <a:ext cx="35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14:cNvPr>
                <p14:cNvContentPartPr/>
                <p14:nvPr/>
              </p14:nvContentPartPr>
              <p14:xfrm>
                <a:off x="4544462" y="963769"/>
                <a:ext cx="348120" cy="340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35462" y="954769"/>
                  <a:ext cx="3657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14:cNvPr>
                <p14:cNvContentPartPr/>
                <p14:nvPr/>
              </p14:nvContentPartPr>
              <p14:xfrm>
                <a:off x="4975022" y="927409"/>
                <a:ext cx="177120" cy="15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66382" y="918769"/>
                  <a:ext cx="194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14:cNvPr>
                <p14:cNvContentPartPr/>
                <p14:nvPr/>
              </p14:nvContentPartPr>
              <p14:xfrm>
                <a:off x="4128302" y="1176529"/>
                <a:ext cx="641160" cy="35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19662" y="1167529"/>
                  <a:ext cx="658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14:cNvPr>
                <p14:cNvContentPartPr/>
                <p14:nvPr/>
              </p14:nvContentPartPr>
              <p14:xfrm>
                <a:off x="4975382" y="1186249"/>
                <a:ext cx="139680" cy="14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66382" y="1177249"/>
                  <a:ext cx="1573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14:cNvPr>
              <p14:cNvContentPartPr/>
              <p14:nvPr/>
            </p14:nvContentPartPr>
            <p14:xfrm>
              <a:off x="4561742" y="1429249"/>
              <a:ext cx="206280" cy="270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52742" y="1420609"/>
                <a:ext cx="223920" cy="2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2C416B3-39D1-F06C-D1C7-CF8FC93D744B}"/>
              </a:ext>
            </a:extLst>
          </p:cNvPr>
          <p:cNvGrpSpPr/>
          <p:nvPr/>
        </p:nvGrpSpPr>
        <p:grpSpPr>
          <a:xfrm>
            <a:off x="6117662" y="2784289"/>
            <a:ext cx="762840" cy="346680"/>
            <a:chOff x="6117662" y="2784289"/>
            <a:chExt cx="76284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14:cNvPr>
                <p14:cNvContentPartPr/>
                <p14:nvPr/>
              </p14:nvContentPartPr>
              <p14:xfrm>
                <a:off x="6117662" y="2784289"/>
                <a:ext cx="170640" cy="34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08662" y="2775289"/>
                  <a:ext cx="188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14:cNvPr>
                <p14:cNvContentPartPr/>
                <p14:nvPr/>
              </p14:nvContentPartPr>
              <p14:xfrm>
                <a:off x="6142502" y="2954209"/>
                <a:ext cx="137880" cy="64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33502" y="2945209"/>
                  <a:ext cx="155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14:cNvPr>
                <p14:cNvContentPartPr/>
                <p14:nvPr/>
              </p14:nvContentPartPr>
              <p14:xfrm>
                <a:off x="6277862" y="2916409"/>
                <a:ext cx="114840" cy="105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69222" y="2907409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14:cNvPr>
                <p14:cNvContentPartPr/>
                <p14:nvPr/>
              </p14:nvContentPartPr>
              <p14:xfrm>
                <a:off x="6404942" y="2922529"/>
                <a:ext cx="106920" cy="8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95942" y="2913889"/>
                  <a:ext cx="124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14:cNvPr>
                <p14:cNvContentPartPr/>
                <p14:nvPr/>
              </p14:nvContentPartPr>
              <p14:xfrm>
                <a:off x="6550022" y="2864569"/>
                <a:ext cx="65520" cy="16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541382" y="2855569"/>
                  <a:ext cx="83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14:cNvPr>
                <p14:cNvContentPartPr/>
                <p14:nvPr/>
              </p14:nvContentPartPr>
              <p14:xfrm>
                <a:off x="6756662" y="2955649"/>
                <a:ext cx="123840" cy="12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48022" y="2947009"/>
                  <a:ext cx="141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14:cNvPr>
                <p14:cNvContentPartPr/>
                <p14:nvPr/>
              </p14:nvContentPartPr>
              <p14:xfrm>
                <a:off x="6757382" y="2992729"/>
                <a:ext cx="115920" cy="24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48382" y="2983729"/>
                  <a:ext cx="1335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535180-5404-BA4A-CD0A-A1AF6980E46A}"/>
              </a:ext>
            </a:extLst>
          </p:cNvPr>
          <p:cNvGrpSpPr/>
          <p:nvPr/>
        </p:nvGrpSpPr>
        <p:grpSpPr>
          <a:xfrm>
            <a:off x="7069862" y="2778529"/>
            <a:ext cx="1419120" cy="339120"/>
            <a:chOff x="7069862" y="2778529"/>
            <a:chExt cx="141912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14:cNvPr>
                <p14:cNvContentPartPr/>
                <p14:nvPr/>
              </p14:nvContentPartPr>
              <p14:xfrm>
                <a:off x="7069862" y="2867449"/>
                <a:ext cx="128880" cy="250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0862" y="2858449"/>
                  <a:ext cx="14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14:cNvPr>
                <p14:cNvContentPartPr/>
                <p14:nvPr/>
              </p14:nvContentPartPr>
              <p14:xfrm>
                <a:off x="7265342" y="2863849"/>
                <a:ext cx="136440" cy="147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6342" y="2854849"/>
                  <a:ext cx="154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14:cNvPr>
                <p14:cNvContentPartPr/>
                <p14:nvPr/>
              </p14:nvContentPartPr>
              <p14:xfrm>
                <a:off x="7403582" y="2877889"/>
                <a:ext cx="140760" cy="98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94582" y="2868889"/>
                  <a:ext cx="158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14:cNvPr>
                <p14:cNvContentPartPr/>
                <p14:nvPr/>
              </p14:nvContentPartPr>
              <p14:xfrm>
                <a:off x="7564142" y="2823889"/>
                <a:ext cx="64440" cy="200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55502" y="2814889"/>
                  <a:ext cx="82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14:cNvPr>
                <p14:cNvContentPartPr/>
                <p14:nvPr/>
              </p14:nvContentPartPr>
              <p14:xfrm>
                <a:off x="7702742" y="2913529"/>
                <a:ext cx="14256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93742" y="2904889"/>
                  <a:ext cx="160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14:cNvPr>
                <p14:cNvContentPartPr/>
                <p14:nvPr/>
              </p14:nvContentPartPr>
              <p14:xfrm>
                <a:off x="7766822" y="2879329"/>
                <a:ext cx="47880" cy="157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57822" y="2870689"/>
                  <a:ext cx="65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14:cNvPr>
                <p14:cNvContentPartPr/>
                <p14:nvPr/>
              </p14:nvContentPartPr>
              <p14:xfrm>
                <a:off x="7952942" y="2778529"/>
                <a:ext cx="167040" cy="210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43942" y="2769889"/>
                  <a:ext cx="184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14:cNvPr>
                <p14:cNvContentPartPr/>
                <p14:nvPr/>
              </p14:nvContentPartPr>
              <p14:xfrm>
                <a:off x="8117822" y="2847649"/>
                <a:ext cx="130320" cy="157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08822" y="2838649"/>
                  <a:ext cx="147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14:cNvPr>
                <p14:cNvContentPartPr/>
                <p14:nvPr/>
              </p14:nvContentPartPr>
              <p14:xfrm>
                <a:off x="8267582" y="2882569"/>
                <a:ext cx="129960" cy="105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58582" y="2873569"/>
                  <a:ext cx="147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14:cNvPr>
                <p14:cNvContentPartPr/>
                <p14:nvPr/>
              </p14:nvContentPartPr>
              <p14:xfrm>
                <a:off x="8386382" y="2804089"/>
                <a:ext cx="102600" cy="238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77742" y="2795449"/>
                  <a:ext cx="12024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8695296-03C4-26EA-AC49-1F93947FA8E1}"/>
                  </a:ext>
                </a:extLst>
              </p14:cNvPr>
              <p14:cNvContentPartPr/>
              <p14:nvPr/>
            </p14:nvContentPartPr>
            <p14:xfrm>
              <a:off x="6078782" y="3530209"/>
              <a:ext cx="26280" cy="1879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8695296-03C4-26EA-AC49-1F93947FA8E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069782" y="3521569"/>
                <a:ext cx="439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B2A7423-B98E-DC3D-9555-8BFBF3737737}"/>
                  </a:ext>
                </a:extLst>
              </p14:cNvPr>
              <p14:cNvContentPartPr/>
              <p14:nvPr/>
            </p14:nvContentPartPr>
            <p14:xfrm>
              <a:off x="5970782" y="3507529"/>
              <a:ext cx="179640" cy="378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B2A7423-B98E-DC3D-9555-8BFBF373773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961782" y="3498889"/>
                <a:ext cx="1972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C9E7B0A-D8D2-818A-CB46-2929EFBCBDAB}"/>
                  </a:ext>
                </a:extLst>
              </p14:cNvPr>
              <p14:cNvContentPartPr/>
              <p14:nvPr/>
            </p14:nvContentPartPr>
            <p14:xfrm>
              <a:off x="6147182" y="3614449"/>
              <a:ext cx="156960" cy="1040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C9E7B0A-D8D2-818A-CB46-2929EFBCBDA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138542" y="3605809"/>
                <a:ext cx="17460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875BDEF-41FB-5367-4BCD-41F737FDA0F1}"/>
                  </a:ext>
                </a:extLst>
              </p14:cNvPr>
              <p14:cNvContentPartPr/>
              <p14:nvPr/>
            </p14:nvContentPartPr>
            <p14:xfrm>
              <a:off x="6355622" y="3615169"/>
              <a:ext cx="86760" cy="867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875BDEF-41FB-5367-4BCD-41F737FDA0F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346982" y="3606529"/>
                <a:ext cx="1044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EFD06D7-5007-1D5D-C80C-D7E1778C3345}"/>
                  </a:ext>
                </a:extLst>
              </p14:cNvPr>
              <p14:cNvContentPartPr/>
              <p14:nvPr/>
            </p14:nvContentPartPr>
            <p14:xfrm>
              <a:off x="6687542" y="3610129"/>
              <a:ext cx="28080" cy="2199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EFD06D7-5007-1D5D-C80C-D7E1778C334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678902" y="3601129"/>
                <a:ext cx="457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C3A3555-0729-54F0-E61C-3AB00F53C94F}"/>
                  </a:ext>
                </a:extLst>
              </p14:cNvPr>
              <p14:cNvContentPartPr/>
              <p14:nvPr/>
            </p14:nvContentPartPr>
            <p14:xfrm>
              <a:off x="6688622" y="3558649"/>
              <a:ext cx="117360" cy="982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C3A3555-0729-54F0-E61C-3AB00F53C94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679622" y="3550009"/>
                <a:ext cx="1350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EBE59F8-0471-9CE8-F959-DC9CF1D35902}"/>
                  </a:ext>
                </a:extLst>
              </p14:cNvPr>
              <p14:cNvContentPartPr/>
              <p14:nvPr/>
            </p14:nvContentPartPr>
            <p14:xfrm>
              <a:off x="6860342" y="3586729"/>
              <a:ext cx="190080" cy="1126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EBE59F8-0471-9CE8-F959-DC9CF1D3590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851342" y="3578089"/>
                <a:ext cx="2077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F94FDC3-1179-1E33-0FC7-AD945AB8B2AE}"/>
                  </a:ext>
                </a:extLst>
              </p14:cNvPr>
              <p14:cNvContentPartPr/>
              <p14:nvPr/>
            </p14:nvContentPartPr>
            <p14:xfrm>
              <a:off x="7065902" y="3531289"/>
              <a:ext cx="28080" cy="1512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F94FDC3-1179-1E33-0FC7-AD945AB8B2A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057262" y="3522289"/>
                <a:ext cx="457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65DF27E-00BD-47D2-4AF5-DF9B9EAC560E}"/>
                  </a:ext>
                </a:extLst>
              </p14:cNvPr>
              <p14:cNvContentPartPr/>
              <p14:nvPr/>
            </p14:nvContentPartPr>
            <p14:xfrm>
              <a:off x="7130342" y="3531289"/>
              <a:ext cx="91800" cy="1648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65DF27E-00BD-47D2-4AF5-DF9B9EAC560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121702" y="3522649"/>
                <a:ext cx="1094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5160065-2244-5F9A-8D17-51226704EE87}"/>
                  </a:ext>
                </a:extLst>
              </p14:cNvPr>
              <p14:cNvContentPartPr/>
              <p14:nvPr/>
            </p14:nvContentPartPr>
            <p14:xfrm>
              <a:off x="7013342" y="3550729"/>
              <a:ext cx="108000" cy="183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5160065-2244-5F9A-8D17-51226704EE8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004702" y="3541729"/>
                <a:ext cx="125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A24FFA6-3687-BD0D-E7E1-5B57B4B0A350}"/>
                  </a:ext>
                </a:extLst>
              </p14:cNvPr>
              <p14:cNvContentPartPr/>
              <p14:nvPr/>
            </p14:nvContentPartPr>
            <p14:xfrm>
              <a:off x="7280102" y="3583129"/>
              <a:ext cx="64080" cy="1004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A24FFA6-3687-BD0D-E7E1-5B57B4B0A35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271462" y="3574129"/>
                <a:ext cx="817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3687C9F-851F-DAEC-D6AF-BA83550032F8}"/>
                  </a:ext>
                </a:extLst>
              </p14:cNvPr>
              <p14:cNvContentPartPr/>
              <p14:nvPr/>
            </p14:nvContentPartPr>
            <p14:xfrm>
              <a:off x="7652342" y="3480529"/>
              <a:ext cx="63360" cy="2095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3687C9F-851F-DAEC-D6AF-BA83550032F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643342" y="3471889"/>
                <a:ext cx="81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48BAAF1-1195-2AFE-B697-3E3945C4D223}"/>
                  </a:ext>
                </a:extLst>
              </p14:cNvPr>
              <p14:cNvContentPartPr/>
              <p14:nvPr/>
            </p14:nvContentPartPr>
            <p14:xfrm>
              <a:off x="7630742" y="3560089"/>
              <a:ext cx="209880" cy="1278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48BAAF1-1195-2AFE-B697-3E3945C4D22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622102" y="3551089"/>
                <a:ext cx="2275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92209DB-F974-D97A-10BD-0F81083D05DC}"/>
                  </a:ext>
                </a:extLst>
              </p14:cNvPr>
              <p14:cNvContentPartPr/>
              <p14:nvPr/>
            </p14:nvContentPartPr>
            <p14:xfrm>
              <a:off x="8044382" y="3566209"/>
              <a:ext cx="151560" cy="3528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92209DB-F974-D97A-10BD-0F81083D05D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035742" y="3557569"/>
                <a:ext cx="1692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5EF0440-4CA2-CF38-A762-5E24807B83E7}"/>
                  </a:ext>
                </a:extLst>
              </p14:cNvPr>
              <p14:cNvContentPartPr/>
              <p14:nvPr/>
            </p14:nvContentPartPr>
            <p14:xfrm>
              <a:off x="8233742" y="3558649"/>
              <a:ext cx="72000" cy="1076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5EF0440-4CA2-CF38-A762-5E24807B83E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225102" y="3549649"/>
                <a:ext cx="89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A71E28D-3A13-7910-145A-BBB202B5A7D2}"/>
                  </a:ext>
                </a:extLst>
              </p14:cNvPr>
              <p14:cNvContentPartPr/>
              <p14:nvPr/>
            </p14:nvContentPartPr>
            <p14:xfrm>
              <a:off x="8355422" y="3400249"/>
              <a:ext cx="238680" cy="2919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A71E28D-3A13-7910-145A-BBB202B5A7D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346782" y="3391249"/>
                <a:ext cx="256320" cy="30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69C2A535-29E8-BE91-9937-715D54009BA2}"/>
              </a:ext>
            </a:extLst>
          </p:cNvPr>
          <p:cNvGrpSpPr/>
          <p:nvPr/>
        </p:nvGrpSpPr>
        <p:grpSpPr>
          <a:xfrm>
            <a:off x="8612822" y="3608329"/>
            <a:ext cx="49680" cy="127440"/>
            <a:chOff x="8612822" y="3608329"/>
            <a:chExt cx="4968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515B03-0978-5D31-1495-896310349C35}"/>
                    </a:ext>
                  </a:extLst>
                </p14:cNvPr>
                <p14:cNvContentPartPr/>
                <p14:nvPr/>
              </p14:nvContentPartPr>
              <p14:xfrm>
                <a:off x="8612822" y="3608329"/>
                <a:ext cx="38520" cy="44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515B03-0978-5D31-1495-896310349C3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03822" y="3599329"/>
                  <a:ext cx="56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DB3131B-9596-F489-14D8-B31770715E53}"/>
                    </a:ext>
                  </a:extLst>
                </p14:cNvPr>
                <p14:cNvContentPartPr/>
                <p14:nvPr/>
              </p14:nvContentPartPr>
              <p14:xfrm>
                <a:off x="8618582" y="3695089"/>
                <a:ext cx="43920" cy="40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DB3131B-9596-F489-14D8-B31770715E5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09582" y="3686449"/>
                  <a:ext cx="6156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F1131B4-9863-1F13-B47C-626E16FD7BF1}"/>
                  </a:ext>
                </a:extLst>
              </p14:cNvPr>
              <p14:cNvContentPartPr/>
              <p14:nvPr/>
            </p14:nvContentPartPr>
            <p14:xfrm>
              <a:off x="6026582" y="4047529"/>
              <a:ext cx="165240" cy="1677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F1131B4-9863-1F13-B47C-626E16FD7BF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017942" y="4038529"/>
                <a:ext cx="18288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46310D7C-088D-8CAD-1ED5-7452B8B950C2}"/>
              </a:ext>
            </a:extLst>
          </p:cNvPr>
          <p:cNvGrpSpPr/>
          <p:nvPr/>
        </p:nvGrpSpPr>
        <p:grpSpPr>
          <a:xfrm>
            <a:off x="6373622" y="3982729"/>
            <a:ext cx="1094040" cy="196920"/>
            <a:chOff x="6373622" y="3982729"/>
            <a:chExt cx="109404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2441199-DD15-571D-4473-60D470D308A8}"/>
                    </a:ext>
                  </a:extLst>
                </p14:cNvPr>
                <p14:cNvContentPartPr/>
                <p14:nvPr/>
              </p14:nvContentPartPr>
              <p14:xfrm>
                <a:off x="6373622" y="3989209"/>
                <a:ext cx="130320" cy="190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2441199-DD15-571D-4473-60D470D308A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364982" y="3980569"/>
                  <a:ext cx="147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3B2C00-02F6-9368-6D21-C88A9742DC7D}"/>
                    </a:ext>
                  </a:extLst>
                </p14:cNvPr>
                <p14:cNvContentPartPr/>
                <p14:nvPr/>
              </p14:nvContentPartPr>
              <p14:xfrm>
                <a:off x="6606542" y="4105129"/>
                <a:ext cx="213840" cy="18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3B2C00-02F6-9368-6D21-C88A9742DC7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597902" y="4096129"/>
                  <a:ext cx="23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F1FC731-ABE1-75CA-4371-D71251AE5ECD}"/>
                    </a:ext>
                  </a:extLst>
                </p14:cNvPr>
                <p14:cNvContentPartPr/>
                <p14:nvPr/>
              </p14:nvContentPartPr>
              <p14:xfrm>
                <a:off x="7008662" y="3982729"/>
                <a:ext cx="150120" cy="175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F1FC731-ABE1-75CA-4371-D71251AE5EC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999662" y="3973729"/>
                  <a:ext cx="167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BA839B0-7FA6-0DDC-CCBE-F0A3881A2B28}"/>
                    </a:ext>
                  </a:extLst>
                </p14:cNvPr>
                <p14:cNvContentPartPr/>
                <p14:nvPr/>
              </p14:nvContentPartPr>
              <p14:xfrm>
                <a:off x="7035662" y="4074529"/>
                <a:ext cx="127080" cy="29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BA839B0-7FA6-0DDC-CCBE-F0A3881A2B2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027022" y="4065529"/>
                  <a:ext cx="144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82DE09C-EFA0-EF36-F4BB-0E2EA347EB98}"/>
                    </a:ext>
                  </a:extLst>
                </p14:cNvPr>
                <p14:cNvContentPartPr/>
                <p14:nvPr/>
              </p14:nvContentPartPr>
              <p14:xfrm>
                <a:off x="7260662" y="4100809"/>
                <a:ext cx="207000" cy="16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82DE09C-EFA0-EF36-F4BB-0E2EA347EB9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252022" y="4092169"/>
                  <a:ext cx="22464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63AC84B-C8C6-97A0-B866-D57F79FDA33C}"/>
                  </a:ext>
                </a:extLst>
              </p14:cNvPr>
              <p14:cNvContentPartPr/>
              <p14:nvPr/>
            </p14:nvContentPartPr>
            <p14:xfrm>
              <a:off x="7629662" y="3953929"/>
              <a:ext cx="218880" cy="3002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63AC84B-C8C6-97A0-B866-D57F79FDA33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621022" y="3945289"/>
                <a:ext cx="23652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1675FFF1-575A-348B-D1D7-CC5DB8E6BF85}"/>
              </a:ext>
            </a:extLst>
          </p:cNvPr>
          <p:cNvGrpSpPr/>
          <p:nvPr/>
        </p:nvGrpSpPr>
        <p:grpSpPr>
          <a:xfrm>
            <a:off x="6321062" y="4262449"/>
            <a:ext cx="791280" cy="193680"/>
            <a:chOff x="6321062" y="4262449"/>
            <a:chExt cx="7912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C7473C7-FB6E-1CB1-1B4A-1068F5A8B22B}"/>
                    </a:ext>
                  </a:extLst>
                </p14:cNvPr>
                <p14:cNvContentPartPr/>
                <p14:nvPr/>
              </p14:nvContentPartPr>
              <p14:xfrm>
                <a:off x="6321062" y="4340209"/>
                <a:ext cx="197280" cy="96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C7473C7-FB6E-1CB1-1B4A-1068F5A8B22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12422" y="4331209"/>
                  <a:ext cx="214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9BF0941-30C0-8C09-FC40-DDDCB70D7D4C}"/>
                    </a:ext>
                  </a:extLst>
                </p14:cNvPr>
                <p14:cNvContentPartPr/>
                <p14:nvPr/>
              </p14:nvContentPartPr>
              <p14:xfrm>
                <a:off x="6612662" y="4262449"/>
                <a:ext cx="198720" cy="175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9BF0941-30C0-8C09-FC40-DDDCB70D7D4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604022" y="4253449"/>
                  <a:ext cx="216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85B331-E0B8-2DED-DFCA-85BAB06C97A0}"/>
                    </a:ext>
                  </a:extLst>
                </p14:cNvPr>
                <p14:cNvContentPartPr/>
                <p14:nvPr/>
              </p14:nvContentPartPr>
              <p14:xfrm>
                <a:off x="6852782" y="4330489"/>
                <a:ext cx="90720" cy="125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85B331-E0B8-2DED-DFCA-85BAB06C97A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844142" y="4321849"/>
                  <a:ext cx="108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0316282-F6C8-E216-08F2-4B01C96D69A6}"/>
                    </a:ext>
                  </a:extLst>
                </p14:cNvPr>
                <p14:cNvContentPartPr/>
                <p14:nvPr/>
              </p14:nvContentPartPr>
              <p14:xfrm>
                <a:off x="7031702" y="4270009"/>
                <a:ext cx="29520" cy="176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0316282-F6C8-E216-08F2-4B01C96D69A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022702" y="4261369"/>
                  <a:ext cx="47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82C9458-3B23-9007-AD4F-6102F61A065B}"/>
                    </a:ext>
                  </a:extLst>
                </p14:cNvPr>
                <p14:cNvContentPartPr/>
                <p14:nvPr/>
              </p14:nvContentPartPr>
              <p14:xfrm>
                <a:off x="7009382" y="4340929"/>
                <a:ext cx="102960" cy="34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82C9458-3B23-9007-AD4F-6102F61A065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000382" y="4332289"/>
                  <a:ext cx="1206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9ED3EB9-B463-F27B-CE34-D963E9DEB73C}"/>
              </a:ext>
            </a:extLst>
          </p:cNvPr>
          <p:cNvGrpSpPr/>
          <p:nvPr/>
        </p:nvGrpSpPr>
        <p:grpSpPr>
          <a:xfrm>
            <a:off x="7255622" y="4314289"/>
            <a:ext cx="386640" cy="208800"/>
            <a:chOff x="7255622" y="4314289"/>
            <a:chExt cx="38664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55F7EA6-EEA6-ABCD-4046-6634ED244950}"/>
                    </a:ext>
                  </a:extLst>
                </p14:cNvPr>
                <p14:cNvContentPartPr/>
                <p14:nvPr/>
              </p14:nvContentPartPr>
              <p14:xfrm>
                <a:off x="7268222" y="4398889"/>
                <a:ext cx="87120" cy="3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55F7EA6-EEA6-ABCD-4046-6634ED24495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59222" y="4390249"/>
                  <a:ext cx="104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86D54C6-AF66-5AEC-1574-12F8A1B237B9}"/>
                    </a:ext>
                  </a:extLst>
                </p14:cNvPr>
                <p14:cNvContentPartPr/>
                <p14:nvPr/>
              </p14:nvContentPartPr>
              <p14:xfrm>
                <a:off x="7255622" y="4435249"/>
                <a:ext cx="116280" cy="12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86D54C6-AF66-5AEC-1574-12F8A1B237B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246622" y="4426609"/>
                  <a:ext cx="133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0E1E4EE-E867-8061-EB8D-A0BB9ACBC1FB}"/>
                    </a:ext>
                  </a:extLst>
                </p14:cNvPr>
                <p14:cNvContentPartPr/>
                <p14:nvPr/>
              </p14:nvContentPartPr>
              <p14:xfrm>
                <a:off x="7495382" y="4314289"/>
                <a:ext cx="146880" cy="208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0E1E4EE-E867-8061-EB8D-A0BB9ACBC1F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486382" y="4305289"/>
                  <a:ext cx="16452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3DF64A8-65C5-458F-772D-40183DC8106D}"/>
                  </a:ext>
                </a:extLst>
              </p14:cNvPr>
              <p14:cNvContentPartPr/>
              <p14:nvPr/>
            </p14:nvContentPartPr>
            <p14:xfrm>
              <a:off x="6024062" y="4687609"/>
              <a:ext cx="172440" cy="1382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3DF64A8-65C5-458F-772D-40183DC8106D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015062" y="4678969"/>
                <a:ext cx="19008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0814F8E6-769A-CB84-DB5D-5A00986CCB7E}"/>
              </a:ext>
            </a:extLst>
          </p:cNvPr>
          <p:cNvGrpSpPr/>
          <p:nvPr/>
        </p:nvGrpSpPr>
        <p:grpSpPr>
          <a:xfrm>
            <a:off x="6303062" y="4610569"/>
            <a:ext cx="1642680" cy="557280"/>
            <a:chOff x="6303062" y="4610569"/>
            <a:chExt cx="1642680" cy="55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757A379-0942-DAA4-718C-0CD3F88BDDE7}"/>
                    </a:ext>
                  </a:extLst>
                </p14:cNvPr>
                <p14:cNvContentPartPr/>
                <p14:nvPr/>
              </p14:nvContentPartPr>
              <p14:xfrm>
                <a:off x="6377942" y="4610569"/>
                <a:ext cx="113400" cy="194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757A379-0942-DAA4-718C-0CD3F88BDD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369302" y="4601929"/>
                  <a:ext cx="131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5F3038F-3CA1-975B-5AEC-B1C5D8A9178C}"/>
                    </a:ext>
                  </a:extLst>
                </p14:cNvPr>
                <p14:cNvContentPartPr/>
                <p14:nvPr/>
              </p14:nvContentPartPr>
              <p14:xfrm>
                <a:off x="6574142" y="4726849"/>
                <a:ext cx="173520" cy="23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5F3038F-3CA1-975B-5AEC-B1C5D8A9178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565142" y="4717849"/>
                  <a:ext cx="191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621E72-CE37-A9CD-43F9-DC5C500980E9}"/>
                    </a:ext>
                  </a:extLst>
                </p14:cNvPr>
                <p14:cNvContentPartPr/>
                <p14:nvPr/>
              </p14:nvContentPartPr>
              <p14:xfrm>
                <a:off x="6843422" y="4665649"/>
                <a:ext cx="25200" cy="125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621E72-CE37-A9CD-43F9-DC5C500980E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834422" y="4657009"/>
                  <a:ext cx="42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6A6047A-E97F-2F65-4440-F307663F99BA}"/>
                    </a:ext>
                  </a:extLst>
                </p14:cNvPr>
                <p14:cNvContentPartPr/>
                <p14:nvPr/>
              </p14:nvContentPartPr>
              <p14:xfrm>
                <a:off x="6824342" y="4656289"/>
                <a:ext cx="141120" cy="158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6A6047A-E97F-2F65-4440-F307663F99B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15342" y="4647289"/>
                  <a:ext cx="158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6F0FD8-0C48-41C7-9B6D-31A8468B2D45}"/>
                    </a:ext>
                  </a:extLst>
                </p14:cNvPr>
                <p14:cNvContentPartPr/>
                <p14:nvPr/>
              </p14:nvContentPartPr>
              <p14:xfrm>
                <a:off x="7058702" y="4745569"/>
                <a:ext cx="134280" cy="10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6F0FD8-0C48-41C7-9B6D-31A8468B2D4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049702" y="4736569"/>
                  <a:ext cx="151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F7711A4-D611-2C99-BEA0-36CD2C4AB45E}"/>
                    </a:ext>
                  </a:extLst>
                </p14:cNvPr>
                <p14:cNvContentPartPr/>
                <p14:nvPr/>
              </p14:nvContentPartPr>
              <p14:xfrm>
                <a:off x="7265702" y="4637569"/>
                <a:ext cx="104400" cy="191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F7711A4-D611-2C99-BEA0-36CD2C4AB45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257062" y="4628569"/>
                  <a:ext cx="122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6D49460-8C02-457F-6B11-3D15D5D75462}"/>
                    </a:ext>
                  </a:extLst>
                </p14:cNvPr>
                <p14:cNvContentPartPr/>
                <p14:nvPr/>
              </p14:nvContentPartPr>
              <p14:xfrm>
                <a:off x="7258142" y="4722169"/>
                <a:ext cx="156960" cy="54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6D49460-8C02-457F-6B11-3D15D5D7546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249502" y="4713169"/>
                  <a:ext cx="174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7A528F7-5E71-F06A-47D8-C9EE2A74B6B8}"/>
                    </a:ext>
                  </a:extLst>
                </p14:cNvPr>
                <p14:cNvContentPartPr/>
                <p14:nvPr/>
              </p14:nvContentPartPr>
              <p14:xfrm>
                <a:off x="7482062" y="4738009"/>
                <a:ext cx="177120" cy="19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7A528F7-5E71-F06A-47D8-C9EE2A74B6B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473422" y="4729369"/>
                  <a:ext cx="194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EA105D0-4FB6-0481-4FE4-9E606D9F8268}"/>
                    </a:ext>
                  </a:extLst>
                </p14:cNvPr>
                <p14:cNvContentPartPr/>
                <p14:nvPr/>
              </p14:nvContentPartPr>
              <p14:xfrm>
                <a:off x="7730822" y="4646929"/>
                <a:ext cx="214920" cy="283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EA105D0-4FB6-0481-4FE4-9E606D9F826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721822" y="4637929"/>
                  <a:ext cx="232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1283DCF-0188-C6D4-B21A-25B6717B0A85}"/>
                    </a:ext>
                  </a:extLst>
                </p14:cNvPr>
                <p14:cNvContentPartPr/>
                <p14:nvPr/>
              </p14:nvContentPartPr>
              <p14:xfrm>
                <a:off x="6303062" y="5046889"/>
                <a:ext cx="154800" cy="25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1283DCF-0188-C6D4-B21A-25B6717B0A8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294062" y="5037889"/>
                  <a:ext cx="172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1D040F7-3882-BB7B-F419-8A9BADA1C70C}"/>
                    </a:ext>
                  </a:extLst>
                </p14:cNvPr>
                <p14:cNvContentPartPr/>
                <p14:nvPr/>
              </p14:nvContentPartPr>
              <p14:xfrm>
                <a:off x="6389462" y="5032489"/>
                <a:ext cx="102240" cy="94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1D040F7-3882-BB7B-F419-8A9BADA1C70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380822" y="5023489"/>
                  <a:ext cx="119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B5D4A58-38BC-5623-CEA2-1346D1FD0CCB}"/>
                    </a:ext>
                  </a:extLst>
                </p14:cNvPr>
                <p14:cNvContentPartPr/>
                <p14:nvPr/>
              </p14:nvContentPartPr>
              <p14:xfrm>
                <a:off x="6562622" y="4949329"/>
                <a:ext cx="177120" cy="166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B5D4A58-38BC-5623-CEA2-1346D1FD0CC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553982" y="4940689"/>
                  <a:ext cx="194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686273B-0937-2EFF-7D08-B1BFC76D3B4D}"/>
                    </a:ext>
                  </a:extLst>
                </p14:cNvPr>
                <p14:cNvContentPartPr/>
                <p14:nvPr/>
              </p14:nvContentPartPr>
              <p14:xfrm>
                <a:off x="6708422" y="5039689"/>
                <a:ext cx="114840" cy="101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686273B-0937-2EFF-7D08-B1BFC76D3B4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699782" y="5030689"/>
                  <a:ext cx="132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7EB120B-3618-976B-650B-F44B6AFC02B4}"/>
                    </a:ext>
                  </a:extLst>
                </p14:cNvPr>
                <p14:cNvContentPartPr/>
                <p14:nvPr/>
              </p14:nvContentPartPr>
              <p14:xfrm>
                <a:off x="6841262" y="5043649"/>
                <a:ext cx="88200" cy="70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7EB120B-3618-976B-650B-F44B6AFC02B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32262" y="5035009"/>
                  <a:ext cx="105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B8CF080-B5D9-7791-BFC1-B7307BEF8FB3}"/>
                    </a:ext>
                  </a:extLst>
                </p14:cNvPr>
                <p14:cNvContentPartPr/>
                <p14:nvPr/>
              </p14:nvContentPartPr>
              <p14:xfrm>
                <a:off x="7006502" y="4947169"/>
                <a:ext cx="36360" cy="220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B8CF080-B5D9-7791-BFC1-B7307BEF8FB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997502" y="4938169"/>
                  <a:ext cx="54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F374EB0-7DF6-237B-5695-0C8EF987A035}"/>
                    </a:ext>
                  </a:extLst>
                </p14:cNvPr>
                <p14:cNvContentPartPr/>
                <p14:nvPr/>
              </p14:nvContentPartPr>
              <p14:xfrm>
                <a:off x="7007222" y="5024929"/>
                <a:ext cx="57600" cy="14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F374EB0-7DF6-237B-5695-0C8EF987A03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998222" y="5015929"/>
                  <a:ext cx="75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D26C304-D9B5-C5CF-AA23-58843FC3AED2}"/>
                    </a:ext>
                  </a:extLst>
                </p14:cNvPr>
                <p14:cNvContentPartPr/>
                <p14:nvPr/>
              </p14:nvContentPartPr>
              <p14:xfrm>
                <a:off x="6844502" y="5034649"/>
                <a:ext cx="57240" cy="33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D26C304-D9B5-C5CF-AA23-58843FC3AED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35862" y="5026009"/>
                  <a:ext cx="74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A9B00B1-19E5-B09F-D838-BB7BD1C8BC9D}"/>
                    </a:ext>
                  </a:extLst>
                </p14:cNvPr>
                <p14:cNvContentPartPr/>
                <p14:nvPr/>
              </p14:nvContentPartPr>
              <p14:xfrm>
                <a:off x="7210262" y="5073169"/>
                <a:ext cx="95760" cy="29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A9B00B1-19E5-B09F-D838-BB7BD1C8BC9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201622" y="5064529"/>
                  <a:ext cx="113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BAB068-2652-5E68-F919-04A3B1EE00D6}"/>
                    </a:ext>
                  </a:extLst>
                </p14:cNvPr>
                <p14:cNvContentPartPr/>
                <p14:nvPr/>
              </p14:nvContentPartPr>
              <p14:xfrm>
                <a:off x="7219622" y="5100529"/>
                <a:ext cx="153720" cy="24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BAB068-2652-5E68-F919-04A3B1EE00D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210982" y="5091529"/>
                  <a:ext cx="171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1FD9315-EBD0-AD1D-A492-97BBB79F37BD}"/>
                    </a:ext>
                  </a:extLst>
                </p14:cNvPr>
                <p14:cNvContentPartPr/>
                <p14:nvPr/>
              </p14:nvContentPartPr>
              <p14:xfrm>
                <a:off x="7478102" y="4961569"/>
                <a:ext cx="152640" cy="170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1FD9315-EBD0-AD1D-A492-97BBB79F37B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469102" y="4952929"/>
                  <a:ext cx="17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5A6B5D7-ABA5-FF79-25BC-119973076FCB}"/>
                    </a:ext>
                  </a:extLst>
                </p14:cNvPr>
                <p14:cNvContentPartPr/>
                <p14:nvPr/>
              </p14:nvContentPartPr>
              <p14:xfrm>
                <a:off x="7510862" y="5020249"/>
                <a:ext cx="174240" cy="27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5A6B5D7-ABA5-FF79-25BC-119973076FC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502222" y="5011609"/>
                  <a:ext cx="1918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CCA5A5D-0BB9-5039-AC43-833B8D9FAD08}"/>
              </a:ext>
            </a:extLst>
          </p:cNvPr>
          <p:cNvGrpSpPr/>
          <p:nvPr/>
        </p:nvGrpSpPr>
        <p:grpSpPr>
          <a:xfrm>
            <a:off x="7963382" y="4650169"/>
            <a:ext cx="1179720" cy="545760"/>
            <a:chOff x="7963382" y="4650169"/>
            <a:chExt cx="117972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A855E33-8A93-47FC-F1D9-E92E6EF888B1}"/>
                    </a:ext>
                  </a:extLst>
                </p14:cNvPr>
                <p14:cNvContentPartPr/>
                <p14:nvPr/>
              </p14:nvContentPartPr>
              <p14:xfrm>
                <a:off x="7963382" y="4650169"/>
                <a:ext cx="176760" cy="545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A855E33-8A93-47FC-F1D9-E92E6EF888B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954742" y="4641529"/>
                  <a:ext cx="1944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E5DE682-5610-0028-C76C-7B09CF698C25}"/>
                    </a:ext>
                  </a:extLst>
                </p14:cNvPr>
                <p14:cNvContentPartPr/>
                <p14:nvPr/>
              </p14:nvContentPartPr>
              <p14:xfrm>
                <a:off x="8180462" y="4862929"/>
                <a:ext cx="107280" cy="124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E5DE682-5610-0028-C76C-7B09CF698C2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171462" y="4854289"/>
                  <a:ext cx="124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5D1A138-C280-DF1D-F3B6-C2C042944989}"/>
                    </a:ext>
                  </a:extLst>
                </p14:cNvPr>
                <p14:cNvContentPartPr/>
                <p14:nvPr/>
              </p14:nvContentPartPr>
              <p14:xfrm>
                <a:off x="8345342" y="4867249"/>
                <a:ext cx="28440" cy="218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5D1A138-C280-DF1D-F3B6-C2C04294498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336702" y="4858249"/>
                  <a:ext cx="46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B4AB66-E61E-40B2-0E93-1834308EAF68}"/>
                    </a:ext>
                  </a:extLst>
                </p14:cNvPr>
                <p14:cNvContentPartPr/>
                <p14:nvPr/>
              </p14:nvContentPartPr>
              <p14:xfrm>
                <a:off x="8341022" y="4847089"/>
                <a:ext cx="67680" cy="96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B4AB66-E61E-40B2-0E93-1834308EAF6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332022" y="4838089"/>
                  <a:ext cx="85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B4FEB4D-EDED-C9C1-A80B-0643A5442C36}"/>
                    </a:ext>
                  </a:extLst>
                </p14:cNvPr>
                <p14:cNvContentPartPr/>
                <p14:nvPr/>
              </p14:nvContentPartPr>
              <p14:xfrm>
                <a:off x="8456582" y="4782649"/>
                <a:ext cx="46440" cy="189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B4FEB4D-EDED-C9C1-A80B-0643A5442C3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447942" y="4774009"/>
                  <a:ext cx="640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6A0EDC7-8D85-C56F-0CBD-452517BF7889}"/>
                    </a:ext>
                  </a:extLst>
                </p14:cNvPr>
                <p14:cNvContentPartPr/>
                <p14:nvPr/>
              </p14:nvContentPartPr>
              <p14:xfrm>
                <a:off x="8434982" y="4866889"/>
                <a:ext cx="127800" cy="106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6A0EDC7-8D85-C56F-0CBD-452517BF788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425982" y="4857889"/>
                  <a:ext cx="145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3AE526F-BB25-474F-A891-B13F0742ADCC}"/>
                    </a:ext>
                  </a:extLst>
                </p14:cNvPr>
                <p14:cNvContentPartPr/>
                <p14:nvPr/>
              </p14:nvContentPartPr>
              <p14:xfrm>
                <a:off x="8545142" y="4779409"/>
                <a:ext cx="28440" cy="39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3AE526F-BB25-474F-A891-B13F0742ADC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536142" y="4770409"/>
                  <a:ext cx="46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E8C3664-27FD-3F7A-1DE8-7A1EBE34B65D}"/>
                    </a:ext>
                  </a:extLst>
                </p14:cNvPr>
                <p14:cNvContentPartPr/>
                <p14:nvPr/>
              </p14:nvContentPartPr>
              <p14:xfrm>
                <a:off x="8605262" y="4862929"/>
                <a:ext cx="205920" cy="97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E8C3664-27FD-3F7A-1DE8-7A1EBE34B65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596262" y="4853929"/>
                  <a:ext cx="223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53AFC42-C8CD-7D08-70A1-1A383FBA505D}"/>
                    </a:ext>
                  </a:extLst>
                </p14:cNvPr>
                <p14:cNvContentPartPr/>
                <p14:nvPr/>
              </p14:nvContentPartPr>
              <p14:xfrm>
                <a:off x="8832782" y="4725409"/>
                <a:ext cx="310320" cy="261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53AFC42-C8CD-7D08-70A1-1A383FBA505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824142" y="4716409"/>
                  <a:ext cx="327960" cy="278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8610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0000FF"/>
                </a:solidFill>
                <a:latin typeface="Calibri"/>
                <a:cs typeface="Calibri"/>
              </a:rPr>
              <a:t>Admissible</a:t>
            </a:r>
            <a:r>
              <a:rPr sz="4400" spc="-1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0000FF"/>
                </a:solidFill>
                <a:latin typeface="Calibri"/>
                <a:cs typeface="Calibri"/>
              </a:rPr>
              <a:t>heuristics</a:t>
            </a:r>
            <a:r>
              <a:rPr lang="en-US" sz="4400" spc="-10" dirty="0">
                <a:solidFill>
                  <a:srgbClr val="0000FF"/>
                </a:solidFill>
                <a:latin typeface="Calibri"/>
                <a:cs typeface="Calibri"/>
              </a:rPr>
              <a:t> – Tree Search</a:t>
            </a:r>
            <a:endParaRPr sz="44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CE9F59-363B-27C2-7BEB-ECE5585B5D2E}"/>
              </a:ext>
            </a:extLst>
          </p:cNvPr>
          <p:cNvGrpSpPr/>
          <p:nvPr/>
        </p:nvGrpSpPr>
        <p:grpSpPr>
          <a:xfrm>
            <a:off x="6191041" y="689291"/>
            <a:ext cx="2832849" cy="1887397"/>
            <a:chOff x="5836107" y="1272171"/>
            <a:chExt cx="2832849" cy="18873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14:cNvPr>
              <p14:cNvContentPartPr/>
              <p14:nvPr/>
            </p14:nvContentPartPr>
            <p14:xfrm>
              <a:off x="1447800" y="1011163"/>
              <a:ext cx="504720" cy="429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8800" y="1002163"/>
                <a:ext cx="5223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14:cNvPr>
              <p14:cNvContentPartPr/>
              <p14:nvPr/>
            </p14:nvContentPartPr>
            <p14:xfrm>
              <a:off x="1548600" y="1128163"/>
              <a:ext cx="198000" cy="191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39600" y="1119163"/>
                <a:ext cx="21564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F854821-5EE8-41DE-CE5E-59C1DCD7998C}"/>
              </a:ext>
            </a:extLst>
          </p:cNvPr>
          <p:cNvGrpSpPr/>
          <p:nvPr/>
        </p:nvGrpSpPr>
        <p:grpSpPr>
          <a:xfrm>
            <a:off x="4123982" y="745609"/>
            <a:ext cx="1028160" cy="559080"/>
            <a:chOff x="4123982" y="745609"/>
            <a:chExt cx="102816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14:cNvPr>
                <p14:cNvContentPartPr/>
                <p14:nvPr/>
              </p14:nvContentPartPr>
              <p14:xfrm>
                <a:off x="4158902" y="823369"/>
                <a:ext cx="34560" cy="27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49902" y="814369"/>
                  <a:ext cx="52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14:cNvPr>
                <p14:cNvContentPartPr/>
                <p14:nvPr/>
              </p14:nvContentPartPr>
              <p14:xfrm>
                <a:off x="4123982" y="745609"/>
                <a:ext cx="154080" cy="6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14982" y="736969"/>
                  <a:ext cx="171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14:cNvPr>
                <p14:cNvContentPartPr/>
                <p14:nvPr/>
              </p14:nvContentPartPr>
              <p14:xfrm>
                <a:off x="4127222" y="918409"/>
                <a:ext cx="109080" cy="1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18222" y="909409"/>
                  <a:ext cx="126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14:cNvPr>
                <p14:cNvContentPartPr/>
                <p14:nvPr/>
              </p14:nvContentPartPr>
              <p14:xfrm>
                <a:off x="4251062" y="978529"/>
                <a:ext cx="119520" cy="141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42062" y="969529"/>
                  <a:ext cx="137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14:cNvPr>
                <p14:cNvContentPartPr/>
                <p14:nvPr/>
              </p14:nvContentPartPr>
              <p14:xfrm>
                <a:off x="4456262" y="998329"/>
                <a:ext cx="18360" cy="81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47622" y="989689"/>
                  <a:ext cx="36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14:cNvPr>
                <p14:cNvContentPartPr/>
                <p14:nvPr/>
              </p14:nvContentPartPr>
              <p14:xfrm>
                <a:off x="4467062" y="883129"/>
                <a:ext cx="17640" cy="55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58422" y="874129"/>
                  <a:ext cx="35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14:cNvPr>
                <p14:cNvContentPartPr/>
                <p14:nvPr/>
              </p14:nvContentPartPr>
              <p14:xfrm>
                <a:off x="4544462" y="963769"/>
                <a:ext cx="348120" cy="340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35462" y="954769"/>
                  <a:ext cx="3657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14:cNvPr>
                <p14:cNvContentPartPr/>
                <p14:nvPr/>
              </p14:nvContentPartPr>
              <p14:xfrm>
                <a:off x="4975022" y="927409"/>
                <a:ext cx="177120" cy="15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66382" y="918769"/>
                  <a:ext cx="194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14:cNvPr>
                <p14:cNvContentPartPr/>
                <p14:nvPr/>
              </p14:nvContentPartPr>
              <p14:xfrm>
                <a:off x="4128302" y="1176529"/>
                <a:ext cx="641160" cy="35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19662" y="1167529"/>
                  <a:ext cx="658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14:cNvPr>
                <p14:cNvContentPartPr/>
                <p14:nvPr/>
              </p14:nvContentPartPr>
              <p14:xfrm>
                <a:off x="4975382" y="1186249"/>
                <a:ext cx="139680" cy="14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66382" y="1177249"/>
                  <a:ext cx="1573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14:cNvPr>
              <p14:cNvContentPartPr/>
              <p14:nvPr/>
            </p14:nvContentPartPr>
            <p14:xfrm>
              <a:off x="4561742" y="1429249"/>
              <a:ext cx="206280" cy="270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52742" y="1420609"/>
                <a:ext cx="223920" cy="2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2C416B3-39D1-F06C-D1C7-CF8FC93D744B}"/>
              </a:ext>
            </a:extLst>
          </p:cNvPr>
          <p:cNvGrpSpPr/>
          <p:nvPr/>
        </p:nvGrpSpPr>
        <p:grpSpPr>
          <a:xfrm>
            <a:off x="6117662" y="2784289"/>
            <a:ext cx="762840" cy="346680"/>
            <a:chOff x="6117662" y="2784289"/>
            <a:chExt cx="76284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14:cNvPr>
                <p14:cNvContentPartPr/>
                <p14:nvPr/>
              </p14:nvContentPartPr>
              <p14:xfrm>
                <a:off x="6117662" y="2784289"/>
                <a:ext cx="170640" cy="34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08662" y="2775289"/>
                  <a:ext cx="188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14:cNvPr>
                <p14:cNvContentPartPr/>
                <p14:nvPr/>
              </p14:nvContentPartPr>
              <p14:xfrm>
                <a:off x="6142502" y="2954209"/>
                <a:ext cx="137880" cy="64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33502" y="2945209"/>
                  <a:ext cx="155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14:cNvPr>
                <p14:cNvContentPartPr/>
                <p14:nvPr/>
              </p14:nvContentPartPr>
              <p14:xfrm>
                <a:off x="6277862" y="2916409"/>
                <a:ext cx="114840" cy="105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69222" y="2907409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14:cNvPr>
                <p14:cNvContentPartPr/>
                <p14:nvPr/>
              </p14:nvContentPartPr>
              <p14:xfrm>
                <a:off x="6404942" y="2922529"/>
                <a:ext cx="106920" cy="8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95942" y="2913889"/>
                  <a:ext cx="124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14:cNvPr>
                <p14:cNvContentPartPr/>
                <p14:nvPr/>
              </p14:nvContentPartPr>
              <p14:xfrm>
                <a:off x="6550022" y="2864569"/>
                <a:ext cx="65520" cy="16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541382" y="2855569"/>
                  <a:ext cx="83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14:cNvPr>
                <p14:cNvContentPartPr/>
                <p14:nvPr/>
              </p14:nvContentPartPr>
              <p14:xfrm>
                <a:off x="6756662" y="2955649"/>
                <a:ext cx="123840" cy="12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48022" y="2947009"/>
                  <a:ext cx="141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14:cNvPr>
                <p14:cNvContentPartPr/>
                <p14:nvPr/>
              </p14:nvContentPartPr>
              <p14:xfrm>
                <a:off x="6757382" y="2992729"/>
                <a:ext cx="115920" cy="24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48382" y="2983729"/>
                  <a:ext cx="1335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535180-5404-BA4A-CD0A-A1AF6980E46A}"/>
              </a:ext>
            </a:extLst>
          </p:cNvPr>
          <p:cNvGrpSpPr/>
          <p:nvPr/>
        </p:nvGrpSpPr>
        <p:grpSpPr>
          <a:xfrm>
            <a:off x="7069862" y="2778529"/>
            <a:ext cx="1419120" cy="339120"/>
            <a:chOff x="7069862" y="2778529"/>
            <a:chExt cx="141912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14:cNvPr>
                <p14:cNvContentPartPr/>
                <p14:nvPr/>
              </p14:nvContentPartPr>
              <p14:xfrm>
                <a:off x="7069862" y="2867449"/>
                <a:ext cx="128880" cy="250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0862" y="2858449"/>
                  <a:ext cx="14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14:cNvPr>
                <p14:cNvContentPartPr/>
                <p14:nvPr/>
              </p14:nvContentPartPr>
              <p14:xfrm>
                <a:off x="7265342" y="2863849"/>
                <a:ext cx="136440" cy="147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6342" y="2854849"/>
                  <a:ext cx="154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14:cNvPr>
                <p14:cNvContentPartPr/>
                <p14:nvPr/>
              </p14:nvContentPartPr>
              <p14:xfrm>
                <a:off x="7403582" y="2877889"/>
                <a:ext cx="140760" cy="98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94582" y="2868889"/>
                  <a:ext cx="158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14:cNvPr>
                <p14:cNvContentPartPr/>
                <p14:nvPr/>
              </p14:nvContentPartPr>
              <p14:xfrm>
                <a:off x="7564142" y="2823889"/>
                <a:ext cx="64440" cy="200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55502" y="2814889"/>
                  <a:ext cx="82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14:cNvPr>
                <p14:cNvContentPartPr/>
                <p14:nvPr/>
              </p14:nvContentPartPr>
              <p14:xfrm>
                <a:off x="7702742" y="2913529"/>
                <a:ext cx="14256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93742" y="2904889"/>
                  <a:ext cx="160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14:cNvPr>
                <p14:cNvContentPartPr/>
                <p14:nvPr/>
              </p14:nvContentPartPr>
              <p14:xfrm>
                <a:off x="7766822" y="2879329"/>
                <a:ext cx="47880" cy="157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57822" y="2870689"/>
                  <a:ext cx="65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14:cNvPr>
                <p14:cNvContentPartPr/>
                <p14:nvPr/>
              </p14:nvContentPartPr>
              <p14:xfrm>
                <a:off x="7952942" y="2778529"/>
                <a:ext cx="167040" cy="210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43942" y="2769889"/>
                  <a:ext cx="184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14:cNvPr>
                <p14:cNvContentPartPr/>
                <p14:nvPr/>
              </p14:nvContentPartPr>
              <p14:xfrm>
                <a:off x="8117822" y="2847649"/>
                <a:ext cx="130320" cy="157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08822" y="2838649"/>
                  <a:ext cx="147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14:cNvPr>
                <p14:cNvContentPartPr/>
                <p14:nvPr/>
              </p14:nvContentPartPr>
              <p14:xfrm>
                <a:off x="8267582" y="2882569"/>
                <a:ext cx="129960" cy="105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58582" y="2873569"/>
                  <a:ext cx="147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14:cNvPr>
                <p14:cNvContentPartPr/>
                <p14:nvPr/>
              </p14:nvContentPartPr>
              <p14:xfrm>
                <a:off x="8386382" y="2804089"/>
                <a:ext cx="102600" cy="238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77742" y="2795449"/>
                  <a:ext cx="12024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55543F-1D29-2462-1B1C-52989820AAFB}"/>
              </a:ext>
            </a:extLst>
          </p:cNvPr>
          <p:cNvGrpSpPr/>
          <p:nvPr/>
        </p:nvGrpSpPr>
        <p:grpSpPr>
          <a:xfrm>
            <a:off x="948062" y="1433209"/>
            <a:ext cx="560160" cy="678960"/>
            <a:chOff x="948062" y="1433209"/>
            <a:chExt cx="560160" cy="67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1C2552-B863-10B4-12A0-11BF25B24A76}"/>
                    </a:ext>
                  </a:extLst>
                </p14:cNvPr>
                <p14:cNvContentPartPr/>
                <p14:nvPr/>
              </p14:nvContentPartPr>
              <p14:xfrm>
                <a:off x="1153982" y="1433209"/>
                <a:ext cx="354240" cy="334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1C2552-B863-10B4-12A0-11BF25B24A7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45342" y="1424569"/>
                  <a:ext cx="3718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FD4071-BC7C-E3EF-1F97-B5C4024F8BDD}"/>
                    </a:ext>
                  </a:extLst>
                </p14:cNvPr>
                <p14:cNvContentPartPr/>
                <p14:nvPr/>
              </p14:nvContentPartPr>
              <p14:xfrm>
                <a:off x="1034462" y="1880689"/>
                <a:ext cx="142920" cy="177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FD4071-BC7C-E3EF-1F97-B5C4024F8BD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5462" y="1872049"/>
                  <a:ext cx="160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AC8321-3700-74AF-2CBD-21396C93BE38}"/>
                    </a:ext>
                  </a:extLst>
                </p14:cNvPr>
                <p14:cNvContentPartPr/>
                <p14:nvPr/>
              </p14:nvContentPartPr>
              <p14:xfrm>
                <a:off x="1030142" y="1958449"/>
                <a:ext cx="112680" cy="32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DAC8321-3700-74AF-2CBD-21396C93BE3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1142" y="1949809"/>
                  <a:ext cx="130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551FB3-E9A3-0E7E-45D7-9702B0F04C73}"/>
                    </a:ext>
                  </a:extLst>
                </p14:cNvPr>
                <p14:cNvContentPartPr/>
                <p14:nvPr/>
              </p14:nvContentPartPr>
              <p14:xfrm>
                <a:off x="948062" y="1824169"/>
                <a:ext cx="343800" cy="288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551FB3-E9A3-0E7E-45D7-9702B0F04C7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9422" y="1815529"/>
                  <a:ext cx="36144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BD606C-99E9-66BF-EED0-648908FC7BB6}"/>
              </a:ext>
            </a:extLst>
          </p:cNvPr>
          <p:cNvGrpSpPr/>
          <p:nvPr/>
        </p:nvGrpSpPr>
        <p:grpSpPr>
          <a:xfrm>
            <a:off x="1942022" y="1397569"/>
            <a:ext cx="622440" cy="725760"/>
            <a:chOff x="1942022" y="1397569"/>
            <a:chExt cx="622440" cy="72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DAC6AA-5AF2-55B2-D9AC-F3ECDD7847D3}"/>
                    </a:ext>
                  </a:extLst>
                </p14:cNvPr>
                <p14:cNvContentPartPr/>
                <p14:nvPr/>
              </p14:nvContentPartPr>
              <p14:xfrm>
                <a:off x="1942022" y="1397569"/>
                <a:ext cx="290160" cy="483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DAC6AA-5AF2-55B2-D9AC-F3ECDD7847D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933022" y="1388569"/>
                  <a:ext cx="3078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A51B905-F99A-B3D7-D0E5-7FC0E3FBCC1F}"/>
                    </a:ext>
                  </a:extLst>
                </p14:cNvPr>
                <p14:cNvContentPartPr/>
                <p14:nvPr/>
              </p14:nvContentPartPr>
              <p14:xfrm>
                <a:off x="2288702" y="1910929"/>
                <a:ext cx="15120" cy="11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A51B905-F99A-B3D7-D0E5-7FC0E3FBCC1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79702" y="1902289"/>
                  <a:ext cx="32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3170B3-44DB-F995-FEB0-517E54E85B2C}"/>
                    </a:ext>
                  </a:extLst>
                </p14:cNvPr>
                <p14:cNvContentPartPr/>
                <p14:nvPr/>
              </p14:nvContentPartPr>
              <p14:xfrm>
                <a:off x="2262782" y="1869529"/>
                <a:ext cx="176040" cy="175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3170B3-44DB-F995-FEB0-517E54E85B2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54142" y="1860529"/>
                  <a:ext cx="193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F57A40-6CAA-314E-7260-23A172771365}"/>
                    </a:ext>
                  </a:extLst>
                </p14:cNvPr>
                <p14:cNvContentPartPr/>
                <p14:nvPr/>
              </p14:nvContentPartPr>
              <p14:xfrm>
                <a:off x="2194022" y="1761169"/>
                <a:ext cx="370440" cy="36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F57A40-6CAA-314E-7260-23A17277136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85022" y="1752169"/>
                  <a:ext cx="388080" cy="37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B686C5E-8043-7C39-FBD0-D99E8653AF99}"/>
                  </a:ext>
                </a:extLst>
              </p14:cNvPr>
              <p14:cNvContentPartPr/>
              <p14:nvPr/>
            </p14:nvContentPartPr>
            <p14:xfrm>
              <a:off x="1071542" y="1387849"/>
              <a:ext cx="73440" cy="249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B686C5E-8043-7C39-FBD0-D99E8653AF9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62902" y="1378849"/>
                <a:ext cx="910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BCAD415-32F9-186A-3028-34CE837B0DAA}"/>
                  </a:ext>
                </a:extLst>
              </p14:cNvPr>
              <p14:cNvContentPartPr/>
              <p14:nvPr/>
            </p14:nvContentPartPr>
            <p14:xfrm>
              <a:off x="2122022" y="1446169"/>
              <a:ext cx="124200" cy="106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BCAD415-32F9-186A-3028-34CE837B0DA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113382" y="1437169"/>
                <a:ext cx="1418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2EE1F35-E26C-634D-CF0C-7D669D226384}"/>
                  </a:ext>
                </a:extLst>
              </p14:cNvPr>
              <p14:cNvContentPartPr/>
              <p14:nvPr/>
            </p14:nvContentPartPr>
            <p14:xfrm>
              <a:off x="4341782" y="1408009"/>
              <a:ext cx="539280" cy="399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2EE1F35-E26C-634D-CF0C-7D669D22638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333142" y="1399009"/>
                <a:ext cx="55692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DE03F20-987C-A6EB-3FFF-D431627D9C21}"/>
                  </a:ext>
                </a:extLst>
              </p14:cNvPr>
              <p14:cNvContentPartPr/>
              <p14:nvPr/>
            </p14:nvContentPartPr>
            <p14:xfrm>
              <a:off x="4276982" y="2183449"/>
              <a:ext cx="95760" cy="208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DE03F20-987C-A6EB-3FFF-D431627D9C2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267982" y="2174809"/>
                <a:ext cx="1134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A3DE09D-1F96-7071-047D-142156E82236}"/>
                  </a:ext>
                </a:extLst>
              </p14:cNvPr>
              <p14:cNvContentPartPr/>
              <p14:nvPr/>
            </p14:nvContentPartPr>
            <p14:xfrm>
              <a:off x="870662" y="2185609"/>
              <a:ext cx="86760" cy="195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A3DE09D-1F96-7071-047D-142156E8223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62022" y="2176609"/>
                <a:ext cx="10440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744583CC-362D-D906-DD1F-ABB1B7E0A401}"/>
              </a:ext>
            </a:extLst>
          </p:cNvPr>
          <p:cNvGrpSpPr/>
          <p:nvPr/>
        </p:nvGrpSpPr>
        <p:grpSpPr>
          <a:xfrm>
            <a:off x="1006022" y="2156809"/>
            <a:ext cx="604080" cy="250920"/>
            <a:chOff x="1006022" y="2156809"/>
            <a:chExt cx="60408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5BAC4C7-4D2F-24E5-C7E9-AA4B35D688F3}"/>
                    </a:ext>
                  </a:extLst>
                </p14:cNvPr>
                <p14:cNvContentPartPr/>
                <p14:nvPr/>
              </p14:nvContentPartPr>
              <p14:xfrm>
                <a:off x="1006022" y="2271649"/>
                <a:ext cx="138240" cy="27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5BAC4C7-4D2F-24E5-C7E9-AA4B35D688F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97022" y="2263009"/>
                  <a:ext cx="155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DCC01C9-C2BE-EF05-94DE-AB525A6B1302}"/>
                    </a:ext>
                  </a:extLst>
                </p14:cNvPr>
                <p14:cNvContentPartPr/>
                <p14:nvPr/>
              </p14:nvContentPartPr>
              <p14:xfrm>
                <a:off x="1078742" y="2229889"/>
                <a:ext cx="16200" cy="177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DCC01C9-C2BE-EF05-94DE-AB525A6B130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69742" y="2221249"/>
                  <a:ext cx="33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437F1C-D4E6-E3C6-CC32-A04299A7168D}"/>
                    </a:ext>
                  </a:extLst>
                </p14:cNvPr>
                <p14:cNvContentPartPr/>
                <p14:nvPr/>
              </p14:nvContentPartPr>
              <p14:xfrm>
                <a:off x="1161182" y="2185969"/>
                <a:ext cx="106560" cy="181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437F1C-D4E6-E3C6-CC32-A04299A7168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52182" y="2176969"/>
                  <a:ext cx="124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2A9170B-7172-B770-9E0C-5861F8256D70}"/>
                    </a:ext>
                  </a:extLst>
                </p14:cNvPr>
                <p14:cNvContentPartPr/>
                <p14:nvPr/>
              </p14:nvContentPartPr>
              <p14:xfrm>
                <a:off x="1327862" y="2259049"/>
                <a:ext cx="99000" cy="1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2A9170B-7172-B770-9E0C-5861F8256D7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319222" y="2250409"/>
                  <a:ext cx="116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04786F7-D77B-306F-8613-B0817312A83B}"/>
                    </a:ext>
                  </a:extLst>
                </p14:cNvPr>
                <p14:cNvContentPartPr/>
                <p14:nvPr/>
              </p14:nvContentPartPr>
              <p14:xfrm>
                <a:off x="1342982" y="2297569"/>
                <a:ext cx="104040" cy="15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04786F7-D77B-306F-8613-B0817312A83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334342" y="2288569"/>
                  <a:ext cx="121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FFEDE0-8BFF-DF75-2BD8-C833AEBFAA64}"/>
                    </a:ext>
                  </a:extLst>
                </p14:cNvPr>
                <p14:cNvContentPartPr/>
                <p14:nvPr/>
              </p14:nvContentPartPr>
              <p14:xfrm>
                <a:off x="1503902" y="2185249"/>
                <a:ext cx="106200" cy="181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FFEDE0-8BFF-DF75-2BD8-C833AEBFAA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95262" y="2176249"/>
                  <a:ext cx="123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0B8C474-1E4E-3E59-EF65-F20C08DE79FF}"/>
                    </a:ext>
                  </a:extLst>
                </p14:cNvPr>
                <p14:cNvContentPartPr/>
                <p14:nvPr/>
              </p14:nvContentPartPr>
              <p14:xfrm>
                <a:off x="1521902" y="2156809"/>
                <a:ext cx="79200" cy="16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0B8C474-1E4E-3E59-EF65-F20C08DE79F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512902" y="2148169"/>
                  <a:ext cx="96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ADE7585-0E67-B74B-BA37-702103AF2AF5}"/>
              </a:ext>
            </a:extLst>
          </p:cNvPr>
          <p:cNvGrpSpPr/>
          <p:nvPr/>
        </p:nvGrpSpPr>
        <p:grpSpPr>
          <a:xfrm>
            <a:off x="2209862" y="2148889"/>
            <a:ext cx="866880" cy="232560"/>
            <a:chOff x="2209862" y="2148889"/>
            <a:chExt cx="86688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FD28CFB-8EA4-37D9-C7D0-936CC2A89481}"/>
                    </a:ext>
                  </a:extLst>
                </p14:cNvPr>
                <p14:cNvContentPartPr/>
                <p14:nvPr/>
              </p14:nvContentPartPr>
              <p14:xfrm>
                <a:off x="2209862" y="2179129"/>
                <a:ext cx="148320" cy="154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FD28CFB-8EA4-37D9-C7D0-936CC2A8948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200862" y="2170129"/>
                  <a:ext cx="165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142FB47-EBCA-C010-52BA-03591F740828}"/>
                    </a:ext>
                  </a:extLst>
                </p14:cNvPr>
                <p14:cNvContentPartPr/>
                <p14:nvPr/>
              </p14:nvContentPartPr>
              <p14:xfrm>
                <a:off x="2367902" y="2237089"/>
                <a:ext cx="154440" cy="18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142FB47-EBCA-C010-52BA-03591F74082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359262" y="2228089"/>
                  <a:ext cx="172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6696E4-A2C4-2D7D-B5CD-C9D4D212CF66}"/>
                    </a:ext>
                  </a:extLst>
                </p14:cNvPr>
                <p14:cNvContentPartPr/>
                <p14:nvPr/>
              </p14:nvContentPartPr>
              <p14:xfrm>
                <a:off x="2439902" y="2213329"/>
                <a:ext cx="14760" cy="142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6696E4-A2C4-2D7D-B5CD-C9D4D212CF6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431262" y="2204329"/>
                  <a:ext cx="32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979D570-F7DA-AAAC-0380-DE875F9A3F32}"/>
                    </a:ext>
                  </a:extLst>
                </p14:cNvPr>
                <p14:cNvContentPartPr/>
                <p14:nvPr/>
              </p14:nvContentPartPr>
              <p14:xfrm>
                <a:off x="2579582" y="2177329"/>
                <a:ext cx="104760" cy="138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979D570-F7DA-AAAC-0380-DE875F9A3F3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70942" y="2168689"/>
                  <a:ext cx="122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A195C65-08ED-3CC0-F25F-B40D849D7098}"/>
                    </a:ext>
                  </a:extLst>
                </p14:cNvPr>
                <p14:cNvContentPartPr/>
                <p14:nvPr/>
              </p14:nvContentPartPr>
              <p14:xfrm>
                <a:off x="2622062" y="2148889"/>
                <a:ext cx="117360" cy="29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A195C65-08ED-3CC0-F25F-B40D849D709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613422" y="2139889"/>
                  <a:ext cx="135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C9BBD4-7D20-D062-7BA4-5C70201FFACA}"/>
                    </a:ext>
                  </a:extLst>
                </p14:cNvPr>
                <p14:cNvContentPartPr/>
                <p14:nvPr/>
              </p14:nvContentPartPr>
              <p14:xfrm>
                <a:off x="2774342" y="2265889"/>
                <a:ext cx="130680" cy="63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6C9BBD4-7D20-D062-7BA4-5C70201FFAC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65342" y="2257249"/>
                  <a:ext cx="1483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00E7C95-B31A-A6B9-A0AD-0B20804322CD}"/>
                    </a:ext>
                  </a:extLst>
                </p14:cNvPr>
                <p14:cNvContentPartPr/>
                <p14:nvPr/>
              </p14:nvContentPartPr>
              <p14:xfrm>
                <a:off x="2917622" y="2183809"/>
                <a:ext cx="128520" cy="197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00E7C95-B31A-A6B9-A0AD-0B20804322C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908622" y="2175169"/>
                  <a:ext cx="146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FDCF6A-93E5-8135-5F82-8A730445F056}"/>
                    </a:ext>
                  </a:extLst>
                </p14:cNvPr>
                <p14:cNvContentPartPr/>
                <p14:nvPr/>
              </p14:nvContentPartPr>
              <p14:xfrm>
                <a:off x="2918342" y="2250769"/>
                <a:ext cx="158400" cy="2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FDCF6A-93E5-8135-5F82-8A730445F05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09342" y="2241769"/>
                  <a:ext cx="17604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A99CAF2-CB34-5F58-8D5F-ABB63A48C90C}"/>
                  </a:ext>
                </a:extLst>
              </p14:cNvPr>
              <p14:cNvContentPartPr/>
              <p14:nvPr/>
            </p14:nvContentPartPr>
            <p14:xfrm>
              <a:off x="1500302" y="2450569"/>
              <a:ext cx="110160" cy="165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A99CAF2-CB34-5F58-8D5F-ABB63A48C90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491662" y="2441929"/>
                <a:ext cx="12780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4D9456A1-0CCC-5A46-244B-36A85D86E2BA}"/>
              </a:ext>
            </a:extLst>
          </p:cNvPr>
          <p:cNvGrpSpPr/>
          <p:nvPr/>
        </p:nvGrpSpPr>
        <p:grpSpPr>
          <a:xfrm>
            <a:off x="4231982" y="1839649"/>
            <a:ext cx="1207800" cy="232560"/>
            <a:chOff x="4231982" y="1839649"/>
            <a:chExt cx="120780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8D88EA-8176-A452-D2C7-C1BF019640BB}"/>
                    </a:ext>
                  </a:extLst>
                </p14:cNvPr>
                <p14:cNvContentPartPr/>
                <p14:nvPr/>
              </p14:nvContentPartPr>
              <p14:xfrm>
                <a:off x="4231982" y="1859809"/>
                <a:ext cx="164160" cy="197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8D88EA-8176-A452-D2C7-C1BF019640B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223342" y="1850809"/>
                  <a:ext cx="181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C580BC-B523-14B7-DF2C-CA36FFB265D6}"/>
                    </a:ext>
                  </a:extLst>
                </p14:cNvPr>
                <p14:cNvContentPartPr/>
                <p14:nvPr/>
              </p14:nvContentPartPr>
              <p14:xfrm>
                <a:off x="4522142" y="1954129"/>
                <a:ext cx="217440" cy="30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C580BC-B523-14B7-DF2C-CA36FFB265D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513502" y="1945129"/>
                  <a:ext cx="235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43D933-27FE-D505-EFA2-17B6BAE518E7}"/>
                    </a:ext>
                  </a:extLst>
                </p14:cNvPr>
                <p14:cNvContentPartPr/>
                <p14:nvPr/>
              </p14:nvContentPartPr>
              <p14:xfrm>
                <a:off x="4861622" y="1851169"/>
                <a:ext cx="154440" cy="221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43D933-27FE-D505-EFA2-17B6BAE518E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852982" y="1842529"/>
                  <a:ext cx="1720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3A3DA9-A920-7671-C732-F8A25D2CC591}"/>
                    </a:ext>
                  </a:extLst>
                </p14:cNvPr>
                <p14:cNvContentPartPr/>
                <p14:nvPr/>
              </p14:nvContentPartPr>
              <p14:xfrm>
                <a:off x="4871702" y="1929649"/>
                <a:ext cx="125280" cy="5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3A3DA9-A920-7671-C732-F8A25D2CC59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862702" y="1921009"/>
                  <a:ext cx="142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066803-7F2A-2354-74CC-A72814B78B51}"/>
                    </a:ext>
                  </a:extLst>
                </p14:cNvPr>
                <p14:cNvContentPartPr/>
                <p14:nvPr/>
              </p14:nvContentPartPr>
              <p14:xfrm>
                <a:off x="5111822" y="1921729"/>
                <a:ext cx="27360" cy="2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066803-7F2A-2354-74CC-A72814B78B5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102822" y="1913089"/>
                  <a:ext cx="45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EF1FD25-E30D-CAC0-EDC3-2DFB079B4592}"/>
                    </a:ext>
                  </a:extLst>
                </p14:cNvPr>
                <p14:cNvContentPartPr/>
                <p14:nvPr/>
              </p14:nvContentPartPr>
              <p14:xfrm>
                <a:off x="5131262" y="1987249"/>
                <a:ext cx="29520" cy="55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EF1FD25-E30D-CAC0-EDC3-2DFB079B459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122262" y="1978249"/>
                  <a:ext cx="47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85E8BC9-82D1-7A28-71D0-D64BD113D113}"/>
                    </a:ext>
                  </a:extLst>
                </p14:cNvPr>
                <p14:cNvContentPartPr/>
                <p14:nvPr/>
              </p14:nvContentPartPr>
              <p14:xfrm>
                <a:off x="5270222" y="1888249"/>
                <a:ext cx="154440" cy="168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85E8BC9-82D1-7A28-71D0-D64BD113D11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261222" y="1879249"/>
                  <a:ext cx="172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65EDDBD-C14B-482E-60AD-AA9FE45469DF}"/>
                    </a:ext>
                  </a:extLst>
                </p14:cNvPr>
                <p14:cNvContentPartPr/>
                <p14:nvPr/>
              </p14:nvContentPartPr>
              <p14:xfrm>
                <a:off x="5301542" y="1839649"/>
                <a:ext cx="138240" cy="35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65EDDBD-C14B-482E-60AD-AA9FE45469D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292542" y="1830649"/>
                  <a:ext cx="15588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8472546-62A6-A93E-B579-295C546FA62A}"/>
              </a:ext>
            </a:extLst>
          </p:cNvPr>
          <p:cNvGrpSpPr/>
          <p:nvPr/>
        </p:nvGrpSpPr>
        <p:grpSpPr>
          <a:xfrm>
            <a:off x="4541582" y="2173369"/>
            <a:ext cx="965880" cy="220680"/>
            <a:chOff x="4541582" y="2173369"/>
            <a:chExt cx="96588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4181192-E5C8-5DA4-EA25-D399F16BFDF4}"/>
                    </a:ext>
                  </a:extLst>
                </p14:cNvPr>
                <p14:cNvContentPartPr/>
                <p14:nvPr/>
              </p14:nvContentPartPr>
              <p14:xfrm>
                <a:off x="4541582" y="2287489"/>
                <a:ext cx="226440" cy="38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4181192-E5C8-5DA4-EA25-D399F16BFDF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532942" y="2278849"/>
                  <a:ext cx="244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E923BE9-906E-7CD5-3351-5141F3529465}"/>
                    </a:ext>
                  </a:extLst>
                </p14:cNvPr>
                <p14:cNvContentPartPr/>
                <p14:nvPr/>
              </p14:nvContentPartPr>
              <p14:xfrm>
                <a:off x="4868102" y="2188849"/>
                <a:ext cx="32400" cy="205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E923BE9-906E-7CD5-3351-5141F352946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59462" y="2180209"/>
                  <a:ext cx="50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646CF5-99B4-5F70-3AE1-CA05FE5E3BD1}"/>
                    </a:ext>
                  </a:extLst>
                </p14:cNvPr>
                <p14:cNvContentPartPr/>
                <p14:nvPr/>
              </p14:nvContentPartPr>
              <p14:xfrm>
                <a:off x="4847222" y="2173369"/>
                <a:ext cx="185400" cy="212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646CF5-99B4-5F70-3AE1-CA05FE5E3BD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38582" y="2164729"/>
                  <a:ext cx="203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3186BB-4567-B6F3-5576-219F6DCED501}"/>
                    </a:ext>
                  </a:extLst>
                </p14:cNvPr>
                <p14:cNvContentPartPr/>
                <p14:nvPr/>
              </p14:nvContentPartPr>
              <p14:xfrm>
                <a:off x="5129102" y="2242489"/>
                <a:ext cx="36360" cy="38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3186BB-4567-B6F3-5576-219F6DCED50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120462" y="2233489"/>
                  <a:ext cx="54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2B48EF-25C0-DD33-E34E-C614B5E79C2E}"/>
                    </a:ext>
                  </a:extLst>
                </p14:cNvPr>
                <p14:cNvContentPartPr/>
                <p14:nvPr/>
              </p14:nvContentPartPr>
              <p14:xfrm>
                <a:off x="5139182" y="2315569"/>
                <a:ext cx="44280" cy="56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2B48EF-25C0-DD33-E34E-C614B5E79C2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130182" y="2306569"/>
                  <a:ext cx="61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FF8B384-8589-5AE1-1342-BA1F0CEF5E4C}"/>
                    </a:ext>
                  </a:extLst>
                </p14:cNvPr>
                <p14:cNvContentPartPr/>
                <p14:nvPr/>
              </p14:nvContentPartPr>
              <p14:xfrm>
                <a:off x="5289662" y="2178409"/>
                <a:ext cx="173880" cy="167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FF8B384-8589-5AE1-1342-BA1F0CEF5E4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280662" y="2169769"/>
                  <a:ext cx="191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69973BD-DA66-DBCD-AB57-0627570B5EE3}"/>
                    </a:ext>
                  </a:extLst>
                </p14:cNvPr>
                <p14:cNvContentPartPr/>
                <p14:nvPr/>
              </p14:nvContentPartPr>
              <p14:xfrm>
                <a:off x="5387942" y="2272009"/>
                <a:ext cx="34200" cy="120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69973BD-DA66-DBCD-AB57-0627570B5EE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378942" y="2263009"/>
                  <a:ext cx="51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4C956FA-46E9-87FA-2434-F5673DB0842C}"/>
                    </a:ext>
                  </a:extLst>
                </p14:cNvPr>
                <p14:cNvContentPartPr/>
                <p14:nvPr/>
              </p14:nvContentPartPr>
              <p14:xfrm>
                <a:off x="5355902" y="2277049"/>
                <a:ext cx="151560" cy="18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4C956FA-46E9-87FA-2434-F5673DB0842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46902" y="2268409"/>
                  <a:ext cx="16920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D0580DC-967C-DA67-7B33-B7E847410969}"/>
                  </a:ext>
                </a:extLst>
              </p14:cNvPr>
              <p14:cNvContentPartPr/>
              <p14:nvPr/>
            </p14:nvContentPartPr>
            <p14:xfrm>
              <a:off x="6078782" y="3530209"/>
              <a:ext cx="26280" cy="1879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D0580DC-967C-DA67-7B33-B7E847410969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069782" y="3521569"/>
                <a:ext cx="439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5CBD576-07B0-DF85-8450-794DE2631937}"/>
                  </a:ext>
                </a:extLst>
              </p14:cNvPr>
              <p14:cNvContentPartPr/>
              <p14:nvPr/>
            </p14:nvContentPartPr>
            <p14:xfrm>
              <a:off x="5970782" y="3507529"/>
              <a:ext cx="179640" cy="378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5CBD576-07B0-DF85-8450-794DE2631937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5961782" y="3498889"/>
                <a:ext cx="1972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C3FC7A5-2DBA-8105-BCC3-E6288965CF05}"/>
                  </a:ext>
                </a:extLst>
              </p14:cNvPr>
              <p14:cNvContentPartPr/>
              <p14:nvPr/>
            </p14:nvContentPartPr>
            <p14:xfrm>
              <a:off x="6147182" y="3614449"/>
              <a:ext cx="156960" cy="1040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C3FC7A5-2DBA-8105-BCC3-E6288965CF05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138542" y="3605809"/>
                <a:ext cx="17460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4D42A6D-347B-E584-5E0D-9BE25F67D719}"/>
                  </a:ext>
                </a:extLst>
              </p14:cNvPr>
              <p14:cNvContentPartPr/>
              <p14:nvPr/>
            </p14:nvContentPartPr>
            <p14:xfrm>
              <a:off x="6355622" y="3615169"/>
              <a:ext cx="86760" cy="867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4D42A6D-347B-E584-5E0D-9BE25F67D719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6346982" y="3606529"/>
                <a:ext cx="1044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E23A106-F800-B9D1-3EFB-00F169D696A9}"/>
                  </a:ext>
                </a:extLst>
              </p14:cNvPr>
              <p14:cNvContentPartPr/>
              <p14:nvPr/>
            </p14:nvContentPartPr>
            <p14:xfrm>
              <a:off x="6687542" y="3610129"/>
              <a:ext cx="28080" cy="2199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E23A106-F800-B9D1-3EFB-00F169D696A9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678902" y="3601129"/>
                <a:ext cx="457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9A692C6-F977-E665-CB6D-B28D8207546B}"/>
                  </a:ext>
                </a:extLst>
              </p14:cNvPr>
              <p14:cNvContentPartPr/>
              <p14:nvPr/>
            </p14:nvContentPartPr>
            <p14:xfrm>
              <a:off x="6688622" y="3558649"/>
              <a:ext cx="117360" cy="982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9A692C6-F977-E665-CB6D-B28D8207546B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679622" y="3550009"/>
                <a:ext cx="1350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00D439C-E6C3-8FBF-7FB5-E28C9B70DA2F}"/>
                  </a:ext>
                </a:extLst>
              </p14:cNvPr>
              <p14:cNvContentPartPr/>
              <p14:nvPr/>
            </p14:nvContentPartPr>
            <p14:xfrm>
              <a:off x="6860342" y="3586729"/>
              <a:ext cx="190080" cy="1126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00D439C-E6C3-8FBF-7FB5-E28C9B70DA2F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851342" y="3578089"/>
                <a:ext cx="2077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E4B629F-754A-8F49-5568-39BFAABEFBFB}"/>
                  </a:ext>
                </a:extLst>
              </p14:cNvPr>
              <p14:cNvContentPartPr/>
              <p14:nvPr/>
            </p14:nvContentPartPr>
            <p14:xfrm>
              <a:off x="7065902" y="3531289"/>
              <a:ext cx="28080" cy="1512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E4B629F-754A-8F49-5568-39BFAABEFBFB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057262" y="3522289"/>
                <a:ext cx="457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226FB7E-4003-1785-D0D1-65250982F0B5}"/>
                  </a:ext>
                </a:extLst>
              </p14:cNvPr>
              <p14:cNvContentPartPr/>
              <p14:nvPr/>
            </p14:nvContentPartPr>
            <p14:xfrm>
              <a:off x="7130342" y="3531289"/>
              <a:ext cx="91800" cy="1648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226FB7E-4003-1785-D0D1-65250982F0B5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121702" y="3522649"/>
                <a:ext cx="1094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80D0CCB-6C8B-5F61-E054-FA9366D79BC4}"/>
                  </a:ext>
                </a:extLst>
              </p14:cNvPr>
              <p14:cNvContentPartPr/>
              <p14:nvPr/>
            </p14:nvContentPartPr>
            <p14:xfrm>
              <a:off x="7013342" y="3550729"/>
              <a:ext cx="108000" cy="183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80D0CCB-6C8B-5F61-E054-FA9366D79BC4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004702" y="3541729"/>
                <a:ext cx="125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40090CF-FE34-D146-A85B-FEB3BB932D7A}"/>
                  </a:ext>
                </a:extLst>
              </p14:cNvPr>
              <p14:cNvContentPartPr/>
              <p14:nvPr/>
            </p14:nvContentPartPr>
            <p14:xfrm>
              <a:off x="7280102" y="3583129"/>
              <a:ext cx="64080" cy="1004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40090CF-FE34-D146-A85B-FEB3BB932D7A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271462" y="3574129"/>
                <a:ext cx="817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0A6D124-8456-020F-35FB-92B268361122}"/>
                  </a:ext>
                </a:extLst>
              </p14:cNvPr>
              <p14:cNvContentPartPr/>
              <p14:nvPr/>
            </p14:nvContentPartPr>
            <p14:xfrm>
              <a:off x="7652342" y="3480529"/>
              <a:ext cx="63360" cy="2095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0A6D124-8456-020F-35FB-92B268361122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7643342" y="3471889"/>
                <a:ext cx="81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E0E6894-D65A-1150-8408-59F5FA3FBCC7}"/>
                  </a:ext>
                </a:extLst>
              </p14:cNvPr>
              <p14:cNvContentPartPr/>
              <p14:nvPr/>
            </p14:nvContentPartPr>
            <p14:xfrm>
              <a:off x="7630742" y="3560089"/>
              <a:ext cx="209880" cy="1278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E0E6894-D65A-1150-8408-59F5FA3FBCC7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7622102" y="3551089"/>
                <a:ext cx="2275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A55E800-7607-D284-91BC-99D57E3A07F9}"/>
                  </a:ext>
                </a:extLst>
              </p14:cNvPr>
              <p14:cNvContentPartPr/>
              <p14:nvPr/>
            </p14:nvContentPartPr>
            <p14:xfrm>
              <a:off x="8044382" y="3566209"/>
              <a:ext cx="151560" cy="3528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A55E800-7607-D284-91BC-99D57E3A07F9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8035742" y="3557569"/>
                <a:ext cx="1692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AE55FCB-321E-0B0C-B8A3-700640BCFEF3}"/>
                  </a:ext>
                </a:extLst>
              </p14:cNvPr>
              <p14:cNvContentPartPr/>
              <p14:nvPr/>
            </p14:nvContentPartPr>
            <p14:xfrm>
              <a:off x="8233742" y="3558649"/>
              <a:ext cx="72000" cy="1076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AE55FCB-321E-0B0C-B8A3-700640BCFEF3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8225102" y="3549649"/>
                <a:ext cx="89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8CB2CE2-26E4-D599-D297-ED5CEA7AE81D}"/>
                  </a:ext>
                </a:extLst>
              </p14:cNvPr>
              <p14:cNvContentPartPr/>
              <p14:nvPr/>
            </p14:nvContentPartPr>
            <p14:xfrm>
              <a:off x="8355422" y="3400249"/>
              <a:ext cx="238680" cy="2919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8CB2CE2-26E4-D599-D297-ED5CEA7AE81D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8346782" y="3391249"/>
                <a:ext cx="256320" cy="30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3F6F008-1D3D-423E-8EAC-3D4533F41C53}"/>
              </a:ext>
            </a:extLst>
          </p:cNvPr>
          <p:cNvGrpSpPr/>
          <p:nvPr/>
        </p:nvGrpSpPr>
        <p:grpSpPr>
          <a:xfrm>
            <a:off x="8612822" y="3608329"/>
            <a:ext cx="49680" cy="127440"/>
            <a:chOff x="8612822" y="3608329"/>
            <a:chExt cx="4968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9106ACD-62E1-7E38-2E89-8518EF617EE2}"/>
                    </a:ext>
                  </a:extLst>
                </p14:cNvPr>
                <p14:cNvContentPartPr/>
                <p14:nvPr/>
              </p14:nvContentPartPr>
              <p14:xfrm>
                <a:off x="8612822" y="3608329"/>
                <a:ext cx="38520" cy="44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9106ACD-62E1-7E38-2E89-8518EF617EE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603822" y="3599329"/>
                  <a:ext cx="56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C74D96E-FE19-5D7F-5FBD-FFE5D32060BD}"/>
                    </a:ext>
                  </a:extLst>
                </p14:cNvPr>
                <p14:cNvContentPartPr/>
                <p14:nvPr/>
              </p14:nvContentPartPr>
              <p14:xfrm>
                <a:off x="8618582" y="3695089"/>
                <a:ext cx="43920" cy="40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C74D96E-FE19-5D7F-5FBD-FFE5D32060B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609582" y="3686449"/>
                  <a:ext cx="6156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7645803-42E8-DF1A-E46A-F5D4B492218A}"/>
                  </a:ext>
                </a:extLst>
              </p14:cNvPr>
              <p14:cNvContentPartPr/>
              <p14:nvPr/>
            </p14:nvContentPartPr>
            <p14:xfrm>
              <a:off x="6026582" y="4047529"/>
              <a:ext cx="165240" cy="1677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7645803-42E8-DF1A-E46A-F5D4B492218A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6017942" y="4038529"/>
                <a:ext cx="18288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12FA296-8358-9400-834B-56A2F77CE23D}"/>
              </a:ext>
            </a:extLst>
          </p:cNvPr>
          <p:cNvGrpSpPr/>
          <p:nvPr/>
        </p:nvGrpSpPr>
        <p:grpSpPr>
          <a:xfrm>
            <a:off x="6373622" y="3982729"/>
            <a:ext cx="1094040" cy="196920"/>
            <a:chOff x="6373622" y="3982729"/>
            <a:chExt cx="109404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F26545B-B88A-9B2C-270F-51C46DAB6B52}"/>
                    </a:ext>
                  </a:extLst>
                </p14:cNvPr>
                <p14:cNvContentPartPr/>
                <p14:nvPr/>
              </p14:nvContentPartPr>
              <p14:xfrm>
                <a:off x="6373622" y="3989209"/>
                <a:ext cx="130320" cy="190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F26545B-B88A-9B2C-270F-51C46DAB6B5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364982" y="3980569"/>
                  <a:ext cx="147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27D0548-2173-9CD4-DF5E-6667C0FD2BC5}"/>
                    </a:ext>
                  </a:extLst>
                </p14:cNvPr>
                <p14:cNvContentPartPr/>
                <p14:nvPr/>
              </p14:nvContentPartPr>
              <p14:xfrm>
                <a:off x="6606542" y="4105129"/>
                <a:ext cx="213840" cy="18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27D0548-2173-9CD4-DF5E-6667C0FD2BC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597902" y="4096129"/>
                  <a:ext cx="23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66A9EB2-8A73-D4A5-711D-F2647D2FBCDE}"/>
                    </a:ext>
                  </a:extLst>
                </p14:cNvPr>
                <p14:cNvContentPartPr/>
                <p14:nvPr/>
              </p14:nvContentPartPr>
              <p14:xfrm>
                <a:off x="7008662" y="3982729"/>
                <a:ext cx="150120" cy="175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66A9EB2-8A73-D4A5-711D-F2647D2FBCD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999662" y="3973729"/>
                  <a:ext cx="167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7F7F6FB-76E0-9135-36B7-376464DC1EA2}"/>
                    </a:ext>
                  </a:extLst>
                </p14:cNvPr>
                <p14:cNvContentPartPr/>
                <p14:nvPr/>
              </p14:nvContentPartPr>
              <p14:xfrm>
                <a:off x="7035662" y="4074529"/>
                <a:ext cx="127080" cy="29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7F7F6FB-76E0-9135-36B7-376464DC1EA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027022" y="4065529"/>
                  <a:ext cx="144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FC17248-4802-675A-4E30-3654F724FC3D}"/>
                    </a:ext>
                  </a:extLst>
                </p14:cNvPr>
                <p14:cNvContentPartPr/>
                <p14:nvPr/>
              </p14:nvContentPartPr>
              <p14:xfrm>
                <a:off x="7260662" y="4100809"/>
                <a:ext cx="207000" cy="16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FC17248-4802-675A-4E30-3654F724FC3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252022" y="4092169"/>
                  <a:ext cx="22464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3540186-24F4-14B8-9CF3-9DAB6D8242A3}"/>
                  </a:ext>
                </a:extLst>
              </p14:cNvPr>
              <p14:cNvContentPartPr/>
              <p14:nvPr/>
            </p14:nvContentPartPr>
            <p14:xfrm>
              <a:off x="7629662" y="3953929"/>
              <a:ext cx="218880" cy="3002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3540186-24F4-14B8-9CF3-9DAB6D8242A3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621022" y="3945289"/>
                <a:ext cx="23652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36EBF99-40FA-9257-56F8-5F0CD293EB07}"/>
              </a:ext>
            </a:extLst>
          </p:cNvPr>
          <p:cNvGrpSpPr/>
          <p:nvPr/>
        </p:nvGrpSpPr>
        <p:grpSpPr>
          <a:xfrm>
            <a:off x="6321062" y="4262449"/>
            <a:ext cx="791280" cy="193680"/>
            <a:chOff x="6321062" y="4262449"/>
            <a:chExt cx="7912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92318F4-0899-C495-D015-3DD559966D9E}"/>
                    </a:ext>
                  </a:extLst>
                </p14:cNvPr>
                <p14:cNvContentPartPr/>
                <p14:nvPr/>
              </p14:nvContentPartPr>
              <p14:xfrm>
                <a:off x="6321062" y="4340209"/>
                <a:ext cx="197280" cy="96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92318F4-0899-C495-D015-3DD559966D9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312422" y="4331209"/>
                  <a:ext cx="214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CDBE31C-7605-EE38-0C74-589867E03E85}"/>
                    </a:ext>
                  </a:extLst>
                </p14:cNvPr>
                <p14:cNvContentPartPr/>
                <p14:nvPr/>
              </p14:nvContentPartPr>
              <p14:xfrm>
                <a:off x="6612662" y="4262449"/>
                <a:ext cx="198720" cy="175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CDBE31C-7605-EE38-0C74-589867E03E8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604022" y="4253449"/>
                  <a:ext cx="216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0842461-3BF8-E260-0190-BCDD120BB5F1}"/>
                    </a:ext>
                  </a:extLst>
                </p14:cNvPr>
                <p14:cNvContentPartPr/>
                <p14:nvPr/>
              </p14:nvContentPartPr>
              <p14:xfrm>
                <a:off x="6852782" y="4330489"/>
                <a:ext cx="90720" cy="1256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0842461-3BF8-E260-0190-BCDD120BB5F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844142" y="4321849"/>
                  <a:ext cx="108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3B3B582-4EB1-D54B-5CBE-1882025F9BC4}"/>
                    </a:ext>
                  </a:extLst>
                </p14:cNvPr>
                <p14:cNvContentPartPr/>
                <p14:nvPr/>
              </p14:nvContentPartPr>
              <p14:xfrm>
                <a:off x="7031702" y="4270009"/>
                <a:ext cx="29520" cy="176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3B3B582-4EB1-D54B-5CBE-1882025F9BC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022702" y="4261369"/>
                  <a:ext cx="47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95025BF-D8B0-5945-6BD6-D8B79EC52F9F}"/>
                    </a:ext>
                  </a:extLst>
                </p14:cNvPr>
                <p14:cNvContentPartPr/>
                <p14:nvPr/>
              </p14:nvContentPartPr>
              <p14:xfrm>
                <a:off x="7009382" y="4340929"/>
                <a:ext cx="102960" cy="34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95025BF-D8B0-5945-6BD6-D8B79EC52F9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000382" y="4332289"/>
                  <a:ext cx="1206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83E80B3-26E5-BD3D-648E-7A2032B71246}"/>
              </a:ext>
            </a:extLst>
          </p:cNvPr>
          <p:cNvGrpSpPr/>
          <p:nvPr/>
        </p:nvGrpSpPr>
        <p:grpSpPr>
          <a:xfrm>
            <a:off x="7255622" y="4314289"/>
            <a:ext cx="386640" cy="208800"/>
            <a:chOff x="7255622" y="4314289"/>
            <a:chExt cx="38664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C3DF211-DD6C-A1E4-D60B-8CAECB9A3508}"/>
                    </a:ext>
                  </a:extLst>
                </p14:cNvPr>
                <p14:cNvContentPartPr/>
                <p14:nvPr/>
              </p14:nvContentPartPr>
              <p14:xfrm>
                <a:off x="7268222" y="4398889"/>
                <a:ext cx="87120" cy="3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C3DF211-DD6C-A1E4-D60B-8CAECB9A350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259222" y="4390249"/>
                  <a:ext cx="104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9A02FBF-90DF-DD12-1813-A6A05042FAEF}"/>
                    </a:ext>
                  </a:extLst>
                </p14:cNvPr>
                <p14:cNvContentPartPr/>
                <p14:nvPr/>
              </p14:nvContentPartPr>
              <p14:xfrm>
                <a:off x="7255622" y="4435249"/>
                <a:ext cx="116280" cy="12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9A02FBF-90DF-DD12-1813-A6A05042FAE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246622" y="4426609"/>
                  <a:ext cx="133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6A85524-23CE-BA7C-9EB1-0A74734AEB5E}"/>
                    </a:ext>
                  </a:extLst>
                </p14:cNvPr>
                <p14:cNvContentPartPr/>
                <p14:nvPr/>
              </p14:nvContentPartPr>
              <p14:xfrm>
                <a:off x="7495382" y="4314289"/>
                <a:ext cx="146880" cy="2088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6A85524-23CE-BA7C-9EB1-0A74734AEB5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486382" y="4305289"/>
                  <a:ext cx="16452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5C47414-51F0-0D19-3EB8-4D9E605C6A9D}"/>
                  </a:ext>
                </a:extLst>
              </p14:cNvPr>
              <p14:cNvContentPartPr/>
              <p14:nvPr/>
            </p14:nvContentPartPr>
            <p14:xfrm>
              <a:off x="6024062" y="4687609"/>
              <a:ext cx="172440" cy="1382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5C47414-51F0-0D19-3EB8-4D9E605C6A9D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6015062" y="4678969"/>
                <a:ext cx="19008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78D1537-454B-8591-33F2-A4F9A3883B43}"/>
              </a:ext>
            </a:extLst>
          </p:cNvPr>
          <p:cNvGrpSpPr/>
          <p:nvPr/>
        </p:nvGrpSpPr>
        <p:grpSpPr>
          <a:xfrm>
            <a:off x="6303062" y="4610569"/>
            <a:ext cx="1642680" cy="557280"/>
            <a:chOff x="6303062" y="4610569"/>
            <a:chExt cx="1642680" cy="55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E16AB4E-148B-4208-9D8A-5F3222DA0E9F}"/>
                    </a:ext>
                  </a:extLst>
                </p14:cNvPr>
                <p14:cNvContentPartPr/>
                <p14:nvPr/>
              </p14:nvContentPartPr>
              <p14:xfrm>
                <a:off x="6377942" y="4610569"/>
                <a:ext cx="113400" cy="194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E16AB4E-148B-4208-9D8A-5F3222DA0E9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69302" y="4601929"/>
                  <a:ext cx="131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ED1AFE2-7C94-AA47-3232-026E226BB50C}"/>
                    </a:ext>
                  </a:extLst>
                </p14:cNvPr>
                <p14:cNvContentPartPr/>
                <p14:nvPr/>
              </p14:nvContentPartPr>
              <p14:xfrm>
                <a:off x="6574142" y="4726849"/>
                <a:ext cx="173520" cy="23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ED1AFE2-7C94-AA47-3232-026E226BB50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565142" y="4717849"/>
                  <a:ext cx="191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B64961C-31C7-854C-A63A-13CDCC443171}"/>
                    </a:ext>
                  </a:extLst>
                </p14:cNvPr>
                <p14:cNvContentPartPr/>
                <p14:nvPr/>
              </p14:nvContentPartPr>
              <p14:xfrm>
                <a:off x="6843422" y="4665649"/>
                <a:ext cx="25200" cy="125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B64961C-31C7-854C-A63A-13CDCC44317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834422" y="4657009"/>
                  <a:ext cx="42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9022BA8-5A42-E113-1B22-C8A535B9964B}"/>
                    </a:ext>
                  </a:extLst>
                </p14:cNvPr>
                <p14:cNvContentPartPr/>
                <p14:nvPr/>
              </p14:nvContentPartPr>
              <p14:xfrm>
                <a:off x="6824342" y="4656289"/>
                <a:ext cx="141120" cy="158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9022BA8-5A42-E113-1B22-C8A535B9964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815342" y="4647289"/>
                  <a:ext cx="158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4E5BBFA-338D-4DDE-A1D2-B1FE0910F35B}"/>
                    </a:ext>
                  </a:extLst>
                </p14:cNvPr>
                <p14:cNvContentPartPr/>
                <p14:nvPr/>
              </p14:nvContentPartPr>
              <p14:xfrm>
                <a:off x="7058702" y="4745569"/>
                <a:ext cx="134280" cy="10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4E5BBFA-338D-4DDE-A1D2-B1FE0910F35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049702" y="4736569"/>
                  <a:ext cx="151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743929E-069C-65EA-2FAC-56DC22468217}"/>
                    </a:ext>
                  </a:extLst>
                </p14:cNvPr>
                <p14:cNvContentPartPr/>
                <p14:nvPr/>
              </p14:nvContentPartPr>
              <p14:xfrm>
                <a:off x="7265702" y="4637569"/>
                <a:ext cx="104400" cy="191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743929E-069C-65EA-2FAC-56DC2246821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257062" y="4628569"/>
                  <a:ext cx="122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189251F-715F-2A30-C28E-A90FED268578}"/>
                    </a:ext>
                  </a:extLst>
                </p14:cNvPr>
                <p14:cNvContentPartPr/>
                <p14:nvPr/>
              </p14:nvContentPartPr>
              <p14:xfrm>
                <a:off x="7258142" y="4722169"/>
                <a:ext cx="156960" cy="547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189251F-715F-2A30-C28E-A90FED26857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249502" y="4713169"/>
                  <a:ext cx="174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D708A7F-9428-EB8D-2663-4B1D7E8C8C54}"/>
                    </a:ext>
                  </a:extLst>
                </p14:cNvPr>
                <p14:cNvContentPartPr/>
                <p14:nvPr/>
              </p14:nvContentPartPr>
              <p14:xfrm>
                <a:off x="7482062" y="4738009"/>
                <a:ext cx="177120" cy="19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D708A7F-9428-EB8D-2663-4B1D7E8C8C5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473422" y="4729369"/>
                  <a:ext cx="194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CC6F24B-BA61-E479-76A0-56652EA23E93}"/>
                    </a:ext>
                  </a:extLst>
                </p14:cNvPr>
                <p14:cNvContentPartPr/>
                <p14:nvPr/>
              </p14:nvContentPartPr>
              <p14:xfrm>
                <a:off x="7730822" y="4646929"/>
                <a:ext cx="214920" cy="283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CC6F24B-BA61-E479-76A0-56652EA23E9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721822" y="4637929"/>
                  <a:ext cx="232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28841E9-FEF9-5479-E23D-6A750BFB6F49}"/>
                    </a:ext>
                  </a:extLst>
                </p14:cNvPr>
                <p14:cNvContentPartPr/>
                <p14:nvPr/>
              </p14:nvContentPartPr>
              <p14:xfrm>
                <a:off x="6303062" y="5046889"/>
                <a:ext cx="154800" cy="25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28841E9-FEF9-5479-E23D-6A750BFB6F4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294062" y="5037889"/>
                  <a:ext cx="172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6485A32-B55E-2CD3-9A07-85359458E743}"/>
                    </a:ext>
                  </a:extLst>
                </p14:cNvPr>
                <p14:cNvContentPartPr/>
                <p14:nvPr/>
              </p14:nvContentPartPr>
              <p14:xfrm>
                <a:off x="6389462" y="5032489"/>
                <a:ext cx="102240" cy="94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6485A32-B55E-2CD3-9A07-85359458E74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380822" y="5023489"/>
                  <a:ext cx="119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604D54E-16EF-39B3-F80C-24082DBA879D}"/>
                    </a:ext>
                  </a:extLst>
                </p14:cNvPr>
                <p14:cNvContentPartPr/>
                <p14:nvPr/>
              </p14:nvContentPartPr>
              <p14:xfrm>
                <a:off x="6562622" y="4949329"/>
                <a:ext cx="177120" cy="1663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604D54E-16EF-39B3-F80C-24082DBA879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553982" y="4940689"/>
                  <a:ext cx="194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268E114-743A-A8F8-E3BB-A76C64B5A648}"/>
                    </a:ext>
                  </a:extLst>
                </p14:cNvPr>
                <p14:cNvContentPartPr/>
                <p14:nvPr/>
              </p14:nvContentPartPr>
              <p14:xfrm>
                <a:off x="6708422" y="5039689"/>
                <a:ext cx="114840" cy="1015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268E114-743A-A8F8-E3BB-A76C64B5A64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699782" y="5030689"/>
                  <a:ext cx="132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C15FA09-A667-7C27-0623-4EFCCC8434C1}"/>
                    </a:ext>
                  </a:extLst>
                </p14:cNvPr>
                <p14:cNvContentPartPr/>
                <p14:nvPr/>
              </p14:nvContentPartPr>
              <p14:xfrm>
                <a:off x="6841262" y="5043649"/>
                <a:ext cx="88200" cy="70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C15FA09-A667-7C27-0623-4EFCCC8434C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832262" y="5035009"/>
                  <a:ext cx="105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21F3051-4ECC-E682-4FBF-62F25F85572B}"/>
                    </a:ext>
                  </a:extLst>
                </p14:cNvPr>
                <p14:cNvContentPartPr/>
                <p14:nvPr/>
              </p14:nvContentPartPr>
              <p14:xfrm>
                <a:off x="7006502" y="4947169"/>
                <a:ext cx="36360" cy="2206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21F3051-4ECC-E682-4FBF-62F25F85572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997502" y="4938169"/>
                  <a:ext cx="54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9E2D396-E229-7B88-9DB2-790A7FACEF48}"/>
                    </a:ext>
                  </a:extLst>
                </p14:cNvPr>
                <p14:cNvContentPartPr/>
                <p14:nvPr/>
              </p14:nvContentPartPr>
              <p14:xfrm>
                <a:off x="7007222" y="5024929"/>
                <a:ext cx="57600" cy="140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9E2D396-E229-7B88-9DB2-790A7FACEF4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998222" y="5015929"/>
                  <a:ext cx="75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C24D47-9F64-6290-E2DF-5A0AA1D96171}"/>
                    </a:ext>
                  </a:extLst>
                </p14:cNvPr>
                <p14:cNvContentPartPr/>
                <p14:nvPr/>
              </p14:nvContentPartPr>
              <p14:xfrm>
                <a:off x="6844502" y="5034649"/>
                <a:ext cx="57240" cy="33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C24D47-9F64-6290-E2DF-5A0AA1D9617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835862" y="5026009"/>
                  <a:ext cx="74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9AEBDE0-7076-C757-5420-295B40EA1C45}"/>
                    </a:ext>
                  </a:extLst>
                </p14:cNvPr>
                <p14:cNvContentPartPr/>
                <p14:nvPr/>
              </p14:nvContentPartPr>
              <p14:xfrm>
                <a:off x="7210262" y="5073169"/>
                <a:ext cx="95760" cy="29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9AEBDE0-7076-C757-5420-295B40EA1C4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201622" y="5064529"/>
                  <a:ext cx="113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FC26456-93CE-C4F6-312B-F56C0B7E89DF}"/>
                    </a:ext>
                  </a:extLst>
                </p14:cNvPr>
                <p14:cNvContentPartPr/>
                <p14:nvPr/>
              </p14:nvContentPartPr>
              <p14:xfrm>
                <a:off x="7219622" y="5100529"/>
                <a:ext cx="153720" cy="24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FC26456-93CE-C4F6-312B-F56C0B7E89D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210982" y="5091529"/>
                  <a:ext cx="171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3F223F5-0B9A-5B18-6E65-B757CFFDC595}"/>
                    </a:ext>
                  </a:extLst>
                </p14:cNvPr>
                <p14:cNvContentPartPr/>
                <p14:nvPr/>
              </p14:nvContentPartPr>
              <p14:xfrm>
                <a:off x="7478102" y="4961569"/>
                <a:ext cx="152640" cy="170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3F223F5-0B9A-5B18-6E65-B757CFFDC59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469102" y="4952929"/>
                  <a:ext cx="17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6A0F3D3-DE5E-BACF-D413-0784B18959FC}"/>
                    </a:ext>
                  </a:extLst>
                </p14:cNvPr>
                <p14:cNvContentPartPr/>
                <p14:nvPr/>
              </p14:nvContentPartPr>
              <p14:xfrm>
                <a:off x="7510862" y="5020249"/>
                <a:ext cx="174240" cy="277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6A0F3D3-DE5E-BACF-D413-0784B18959F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502222" y="5011609"/>
                  <a:ext cx="1918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B55E290-AABF-4791-A8B6-15DD47BF3A47}"/>
              </a:ext>
            </a:extLst>
          </p:cNvPr>
          <p:cNvGrpSpPr/>
          <p:nvPr/>
        </p:nvGrpSpPr>
        <p:grpSpPr>
          <a:xfrm>
            <a:off x="7963382" y="4650169"/>
            <a:ext cx="1179720" cy="545760"/>
            <a:chOff x="7963382" y="4650169"/>
            <a:chExt cx="117972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270BDD8-2C48-6A6D-9B61-538E6A42AC18}"/>
                    </a:ext>
                  </a:extLst>
                </p14:cNvPr>
                <p14:cNvContentPartPr/>
                <p14:nvPr/>
              </p14:nvContentPartPr>
              <p14:xfrm>
                <a:off x="7963382" y="4650169"/>
                <a:ext cx="176760" cy="545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270BDD8-2C48-6A6D-9B61-538E6A42AC18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954742" y="4641529"/>
                  <a:ext cx="1944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BB152BD-1ABF-BA61-E5A7-D6E9C73C09B4}"/>
                    </a:ext>
                  </a:extLst>
                </p14:cNvPr>
                <p14:cNvContentPartPr/>
                <p14:nvPr/>
              </p14:nvContentPartPr>
              <p14:xfrm>
                <a:off x="8180462" y="4862929"/>
                <a:ext cx="107280" cy="124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BB152BD-1ABF-BA61-E5A7-D6E9C73C09B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171462" y="4854289"/>
                  <a:ext cx="124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FD03EF1-425A-FF9F-42FD-F7B33165BEDC}"/>
                    </a:ext>
                  </a:extLst>
                </p14:cNvPr>
                <p14:cNvContentPartPr/>
                <p14:nvPr/>
              </p14:nvContentPartPr>
              <p14:xfrm>
                <a:off x="8345342" y="4867249"/>
                <a:ext cx="28440" cy="218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FD03EF1-425A-FF9F-42FD-F7B33165BED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336702" y="4858249"/>
                  <a:ext cx="46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C6529C2-4320-FD1C-20A8-DDC6C290E5CE}"/>
                    </a:ext>
                  </a:extLst>
                </p14:cNvPr>
                <p14:cNvContentPartPr/>
                <p14:nvPr/>
              </p14:nvContentPartPr>
              <p14:xfrm>
                <a:off x="8341022" y="4847089"/>
                <a:ext cx="67680" cy="96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C6529C2-4320-FD1C-20A8-DDC6C290E5C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332022" y="4838089"/>
                  <a:ext cx="85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1F6DFAD-7C4B-01F0-A4C5-63D6C0408DDC}"/>
                    </a:ext>
                  </a:extLst>
                </p14:cNvPr>
                <p14:cNvContentPartPr/>
                <p14:nvPr/>
              </p14:nvContentPartPr>
              <p14:xfrm>
                <a:off x="8456582" y="4782649"/>
                <a:ext cx="46440" cy="189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1F6DFAD-7C4B-01F0-A4C5-63D6C0408DD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447942" y="4774009"/>
                  <a:ext cx="640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D53A7BF-A297-24A7-A2D7-7AF8E4751588}"/>
                    </a:ext>
                  </a:extLst>
                </p14:cNvPr>
                <p14:cNvContentPartPr/>
                <p14:nvPr/>
              </p14:nvContentPartPr>
              <p14:xfrm>
                <a:off x="8434982" y="4866889"/>
                <a:ext cx="127800" cy="106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D53A7BF-A297-24A7-A2D7-7AF8E475158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425982" y="4857889"/>
                  <a:ext cx="145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EBA0F8A-4063-BE81-7FFC-F293887F808B}"/>
                    </a:ext>
                  </a:extLst>
                </p14:cNvPr>
                <p14:cNvContentPartPr/>
                <p14:nvPr/>
              </p14:nvContentPartPr>
              <p14:xfrm>
                <a:off x="8545142" y="4779409"/>
                <a:ext cx="28440" cy="396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EBA0F8A-4063-BE81-7FFC-F293887F808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36142" y="4770409"/>
                  <a:ext cx="46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47122A8-4D8C-0620-7A55-FAB57E8AAE4B}"/>
                    </a:ext>
                  </a:extLst>
                </p14:cNvPr>
                <p14:cNvContentPartPr/>
                <p14:nvPr/>
              </p14:nvContentPartPr>
              <p14:xfrm>
                <a:off x="8605262" y="4862929"/>
                <a:ext cx="205920" cy="97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47122A8-4D8C-0620-7A55-FAB57E8AAE4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596262" y="4853929"/>
                  <a:ext cx="223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6ED370B-CB54-94EE-5D77-A8DAC8EBF884}"/>
                    </a:ext>
                  </a:extLst>
                </p14:cNvPr>
                <p14:cNvContentPartPr/>
                <p14:nvPr/>
              </p14:nvContentPartPr>
              <p14:xfrm>
                <a:off x="8832782" y="4725409"/>
                <a:ext cx="310320" cy="261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6ED370B-CB54-94EE-5D77-A8DAC8EBF88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824142" y="4716409"/>
                  <a:ext cx="327960" cy="27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D689F4F1-93CD-5878-2638-429F2BFFA7D6}"/>
                  </a:ext>
                </a:extLst>
              </p14:cNvPr>
              <p14:cNvContentPartPr/>
              <p14:nvPr/>
            </p14:nvContentPartPr>
            <p14:xfrm>
              <a:off x="430382" y="1895809"/>
              <a:ext cx="332280" cy="14328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D689F4F1-93CD-5878-2638-429F2BFFA7D6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421382" y="1887169"/>
                <a:ext cx="349920" cy="1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3091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8610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0000FF"/>
                </a:solidFill>
                <a:latin typeface="Calibri"/>
                <a:cs typeface="Calibri"/>
              </a:rPr>
              <a:t>Admissible</a:t>
            </a:r>
            <a:r>
              <a:rPr sz="4400" spc="-1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0000FF"/>
                </a:solidFill>
                <a:latin typeface="Calibri"/>
                <a:cs typeface="Calibri"/>
              </a:rPr>
              <a:t>heuristics</a:t>
            </a:r>
            <a:r>
              <a:rPr lang="en-US" sz="4400" spc="-10" dirty="0">
                <a:solidFill>
                  <a:srgbClr val="0000FF"/>
                </a:solidFill>
                <a:latin typeface="Calibri"/>
                <a:cs typeface="Calibri"/>
              </a:rPr>
              <a:t> – Tree Search</a:t>
            </a:r>
            <a:endParaRPr sz="44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CE9F59-363B-27C2-7BEB-ECE5585B5D2E}"/>
              </a:ext>
            </a:extLst>
          </p:cNvPr>
          <p:cNvGrpSpPr/>
          <p:nvPr/>
        </p:nvGrpSpPr>
        <p:grpSpPr>
          <a:xfrm>
            <a:off x="6191041" y="689291"/>
            <a:ext cx="2832849" cy="1887397"/>
            <a:chOff x="5836107" y="1272171"/>
            <a:chExt cx="2832849" cy="18873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14:cNvPr>
              <p14:cNvContentPartPr/>
              <p14:nvPr/>
            </p14:nvContentPartPr>
            <p14:xfrm>
              <a:off x="1447800" y="1011163"/>
              <a:ext cx="504720" cy="429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8800" y="1002163"/>
                <a:ext cx="5223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14:cNvPr>
              <p14:cNvContentPartPr/>
              <p14:nvPr/>
            </p14:nvContentPartPr>
            <p14:xfrm>
              <a:off x="1548600" y="1128163"/>
              <a:ext cx="198000" cy="191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39600" y="1119163"/>
                <a:ext cx="21564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F854821-5EE8-41DE-CE5E-59C1DCD7998C}"/>
              </a:ext>
            </a:extLst>
          </p:cNvPr>
          <p:cNvGrpSpPr/>
          <p:nvPr/>
        </p:nvGrpSpPr>
        <p:grpSpPr>
          <a:xfrm>
            <a:off x="4123982" y="745609"/>
            <a:ext cx="1028160" cy="559080"/>
            <a:chOff x="4123982" y="745609"/>
            <a:chExt cx="102816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14:cNvPr>
                <p14:cNvContentPartPr/>
                <p14:nvPr/>
              </p14:nvContentPartPr>
              <p14:xfrm>
                <a:off x="4158902" y="823369"/>
                <a:ext cx="34560" cy="27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49902" y="814369"/>
                  <a:ext cx="52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14:cNvPr>
                <p14:cNvContentPartPr/>
                <p14:nvPr/>
              </p14:nvContentPartPr>
              <p14:xfrm>
                <a:off x="4123982" y="745609"/>
                <a:ext cx="154080" cy="6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14982" y="736969"/>
                  <a:ext cx="171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14:cNvPr>
                <p14:cNvContentPartPr/>
                <p14:nvPr/>
              </p14:nvContentPartPr>
              <p14:xfrm>
                <a:off x="4127222" y="918409"/>
                <a:ext cx="109080" cy="1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18222" y="909409"/>
                  <a:ext cx="126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14:cNvPr>
                <p14:cNvContentPartPr/>
                <p14:nvPr/>
              </p14:nvContentPartPr>
              <p14:xfrm>
                <a:off x="4251062" y="978529"/>
                <a:ext cx="119520" cy="141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42062" y="969529"/>
                  <a:ext cx="137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14:cNvPr>
                <p14:cNvContentPartPr/>
                <p14:nvPr/>
              </p14:nvContentPartPr>
              <p14:xfrm>
                <a:off x="4456262" y="998329"/>
                <a:ext cx="18360" cy="81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47622" y="989689"/>
                  <a:ext cx="36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14:cNvPr>
                <p14:cNvContentPartPr/>
                <p14:nvPr/>
              </p14:nvContentPartPr>
              <p14:xfrm>
                <a:off x="4467062" y="883129"/>
                <a:ext cx="17640" cy="55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58422" y="874129"/>
                  <a:ext cx="35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14:cNvPr>
                <p14:cNvContentPartPr/>
                <p14:nvPr/>
              </p14:nvContentPartPr>
              <p14:xfrm>
                <a:off x="4544462" y="963769"/>
                <a:ext cx="348120" cy="340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35462" y="954769"/>
                  <a:ext cx="3657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14:cNvPr>
                <p14:cNvContentPartPr/>
                <p14:nvPr/>
              </p14:nvContentPartPr>
              <p14:xfrm>
                <a:off x="4975022" y="927409"/>
                <a:ext cx="177120" cy="15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66382" y="918769"/>
                  <a:ext cx="194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14:cNvPr>
                <p14:cNvContentPartPr/>
                <p14:nvPr/>
              </p14:nvContentPartPr>
              <p14:xfrm>
                <a:off x="4128302" y="1176529"/>
                <a:ext cx="641160" cy="35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19662" y="1167529"/>
                  <a:ext cx="658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14:cNvPr>
                <p14:cNvContentPartPr/>
                <p14:nvPr/>
              </p14:nvContentPartPr>
              <p14:xfrm>
                <a:off x="4975382" y="1186249"/>
                <a:ext cx="139680" cy="14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66382" y="1177249"/>
                  <a:ext cx="1573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14:cNvPr>
              <p14:cNvContentPartPr/>
              <p14:nvPr/>
            </p14:nvContentPartPr>
            <p14:xfrm>
              <a:off x="4561742" y="1429249"/>
              <a:ext cx="206280" cy="270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52742" y="1420609"/>
                <a:ext cx="223920" cy="2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2C416B3-39D1-F06C-D1C7-CF8FC93D744B}"/>
              </a:ext>
            </a:extLst>
          </p:cNvPr>
          <p:cNvGrpSpPr/>
          <p:nvPr/>
        </p:nvGrpSpPr>
        <p:grpSpPr>
          <a:xfrm>
            <a:off x="6117662" y="2784289"/>
            <a:ext cx="762840" cy="346680"/>
            <a:chOff x="6117662" y="2784289"/>
            <a:chExt cx="76284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14:cNvPr>
                <p14:cNvContentPartPr/>
                <p14:nvPr/>
              </p14:nvContentPartPr>
              <p14:xfrm>
                <a:off x="6117662" y="2784289"/>
                <a:ext cx="170640" cy="34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08662" y="2775289"/>
                  <a:ext cx="188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14:cNvPr>
                <p14:cNvContentPartPr/>
                <p14:nvPr/>
              </p14:nvContentPartPr>
              <p14:xfrm>
                <a:off x="6142502" y="2954209"/>
                <a:ext cx="137880" cy="64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33502" y="2945209"/>
                  <a:ext cx="155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14:cNvPr>
                <p14:cNvContentPartPr/>
                <p14:nvPr/>
              </p14:nvContentPartPr>
              <p14:xfrm>
                <a:off x="6277862" y="2916409"/>
                <a:ext cx="114840" cy="105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69222" y="2907409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14:cNvPr>
                <p14:cNvContentPartPr/>
                <p14:nvPr/>
              </p14:nvContentPartPr>
              <p14:xfrm>
                <a:off x="6404942" y="2922529"/>
                <a:ext cx="106920" cy="8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95942" y="2913889"/>
                  <a:ext cx="124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14:cNvPr>
                <p14:cNvContentPartPr/>
                <p14:nvPr/>
              </p14:nvContentPartPr>
              <p14:xfrm>
                <a:off x="6550022" y="2864569"/>
                <a:ext cx="65520" cy="16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541382" y="2855569"/>
                  <a:ext cx="83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14:cNvPr>
                <p14:cNvContentPartPr/>
                <p14:nvPr/>
              </p14:nvContentPartPr>
              <p14:xfrm>
                <a:off x="6756662" y="2955649"/>
                <a:ext cx="123840" cy="12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48022" y="2947009"/>
                  <a:ext cx="141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14:cNvPr>
                <p14:cNvContentPartPr/>
                <p14:nvPr/>
              </p14:nvContentPartPr>
              <p14:xfrm>
                <a:off x="6757382" y="2992729"/>
                <a:ext cx="115920" cy="24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48382" y="2983729"/>
                  <a:ext cx="1335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535180-5404-BA4A-CD0A-A1AF6980E46A}"/>
              </a:ext>
            </a:extLst>
          </p:cNvPr>
          <p:cNvGrpSpPr/>
          <p:nvPr/>
        </p:nvGrpSpPr>
        <p:grpSpPr>
          <a:xfrm>
            <a:off x="7069862" y="2778529"/>
            <a:ext cx="1419120" cy="339120"/>
            <a:chOff x="7069862" y="2778529"/>
            <a:chExt cx="141912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14:cNvPr>
                <p14:cNvContentPartPr/>
                <p14:nvPr/>
              </p14:nvContentPartPr>
              <p14:xfrm>
                <a:off x="7069862" y="2867449"/>
                <a:ext cx="128880" cy="250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0862" y="2858449"/>
                  <a:ext cx="14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14:cNvPr>
                <p14:cNvContentPartPr/>
                <p14:nvPr/>
              </p14:nvContentPartPr>
              <p14:xfrm>
                <a:off x="7265342" y="2863849"/>
                <a:ext cx="136440" cy="147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6342" y="2854849"/>
                  <a:ext cx="154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14:cNvPr>
                <p14:cNvContentPartPr/>
                <p14:nvPr/>
              </p14:nvContentPartPr>
              <p14:xfrm>
                <a:off x="7403582" y="2877889"/>
                <a:ext cx="140760" cy="98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94582" y="2868889"/>
                  <a:ext cx="158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14:cNvPr>
                <p14:cNvContentPartPr/>
                <p14:nvPr/>
              </p14:nvContentPartPr>
              <p14:xfrm>
                <a:off x="7564142" y="2823889"/>
                <a:ext cx="64440" cy="200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55502" y="2814889"/>
                  <a:ext cx="82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14:cNvPr>
                <p14:cNvContentPartPr/>
                <p14:nvPr/>
              </p14:nvContentPartPr>
              <p14:xfrm>
                <a:off x="7702742" y="2913529"/>
                <a:ext cx="14256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93742" y="2904889"/>
                  <a:ext cx="160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14:cNvPr>
                <p14:cNvContentPartPr/>
                <p14:nvPr/>
              </p14:nvContentPartPr>
              <p14:xfrm>
                <a:off x="7766822" y="2879329"/>
                <a:ext cx="47880" cy="157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57822" y="2870689"/>
                  <a:ext cx="65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14:cNvPr>
                <p14:cNvContentPartPr/>
                <p14:nvPr/>
              </p14:nvContentPartPr>
              <p14:xfrm>
                <a:off x="7952942" y="2778529"/>
                <a:ext cx="167040" cy="210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43942" y="2769889"/>
                  <a:ext cx="184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14:cNvPr>
                <p14:cNvContentPartPr/>
                <p14:nvPr/>
              </p14:nvContentPartPr>
              <p14:xfrm>
                <a:off x="8117822" y="2847649"/>
                <a:ext cx="130320" cy="157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08822" y="2838649"/>
                  <a:ext cx="147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14:cNvPr>
                <p14:cNvContentPartPr/>
                <p14:nvPr/>
              </p14:nvContentPartPr>
              <p14:xfrm>
                <a:off x="8267582" y="2882569"/>
                <a:ext cx="129960" cy="105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58582" y="2873569"/>
                  <a:ext cx="147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14:cNvPr>
                <p14:cNvContentPartPr/>
                <p14:nvPr/>
              </p14:nvContentPartPr>
              <p14:xfrm>
                <a:off x="8386382" y="2804089"/>
                <a:ext cx="102600" cy="238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77742" y="2795449"/>
                  <a:ext cx="12024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55543F-1D29-2462-1B1C-52989820AAFB}"/>
              </a:ext>
            </a:extLst>
          </p:cNvPr>
          <p:cNvGrpSpPr/>
          <p:nvPr/>
        </p:nvGrpSpPr>
        <p:grpSpPr>
          <a:xfrm>
            <a:off x="948062" y="1433209"/>
            <a:ext cx="560160" cy="678960"/>
            <a:chOff x="948062" y="1433209"/>
            <a:chExt cx="560160" cy="67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1C2552-B863-10B4-12A0-11BF25B24A76}"/>
                    </a:ext>
                  </a:extLst>
                </p14:cNvPr>
                <p14:cNvContentPartPr/>
                <p14:nvPr/>
              </p14:nvContentPartPr>
              <p14:xfrm>
                <a:off x="1153982" y="1433209"/>
                <a:ext cx="354240" cy="334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1C2552-B863-10B4-12A0-11BF25B24A7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45342" y="1424569"/>
                  <a:ext cx="3718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FD4071-BC7C-E3EF-1F97-B5C4024F8BDD}"/>
                    </a:ext>
                  </a:extLst>
                </p14:cNvPr>
                <p14:cNvContentPartPr/>
                <p14:nvPr/>
              </p14:nvContentPartPr>
              <p14:xfrm>
                <a:off x="1034462" y="1880689"/>
                <a:ext cx="142920" cy="177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FD4071-BC7C-E3EF-1F97-B5C4024F8BD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5462" y="1872049"/>
                  <a:ext cx="160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AC8321-3700-74AF-2CBD-21396C93BE38}"/>
                    </a:ext>
                  </a:extLst>
                </p14:cNvPr>
                <p14:cNvContentPartPr/>
                <p14:nvPr/>
              </p14:nvContentPartPr>
              <p14:xfrm>
                <a:off x="1030142" y="1958449"/>
                <a:ext cx="112680" cy="32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DAC8321-3700-74AF-2CBD-21396C93BE3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1142" y="1949809"/>
                  <a:ext cx="130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551FB3-E9A3-0E7E-45D7-9702B0F04C73}"/>
                    </a:ext>
                  </a:extLst>
                </p14:cNvPr>
                <p14:cNvContentPartPr/>
                <p14:nvPr/>
              </p14:nvContentPartPr>
              <p14:xfrm>
                <a:off x="948062" y="1824169"/>
                <a:ext cx="343800" cy="288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551FB3-E9A3-0E7E-45D7-9702B0F04C7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9422" y="1815529"/>
                  <a:ext cx="36144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BD606C-99E9-66BF-EED0-648908FC7BB6}"/>
              </a:ext>
            </a:extLst>
          </p:cNvPr>
          <p:cNvGrpSpPr/>
          <p:nvPr/>
        </p:nvGrpSpPr>
        <p:grpSpPr>
          <a:xfrm>
            <a:off x="1942022" y="1397569"/>
            <a:ext cx="622440" cy="725760"/>
            <a:chOff x="1942022" y="1397569"/>
            <a:chExt cx="622440" cy="72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DAC6AA-5AF2-55B2-D9AC-F3ECDD7847D3}"/>
                    </a:ext>
                  </a:extLst>
                </p14:cNvPr>
                <p14:cNvContentPartPr/>
                <p14:nvPr/>
              </p14:nvContentPartPr>
              <p14:xfrm>
                <a:off x="1942022" y="1397569"/>
                <a:ext cx="290160" cy="483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DAC6AA-5AF2-55B2-D9AC-F3ECDD7847D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933022" y="1388569"/>
                  <a:ext cx="3078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A51B905-F99A-B3D7-D0E5-7FC0E3FBCC1F}"/>
                    </a:ext>
                  </a:extLst>
                </p14:cNvPr>
                <p14:cNvContentPartPr/>
                <p14:nvPr/>
              </p14:nvContentPartPr>
              <p14:xfrm>
                <a:off x="2288702" y="1910929"/>
                <a:ext cx="15120" cy="11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A51B905-F99A-B3D7-D0E5-7FC0E3FBCC1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79702" y="1902289"/>
                  <a:ext cx="32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3170B3-44DB-F995-FEB0-517E54E85B2C}"/>
                    </a:ext>
                  </a:extLst>
                </p14:cNvPr>
                <p14:cNvContentPartPr/>
                <p14:nvPr/>
              </p14:nvContentPartPr>
              <p14:xfrm>
                <a:off x="2262782" y="1869529"/>
                <a:ext cx="176040" cy="175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3170B3-44DB-F995-FEB0-517E54E85B2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54142" y="1860529"/>
                  <a:ext cx="193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F57A40-6CAA-314E-7260-23A172771365}"/>
                    </a:ext>
                  </a:extLst>
                </p14:cNvPr>
                <p14:cNvContentPartPr/>
                <p14:nvPr/>
              </p14:nvContentPartPr>
              <p14:xfrm>
                <a:off x="2194022" y="1761169"/>
                <a:ext cx="370440" cy="36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F57A40-6CAA-314E-7260-23A17277136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85022" y="1752169"/>
                  <a:ext cx="388080" cy="37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B686C5E-8043-7C39-FBD0-D99E8653AF99}"/>
                  </a:ext>
                </a:extLst>
              </p14:cNvPr>
              <p14:cNvContentPartPr/>
              <p14:nvPr/>
            </p14:nvContentPartPr>
            <p14:xfrm>
              <a:off x="1071542" y="1387849"/>
              <a:ext cx="73440" cy="249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B686C5E-8043-7C39-FBD0-D99E8653AF9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62902" y="1378849"/>
                <a:ext cx="910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BCAD415-32F9-186A-3028-34CE837B0DAA}"/>
                  </a:ext>
                </a:extLst>
              </p14:cNvPr>
              <p14:cNvContentPartPr/>
              <p14:nvPr/>
            </p14:nvContentPartPr>
            <p14:xfrm>
              <a:off x="2122022" y="1446169"/>
              <a:ext cx="124200" cy="106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BCAD415-32F9-186A-3028-34CE837B0DA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113382" y="1437169"/>
                <a:ext cx="1418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2EE1F35-E26C-634D-CF0C-7D669D226384}"/>
                  </a:ext>
                </a:extLst>
              </p14:cNvPr>
              <p14:cNvContentPartPr/>
              <p14:nvPr/>
            </p14:nvContentPartPr>
            <p14:xfrm>
              <a:off x="4341782" y="1408009"/>
              <a:ext cx="539280" cy="399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2EE1F35-E26C-634D-CF0C-7D669D22638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333142" y="1399009"/>
                <a:ext cx="556920" cy="41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FB619B67-3052-0BA6-1ABF-FC9F46B10A8F}"/>
              </a:ext>
            </a:extLst>
          </p:cNvPr>
          <p:cNvGrpSpPr/>
          <p:nvPr/>
        </p:nvGrpSpPr>
        <p:grpSpPr>
          <a:xfrm>
            <a:off x="4231982" y="1851169"/>
            <a:ext cx="951480" cy="542880"/>
            <a:chOff x="4231982" y="1851169"/>
            <a:chExt cx="95148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8D88EA-8176-A452-D2C7-C1BF019640BB}"/>
                    </a:ext>
                  </a:extLst>
                </p14:cNvPr>
                <p14:cNvContentPartPr/>
                <p14:nvPr/>
              </p14:nvContentPartPr>
              <p14:xfrm>
                <a:off x="4231982" y="1859809"/>
                <a:ext cx="164160" cy="197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8D88EA-8176-A452-D2C7-C1BF019640B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23342" y="1850809"/>
                  <a:ext cx="181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C580BC-B523-14B7-DF2C-CA36FFB265D6}"/>
                    </a:ext>
                  </a:extLst>
                </p14:cNvPr>
                <p14:cNvContentPartPr/>
                <p14:nvPr/>
              </p14:nvContentPartPr>
              <p14:xfrm>
                <a:off x="4522142" y="1954129"/>
                <a:ext cx="217440" cy="30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C580BC-B523-14B7-DF2C-CA36FFB265D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13502" y="1945129"/>
                  <a:ext cx="235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43D933-27FE-D505-EFA2-17B6BAE518E7}"/>
                    </a:ext>
                  </a:extLst>
                </p14:cNvPr>
                <p14:cNvContentPartPr/>
                <p14:nvPr/>
              </p14:nvContentPartPr>
              <p14:xfrm>
                <a:off x="4861622" y="1851169"/>
                <a:ext cx="154440" cy="221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43D933-27FE-D505-EFA2-17B6BAE518E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852982" y="1842529"/>
                  <a:ext cx="1720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3A3DA9-A920-7671-C732-F8A25D2CC591}"/>
                    </a:ext>
                  </a:extLst>
                </p14:cNvPr>
                <p14:cNvContentPartPr/>
                <p14:nvPr/>
              </p14:nvContentPartPr>
              <p14:xfrm>
                <a:off x="4871702" y="1929649"/>
                <a:ext cx="125280" cy="5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3A3DA9-A920-7671-C732-F8A25D2CC59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862702" y="1921009"/>
                  <a:ext cx="142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066803-7F2A-2354-74CC-A72814B78B51}"/>
                    </a:ext>
                  </a:extLst>
                </p14:cNvPr>
                <p14:cNvContentPartPr/>
                <p14:nvPr/>
              </p14:nvContentPartPr>
              <p14:xfrm>
                <a:off x="5111822" y="1921729"/>
                <a:ext cx="27360" cy="2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066803-7F2A-2354-74CC-A72814B78B5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02822" y="1913089"/>
                  <a:ext cx="45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EF1FD25-E30D-CAC0-EDC3-2DFB079B4592}"/>
                    </a:ext>
                  </a:extLst>
                </p14:cNvPr>
                <p14:cNvContentPartPr/>
                <p14:nvPr/>
              </p14:nvContentPartPr>
              <p14:xfrm>
                <a:off x="5131262" y="1987249"/>
                <a:ext cx="29520" cy="55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EF1FD25-E30D-CAC0-EDC3-2DFB079B459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22262" y="1978249"/>
                  <a:ext cx="47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DE03F20-987C-A6EB-3FFF-D431627D9C21}"/>
                    </a:ext>
                  </a:extLst>
                </p14:cNvPr>
                <p14:cNvContentPartPr/>
                <p14:nvPr/>
              </p14:nvContentPartPr>
              <p14:xfrm>
                <a:off x="4276982" y="2183449"/>
                <a:ext cx="95760" cy="208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DE03F20-987C-A6EB-3FFF-D431627D9C2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67982" y="2174809"/>
                  <a:ext cx="113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4181192-E5C8-5DA4-EA25-D399F16BFDF4}"/>
                    </a:ext>
                  </a:extLst>
                </p14:cNvPr>
                <p14:cNvContentPartPr/>
                <p14:nvPr/>
              </p14:nvContentPartPr>
              <p14:xfrm>
                <a:off x="4541582" y="2287489"/>
                <a:ext cx="226440" cy="38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4181192-E5C8-5DA4-EA25-D399F16BFDF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32942" y="2278849"/>
                  <a:ext cx="244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E923BE9-906E-7CD5-3351-5141F3529465}"/>
                    </a:ext>
                  </a:extLst>
                </p14:cNvPr>
                <p14:cNvContentPartPr/>
                <p14:nvPr/>
              </p14:nvContentPartPr>
              <p14:xfrm>
                <a:off x="4868102" y="2188849"/>
                <a:ext cx="32400" cy="205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E923BE9-906E-7CD5-3351-5141F352946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59462" y="2180209"/>
                  <a:ext cx="50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646CF5-99B4-5F70-3AE1-CA05FE5E3BD1}"/>
                    </a:ext>
                  </a:extLst>
                </p14:cNvPr>
                <p14:cNvContentPartPr/>
                <p14:nvPr/>
              </p14:nvContentPartPr>
              <p14:xfrm>
                <a:off x="4847222" y="2173369"/>
                <a:ext cx="185400" cy="212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646CF5-99B4-5F70-3AE1-CA05FE5E3BD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38582" y="2164729"/>
                  <a:ext cx="203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3186BB-4567-B6F3-5576-219F6DCED501}"/>
                    </a:ext>
                  </a:extLst>
                </p14:cNvPr>
                <p14:cNvContentPartPr/>
                <p14:nvPr/>
              </p14:nvContentPartPr>
              <p14:xfrm>
                <a:off x="5129102" y="2242489"/>
                <a:ext cx="36360" cy="38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3186BB-4567-B6F3-5576-219F6DCED50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20462" y="2233489"/>
                  <a:ext cx="54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2B48EF-25C0-DD33-E34E-C614B5E79C2E}"/>
                    </a:ext>
                  </a:extLst>
                </p14:cNvPr>
                <p14:cNvContentPartPr/>
                <p14:nvPr/>
              </p14:nvContentPartPr>
              <p14:xfrm>
                <a:off x="5139182" y="2315569"/>
                <a:ext cx="44280" cy="56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2B48EF-25C0-DD33-E34E-C614B5E79C2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130182" y="2306569"/>
                  <a:ext cx="6192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A3DE09D-1F96-7071-047D-142156E82236}"/>
                  </a:ext>
                </a:extLst>
              </p14:cNvPr>
              <p14:cNvContentPartPr/>
              <p14:nvPr/>
            </p14:nvContentPartPr>
            <p14:xfrm>
              <a:off x="870662" y="2185609"/>
              <a:ext cx="86760" cy="195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A3DE09D-1F96-7071-047D-142156E8223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62022" y="2176609"/>
                <a:ext cx="10440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744583CC-362D-D906-DD1F-ABB1B7E0A401}"/>
              </a:ext>
            </a:extLst>
          </p:cNvPr>
          <p:cNvGrpSpPr/>
          <p:nvPr/>
        </p:nvGrpSpPr>
        <p:grpSpPr>
          <a:xfrm>
            <a:off x="1006022" y="2156809"/>
            <a:ext cx="604080" cy="250920"/>
            <a:chOff x="1006022" y="2156809"/>
            <a:chExt cx="60408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5BAC4C7-4D2F-24E5-C7E9-AA4B35D688F3}"/>
                    </a:ext>
                  </a:extLst>
                </p14:cNvPr>
                <p14:cNvContentPartPr/>
                <p14:nvPr/>
              </p14:nvContentPartPr>
              <p14:xfrm>
                <a:off x="1006022" y="2271649"/>
                <a:ext cx="138240" cy="27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5BAC4C7-4D2F-24E5-C7E9-AA4B35D688F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7022" y="2263009"/>
                  <a:ext cx="155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DCC01C9-C2BE-EF05-94DE-AB525A6B1302}"/>
                    </a:ext>
                  </a:extLst>
                </p14:cNvPr>
                <p14:cNvContentPartPr/>
                <p14:nvPr/>
              </p14:nvContentPartPr>
              <p14:xfrm>
                <a:off x="1078742" y="2229889"/>
                <a:ext cx="16200" cy="177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DCC01C9-C2BE-EF05-94DE-AB525A6B130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9742" y="2221249"/>
                  <a:ext cx="33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437F1C-D4E6-E3C6-CC32-A04299A7168D}"/>
                    </a:ext>
                  </a:extLst>
                </p14:cNvPr>
                <p14:cNvContentPartPr/>
                <p14:nvPr/>
              </p14:nvContentPartPr>
              <p14:xfrm>
                <a:off x="1161182" y="2185969"/>
                <a:ext cx="106560" cy="181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437F1C-D4E6-E3C6-CC32-A04299A7168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52182" y="2176969"/>
                  <a:ext cx="124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2A9170B-7172-B770-9E0C-5861F8256D70}"/>
                    </a:ext>
                  </a:extLst>
                </p14:cNvPr>
                <p14:cNvContentPartPr/>
                <p14:nvPr/>
              </p14:nvContentPartPr>
              <p14:xfrm>
                <a:off x="1327862" y="2259049"/>
                <a:ext cx="99000" cy="1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2A9170B-7172-B770-9E0C-5861F8256D7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319222" y="2250409"/>
                  <a:ext cx="116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04786F7-D77B-306F-8613-B0817312A83B}"/>
                    </a:ext>
                  </a:extLst>
                </p14:cNvPr>
                <p14:cNvContentPartPr/>
                <p14:nvPr/>
              </p14:nvContentPartPr>
              <p14:xfrm>
                <a:off x="1342982" y="2297569"/>
                <a:ext cx="104040" cy="15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04786F7-D77B-306F-8613-B0817312A83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334342" y="2288569"/>
                  <a:ext cx="121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FFEDE0-8BFF-DF75-2BD8-C833AEBFAA64}"/>
                    </a:ext>
                  </a:extLst>
                </p14:cNvPr>
                <p14:cNvContentPartPr/>
                <p14:nvPr/>
              </p14:nvContentPartPr>
              <p14:xfrm>
                <a:off x="1503902" y="2185249"/>
                <a:ext cx="106200" cy="181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FFEDE0-8BFF-DF75-2BD8-C833AEBFAA6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495262" y="2176249"/>
                  <a:ext cx="123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0B8C474-1E4E-3E59-EF65-F20C08DE79FF}"/>
                    </a:ext>
                  </a:extLst>
                </p14:cNvPr>
                <p14:cNvContentPartPr/>
                <p14:nvPr/>
              </p14:nvContentPartPr>
              <p14:xfrm>
                <a:off x="1521902" y="2156809"/>
                <a:ext cx="79200" cy="16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0B8C474-1E4E-3E59-EF65-F20C08DE79F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512902" y="2148169"/>
                  <a:ext cx="96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ADE7585-0E67-B74B-BA37-702103AF2AF5}"/>
              </a:ext>
            </a:extLst>
          </p:cNvPr>
          <p:cNvGrpSpPr/>
          <p:nvPr/>
        </p:nvGrpSpPr>
        <p:grpSpPr>
          <a:xfrm>
            <a:off x="2209862" y="2148889"/>
            <a:ext cx="866880" cy="232560"/>
            <a:chOff x="2209862" y="2148889"/>
            <a:chExt cx="86688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FD28CFB-8EA4-37D9-C7D0-936CC2A89481}"/>
                    </a:ext>
                  </a:extLst>
                </p14:cNvPr>
                <p14:cNvContentPartPr/>
                <p14:nvPr/>
              </p14:nvContentPartPr>
              <p14:xfrm>
                <a:off x="2209862" y="2179129"/>
                <a:ext cx="148320" cy="154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FD28CFB-8EA4-37D9-C7D0-936CC2A8948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200862" y="2170129"/>
                  <a:ext cx="165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142FB47-EBCA-C010-52BA-03591F740828}"/>
                    </a:ext>
                  </a:extLst>
                </p14:cNvPr>
                <p14:cNvContentPartPr/>
                <p14:nvPr/>
              </p14:nvContentPartPr>
              <p14:xfrm>
                <a:off x="2367902" y="2237089"/>
                <a:ext cx="154440" cy="18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142FB47-EBCA-C010-52BA-03591F74082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59262" y="2228089"/>
                  <a:ext cx="172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6696E4-A2C4-2D7D-B5CD-C9D4D212CF66}"/>
                    </a:ext>
                  </a:extLst>
                </p14:cNvPr>
                <p14:cNvContentPartPr/>
                <p14:nvPr/>
              </p14:nvContentPartPr>
              <p14:xfrm>
                <a:off x="2439902" y="2213329"/>
                <a:ext cx="14760" cy="142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6696E4-A2C4-2D7D-B5CD-C9D4D212CF6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431262" y="2204329"/>
                  <a:ext cx="32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979D570-F7DA-AAAC-0380-DE875F9A3F32}"/>
                    </a:ext>
                  </a:extLst>
                </p14:cNvPr>
                <p14:cNvContentPartPr/>
                <p14:nvPr/>
              </p14:nvContentPartPr>
              <p14:xfrm>
                <a:off x="2579582" y="2177329"/>
                <a:ext cx="104760" cy="138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979D570-F7DA-AAAC-0380-DE875F9A3F3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570942" y="2168689"/>
                  <a:ext cx="122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A195C65-08ED-3CC0-F25F-B40D849D7098}"/>
                    </a:ext>
                  </a:extLst>
                </p14:cNvPr>
                <p14:cNvContentPartPr/>
                <p14:nvPr/>
              </p14:nvContentPartPr>
              <p14:xfrm>
                <a:off x="2622062" y="2148889"/>
                <a:ext cx="117360" cy="29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A195C65-08ED-3CC0-F25F-B40D849D709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613422" y="2139889"/>
                  <a:ext cx="135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C9BBD4-7D20-D062-7BA4-5C70201FFACA}"/>
                    </a:ext>
                  </a:extLst>
                </p14:cNvPr>
                <p14:cNvContentPartPr/>
                <p14:nvPr/>
              </p14:nvContentPartPr>
              <p14:xfrm>
                <a:off x="2774342" y="2265889"/>
                <a:ext cx="130680" cy="63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6C9BBD4-7D20-D062-7BA4-5C70201FFAC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65342" y="2257249"/>
                  <a:ext cx="1483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00E7C95-B31A-A6B9-A0AD-0B20804322CD}"/>
                    </a:ext>
                  </a:extLst>
                </p14:cNvPr>
                <p14:cNvContentPartPr/>
                <p14:nvPr/>
              </p14:nvContentPartPr>
              <p14:xfrm>
                <a:off x="2917622" y="2183809"/>
                <a:ext cx="128520" cy="197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00E7C95-B31A-A6B9-A0AD-0B20804322C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908622" y="2175169"/>
                  <a:ext cx="146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FDCF6A-93E5-8135-5F82-8A730445F056}"/>
                    </a:ext>
                  </a:extLst>
                </p14:cNvPr>
                <p14:cNvContentPartPr/>
                <p14:nvPr/>
              </p14:nvContentPartPr>
              <p14:xfrm>
                <a:off x="2918342" y="2250769"/>
                <a:ext cx="158400" cy="2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FDCF6A-93E5-8135-5F82-8A730445F05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909342" y="2241769"/>
                  <a:ext cx="1760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ED1549F-8D68-297E-ADA5-CF942F6E24AD}"/>
              </a:ext>
            </a:extLst>
          </p:cNvPr>
          <p:cNvGrpSpPr/>
          <p:nvPr/>
        </p:nvGrpSpPr>
        <p:grpSpPr>
          <a:xfrm>
            <a:off x="824222" y="2469289"/>
            <a:ext cx="388440" cy="907920"/>
            <a:chOff x="824222" y="2469289"/>
            <a:chExt cx="388440" cy="90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612C3A-B783-831C-D8AE-16335DAE9B80}"/>
                    </a:ext>
                  </a:extLst>
                </p14:cNvPr>
                <p14:cNvContentPartPr/>
                <p14:nvPr/>
              </p14:nvContentPartPr>
              <p14:xfrm>
                <a:off x="1025822" y="2469289"/>
                <a:ext cx="35640" cy="473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612C3A-B783-831C-D8AE-16335DAE9B8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16822" y="2460289"/>
                  <a:ext cx="532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9435BB6-5783-CD52-3F7A-2E14E466BBF6}"/>
                    </a:ext>
                  </a:extLst>
                </p14:cNvPr>
                <p14:cNvContentPartPr/>
                <p14:nvPr/>
              </p14:nvContentPartPr>
              <p14:xfrm>
                <a:off x="952382" y="3098569"/>
                <a:ext cx="152640" cy="278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9435BB6-5783-CD52-3F7A-2E14E466BBF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43742" y="3089569"/>
                  <a:ext cx="170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55BEE04-0284-E421-3F35-3DF7C988EABC}"/>
                    </a:ext>
                  </a:extLst>
                </p14:cNvPr>
                <p14:cNvContentPartPr/>
                <p14:nvPr/>
              </p14:nvContentPartPr>
              <p14:xfrm>
                <a:off x="824222" y="3005329"/>
                <a:ext cx="388440" cy="360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55BEE04-0284-E421-3F35-3DF7C988EAB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15222" y="2996689"/>
                  <a:ext cx="406080" cy="37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F5C9BE7-36BD-8B82-A344-C5882D0109E2}"/>
                  </a:ext>
                </a:extLst>
              </p14:cNvPr>
              <p14:cNvContentPartPr/>
              <p14:nvPr/>
            </p14:nvContentPartPr>
            <p14:xfrm>
              <a:off x="4061702" y="1865209"/>
              <a:ext cx="1425960" cy="2264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F5C9BE7-36BD-8B82-A344-C5882D0109E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053062" y="1856569"/>
                <a:ext cx="14436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CE5AC70-9BC8-5C11-018A-88EC4253E00B}"/>
              </a:ext>
            </a:extLst>
          </p:cNvPr>
          <p:cNvGrpSpPr/>
          <p:nvPr/>
        </p:nvGrpSpPr>
        <p:grpSpPr>
          <a:xfrm>
            <a:off x="4194902" y="2506009"/>
            <a:ext cx="920160" cy="253800"/>
            <a:chOff x="4194902" y="2506009"/>
            <a:chExt cx="92016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B4CE0C1-D284-A1AF-46A4-FFBD8FF0F5E8}"/>
                    </a:ext>
                  </a:extLst>
                </p14:cNvPr>
                <p14:cNvContentPartPr/>
                <p14:nvPr/>
              </p14:nvContentPartPr>
              <p14:xfrm>
                <a:off x="4194902" y="2506009"/>
                <a:ext cx="134280" cy="187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B4CE0C1-D284-A1AF-46A4-FFBD8FF0F5E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185902" y="2497009"/>
                  <a:ext cx="151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242ED0F-11BF-AA63-0527-69A8FC8642E4}"/>
                    </a:ext>
                  </a:extLst>
                </p14:cNvPr>
                <p14:cNvContentPartPr/>
                <p14:nvPr/>
              </p14:nvContentPartPr>
              <p14:xfrm>
                <a:off x="4366982" y="2612209"/>
                <a:ext cx="139680" cy="11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242ED0F-11BF-AA63-0527-69A8FC8642E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357982" y="2603569"/>
                  <a:ext cx="157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5E04F6D-8C83-3762-FC04-B05E3BCFAA5D}"/>
                    </a:ext>
                  </a:extLst>
                </p14:cNvPr>
                <p14:cNvContentPartPr/>
                <p14:nvPr/>
              </p14:nvContentPartPr>
              <p14:xfrm>
                <a:off x="4588382" y="2527969"/>
                <a:ext cx="116640" cy="178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5E04F6D-8C83-3762-FC04-B05E3BCFAA5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579382" y="2519329"/>
                  <a:ext cx="134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D4A92C1-2E53-F9AA-B583-C11F221B02FC}"/>
                    </a:ext>
                  </a:extLst>
                </p14:cNvPr>
                <p14:cNvContentPartPr/>
                <p14:nvPr/>
              </p14:nvContentPartPr>
              <p14:xfrm>
                <a:off x="4584062" y="2610049"/>
                <a:ext cx="132840" cy="33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D4A92C1-2E53-F9AA-B583-C11F221B02F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575062" y="2601049"/>
                  <a:ext cx="150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093759F-E135-4D01-F65B-43439C6F2DCE}"/>
                    </a:ext>
                  </a:extLst>
                </p14:cNvPr>
                <p14:cNvContentPartPr/>
                <p14:nvPr/>
              </p14:nvContentPartPr>
              <p14:xfrm>
                <a:off x="4783862" y="2606449"/>
                <a:ext cx="129600" cy="23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093759F-E135-4D01-F65B-43439C6F2DC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774862" y="2597449"/>
                  <a:ext cx="147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4ADDDF7-75E0-7D8C-B395-08524C3A46DB}"/>
                    </a:ext>
                  </a:extLst>
                </p14:cNvPr>
                <p14:cNvContentPartPr/>
                <p14:nvPr/>
              </p14:nvContentPartPr>
              <p14:xfrm>
                <a:off x="4982582" y="2514649"/>
                <a:ext cx="132480" cy="245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4ADDDF7-75E0-7D8C-B395-08524C3A46D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973942" y="2506009"/>
                  <a:ext cx="1501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A39B5CC-FB8B-571F-D397-BC01114516FB}"/>
              </a:ext>
            </a:extLst>
          </p:cNvPr>
          <p:cNvGrpSpPr/>
          <p:nvPr/>
        </p:nvGrpSpPr>
        <p:grpSpPr>
          <a:xfrm>
            <a:off x="5272022" y="1846849"/>
            <a:ext cx="159120" cy="173880"/>
            <a:chOff x="5272022" y="1846849"/>
            <a:chExt cx="159120" cy="17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A7AD3D-7B31-2270-DA56-4B86AB5AF14D}"/>
                    </a:ext>
                  </a:extLst>
                </p14:cNvPr>
                <p14:cNvContentPartPr/>
                <p14:nvPr/>
              </p14:nvContentPartPr>
              <p14:xfrm>
                <a:off x="5272022" y="1859449"/>
                <a:ext cx="120960" cy="161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A7AD3D-7B31-2270-DA56-4B86AB5AF14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263382" y="1850809"/>
                  <a:ext cx="138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C4D7D64-BDF0-754E-5A0F-A6AC15190F69}"/>
                    </a:ext>
                  </a:extLst>
                </p14:cNvPr>
                <p14:cNvContentPartPr/>
                <p14:nvPr/>
              </p14:nvContentPartPr>
              <p14:xfrm>
                <a:off x="5301902" y="1846849"/>
                <a:ext cx="129240" cy="7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C4D7D64-BDF0-754E-5A0F-A6AC15190F6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293262" y="1837849"/>
                  <a:ext cx="1468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6BC3A95-771D-210A-9AF8-2696CF14462C}"/>
              </a:ext>
            </a:extLst>
          </p:cNvPr>
          <p:cNvGrpSpPr/>
          <p:nvPr/>
        </p:nvGrpSpPr>
        <p:grpSpPr>
          <a:xfrm>
            <a:off x="5280662" y="2182009"/>
            <a:ext cx="187200" cy="200880"/>
            <a:chOff x="5280662" y="2182009"/>
            <a:chExt cx="18720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3FA45E-4750-D799-B53E-616B64E34C52}"/>
                    </a:ext>
                  </a:extLst>
                </p14:cNvPr>
                <p14:cNvContentPartPr/>
                <p14:nvPr/>
              </p14:nvContentPartPr>
              <p14:xfrm>
                <a:off x="5296862" y="2182009"/>
                <a:ext cx="118440" cy="200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3FA45E-4750-D799-B53E-616B64E34C5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88222" y="2173009"/>
                  <a:ext cx="136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8DDAAED-050F-FCC6-E888-E5189D750D82}"/>
                    </a:ext>
                  </a:extLst>
                </p14:cNvPr>
                <p14:cNvContentPartPr/>
                <p14:nvPr/>
              </p14:nvContentPartPr>
              <p14:xfrm>
                <a:off x="5280662" y="2259049"/>
                <a:ext cx="187200" cy="30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8DDAAED-050F-FCC6-E888-E5189D750D8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72022" y="2250409"/>
                  <a:ext cx="20484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BC54620-077B-56C3-8705-201907880A92}"/>
                  </a:ext>
                </a:extLst>
              </p14:cNvPr>
              <p14:cNvContentPartPr/>
              <p14:nvPr/>
            </p14:nvContentPartPr>
            <p14:xfrm>
              <a:off x="837182" y="2603929"/>
              <a:ext cx="90720" cy="288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BC54620-077B-56C3-8705-201907880A92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28182" y="2594929"/>
                <a:ext cx="108360" cy="30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FFA4223-C00D-21DA-6E31-5E1945BBD45B}"/>
              </a:ext>
            </a:extLst>
          </p:cNvPr>
          <p:cNvGrpSpPr/>
          <p:nvPr/>
        </p:nvGrpSpPr>
        <p:grpSpPr>
          <a:xfrm>
            <a:off x="743942" y="3383329"/>
            <a:ext cx="903240" cy="208080"/>
            <a:chOff x="743942" y="3383329"/>
            <a:chExt cx="90324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83D50EB-5F23-46E0-DB7C-E63AE84CA7FB}"/>
                    </a:ext>
                  </a:extLst>
                </p14:cNvPr>
                <p14:cNvContentPartPr/>
                <p14:nvPr/>
              </p14:nvContentPartPr>
              <p14:xfrm>
                <a:off x="743942" y="3389089"/>
                <a:ext cx="105840" cy="176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83D50EB-5F23-46E0-DB7C-E63AE84CA7F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34942" y="3380449"/>
                  <a:ext cx="1234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A92570-9F4E-EC5F-1873-3EC3D8326AC1}"/>
                    </a:ext>
                  </a:extLst>
                </p14:cNvPr>
                <p14:cNvContentPartPr/>
                <p14:nvPr/>
              </p14:nvContentPartPr>
              <p14:xfrm>
                <a:off x="964982" y="3498889"/>
                <a:ext cx="106920" cy="15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A92570-9F4E-EC5F-1873-3EC3D8326AC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56342" y="3490249"/>
                  <a:ext cx="124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51473CD-A169-7CFD-875E-FE39C1EDD6E5}"/>
                    </a:ext>
                  </a:extLst>
                </p14:cNvPr>
                <p14:cNvContentPartPr/>
                <p14:nvPr/>
              </p14:nvContentPartPr>
              <p14:xfrm>
                <a:off x="1027622" y="3461449"/>
                <a:ext cx="35640" cy="93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51473CD-A169-7CFD-875E-FE39C1EDD6E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18622" y="3452809"/>
                  <a:ext cx="53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0DA7C6D-F8FB-27BF-F6CE-B5E486FE3601}"/>
                    </a:ext>
                  </a:extLst>
                </p14:cNvPr>
                <p14:cNvContentPartPr/>
                <p14:nvPr/>
              </p14:nvContentPartPr>
              <p14:xfrm>
                <a:off x="1178462" y="3432289"/>
                <a:ext cx="110520" cy="127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0DA7C6D-F8FB-27BF-F6CE-B5E486FE360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69462" y="3423649"/>
                  <a:ext cx="128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6BA2753-60BD-B47A-08AA-37083AC8B4D8}"/>
                    </a:ext>
                  </a:extLst>
                </p14:cNvPr>
                <p14:cNvContentPartPr/>
                <p14:nvPr/>
              </p14:nvContentPartPr>
              <p14:xfrm>
                <a:off x="988022" y="3491689"/>
                <a:ext cx="124560" cy="26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6BA2753-60BD-B47A-08AA-37083AC8B4D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79022" y="3482689"/>
                  <a:ext cx="142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162D86-14E3-B949-C971-D5C356E4DE28}"/>
                    </a:ext>
                  </a:extLst>
                </p14:cNvPr>
                <p14:cNvContentPartPr/>
                <p14:nvPr/>
              </p14:nvContentPartPr>
              <p14:xfrm>
                <a:off x="1039862" y="3465409"/>
                <a:ext cx="28800" cy="126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162D86-14E3-B949-C971-D5C356E4DE2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31222" y="3456769"/>
                  <a:ext cx="46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D1D3F70-BE50-0549-E322-9A91051C952D}"/>
                    </a:ext>
                  </a:extLst>
                </p14:cNvPr>
                <p14:cNvContentPartPr/>
                <p14:nvPr/>
              </p14:nvContentPartPr>
              <p14:xfrm>
                <a:off x="1387622" y="3494209"/>
                <a:ext cx="103680" cy="15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D1D3F70-BE50-0549-E322-9A91051C952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78622" y="3485209"/>
                  <a:ext cx="121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DDE88C7-C48D-6C9D-809A-5B5D5B275450}"/>
                    </a:ext>
                  </a:extLst>
                </p14:cNvPr>
                <p14:cNvContentPartPr/>
                <p14:nvPr/>
              </p14:nvContentPartPr>
              <p14:xfrm>
                <a:off x="1390142" y="3541369"/>
                <a:ext cx="116640" cy="26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DDE88C7-C48D-6C9D-809A-5B5D5B27545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381142" y="3532729"/>
                  <a:ext cx="134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A8EF86B-5AFC-D597-5D14-59484401BAEF}"/>
                    </a:ext>
                  </a:extLst>
                </p14:cNvPr>
                <p14:cNvContentPartPr/>
                <p14:nvPr/>
              </p14:nvContentPartPr>
              <p14:xfrm>
                <a:off x="1511462" y="3383329"/>
                <a:ext cx="135720" cy="20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A8EF86B-5AFC-D597-5D14-59484401BAE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502462" y="3374689"/>
                  <a:ext cx="15336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82B600D-FDC7-AF00-63B9-5CC506E6DE32}"/>
              </a:ext>
            </a:extLst>
          </p:cNvPr>
          <p:cNvGrpSpPr/>
          <p:nvPr/>
        </p:nvGrpSpPr>
        <p:grpSpPr>
          <a:xfrm>
            <a:off x="5200382" y="2472529"/>
            <a:ext cx="270720" cy="223560"/>
            <a:chOff x="5200382" y="2472529"/>
            <a:chExt cx="27072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56D185C-D3D7-29B2-69B2-D2095931D109}"/>
                    </a:ext>
                  </a:extLst>
                </p14:cNvPr>
                <p14:cNvContentPartPr/>
                <p14:nvPr/>
              </p14:nvContentPartPr>
              <p14:xfrm>
                <a:off x="5200382" y="2561089"/>
                <a:ext cx="38160" cy="20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56D185C-D3D7-29B2-69B2-D2095931D10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191742" y="2552089"/>
                  <a:ext cx="55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4B9A5F0-CBB4-BF9C-2D3B-0F88CDCF498C}"/>
                    </a:ext>
                  </a:extLst>
                </p14:cNvPr>
                <p14:cNvContentPartPr/>
                <p14:nvPr/>
              </p14:nvContentPartPr>
              <p14:xfrm>
                <a:off x="5223062" y="2659009"/>
                <a:ext cx="26280" cy="17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4B9A5F0-CBB4-BF9C-2D3B-0F88CDCF498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14422" y="2650369"/>
                  <a:ext cx="43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C5A73A7-E2AA-31D4-1424-82A52151B805}"/>
                    </a:ext>
                  </a:extLst>
                </p14:cNvPr>
                <p14:cNvContentPartPr/>
                <p14:nvPr/>
              </p14:nvContentPartPr>
              <p14:xfrm>
                <a:off x="5317022" y="2472529"/>
                <a:ext cx="154080" cy="223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C5A73A7-E2AA-31D4-1424-82A52151B80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308382" y="2463889"/>
                  <a:ext cx="17172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1A57D81A-4219-2594-237B-B9528C5E7918}"/>
                  </a:ext>
                </a:extLst>
              </p14:cNvPr>
              <p14:cNvContentPartPr/>
              <p14:nvPr/>
            </p14:nvContentPartPr>
            <p14:xfrm>
              <a:off x="2990342" y="2430409"/>
              <a:ext cx="104040" cy="1584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1A57D81A-4219-2594-237B-B9528C5E7918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2981342" y="2421409"/>
                <a:ext cx="12168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EB6B07A-B88B-EDFA-7C54-A0F8C4ADC892}"/>
                  </a:ext>
                </a:extLst>
              </p14:cNvPr>
              <p14:cNvContentPartPr/>
              <p14:nvPr/>
            </p14:nvContentPartPr>
            <p14:xfrm>
              <a:off x="6078782" y="3530209"/>
              <a:ext cx="26280" cy="1879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EB6B07A-B88B-EDFA-7C54-A0F8C4ADC892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6069782" y="3521569"/>
                <a:ext cx="439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E4721B4-A0E6-4110-361D-770AF884DE82}"/>
                  </a:ext>
                </a:extLst>
              </p14:cNvPr>
              <p14:cNvContentPartPr/>
              <p14:nvPr/>
            </p14:nvContentPartPr>
            <p14:xfrm>
              <a:off x="5970782" y="3507529"/>
              <a:ext cx="179640" cy="378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E4721B4-A0E6-4110-361D-770AF884DE82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5961782" y="3498889"/>
                <a:ext cx="1972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CBD2A46-DABD-8FA5-573E-0F4B8C6E62D7}"/>
                  </a:ext>
                </a:extLst>
              </p14:cNvPr>
              <p14:cNvContentPartPr/>
              <p14:nvPr/>
            </p14:nvContentPartPr>
            <p14:xfrm>
              <a:off x="6147182" y="3614449"/>
              <a:ext cx="156960" cy="1040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CBD2A46-DABD-8FA5-573E-0F4B8C6E62D7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138542" y="3605809"/>
                <a:ext cx="17460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DAB300E-7E36-58EB-539C-6DE356323C3C}"/>
                  </a:ext>
                </a:extLst>
              </p14:cNvPr>
              <p14:cNvContentPartPr/>
              <p14:nvPr/>
            </p14:nvContentPartPr>
            <p14:xfrm>
              <a:off x="6355622" y="3615169"/>
              <a:ext cx="86760" cy="867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DAB300E-7E36-58EB-539C-6DE356323C3C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346982" y="3606529"/>
                <a:ext cx="1044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F965AD4-93F2-3271-D8BA-5345668EF7B8}"/>
                  </a:ext>
                </a:extLst>
              </p14:cNvPr>
              <p14:cNvContentPartPr/>
              <p14:nvPr/>
            </p14:nvContentPartPr>
            <p14:xfrm>
              <a:off x="6687542" y="3610129"/>
              <a:ext cx="28080" cy="2199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F965AD4-93F2-3271-D8BA-5345668EF7B8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678902" y="3601129"/>
                <a:ext cx="457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A9E4AFD-D768-B6ED-B112-36AB2E21CA18}"/>
                  </a:ext>
                </a:extLst>
              </p14:cNvPr>
              <p14:cNvContentPartPr/>
              <p14:nvPr/>
            </p14:nvContentPartPr>
            <p14:xfrm>
              <a:off x="6688622" y="3558649"/>
              <a:ext cx="117360" cy="982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A9E4AFD-D768-B6ED-B112-36AB2E21CA18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679622" y="3550009"/>
                <a:ext cx="1350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64F3E22-3817-10BA-C577-0C686B9638B5}"/>
                  </a:ext>
                </a:extLst>
              </p14:cNvPr>
              <p14:cNvContentPartPr/>
              <p14:nvPr/>
            </p14:nvContentPartPr>
            <p14:xfrm>
              <a:off x="6860342" y="3586729"/>
              <a:ext cx="190080" cy="1126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64F3E22-3817-10BA-C577-0C686B9638B5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851342" y="3578089"/>
                <a:ext cx="2077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4F2BDCE-6001-49B3-C12A-04E6F7CB7B98}"/>
                  </a:ext>
                </a:extLst>
              </p14:cNvPr>
              <p14:cNvContentPartPr/>
              <p14:nvPr/>
            </p14:nvContentPartPr>
            <p14:xfrm>
              <a:off x="7065902" y="3531289"/>
              <a:ext cx="28080" cy="1512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4F2BDCE-6001-49B3-C12A-04E6F7CB7B98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7057262" y="3522289"/>
                <a:ext cx="457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F62661F-10CF-31CB-A4EF-C017EC971F48}"/>
                  </a:ext>
                </a:extLst>
              </p14:cNvPr>
              <p14:cNvContentPartPr/>
              <p14:nvPr/>
            </p14:nvContentPartPr>
            <p14:xfrm>
              <a:off x="7130342" y="3531289"/>
              <a:ext cx="91800" cy="1648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F62661F-10CF-31CB-A4EF-C017EC971F48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121702" y="3522649"/>
                <a:ext cx="1094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554F7A25-5086-B0B6-EA3B-675B8DB7E4EC}"/>
                  </a:ext>
                </a:extLst>
              </p14:cNvPr>
              <p14:cNvContentPartPr/>
              <p14:nvPr/>
            </p14:nvContentPartPr>
            <p14:xfrm>
              <a:off x="7013342" y="3550729"/>
              <a:ext cx="108000" cy="183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554F7A25-5086-B0B6-EA3B-675B8DB7E4EC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004702" y="3541729"/>
                <a:ext cx="125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07F5418-C6EE-B30C-5CDB-AFB09CBD3F15}"/>
                  </a:ext>
                </a:extLst>
              </p14:cNvPr>
              <p14:cNvContentPartPr/>
              <p14:nvPr/>
            </p14:nvContentPartPr>
            <p14:xfrm>
              <a:off x="7280102" y="3583129"/>
              <a:ext cx="64080" cy="1004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07F5418-C6EE-B30C-5CDB-AFB09CBD3F15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271462" y="3574129"/>
                <a:ext cx="817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C04C12D-B6A8-5261-7438-61FF2A15B069}"/>
                  </a:ext>
                </a:extLst>
              </p14:cNvPr>
              <p14:cNvContentPartPr/>
              <p14:nvPr/>
            </p14:nvContentPartPr>
            <p14:xfrm>
              <a:off x="7652342" y="3480529"/>
              <a:ext cx="63360" cy="2095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C04C12D-B6A8-5261-7438-61FF2A15B06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643342" y="3471889"/>
                <a:ext cx="81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3C4AE04-548C-0562-CD0C-07EF9578BDFA}"/>
                  </a:ext>
                </a:extLst>
              </p14:cNvPr>
              <p14:cNvContentPartPr/>
              <p14:nvPr/>
            </p14:nvContentPartPr>
            <p14:xfrm>
              <a:off x="7630742" y="3560089"/>
              <a:ext cx="209880" cy="1278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3C4AE04-548C-0562-CD0C-07EF9578BDFA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7622102" y="3551089"/>
                <a:ext cx="2275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1E09553-7526-59CC-1252-AFADE8F6D742}"/>
                  </a:ext>
                </a:extLst>
              </p14:cNvPr>
              <p14:cNvContentPartPr/>
              <p14:nvPr/>
            </p14:nvContentPartPr>
            <p14:xfrm>
              <a:off x="8044382" y="3566209"/>
              <a:ext cx="151560" cy="3528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1E09553-7526-59CC-1252-AFADE8F6D742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8035742" y="3557569"/>
                <a:ext cx="1692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5EC5C58-F9B6-BC64-E629-87E78D62E320}"/>
                  </a:ext>
                </a:extLst>
              </p14:cNvPr>
              <p14:cNvContentPartPr/>
              <p14:nvPr/>
            </p14:nvContentPartPr>
            <p14:xfrm>
              <a:off x="8233742" y="3558649"/>
              <a:ext cx="72000" cy="1076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5EC5C58-F9B6-BC64-E629-87E78D62E320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8225102" y="3549649"/>
                <a:ext cx="89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A685ADE-A0A2-B29D-97D4-79683FCFE6ED}"/>
                  </a:ext>
                </a:extLst>
              </p14:cNvPr>
              <p14:cNvContentPartPr/>
              <p14:nvPr/>
            </p14:nvContentPartPr>
            <p14:xfrm>
              <a:off x="8355422" y="3400249"/>
              <a:ext cx="238680" cy="2919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A685ADE-A0A2-B29D-97D4-79683FCFE6ED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8346782" y="3391249"/>
                <a:ext cx="256320" cy="30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78E4838-B7F6-B582-04B2-EC146F8467EF}"/>
              </a:ext>
            </a:extLst>
          </p:cNvPr>
          <p:cNvGrpSpPr/>
          <p:nvPr/>
        </p:nvGrpSpPr>
        <p:grpSpPr>
          <a:xfrm>
            <a:off x="8612822" y="3608329"/>
            <a:ext cx="49680" cy="127440"/>
            <a:chOff x="8612822" y="3608329"/>
            <a:chExt cx="4968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70F36BF-B63A-5383-95B8-8BD921AD7150}"/>
                    </a:ext>
                  </a:extLst>
                </p14:cNvPr>
                <p14:cNvContentPartPr/>
                <p14:nvPr/>
              </p14:nvContentPartPr>
              <p14:xfrm>
                <a:off x="8612822" y="3608329"/>
                <a:ext cx="38520" cy="44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70F36BF-B63A-5383-95B8-8BD921AD715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03822" y="3599329"/>
                  <a:ext cx="56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BEE8936-F40F-B798-DF16-8D1960102C8D}"/>
                    </a:ext>
                  </a:extLst>
                </p14:cNvPr>
                <p14:cNvContentPartPr/>
                <p14:nvPr/>
              </p14:nvContentPartPr>
              <p14:xfrm>
                <a:off x="8618582" y="3695089"/>
                <a:ext cx="43920" cy="40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BEE8936-F40F-B798-DF16-8D1960102C8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609582" y="3686449"/>
                  <a:ext cx="6156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B2B365E-CE69-2B41-7F97-03D754EDFC75}"/>
                  </a:ext>
                </a:extLst>
              </p14:cNvPr>
              <p14:cNvContentPartPr/>
              <p14:nvPr/>
            </p14:nvContentPartPr>
            <p14:xfrm>
              <a:off x="6026582" y="4047529"/>
              <a:ext cx="165240" cy="1677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B2B365E-CE69-2B41-7F97-03D754EDFC75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6017942" y="4038529"/>
                <a:ext cx="18288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87A59E7-3319-723A-26DA-A0247281F15D}"/>
              </a:ext>
            </a:extLst>
          </p:cNvPr>
          <p:cNvGrpSpPr/>
          <p:nvPr/>
        </p:nvGrpSpPr>
        <p:grpSpPr>
          <a:xfrm>
            <a:off x="6373622" y="3982729"/>
            <a:ext cx="1094040" cy="196920"/>
            <a:chOff x="6373622" y="3982729"/>
            <a:chExt cx="109404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EA0271D-1B2C-61D5-023D-EB9698EFC7F9}"/>
                    </a:ext>
                  </a:extLst>
                </p14:cNvPr>
                <p14:cNvContentPartPr/>
                <p14:nvPr/>
              </p14:nvContentPartPr>
              <p14:xfrm>
                <a:off x="6373622" y="3989209"/>
                <a:ext cx="130320" cy="190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EA0271D-1B2C-61D5-023D-EB9698EFC7F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364982" y="3980569"/>
                  <a:ext cx="147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5DBB6A8-94DB-B23E-5051-1AD4A8366938}"/>
                    </a:ext>
                  </a:extLst>
                </p14:cNvPr>
                <p14:cNvContentPartPr/>
                <p14:nvPr/>
              </p14:nvContentPartPr>
              <p14:xfrm>
                <a:off x="6606542" y="4105129"/>
                <a:ext cx="213840" cy="18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5DBB6A8-94DB-B23E-5051-1AD4A836693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97902" y="4096129"/>
                  <a:ext cx="23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8D468D4-5DFA-362E-1A79-8E34630A7CE8}"/>
                    </a:ext>
                  </a:extLst>
                </p14:cNvPr>
                <p14:cNvContentPartPr/>
                <p14:nvPr/>
              </p14:nvContentPartPr>
              <p14:xfrm>
                <a:off x="7008662" y="3982729"/>
                <a:ext cx="150120" cy="175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8D468D4-5DFA-362E-1A79-8E34630A7CE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999662" y="3973729"/>
                  <a:ext cx="167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0B96F07-FDC3-1BB4-AE56-54F575A89EEA}"/>
                    </a:ext>
                  </a:extLst>
                </p14:cNvPr>
                <p14:cNvContentPartPr/>
                <p14:nvPr/>
              </p14:nvContentPartPr>
              <p14:xfrm>
                <a:off x="7035662" y="4074529"/>
                <a:ext cx="127080" cy="29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0B96F07-FDC3-1BB4-AE56-54F575A89EE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027022" y="4065529"/>
                  <a:ext cx="144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ED48E33-6D76-8EA6-2851-2E35446BB8B2}"/>
                    </a:ext>
                  </a:extLst>
                </p14:cNvPr>
                <p14:cNvContentPartPr/>
                <p14:nvPr/>
              </p14:nvContentPartPr>
              <p14:xfrm>
                <a:off x="7260662" y="4100809"/>
                <a:ext cx="207000" cy="16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ED48E33-6D76-8EA6-2851-2E35446BB8B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252022" y="4092169"/>
                  <a:ext cx="22464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D2F1993D-7CB9-D6F4-24D8-CBC79B11A885}"/>
                  </a:ext>
                </a:extLst>
              </p14:cNvPr>
              <p14:cNvContentPartPr/>
              <p14:nvPr/>
            </p14:nvContentPartPr>
            <p14:xfrm>
              <a:off x="7629662" y="3953929"/>
              <a:ext cx="218880" cy="3002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D2F1993D-7CB9-D6F4-24D8-CBC79B11A885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7621022" y="3945289"/>
                <a:ext cx="23652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AB2D5FB-7BE8-5AC1-ECFE-D13791494554}"/>
              </a:ext>
            </a:extLst>
          </p:cNvPr>
          <p:cNvGrpSpPr/>
          <p:nvPr/>
        </p:nvGrpSpPr>
        <p:grpSpPr>
          <a:xfrm>
            <a:off x="6321062" y="4262449"/>
            <a:ext cx="791280" cy="193680"/>
            <a:chOff x="6321062" y="4262449"/>
            <a:chExt cx="7912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A13902B-F541-9630-51E1-0BD6C338BF6F}"/>
                    </a:ext>
                  </a:extLst>
                </p14:cNvPr>
                <p14:cNvContentPartPr/>
                <p14:nvPr/>
              </p14:nvContentPartPr>
              <p14:xfrm>
                <a:off x="6321062" y="4340209"/>
                <a:ext cx="197280" cy="96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A13902B-F541-9630-51E1-0BD6C338BF6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312422" y="4331209"/>
                  <a:ext cx="214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48835FC-8119-09D4-272A-3D1DED2BC431}"/>
                    </a:ext>
                  </a:extLst>
                </p14:cNvPr>
                <p14:cNvContentPartPr/>
                <p14:nvPr/>
              </p14:nvContentPartPr>
              <p14:xfrm>
                <a:off x="6612662" y="4262449"/>
                <a:ext cx="198720" cy="175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48835FC-8119-09D4-272A-3D1DED2BC43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604022" y="4253449"/>
                  <a:ext cx="216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CC31C72-95B7-7404-2041-F646891B8517}"/>
                    </a:ext>
                  </a:extLst>
                </p14:cNvPr>
                <p14:cNvContentPartPr/>
                <p14:nvPr/>
              </p14:nvContentPartPr>
              <p14:xfrm>
                <a:off x="6852782" y="4330489"/>
                <a:ext cx="90720" cy="125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CC31C72-95B7-7404-2041-F646891B851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844142" y="4321849"/>
                  <a:ext cx="108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41DCFD4-0C33-480C-EE8E-2FA8C82B29CA}"/>
                    </a:ext>
                  </a:extLst>
                </p14:cNvPr>
                <p14:cNvContentPartPr/>
                <p14:nvPr/>
              </p14:nvContentPartPr>
              <p14:xfrm>
                <a:off x="7031702" y="4270009"/>
                <a:ext cx="29520" cy="176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41DCFD4-0C33-480C-EE8E-2FA8C82B29C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022702" y="4261369"/>
                  <a:ext cx="47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161C8C5-1C62-BD2E-A086-3141E02A42F1}"/>
                    </a:ext>
                  </a:extLst>
                </p14:cNvPr>
                <p14:cNvContentPartPr/>
                <p14:nvPr/>
              </p14:nvContentPartPr>
              <p14:xfrm>
                <a:off x="7009382" y="4340929"/>
                <a:ext cx="102960" cy="34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161C8C5-1C62-BD2E-A086-3141E02A42F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000382" y="4332289"/>
                  <a:ext cx="1206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4E0392E-5E7E-6EBF-5266-89E759823A20}"/>
              </a:ext>
            </a:extLst>
          </p:cNvPr>
          <p:cNvGrpSpPr/>
          <p:nvPr/>
        </p:nvGrpSpPr>
        <p:grpSpPr>
          <a:xfrm>
            <a:off x="7255622" y="4314289"/>
            <a:ext cx="386640" cy="208800"/>
            <a:chOff x="7255622" y="4314289"/>
            <a:chExt cx="38664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9DC1E00-C47B-1C8A-BD2D-C2F25FDC0157}"/>
                    </a:ext>
                  </a:extLst>
                </p14:cNvPr>
                <p14:cNvContentPartPr/>
                <p14:nvPr/>
              </p14:nvContentPartPr>
              <p14:xfrm>
                <a:off x="7268222" y="4398889"/>
                <a:ext cx="87120" cy="3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9DC1E00-C47B-1C8A-BD2D-C2F25FDC015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259222" y="4390249"/>
                  <a:ext cx="104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9172D70-63EF-4A46-DA84-4AD47E39AB91}"/>
                    </a:ext>
                  </a:extLst>
                </p14:cNvPr>
                <p14:cNvContentPartPr/>
                <p14:nvPr/>
              </p14:nvContentPartPr>
              <p14:xfrm>
                <a:off x="7255622" y="4435249"/>
                <a:ext cx="116280" cy="12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9172D70-63EF-4A46-DA84-4AD47E39AB9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246622" y="4426609"/>
                  <a:ext cx="133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EA79D39-F1AD-EAF8-7137-87E7E7441442}"/>
                    </a:ext>
                  </a:extLst>
                </p14:cNvPr>
                <p14:cNvContentPartPr/>
                <p14:nvPr/>
              </p14:nvContentPartPr>
              <p14:xfrm>
                <a:off x="7495382" y="4314289"/>
                <a:ext cx="146880" cy="208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EA79D39-F1AD-EAF8-7137-87E7E744144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486382" y="4305289"/>
                  <a:ext cx="16452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C6C452A6-4A1F-FCE1-7DEA-0E4778FF9884}"/>
                  </a:ext>
                </a:extLst>
              </p14:cNvPr>
              <p14:cNvContentPartPr/>
              <p14:nvPr/>
            </p14:nvContentPartPr>
            <p14:xfrm>
              <a:off x="6024062" y="4687609"/>
              <a:ext cx="172440" cy="1382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C6C452A6-4A1F-FCE1-7DEA-0E4778FF9884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6015062" y="4678969"/>
                <a:ext cx="19008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E25E87D-CD89-7177-9E4B-BE6B5E167C26}"/>
              </a:ext>
            </a:extLst>
          </p:cNvPr>
          <p:cNvGrpSpPr/>
          <p:nvPr/>
        </p:nvGrpSpPr>
        <p:grpSpPr>
          <a:xfrm>
            <a:off x="6303062" y="4610569"/>
            <a:ext cx="1642680" cy="557280"/>
            <a:chOff x="6303062" y="4610569"/>
            <a:chExt cx="1642680" cy="55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87EB3AE-791B-D3BB-6C76-3F9E1F04B9CB}"/>
                    </a:ext>
                  </a:extLst>
                </p14:cNvPr>
                <p14:cNvContentPartPr/>
                <p14:nvPr/>
              </p14:nvContentPartPr>
              <p14:xfrm>
                <a:off x="6377942" y="4610569"/>
                <a:ext cx="113400" cy="194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87EB3AE-791B-D3BB-6C76-3F9E1F04B9C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369302" y="4601929"/>
                  <a:ext cx="131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BB00FDA-76E5-0D38-70B6-F4F774D81DBB}"/>
                    </a:ext>
                  </a:extLst>
                </p14:cNvPr>
                <p14:cNvContentPartPr/>
                <p14:nvPr/>
              </p14:nvContentPartPr>
              <p14:xfrm>
                <a:off x="6574142" y="4726849"/>
                <a:ext cx="173520" cy="23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BB00FDA-76E5-0D38-70B6-F4F774D81DB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565142" y="4717849"/>
                  <a:ext cx="191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1C68C51-E9AA-057C-56FD-ACB97F507C4F}"/>
                    </a:ext>
                  </a:extLst>
                </p14:cNvPr>
                <p14:cNvContentPartPr/>
                <p14:nvPr/>
              </p14:nvContentPartPr>
              <p14:xfrm>
                <a:off x="6843422" y="4665649"/>
                <a:ext cx="25200" cy="125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1C68C51-E9AA-057C-56FD-ACB97F507C4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834422" y="4657009"/>
                  <a:ext cx="42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084FFE9-B061-E7DF-1BB5-1696C50F8ACD}"/>
                    </a:ext>
                  </a:extLst>
                </p14:cNvPr>
                <p14:cNvContentPartPr/>
                <p14:nvPr/>
              </p14:nvContentPartPr>
              <p14:xfrm>
                <a:off x="6824342" y="4656289"/>
                <a:ext cx="141120" cy="158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084FFE9-B061-E7DF-1BB5-1696C50F8AC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815342" y="4647289"/>
                  <a:ext cx="158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F712CEE-6A77-CE9B-BD01-AC797D7FC51E}"/>
                    </a:ext>
                  </a:extLst>
                </p14:cNvPr>
                <p14:cNvContentPartPr/>
                <p14:nvPr/>
              </p14:nvContentPartPr>
              <p14:xfrm>
                <a:off x="7058702" y="4745569"/>
                <a:ext cx="134280" cy="10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F712CEE-6A77-CE9B-BD01-AC797D7FC51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049702" y="4736569"/>
                  <a:ext cx="151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2C3763-6358-DEF4-0920-E9879F14A309}"/>
                    </a:ext>
                  </a:extLst>
                </p14:cNvPr>
                <p14:cNvContentPartPr/>
                <p14:nvPr/>
              </p14:nvContentPartPr>
              <p14:xfrm>
                <a:off x="7265702" y="4637569"/>
                <a:ext cx="104400" cy="191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2C3763-6358-DEF4-0920-E9879F14A30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257062" y="4628569"/>
                  <a:ext cx="122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AEA5A48-404D-2FE5-BF0A-F5979FD52E94}"/>
                    </a:ext>
                  </a:extLst>
                </p14:cNvPr>
                <p14:cNvContentPartPr/>
                <p14:nvPr/>
              </p14:nvContentPartPr>
              <p14:xfrm>
                <a:off x="7258142" y="4722169"/>
                <a:ext cx="156960" cy="54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AEA5A48-404D-2FE5-BF0A-F5979FD52E9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249502" y="4713169"/>
                  <a:ext cx="174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6B15CE6-F7B2-08A4-F0FB-CBA440946A07}"/>
                    </a:ext>
                  </a:extLst>
                </p14:cNvPr>
                <p14:cNvContentPartPr/>
                <p14:nvPr/>
              </p14:nvContentPartPr>
              <p14:xfrm>
                <a:off x="7482062" y="4738009"/>
                <a:ext cx="177120" cy="19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6B15CE6-F7B2-08A4-F0FB-CBA440946A0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473422" y="4729369"/>
                  <a:ext cx="194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939B6F6-07C3-FD2D-BC19-D8CBC5905055}"/>
                    </a:ext>
                  </a:extLst>
                </p14:cNvPr>
                <p14:cNvContentPartPr/>
                <p14:nvPr/>
              </p14:nvContentPartPr>
              <p14:xfrm>
                <a:off x="7730822" y="4646929"/>
                <a:ext cx="214920" cy="2833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939B6F6-07C3-FD2D-BC19-D8CBC590505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721822" y="4637929"/>
                  <a:ext cx="232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40C1293-7058-389C-D3DC-96550A180D31}"/>
                    </a:ext>
                  </a:extLst>
                </p14:cNvPr>
                <p14:cNvContentPartPr/>
                <p14:nvPr/>
              </p14:nvContentPartPr>
              <p14:xfrm>
                <a:off x="6303062" y="5046889"/>
                <a:ext cx="154800" cy="25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40C1293-7058-389C-D3DC-96550A180D3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294062" y="5037889"/>
                  <a:ext cx="172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6EF49F4-DD08-E5FF-C50E-7264322DFA15}"/>
                    </a:ext>
                  </a:extLst>
                </p14:cNvPr>
                <p14:cNvContentPartPr/>
                <p14:nvPr/>
              </p14:nvContentPartPr>
              <p14:xfrm>
                <a:off x="6389462" y="5032489"/>
                <a:ext cx="102240" cy="94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6EF49F4-DD08-E5FF-C50E-7264322DFA1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380822" y="5023489"/>
                  <a:ext cx="119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5DD8993-EA2C-241B-956C-F241E2A2F990}"/>
                    </a:ext>
                  </a:extLst>
                </p14:cNvPr>
                <p14:cNvContentPartPr/>
                <p14:nvPr/>
              </p14:nvContentPartPr>
              <p14:xfrm>
                <a:off x="6562622" y="4949329"/>
                <a:ext cx="177120" cy="166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5DD8993-EA2C-241B-956C-F241E2A2F99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553982" y="4940689"/>
                  <a:ext cx="194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7B5D679-D76A-B73B-31E4-EEABD3105B2B}"/>
                    </a:ext>
                  </a:extLst>
                </p14:cNvPr>
                <p14:cNvContentPartPr/>
                <p14:nvPr/>
              </p14:nvContentPartPr>
              <p14:xfrm>
                <a:off x="6708422" y="5039689"/>
                <a:ext cx="114840" cy="101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7B5D679-D76A-B73B-31E4-EEABD3105B2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699782" y="5030689"/>
                  <a:ext cx="132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2F59371-85D0-494E-4B29-38D108E36299}"/>
                    </a:ext>
                  </a:extLst>
                </p14:cNvPr>
                <p14:cNvContentPartPr/>
                <p14:nvPr/>
              </p14:nvContentPartPr>
              <p14:xfrm>
                <a:off x="6841262" y="5043649"/>
                <a:ext cx="88200" cy="70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2F59371-85D0-494E-4B29-38D108E3629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832262" y="5035009"/>
                  <a:ext cx="105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39E3775-8E36-06EB-3FEB-E962D9DC01CA}"/>
                    </a:ext>
                  </a:extLst>
                </p14:cNvPr>
                <p14:cNvContentPartPr/>
                <p14:nvPr/>
              </p14:nvContentPartPr>
              <p14:xfrm>
                <a:off x="7006502" y="4947169"/>
                <a:ext cx="36360" cy="220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39E3775-8E36-06EB-3FEB-E962D9DC01C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997502" y="4938169"/>
                  <a:ext cx="54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F36CEB3-922C-FA78-C6B6-E8FBF91D0E99}"/>
                    </a:ext>
                  </a:extLst>
                </p14:cNvPr>
                <p14:cNvContentPartPr/>
                <p14:nvPr/>
              </p14:nvContentPartPr>
              <p14:xfrm>
                <a:off x="7007222" y="5024929"/>
                <a:ext cx="57600" cy="14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F36CEB3-922C-FA78-C6B6-E8FBF91D0E9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998222" y="5015929"/>
                  <a:ext cx="75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C438CFF-F200-2277-E7DC-7D509BA7244C}"/>
                    </a:ext>
                  </a:extLst>
                </p14:cNvPr>
                <p14:cNvContentPartPr/>
                <p14:nvPr/>
              </p14:nvContentPartPr>
              <p14:xfrm>
                <a:off x="6844502" y="5034649"/>
                <a:ext cx="57240" cy="33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C438CFF-F200-2277-E7DC-7D509BA7244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835862" y="5026009"/>
                  <a:ext cx="74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35F8BB7-2CA8-A2C7-5A70-E434C7BD8084}"/>
                    </a:ext>
                  </a:extLst>
                </p14:cNvPr>
                <p14:cNvContentPartPr/>
                <p14:nvPr/>
              </p14:nvContentPartPr>
              <p14:xfrm>
                <a:off x="7210262" y="5073169"/>
                <a:ext cx="95760" cy="29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35F8BB7-2CA8-A2C7-5A70-E434C7BD808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201622" y="5064529"/>
                  <a:ext cx="113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589140D-854D-EB48-2ADC-E9DB58CFFEB6}"/>
                    </a:ext>
                  </a:extLst>
                </p14:cNvPr>
                <p14:cNvContentPartPr/>
                <p14:nvPr/>
              </p14:nvContentPartPr>
              <p14:xfrm>
                <a:off x="7219622" y="5100529"/>
                <a:ext cx="153720" cy="24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589140D-854D-EB48-2ADC-E9DB58CFFEB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210982" y="5091529"/>
                  <a:ext cx="171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33722B9-9BA7-B406-AD98-34CA53866179}"/>
                    </a:ext>
                  </a:extLst>
                </p14:cNvPr>
                <p14:cNvContentPartPr/>
                <p14:nvPr/>
              </p14:nvContentPartPr>
              <p14:xfrm>
                <a:off x="7478102" y="4961569"/>
                <a:ext cx="152640" cy="170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33722B9-9BA7-B406-AD98-34CA5386617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469102" y="4952929"/>
                  <a:ext cx="17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4AA44DB-C79D-0825-171B-243456246E7F}"/>
                    </a:ext>
                  </a:extLst>
                </p14:cNvPr>
                <p14:cNvContentPartPr/>
                <p14:nvPr/>
              </p14:nvContentPartPr>
              <p14:xfrm>
                <a:off x="7510862" y="5020249"/>
                <a:ext cx="174240" cy="277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4AA44DB-C79D-0825-171B-243456246E7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502222" y="5011609"/>
                  <a:ext cx="1918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E8B4F39-1B3A-0D07-F428-5636545A77EB}"/>
              </a:ext>
            </a:extLst>
          </p:cNvPr>
          <p:cNvGrpSpPr/>
          <p:nvPr/>
        </p:nvGrpSpPr>
        <p:grpSpPr>
          <a:xfrm>
            <a:off x="7963382" y="4650169"/>
            <a:ext cx="1179720" cy="545760"/>
            <a:chOff x="7963382" y="4650169"/>
            <a:chExt cx="117972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344C059-D81A-05A5-6AE2-C4ABF15B8410}"/>
                    </a:ext>
                  </a:extLst>
                </p14:cNvPr>
                <p14:cNvContentPartPr/>
                <p14:nvPr/>
              </p14:nvContentPartPr>
              <p14:xfrm>
                <a:off x="7963382" y="4650169"/>
                <a:ext cx="176760" cy="545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344C059-D81A-05A5-6AE2-C4ABF15B841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954742" y="4641529"/>
                  <a:ext cx="1944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F6CCE14-6494-0DF8-B5CE-B8E32C66AFBB}"/>
                    </a:ext>
                  </a:extLst>
                </p14:cNvPr>
                <p14:cNvContentPartPr/>
                <p14:nvPr/>
              </p14:nvContentPartPr>
              <p14:xfrm>
                <a:off x="8180462" y="4862929"/>
                <a:ext cx="107280" cy="124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F6CCE14-6494-0DF8-B5CE-B8E32C66AFB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171462" y="4854289"/>
                  <a:ext cx="124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E3E19DB-BD40-1C8A-2CAF-6C9DD2696403}"/>
                    </a:ext>
                  </a:extLst>
                </p14:cNvPr>
                <p14:cNvContentPartPr/>
                <p14:nvPr/>
              </p14:nvContentPartPr>
              <p14:xfrm>
                <a:off x="8345342" y="4867249"/>
                <a:ext cx="28440" cy="218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E3E19DB-BD40-1C8A-2CAF-6C9DD269640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336702" y="4858249"/>
                  <a:ext cx="46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190EDEB-65C3-6F72-5E81-4531BFC3BDEA}"/>
                    </a:ext>
                  </a:extLst>
                </p14:cNvPr>
                <p14:cNvContentPartPr/>
                <p14:nvPr/>
              </p14:nvContentPartPr>
              <p14:xfrm>
                <a:off x="8341022" y="4847089"/>
                <a:ext cx="67680" cy="961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190EDEB-65C3-6F72-5E81-4531BFC3BDE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332022" y="4838089"/>
                  <a:ext cx="85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272757C-AC3C-7F50-3C42-3E626F0D4B15}"/>
                    </a:ext>
                  </a:extLst>
                </p14:cNvPr>
                <p14:cNvContentPartPr/>
                <p14:nvPr/>
              </p14:nvContentPartPr>
              <p14:xfrm>
                <a:off x="8456582" y="4782649"/>
                <a:ext cx="46440" cy="189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272757C-AC3C-7F50-3C42-3E626F0D4B1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447942" y="4774009"/>
                  <a:ext cx="640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93A11A9-D178-2EA4-4ABB-969A35430D32}"/>
                    </a:ext>
                  </a:extLst>
                </p14:cNvPr>
                <p14:cNvContentPartPr/>
                <p14:nvPr/>
              </p14:nvContentPartPr>
              <p14:xfrm>
                <a:off x="8434982" y="4866889"/>
                <a:ext cx="127800" cy="10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93A11A9-D178-2EA4-4ABB-969A35430D3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425982" y="4857889"/>
                  <a:ext cx="145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1B49D18-0890-E371-06AA-4DB1ABA4F25C}"/>
                    </a:ext>
                  </a:extLst>
                </p14:cNvPr>
                <p14:cNvContentPartPr/>
                <p14:nvPr/>
              </p14:nvContentPartPr>
              <p14:xfrm>
                <a:off x="8545142" y="4779409"/>
                <a:ext cx="28440" cy="39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1B49D18-0890-E371-06AA-4DB1ABA4F25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536142" y="4770409"/>
                  <a:ext cx="46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61FE67A-D367-66FB-F57D-8E0C802ABA37}"/>
                    </a:ext>
                  </a:extLst>
                </p14:cNvPr>
                <p14:cNvContentPartPr/>
                <p14:nvPr/>
              </p14:nvContentPartPr>
              <p14:xfrm>
                <a:off x="8605262" y="4862929"/>
                <a:ext cx="205920" cy="972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61FE67A-D367-66FB-F57D-8E0C802ABA3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596262" y="4853929"/>
                  <a:ext cx="223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30C5605-B300-993A-A286-96FB37F77906}"/>
                    </a:ext>
                  </a:extLst>
                </p14:cNvPr>
                <p14:cNvContentPartPr/>
                <p14:nvPr/>
              </p14:nvContentPartPr>
              <p14:xfrm>
                <a:off x="8832782" y="4725409"/>
                <a:ext cx="310320" cy="2610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30C5605-B300-993A-A286-96FB37F77906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824142" y="4716409"/>
                  <a:ext cx="327960" cy="27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E6B8D616-0AF8-3484-128E-3DD223378A51}"/>
                  </a:ext>
                </a:extLst>
              </p14:cNvPr>
              <p14:cNvContentPartPr/>
              <p14:nvPr/>
            </p14:nvContentPartPr>
            <p14:xfrm>
              <a:off x="2734022" y="1825609"/>
              <a:ext cx="327960" cy="11232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E6B8D616-0AF8-3484-128E-3DD223378A51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2725022" y="1816609"/>
                <a:ext cx="345600" cy="12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595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8610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0000FF"/>
                </a:solidFill>
                <a:latin typeface="Calibri"/>
                <a:cs typeface="Calibri"/>
              </a:rPr>
              <a:t>Admissible</a:t>
            </a:r>
            <a:r>
              <a:rPr sz="4400" spc="-1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0000FF"/>
                </a:solidFill>
                <a:latin typeface="Calibri"/>
                <a:cs typeface="Calibri"/>
              </a:rPr>
              <a:t>heuristics</a:t>
            </a:r>
            <a:r>
              <a:rPr lang="en-US" sz="4400" spc="-10" dirty="0">
                <a:solidFill>
                  <a:srgbClr val="0000FF"/>
                </a:solidFill>
                <a:latin typeface="Calibri"/>
                <a:cs typeface="Calibri"/>
              </a:rPr>
              <a:t> – Tree Search</a:t>
            </a:r>
            <a:endParaRPr sz="44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CE9F59-363B-27C2-7BEB-ECE5585B5D2E}"/>
              </a:ext>
            </a:extLst>
          </p:cNvPr>
          <p:cNvGrpSpPr/>
          <p:nvPr/>
        </p:nvGrpSpPr>
        <p:grpSpPr>
          <a:xfrm>
            <a:off x="6191041" y="689291"/>
            <a:ext cx="2832849" cy="1887397"/>
            <a:chOff x="5836107" y="1272171"/>
            <a:chExt cx="2832849" cy="18873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14:cNvPr>
              <p14:cNvContentPartPr/>
              <p14:nvPr/>
            </p14:nvContentPartPr>
            <p14:xfrm>
              <a:off x="1447800" y="1011163"/>
              <a:ext cx="504720" cy="429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8800" y="1002163"/>
                <a:ext cx="5223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14:cNvPr>
              <p14:cNvContentPartPr/>
              <p14:nvPr/>
            </p14:nvContentPartPr>
            <p14:xfrm>
              <a:off x="1548600" y="1128163"/>
              <a:ext cx="198000" cy="191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39600" y="1119163"/>
                <a:ext cx="21564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F854821-5EE8-41DE-CE5E-59C1DCD7998C}"/>
              </a:ext>
            </a:extLst>
          </p:cNvPr>
          <p:cNvGrpSpPr/>
          <p:nvPr/>
        </p:nvGrpSpPr>
        <p:grpSpPr>
          <a:xfrm>
            <a:off x="4123982" y="745609"/>
            <a:ext cx="1028160" cy="559080"/>
            <a:chOff x="4123982" y="745609"/>
            <a:chExt cx="102816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14:cNvPr>
                <p14:cNvContentPartPr/>
                <p14:nvPr/>
              </p14:nvContentPartPr>
              <p14:xfrm>
                <a:off x="4158902" y="823369"/>
                <a:ext cx="34560" cy="27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49902" y="814369"/>
                  <a:ext cx="52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14:cNvPr>
                <p14:cNvContentPartPr/>
                <p14:nvPr/>
              </p14:nvContentPartPr>
              <p14:xfrm>
                <a:off x="4123982" y="745609"/>
                <a:ext cx="154080" cy="6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14982" y="736969"/>
                  <a:ext cx="171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14:cNvPr>
                <p14:cNvContentPartPr/>
                <p14:nvPr/>
              </p14:nvContentPartPr>
              <p14:xfrm>
                <a:off x="4127222" y="918409"/>
                <a:ext cx="109080" cy="1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18222" y="909409"/>
                  <a:ext cx="126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14:cNvPr>
                <p14:cNvContentPartPr/>
                <p14:nvPr/>
              </p14:nvContentPartPr>
              <p14:xfrm>
                <a:off x="4251062" y="978529"/>
                <a:ext cx="119520" cy="141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42062" y="969529"/>
                  <a:ext cx="137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14:cNvPr>
                <p14:cNvContentPartPr/>
                <p14:nvPr/>
              </p14:nvContentPartPr>
              <p14:xfrm>
                <a:off x="4456262" y="998329"/>
                <a:ext cx="18360" cy="81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47622" y="989689"/>
                  <a:ext cx="36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14:cNvPr>
                <p14:cNvContentPartPr/>
                <p14:nvPr/>
              </p14:nvContentPartPr>
              <p14:xfrm>
                <a:off x="4467062" y="883129"/>
                <a:ext cx="17640" cy="55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58422" y="874129"/>
                  <a:ext cx="35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14:cNvPr>
                <p14:cNvContentPartPr/>
                <p14:nvPr/>
              </p14:nvContentPartPr>
              <p14:xfrm>
                <a:off x="4544462" y="963769"/>
                <a:ext cx="348120" cy="340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35462" y="954769"/>
                  <a:ext cx="3657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14:cNvPr>
                <p14:cNvContentPartPr/>
                <p14:nvPr/>
              </p14:nvContentPartPr>
              <p14:xfrm>
                <a:off x="4975022" y="927409"/>
                <a:ext cx="177120" cy="15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66382" y="918769"/>
                  <a:ext cx="194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14:cNvPr>
                <p14:cNvContentPartPr/>
                <p14:nvPr/>
              </p14:nvContentPartPr>
              <p14:xfrm>
                <a:off x="4128302" y="1176529"/>
                <a:ext cx="641160" cy="35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19662" y="1167529"/>
                  <a:ext cx="658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14:cNvPr>
                <p14:cNvContentPartPr/>
                <p14:nvPr/>
              </p14:nvContentPartPr>
              <p14:xfrm>
                <a:off x="4975382" y="1186249"/>
                <a:ext cx="139680" cy="14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66382" y="1177249"/>
                  <a:ext cx="1573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14:cNvPr>
              <p14:cNvContentPartPr/>
              <p14:nvPr/>
            </p14:nvContentPartPr>
            <p14:xfrm>
              <a:off x="4561742" y="1429249"/>
              <a:ext cx="206280" cy="270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52742" y="1420609"/>
                <a:ext cx="223920" cy="2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2C416B3-39D1-F06C-D1C7-CF8FC93D744B}"/>
              </a:ext>
            </a:extLst>
          </p:cNvPr>
          <p:cNvGrpSpPr/>
          <p:nvPr/>
        </p:nvGrpSpPr>
        <p:grpSpPr>
          <a:xfrm>
            <a:off x="6117662" y="2784289"/>
            <a:ext cx="762840" cy="346680"/>
            <a:chOff x="6117662" y="2784289"/>
            <a:chExt cx="76284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14:cNvPr>
                <p14:cNvContentPartPr/>
                <p14:nvPr/>
              </p14:nvContentPartPr>
              <p14:xfrm>
                <a:off x="6117662" y="2784289"/>
                <a:ext cx="170640" cy="34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08662" y="2775289"/>
                  <a:ext cx="188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14:cNvPr>
                <p14:cNvContentPartPr/>
                <p14:nvPr/>
              </p14:nvContentPartPr>
              <p14:xfrm>
                <a:off x="6142502" y="2954209"/>
                <a:ext cx="137880" cy="64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33502" y="2945209"/>
                  <a:ext cx="155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14:cNvPr>
                <p14:cNvContentPartPr/>
                <p14:nvPr/>
              </p14:nvContentPartPr>
              <p14:xfrm>
                <a:off x="6277862" y="2916409"/>
                <a:ext cx="114840" cy="105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69222" y="2907409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14:cNvPr>
                <p14:cNvContentPartPr/>
                <p14:nvPr/>
              </p14:nvContentPartPr>
              <p14:xfrm>
                <a:off x="6404942" y="2922529"/>
                <a:ext cx="106920" cy="8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95942" y="2913889"/>
                  <a:ext cx="124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14:cNvPr>
                <p14:cNvContentPartPr/>
                <p14:nvPr/>
              </p14:nvContentPartPr>
              <p14:xfrm>
                <a:off x="6550022" y="2864569"/>
                <a:ext cx="65520" cy="16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541382" y="2855569"/>
                  <a:ext cx="83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14:cNvPr>
                <p14:cNvContentPartPr/>
                <p14:nvPr/>
              </p14:nvContentPartPr>
              <p14:xfrm>
                <a:off x="6756662" y="2955649"/>
                <a:ext cx="123840" cy="12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48022" y="2947009"/>
                  <a:ext cx="141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14:cNvPr>
                <p14:cNvContentPartPr/>
                <p14:nvPr/>
              </p14:nvContentPartPr>
              <p14:xfrm>
                <a:off x="6757382" y="2992729"/>
                <a:ext cx="115920" cy="24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48382" y="2983729"/>
                  <a:ext cx="1335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535180-5404-BA4A-CD0A-A1AF6980E46A}"/>
              </a:ext>
            </a:extLst>
          </p:cNvPr>
          <p:cNvGrpSpPr/>
          <p:nvPr/>
        </p:nvGrpSpPr>
        <p:grpSpPr>
          <a:xfrm>
            <a:off x="7069862" y="2778529"/>
            <a:ext cx="1419120" cy="339120"/>
            <a:chOff x="7069862" y="2778529"/>
            <a:chExt cx="141912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14:cNvPr>
                <p14:cNvContentPartPr/>
                <p14:nvPr/>
              </p14:nvContentPartPr>
              <p14:xfrm>
                <a:off x="7069862" y="2867449"/>
                <a:ext cx="128880" cy="250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0862" y="2858449"/>
                  <a:ext cx="14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14:cNvPr>
                <p14:cNvContentPartPr/>
                <p14:nvPr/>
              </p14:nvContentPartPr>
              <p14:xfrm>
                <a:off x="7265342" y="2863849"/>
                <a:ext cx="136440" cy="147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6342" y="2854849"/>
                  <a:ext cx="154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14:cNvPr>
                <p14:cNvContentPartPr/>
                <p14:nvPr/>
              </p14:nvContentPartPr>
              <p14:xfrm>
                <a:off x="7403582" y="2877889"/>
                <a:ext cx="140760" cy="98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94582" y="2868889"/>
                  <a:ext cx="158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14:cNvPr>
                <p14:cNvContentPartPr/>
                <p14:nvPr/>
              </p14:nvContentPartPr>
              <p14:xfrm>
                <a:off x="7564142" y="2823889"/>
                <a:ext cx="64440" cy="200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55502" y="2814889"/>
                  <a:ext cx="82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14:cNvPr>
                <p14:cNvContentPartPr/>
                <p14:nvPr/>
              </p14:nvContentPartPr>
              <p14:xfrm>
                <a:off x="7702742" y="2913529"/>
                <a:ext cx="14256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93742" y="2904889"/>
                  <a:ext cx="160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14:cNvPr>
                <p14:cNvContentPartPr/>
                <p14:nvPr/>
              </p14:nvContentPartPr>
              <p14:xfrm>
                <a:off x="7766822" y="2879329"/>
                <a:ext cx="47880" cy="157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57822" y="2870689"/>
                  <a:ext cx="65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14:cNvPr>
                <p14:cNvContentPartPr/>
                <p14:nvPr/>
              </p14:nvContentPartPr>
              <p14:xfrm>
                <a:off x="7952942" y="2778529"/>
                <a:ext cx="167040" cy="210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43942" y="2769889"/>
                  <a:ext cx="184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14:cNvPr>
                <p14:cNvContentPartPr/>
                <p14:nvPr/>
              </p14:nvContentPartPr>
              <p14:xfrm>
                <a:off x="8117822" y="2847649"/>
                <a:ext cx="130320" cy="157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08822" y="2838649"/>
                  <a:ext cx="147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14:cNvPr>
                <p14:cNvContentPartPr/>
                <p14:nvPr/>
              </p14:nvContentPartPr>
              <p14:xfrm>
                <a:off x="8267582" y="2882569"/>
                <a:ext cx="129960" cy="105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58582" y="2873569"/>
                  <a:ext cx="147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14:cNvPr>
                <p14:cNvContentPartPr/>
                <p14:nvPr/>
              </p14:nvContentPartPr>
              <p14:xfrm>
                <a:off x="8386382" y="2804089"/>
                <a:ext cx="102600" cy="238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77742" y="2795449"/>
                  <a:ext cx="12024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55543F-1D29-2462-1B1C-52989820AAFB}"/>
              </a:ext>
            </a:extLst>
          </p:cNvPr>
          <p:cNvGrpSpPr/>
          <p:nvPr/>
        </p:nvGrpSpPr>
        <p:grpSpPr>
          <a:xfrm>
            <a:off x="948062" y="1433209"/>
            <a:ext cx="560160" cy="678960"/>
            <a:chOff x="948062" y="1433209"/>
            <a:chExt cx="560160" cy="67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1C2552-B863-10B4-12A0-11BF25B24A76}"/>
                    </a:ext>
                  </a:extLst>
                </p14:cNvPr>
                <p14:cNvContentPartPr/>
                <p14:nvPr/>
              </p14:nvContentPartPr>
              <p14:xfrm>
                <a:off x="1153982" y="1433209"/>
                <a:ext cx="354240" cy="334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1C2552-B863-10B4-12A0-11BF25B24A7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45342" y="1424569"/>
                  <a:ext cx="3718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FD4071-BC7C-E3EF-1F97-B5C4024F8BDD}"/>
                    </a:ext>
                  </a:extLst>
                </p14:cNvPr>
                <p14:cNvContentPartPr/>
                <p14:nvPr/>
              </p14:nvContentPartPr>
              <p14:xfrm>
                <a:off x="1034462" y="1880689"/>
                <a:ext cx="142920" cy="177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FD4071-BC7C-E3EF-1F97-B5C4024F8BD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5462" y="1872049"/>
                  <a:ext cx="160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AC8321-3700-74AF-2CBD-21396C93BE38}"/>
                    </a:ext>
                  </a:extLst>
                </p14:cNvPr>
                <p14:cNvContentPartPr/>
                <p14:nvPr/>
              </p14:nvContentPartPr>
              <p14:xfrm>
                <a:off x="1030142" y="1958449"/>
                <a:ext cx="112680" cy="32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DAC8321-3700-74AF-2CBD-21396C93BE3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1142" y="1949809"/>
                  <a:ext cx="130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551FB3-E9A3-0E7E-45D7-9702B0F04C73}"/>
                    </a:ext>
                  </a:extLst>
                </p14:cNvPr>
                <p14:cNvContentPartPr/>
                <p14:nvPr/>
              </p14:nvContentPartPr>
              <p14:xfrm>
                <a:off x="948062" y="1824169"/>
                <a:ext cx="343800" cy="288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551FB3-E9A3-0E7E-45D7-9702B0F04C7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9422" y="1815529"/>
                  <a:ext cx="36144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BD606C-99E9-66BF-EED0-648908FC7BB6}"/>
              </a:ext>
            </a:extLst>
          </p:cNvPr>
          <p:cNvGrpSpPr/>
          <p:nvPr/>
        </p:nvGrpSpPr>
        <p:grpSpPr>
          <a:xfrm>
            <a:off x="1942022" y="1397569"/>
            <a:ext cx="622440" cy="725760"/>
            <a:chOff x="1942022" y="1397569"/>
            <a:chExt cx="622440" cy="72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DAC6AA-5AF2-55B2-D9AC-F3ECDD7847D3}"/>
                    </a:ext>
                  </a:extLst>
                </p14:cNvPr>
                <p14:cNvContentPartPr/>
                <p14:nvPr/>
              </p14:nvContentPartPr>
              <p14:xfrm>
                <a:off x="1942022" y="1397569"/>
                <a:ext cx="290160" cy="483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DAC6AA-5AF2-55B2-D9AC-F3ECDD7847D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933022" y="1388569"/>
                  <a:ext cx="3078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A51B905-F99A-B3D7-D0E5-7FC0E3FBCC1F}"/>
                    </a:ext>
                  </a:extLst>
                </p14:cNvPr>
                <p14:cNvContentPartPr/>
                <p14:nvPr/>
              </p14:nvContentPartPr>
              <p14:xfrm>
                <a:off x="2288702" y="1910929"/>
                <a:ext cx="15120" cy="11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A51B905-F99A-B3D7-D0E5-7FC0E3FBCC1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79702" y="1902289"/>
                  <a:ext cx="32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3170B3-44DB-F995-FEB0-517E54E85B2C}"/>
                    </a:ext>
                  </a:extLst>
                </p14:cNvPr>
                <p14:cNvContentPartPr/>
                <p14:nvPr/>
              </p14:nvContentPartPr>
              <p14:xfrm>
                <a:off x="2262782" y="1869529"/>
                <a:ext cx="176040" cy="175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3170B3-44DB-F995-FEB0-517E54E85B2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54142" y="1860529"/>
                  <a:ext cx="193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F57A40-6CAA-314E-7260-23A172771365}"/>
                    </a:ext>
                  </a:extLst>
                </p14:cNvPr>
                <p14:cNvContentPartPr/>
                <p14:nvPr/>
              </p14:nvContentPartPr>
              <p14:xfrm>
                <a:off x="2194022" y="1761169"/>
                <a:ext cx="370440" cy="36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F57A40-6CAA-314E-7260-23A17277136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85022" y="1752169"/>
                  <a:ext cx="388080" cy="37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B686C5E-8043-7C39-FBD0-D99E8653AF99}"/>
                  </a:ext>
                </a:extLst>
              </p14:cNvPr>
              <p14:cNvContentPartPr/>
              <p14:nvPr/>
            </p14:nvContentPartPr>
            <p14:xfrm>
              <a:off x="1071542" y="1387849"/>
              <a:ext cx="73440" cy="249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B686C5E-8043-7C39-FBD0-D99E8653AF9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62902" y="1378849"/>
                <a:ext cx="910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BCAD415-32F9-186A-3028-34CE837B0DAA}"/>
                  </a:ext>
                </a:extLst>
              </p14:cNvPr>
              <p14:cNvContentPartPr/>
              <p14:nvPr/>
            </p14:nvContentPartPr>
            <p14:xfrm>
              <a:off x="2122022" y="1446169"/>
              <a:ext cx="124200" cy="106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BCAD415-32F9-186A-3028-34CE837B0DA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113382" y="1437169"/>
                <a:ext cx="1418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2EE1F35-E26C-634D-CF0C-7D669D226384}"/>
                  </a:ext>
                </a:extLst>
              </p14:cNvPr>
              <p14:cNvContentPartPr/>
              <p14:nvPr/>
            </p14:nvContentPartPr>
            <p14:xfrm>
              <a:off x="4341782" y="1408009"/>
              <a:ext cx="539280" cy="399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2EE1F35-E26C-634D-CF0C-7D669D22638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333142" y="1399009"/>
                <a:ext cx="556920" cy="41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FB619B67-3052-0BA6-1ABF-FC9F46B10A8F}"/>
              </a:ext>
            </a:extLst>
          </p:cNvPr>
          <p:cNvGrpSpPr/>
          <p:nvPr/>
        </p:nvGrpSpPr>
        <p:grpSpPr>
          <a:xfrm>
            <a:off x="4231982" y="1851169"/>
            <a:ext cx="951480" cy="542880"/>
            <a:chOff x="4231982" y="1851169"/>
            <a:chExt cx="95148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8D88EA-8176-A452-D2C7-C1BF019640BB}"/>
                    </a:ext>
                  </a:extLst>
                </p14:cNvPr>
                <p14:cNvContentPartPr/>
                <p14:nvPr/>
              </p14:nvContentPartPr>
              <p14:xfrm>
                <a:off x="4231982" y="1859809"/>
                <a:ext cx="164160" cy="197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8D88EA-8176-A452-D2C7-C1BF019640B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23342" y="1850809"/>
                  <a:ext cx="181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C580BC-B523-14B7-DF2C-CA36FFB265D6}"/>
                    </a:ext>
                  </a:extLst>
                </p14:cNvPr>
                <p14:cNvContentPartPr/>
                <p14:nvPr/>
              </p14:nvContentPartPr>
              <p14:xfrm>
                <a:off x="4522142" y="1954129"/>
                <a:ext cx="217440" cy="30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C580BC-B523-14B7-DF2C-CA36FFB265D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13502" y="1945129"/>
                  <a:ext cx="235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43D933-27FE-D505-EFA2-17B6BAE518E7}"/>
                    </a:ext>
                  </a:extLst>
                </p14:cNvPr>
                <p14:cNvContentPartPr/>
                <p14:nvPr/>
              </p14:nvContentPartPr>
              <p14:xfrm>
                <a:off x="4861622" y="1851169"/>
                <a:ext cx="154440" cy="221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43D933-27FE-D505-EFA2-17B6BAE518E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852982" y="1842529"/>
                  <a:ext cx="1720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3A3DA9-A920-7671-C732-F8A25D2CC591}"/>
                    </a:ext>
                  </a:extLst>
                </p14:cNvPr>
                <p14:cNvContentPartPr/>
                <p14:nvPr/>
              </p14:nvContentPartPr>
              <p14:xfrm>
                <a:off x="4871702" y="1929649"/>
                <a:ext cx="125280" cy="5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3A3DA9-A920-7671-C732-F8A25D2CC59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862702" y="1921009"/>
                  <a:ext cx="142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066803-7F2A-2354-74CC-A72814B78B51}"/>
                    </a:ext>
                  </a:extLst>
                </p14:cNvPr>
                <p14:cNvContentPartPr/>
                <p14:nvPr/>
              </p14:nvContentPartPr>
              <p14:xfrm>
                <a:off x="5111822" y="1921729"/>
                <a:ext cx="27360" cy="2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066803-7F2A-2354-74CC-A72814B78B5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02822" y="1913089"/>
                  <a:ext cx="45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EF1FD25-E30D-CAC0-EDC3-2DFB079B4592}"/>
                    </a:ext>
                  </a:extLst>
                </p14:cNvPr>
                <p14:cNvContentPartPr/>
                <p14:nvPr/>
              </p14:nvContentPartPr>
              <p14:xfrm>
                <a:off x="5131262" y="1987249"/>
                <a:ext cx="29520" cy="55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EF1FD25-E30D-CAC0-EDC3-2DFB079B459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22262" y="1978249"/>
                  <a:ext cx="47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DE03F20-987C-A6EB-3FFF-D431627D9C21}"/>
                    </a:ext>
                  </a:extLst>
                </p14:cNvPr>
                <p14:cNvContentPartPr/>
                <p14:nvPr/>
              </p14:nvContentPartPr>
              <p14:xfrm>
                <a:off x="4276982" y="2183449"/>
                <a:ext cx="95760" cy="208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DE03F20-987C-A6EB-3FFF-D431627D9C2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67982" y="2174809"/>
                  <a:ext cx="113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4181192-E5C8-5DA4-EA25-D399F16BFDF4}"/>
                    </a:ext>
                  </a:extLst>
                </p14:cNvPr>
                <p14:cNvContentPartPr/>
                <p14:nvPr/>
              </p14:nvContentPartPr>
              <p14:xfrm>
                <a:off x="4541582" y="2287489"/>
                <a:ext cx="226440" cy="38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4181192-E5C8-5DA4-EA25-D399F16BFDF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32942" y="2278849"/>
                  <a:ext cx="244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E923BE9-906E-7CD5-3351-5141F3529465}"/>
                    </a:ext>
                  </a:extLst>
                </p14:cNvPr>
                <p14:cNvContentPartPr/>
                <p14:nvPr/>
              </p14:nvContentPartPr>
              <p14:xfrm>
                <a:off x="4868102" y="2188849"/>
                <a:ext cx="32400" cy="205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E923BE9-906E-7CD5-3351-5141F352946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59462" y="2180209"/>
                  <a:ext cx="50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646CF5-99B4-5F70-3AE1-CA05FE5E3BD1}"/>
                    </a:ext>
                  </a:extLst>
                </p14:cNvPr>
                <p14:cNvContentPartPr/>
                <p14:nvPr/>
              </p14:nvContentPartPr>
              <p14:xfrm>
                <a:off x="4847222" y="2173369"/>
                <a:ext cx="185400" cy="212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646CF5-99B4-5F70-3AE1-CA05FE5E3BD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38582" y="2164729"/>
                  <a:ext cx="203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3186BB-4567-B6F3-5576-219F6DCED501}"/>
                    </a:ext>
                  </a:extLst>
                </p14:cNvPr>
                <p14:cNvContentPartPr/>
                <p14:nvPr/>
              </p14:nvContentPartPr>
              <p14:xfrm>
                <a:off x="5129102" y="2242489"/>
                <a:ext cx="36360" cy="38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3186BB-4567-B6F3-5576-219F6DCED50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20462" y="2233489"/>
                  <a:ext cx="54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2B48EF-25C0-DD33-E34E-C614B5E79C2E}"/>
                    </a:ext>
                  </a:extLst>
                </p14:cNvPr>
                <p14:cNvContentPartPr/>
                <p14:nvPr/>
              </p14:nvContentPartPr>
              <p14:xfrm>
                <a:off x="5139182" y="2315569"/>
                <a:ext cx="44280" cy="56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2B48EF-25C0-DD33-E34E-C614B5E79C2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130182" y="2306569"/>
                  <a:ext cx="6192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A3DE09D-1F96-7071-047D-142156E82236}"/>
                  </a:ext>
                </a:extLst>
              </p14:cNvPr>
              <p14:cNvContentPartPr/>
              <p14:nvPr/>
            </p14:nvContentPartPr>
            <p14:xfrm>
              <a:off x="870662" y="2185609"/>
              <a:ext cx="86760" cy="195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A3DE09D-1F96-7071-047D-142156E8223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62022" y="2176609"/>
                <a:ext cx="10440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744583CC-362D-D906-DD1F-ABB1B7E0A401}"/>
              </a:ext>
            </a:extLst>
          </p:cNvPr>
          <p:cNvGrpSpPr/>
          <p:nvPr/>
        </p:nvGrpSpPr>
        <p:grpSpPr>
          <a:xfrm>
            <a:off x="1006022" y="2156809"/>
            <a:ext cx="604080" cy="250920"/>
            <a:chOff x="1006022" y="2156809"/>
            <a:chExt cx="60408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5BAC4C7-4D2F-24E5-C7E9-AA4B35D688F3}"/>
                    </a:ext>
                  </a:extLst>
                </p14:cNvPr>
                <p14:cNvContentPartPr/>
                <p14:nvPr/>
              </p14:nvContentPartPr>
              <p14:xfrm>
                <a:off x="1006022" y="2271649"/>
                <a:ext cx="138240" cy="27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5BAC4C7-4D2F-24E5-C7E9-AA4B35D688F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7022" y="2263009"/>
                  <a:ext cx="155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DCC01C9-C2BE-EF05-94DE-AB525A6B1302}"/>
                    </a:ext>
                  </a:extLst>
                </p14:cNvPr>
                <p14:cNvContentPartPr/>
                <p14:nvPr/>
              </p14:nvContentPartPr>
              <p14:xfrm>
                <a:off x="1078742" y="2229889"/>
                <a:ext cx="16200" cy="177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DCC01C9-C2BE-EF05-94DE-AB525A6B130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9742" y="2221249"/>
                  <a:ext cx="33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437F1C-D4E6-E3C6-CC32-A04299A7168D}"/>
                    </a:ext>
                  </a:extLst>
                </p14:cNvPr>
                <p14:cNvContentPartPr/>
                <p14:nvPr/>
              </p14:nvContentPartPr>
              <p14:xfrm>
                <a:off x="1161182" y="2185969"/>
                <a:ext cx="106560" cy="181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437F1C-D4E6-E3C6-CC32-A04299A7168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52182" y="2176969"/>
                  <a:ext cx="124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2A9170B-7172-B770-9E0C-5861F8256D70}"/>
                    </a:ext>
                  </a:extLst>
                </p14:cNvPr>
                <p14:cNvContentPartPr/>
                <p14:nvPr/>
              </p14:nvContentPartPr>
              <p14:xfrm>
                <a:off x="1327862" y="2259049"/>
                <a:ext cx="99000" cy="1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2A9170B-7172-B770-9E0C-5861F8256D7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319222" y="2250409"/>
                  <a:ext cx="116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04786F7-D77B-306F-8613-B0817312A83B}"/>
                    </a:ext>
                  </a:extLst>
                </p14:cNvPr>
                <p14:cNvContentPartPr/>
                <p14:nvPr/>
              </p14:nvContentPartPr>
              <p14:xfrm>
                <a:off x="1342982" y="2297569"/>
                <a:ext cx="104040" cy="15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04786F7-D77B-306F-8613-B0817312A83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334342" y="2288569"/>
                  <a:ext cx="121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FFEDE0-8BFF-DF75-2BD8-C833AEBFAA64}"/>
                    </a:ext>
                  </a:extLst>
                </p14:cNvPr>
                <p14:cNvContentPartPr/>
                <p14:nvPr/>
              </p14:nvContentPartPr>
              <p14:xfrm>
                <a:off x="1503902" y="2185249"/>
                <a:ext cx="106200" cy="181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FFEDE0-8BFF-DF75-2BD8-C833AEBFAA6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495262" y="2176249"/>
                  <a:ext cx="123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0B8C474-1E4E-3E59-EF65-F20C08DE79FF}"/>
                    </a:ext>
                  </a:extLst>
                </p14:cNvPr>
                <p14:cNvContentPartPr/>
                <p14:nvPr/>
              </p14:nvContentPartPr>
              <p14:xfrm>
                <a:off x="1521902" y="2156809"/>
                <a:ext cx="79200" cy="16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0B8C474-1E4E-3E59-EF65-F20C08DE79F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512902" y="2148169"/>
                  <a:ext cx="96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ADE7585-0E67-B74B-BA37-702103AF2AF5}"/>
              </a:ext>
            </a:extLst>
          </p:cNvPr>
          <p:cNvGrpSpPr/>
          <p:nvPr/>
        </p:nvGrpSpPr>
        <p:grpSpPr>
          <a:xfrm>
            <a:off x="2209862" y="2148889"/>
            <a:ext cx="866880" cy="232560"/>
            <a:chOff x="2209862" y="2148889"/>
            <a:chExt cx="86688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FD28CFB-8EA4-37D9-C7D0-936CC2A89481}"/>
                    </a:ext>
                  </a:extLst>
                </p14:cNvPr>
                <p14:cNvContentPartPr/>
                <p14:nvPr/>
              </p14:nvContentPartPr>
              <p14:xfrm>
                <a:off x="2209862" y="2179129"/>
                <a:ext cx="148320" cy="154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FD28CFB-8EA4-37D9-C7D0-936CC2A8948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200862" y="2170129"/>
                  <a:ext cx="165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142FB47-EBCA-C010-52BA-03591F740828}"/>
                    </a:ext>
                  </a:extLst>
                </p14:cNvPr>
                <p14:cNvContentPartPr/>
                <p14:nvPr/>
              </p14:nvContentPartPr>
              <p14:xfrm>
                <a:off x="2367902" y="2237089"/>
                <a:ext cx="154440" cy="18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142FB47-EBCA-C010-52BA-03591F74082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59262" y="2228089"/>
                  <a:ext cx="172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6696E4-A2C4-2D7D-B5CD-C9D4D212CF66}"/>
                    </a:ext>
                  </a:extLst>
                </p14:cNvPr>
                <p14:cNvContentPartPr/>
                <p14:nvPr/>
              </p14:nvContentPartPr>
              <p14:xfrm>
                <a:off x="2439902" y="2213329"/>
                <a:ext cx="14760" cy="142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6696E4-A2C4-2D7D-B5CD-C9D4D212CF6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431262" y="2204329"/>
                  <a:ext cx="32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979D570-F7DA-AAAC-0380-DE875F9A3F32}"/>
                    </a:ext>
                  </a:extLst>
                </p14:cNvPr>
                <p14:cNvContentPartPr/>
                <p14:nvPr/>
              </p14:nvContentPartPr>
              <p14:xfrm>
                <a:off x="2579582" y="2177329"/>
                <a:ext cx="104760" cy="138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979D570-F7DA-AAAC-0380-DE875F9A3F3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570942" y="2168689"/>
                  <a:ext cx="122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A195C65-08ED-3CC0-F25F-B40D849D7098}"/>
                    </a:ext>
                  </a:extLst>
                </p14:cNvPr>
                <p14:cNvContentPartPr/>
                <p14:nvPr/>
              </p14:nvContentPartPr>
              <p14:xfrm>
                <a:off x="2622062" y="2148889"/>
                <a:ext cx="117360" cy="29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A195C65-08ED-3CC0-F25F-B40D849D709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613422" y="2139889"/>
                  <a:ext cx="135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C9BBD4-7D20-D062-7BA4-5C70201FFACA}"/>
                    </a:ext>
                  </a:extLst>
                </p14:cNvPr>
                <p14:cNvContentPartPr/>
                <p14:nvPr/>
              </p14:nvContentPartPr>
              <p14:xfrm>
                <a:off x="2774342" y="2265889"/>
                <a:ext cx="130680" cy="63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6C9BBD4-7D20-D062-7BA4-5C70201FFAC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65342" y="2257249"/>
                  <a:ext cx="1483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00E7C95-B31A-A6B9-A0AD-0B20804322CD}"/>
                    </a:ext>
                  </a:extLst>
                </p14:cNvPr>
                <p14:cNvContentPartPr/>
                <p14:nvPr/>
              </p14:nvContentPartPr>
              <p14:xfrm>
                <a:off x="2917622" y="2183809"/>
                <a:ext cx="128520" cy="197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00E7C95-B31A-A6B9-A0AD-0B20804322C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908622" y="2175169"/>
                  <a:ext cx="146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FDCF6A-93E5-8135-5F82-8A730445F056}"/>
                    </a:ext>
                  </a:extLst>
                </p14:cNvPr>
                <p14:cNvContentPartPr/>
                <p14:nvPr/>
              </p14:nvContentPartPr>
              <p14:xfrm>
                <a:off x="2918342" y="2250769"/>
                <a:ext cx="158400" cy="2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FDCF6A-93E5-8135-5F82-8A730445F05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909342" y="2241769"/>
                  <a:ext cx="1760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ED1549F-8D68-297E-ADA5-CF942F6E24AD}"/>
              </a:ext>
            </a:extLst>
          </p:cNvPr>
          <p:cNvGrpSpPr/>
          <p:nvPr/>
        </p:nvGrpSpPr>
        <p:grpSpPr>
          <a:xfrm>
            <a:off x="824222" y="2469289"/>
            <a:ext cx="388440" cy="907920"/>
            <a:chOff x="824222" y="2469289"/>
            <a:chExt cx="388440" cy="90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612C3A-B783-831C-D8AE-16335DAE9B80}"/>
                    </a:ext>
                  </a:extLst>
                </p14:cNvPr>
                <p14:cNvContentPartPr/>
                <p14:nvPr/>
              </p14:nvContentPartPr>
              <p14:xfrm>
                <a:off x="1025822" y="2469289"/>
                <a:ext cx="35640" cy="473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612C3A-B783-831C-D8AE-16335DAE9B8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16822" y="2460289"/>
                  <a:ext cx="532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9435BB6-5783-CD52-3F7A-2E14E466BBF6}"/>
                    </a:ext>
                  </a:extLst>
                </p14:cNvPr>
                <p14:cNvContentPartPr/>
                <p14:nvPr/>
              </p14:nvContentPartPr>
              <p14:xfrm>
                <a:off x="952382" y="3098569"/>
                <a:ext cx="152640" cy="278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9435BB6-5783-CD52-3F7A-2E14E466BBF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43742" y="3089569"/>
                  <a:ext cx="170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55BEE04-0284-E421-3F35-3DF7C988EABC}"/>
                    </a:ext>
                  </a:extLst>
                </p14:cNvPr>
                <p14:cNvContentPartPr/>
                <p14:nvPr/>
              </p14:nvContentPartPr>
              <p14:xfrm>
                <a:off x="824222" y="3005329"/>
                <a:ext cx="388440" cy="360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55BEE04-0284-E421-3F35-3DF7C988EAB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15222" y="2996689"/>
                  <a:ext cx="406080" cy="37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F5C9BE7-36BD-8B82-A344-C5882D0109E2}"/>
                  </a:ext>
                </a:extLst>
              </p14:cNvPr>
              <p14:cNvContentPartPr/>
              <p14:nvPr/>
            </p14:nvContentPartPr>
            <p14:xfrm>
              <a:off x="4061702" y="1865209"/>
              <a:ext cx="1425960" cy="2264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F5C9BE7-36BD-8B82-A344-C5882D0109E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053062" y="1856569"/>
                <a:ext cx="14436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CE5AC70-9BC8-5C11-018A-88EC4253E00B}"/>
              </a:ext>
            </a:extLst>
          </p:cNvPr>
          <p:cNvGrpSpPr/>
          <p:nvPr/>
        </p:nvGrpSpPr>
        <p:grpSpPr>
          <a:xfrm>
            <a:off x="4194902" y="2506009"/>
            <a:ext cx="920160" cy="253800"/>
            <a:chOff x="4194902" y="2506009"/>
            <a:chExt cx="92016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B4CE0C1-D284-A1AF-46A4-FFBD8FF0F5E8}"/>
                    </a:ext>
                  </a:extLst>
                </p14:cNvPr>
                <p14:cNvContentPartPr/>
                <p14:nvPr/>
              </p14:nvContentPartPr>
              <p14:xfrm>
                <a:off x="4194902" y="2506009"/>
                <a:ext cx="134280" cy="187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B4CE0C1-D284-A1AF-46A4-FFBD8FF0F5E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185902" y="2497009"/>
                  <a:ext cx="151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242ED0F-11BF-AA63-0527-69A8FC8642E4}"/>
                    </a:ext>
                  </a:extLst>
                </p14:cNvPr>
                <p14:cNvContentPartPr/>
                <p14:nvPr/>
              </p14:nvContentPartPr>
              <p14:xfrm>
                <a:off x="4366982" y="2612209"/>
                <a:ext cx="139680" cy="11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242ED0F-11BF-AA63-0527-69A8FC8642E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357982" y="2603569"/>
                  <a:ext cx="157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5E04F6D-8C83-3762-FC04-B05E3BCFAA5D}"/>
                    </a:ext>
                  </a:extLst>
                </p14:cNvPr>
                <p14:cNvContentPartPr/>
                <p14:nvPr/>
              </p14:nvContentPartPr>
              <p14:xfrm>
                <a:off x="4588382" y="2527969"/>
                <a:ext cx="116640" cy="178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5E04F6D-8C83-3762-FC04-B05E3BCFAA5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579382" y="2519329"/>
                  <a:ext cx="134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D4A92C1-2E53-F9AA-B583-C11F221B02FC}"/>
                    </a:ext>
                  </a:extLst>
                </p14:cNvPr>
                <p14:cNvContentPartPr/>
                <p14:nvPr/>
              </p14:nvContentPartPr>
              <p14:xfrm>
                <a:off x="4584062" y="2610049"/>
                <a:ext cx="132840" cy="33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D4A92C1-2E53-F9AA-B583-C11F221B02F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575062" y="2601049"/>
                  <a:ext cx="150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093759F-E135-4D01-F65B-43439C6F2DCE}"/>
                    </a:ext>
                  </a:extLst>
                </p14:cNvPr>
                <p14:cNvContentPartPr/>
                <p14:nvPr/>
              </p14:nvContentPartPr>
              <p14:xfrm>
                <a:off x="4783862" y="2606449"/>
                <a:ext cx="129600" cy="23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093759F-E135-4D01-F65B-43439C6F2DC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774862" y="2597449"/>
                  <a:ext cx="147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4ADDDF7-75E0-7D8C-B395-08524C3A46DB}"/>
                    </a:ext>
                  </a:extLst>
                </p14:cNvPr>
                <p14:cNvContentPartPr/>
                <p14:nvPr/>
              </p14:nvContentPartPr>
              <p14:xfrm>
                <a:off x="4982582" y="2514649"/>
                <a:ext cx="132480" cy="245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4ADDDF7-75E0-7D8C-B395-08524C3A46D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973942" y="2506009"/>
                  <a:ext cx="1501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A39B5CC-FB8B-571F-D397-BC01114516FB}"/>
              </a:ext>
            </a:extLst>
          </p:cNvPr>
          <p:cNvGrpSpPr/>
          <p:nvPr/>
        </p:nvGrpSpPr>
        <p:grpSpPr>
          <a:xfrm>
            <a:off x="5272022" y="1846849"/>
            <a:ext cx="159120" cy="173880"/>
            <a:chOff x="5272022" y="1846849"/>
            <a:chExt cx="159120" cy="17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A7AD3D-7B31-2270-DA56-4B86AB5AF14D}"/>
                    </a:ext>
                  </a:extLst>
                </p14:cNvPr>
                <p14:cNvContentPartPr/>
                <p14:nvPr/>
              </p14:nvContentPartPr>
              <p14:xfrm>
                <a:off x="5272022" y="1859449"/>
                <a:ext cx="120960" cy="161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A7AD3D-7B31-2270-DA56-4B86AB5AF14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263382" y="1850809"/>
                  <a:ext cx="138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C4D7D64-BDF0-754E-5A0F-A6AC15190F69}"/>
                    </a:ext>
                  </a:extLst>
                </p14:cNvPr>
                <p14:cNvContentPartPr/>
                <p14:nvPr/>
              </p14:nvContentPartPr>
              <p14:xfrm>
                <a:off x="5301902" y="1846849"/>
                <a:ext cx="129240" cy="7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C4D7D64-BDF0-754E-5A0F-A6AC15190F6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293262" y="1837849"/>
                  <a:ext cx="1468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6BC3A95-771D-210A-9AF8-2696CF14462C}"/>
              </a:ext>
            </a:extLst>
          </p:cNvPr>
          <p:cNvGrpSpPr/>
          <p:nvPr/>
        </p:nvGrpSpPr>
        <p:grpSpPr>
          <a:xfrm>
            <a:off x="5280662" y="2182009"/>
            <a:ext cx="187200" cy="200880"/>
            <a:chOff x="5280662" y="2182009"/>
            <a:chExt cx="18720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3FA45E-4750-D799-B53E-616B64E34C52}"/>
                    </a:ext>
                  </a:extLst>
                </p14:cNvPr>
                <p14:cNvContentPartPr/>
                <p14:nvPr/>
              </p14:nvContentPartPr>
              <p14:xfrm>
                <a:off x="5296862" y="2182009"/>
                <a:ext cx="118440" cy="200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3FA45E-4750-D799-B53E-616B64E34C5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88222" y="2173009"/>
                  <a:ext cx="136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8DDAAED-050F-FCC6-E888-E5189D750D82}"/>
                    </a:ext>
                  </a:extLst>
                </p14:cNvPr>
                <p14:cNvContentPartPr/>
                <p14:nvPr/>
              </p14:nvContentPartPr>
              <p14:xfrm>
                <a:off x="5280662" y="2259049"/>
                <a:ext cx="187200" cy="30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8DDAAED-050F-FCC6-E888-E5189D750D8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72022" y="2250409"/>
                  <a:ext cx="20484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BC54620-077B-56C3-8705-201907880A92}"/>
                  </a:ext>
                </a:extLst>
              </p14:cNvPr>
              <p14:cNvContentPartPr/>
              <p14:nvPr/>
            </p14:nvContentPartPr>
            <p14:xfrm>
              <a:off x="837182" y="2603929"/>
              <a:ext cx="90720" cy="288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BC54620-077B-56C3-8705-201907880A92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28182" y="2594929"/>
                <a:ext cx="108360" cy="30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FFA4223-C00D-21DA-6E31-5E1945BBD45B}"/>
              </a:ext>
            </a:extLst>
          </p:cNvPr>
          <p:cNvGrpSpPr/>
          <p:nvPr/>
        </p:nvGrpSpPr>
        <p:grpSpPr>
          <a:xfrm>
            <a:off x="743942" y="3383329"/>
            <a:ext cx="903240" cy="208080"/>
            <a:chOff x="743942" y="3383329"/>
            <a:chExt cx="90324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83D50EB-5F23-46E0-DB7C-E63AE84CA7FB}"/>
                    </a:ext>
                  </a:extLst>
                </p14:cNvPr>
                <p14:cNvContentPartPr/>
                <p14:nvPr/>
              </p14:nvContentPartPr>
              <p14:xfrm>
                <a:off x="743942" y="3389089"/>
                <a:ext cx="105840" cy="176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83D50EB-5F23-46E0-DB7C-E63AE84CA7F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34942" y="3380449"/>
                  <a:ext cx="1234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A92570-9F4E-EC5F-1873-3EC3D8326AC1}"/>
                    </a:ext>
                  </a:extLst>
                </p14:cNvPr>
                <p14:cNvContentPartPr/>
                <p14:nvPr/>
              </p14:nvContentPartPr>
              <p14:xfrm>
                <a:off x="964982" y="3498889"/>
                <a:ext cx="106920" cy="15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A92570-9F4E-EC5F-1873-3EC3D8326AC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56342" y="3490249"/>
                  <a:ext cx="124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51473CD-A169-7CFD-875E-FE39C1EDD6E5}"/>
                    </a:ext>
                  </a:extLst>
                </p14:cNvPr>
                <p14:cNvContentPartPr/>
                <p14:nvPr/>
              </p14:nvContentPartPr>
              <p14:xfrm>
                <a:off x="1027622" y="3461449"/>
                <a:ext cx="35640" cy="93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51473CD-A169-7CFD-875E-FE39C1EDD6E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18622" y="3452809"/>
                  <a:ext cx="53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0DA7C6D-F8FB-27BF-F6CE-B5E486FE3601}"/>
                    </a:ext>
                  </a:extLst>
                </p14:cNvPr>
                <p14:cNvContentPartPr/>
                <p14:nvPr/>
              </p14:nvContentPartPr>
              <p14:xfrm>
                <a:off x="1178462" y="3432289"/>
                <a:ext cx="110520" cy="127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0DA7C6D-F8FB-27BF-F6CE-B5E486FE360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69462" y="3423649"/>
                  <a:ext cx="128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6BA2753-60BD-B47A-08AA-37083AC8B4D8}"/>
                    </a:ext>
                  </a:extLst>
                </p14:cNvPr>
                <p14:cNvContentPartPr/>
                <p14:nvPr/>
              </p14:nvContentPartPr>
              <p14:xfrm>
                <a:off x="988022" y="3491689"/>
                <a:ext cx="124560" cy="26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6BA2753-60BD-B47A-08AA-37083AC8B4D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79022" y="3482689"/>
                  <a:ext cx="142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162D86-14E3-B949-C971-D5C356E4DE28}"/>
                    </a:ext>
                  </a:extLst>
                </p14:cNvPr>
                <p14:cNvContentPartPr/>
                <p14:nvPr/>
              </p14:nvContentPartPr>
              <p14:xfrm>
                <a:off x="1039862" y="3465409"/>
                <a:ext cx="28800" cy="126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162D86-14E3-B949-C971-D5C356E4DE2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31222" y="3456769"/>
                  <a:ext cx="46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D1D3F70-BE50-0549-E322-9A91051C952D}"/>
                    </a:ext>
                  </a:extLst>
                </p14:cNvPr>
                <p14:cNvContentPartPr/>
                <p14:nvPr/>
              </p14:nvContentPartPr>
              <p14:xfrm>
                <a:off x="1387622" y="3494209"/>
                <a:ext cx="103680" cy="15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D1D3F70-BE50-0549-E322-9A91051C952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78622" y="3485209"/>
                  <a:ext cx="121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DDE88C7-C48D-6C9D-809A-5B5D5B275450}"/>
                    </a:ext>
                  </a:extLst>
                </p14:cNvPr>
                <p14:cNvContentPartPr/>
                <p14:nvPr/>
              </p14:nvContentPartPr>
              <p14:xfrm>
                <a:off x="1390142" y="3541369"/>
                <a:ext cx="116640" cy="26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DDE88C7-C48D-6C9D-809A-5B5D5B27545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381142" y="3532729"/>
                  <a:ext cx="134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A8EF86B-5AFC-D597-5D14-59484401BAEF}"/>
                    </a:ext>
                  </a:extLst>
                </p14:cNvPr>
                <p14:cNvContentPartPr/>
                <p14:nvPr/>
              </p14:nvContentPartPr>
              <p14:xfrm>
                <a:off x="1511462" y="3383329"/>
                <a:ext cx="135720" cy="20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A8EF86B-5AFC-D597-5D14-59484401BAE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502462" y="3374689"/>
                  <a:ext cx="15336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82B600D-FDC7-AF00-63B9-5CC506E6DE32}"/>
              </a:ext>
            </a:extLst>
          </p:cNvPr>
          <p:cNvGrpSpPr/>
          <p:nvPr/>
        </p:nvGrpSpPr>
        <p:grpSpPr>
          <a:xfrm>
            <a:off x="5200382" y="2472529"/>
            <a:ext cx="270720" cy="223560"/>
            <a:chOff x="5200382" y="2472529"/>
            <a:chExt cx="27072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56D185C-D3D7-29B2-69B2-D2095931D109}"/>
                    </a:ext>
                  </a:extLst>
                </p14:cNvPr>
                <p14:cNvContentPartPr/>
                <p14:nvPr/>
              </p14:nvContentPartPr>
              <p14:xfrm>
                <a:off x="5200382" y="2561089"/>
                <a:ext cx="38160" cy="20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56D185C-D3D7-29B2-69B2-D2095931D10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191742" y="2552089"/>
                  <a:ext cx="55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4B9A5F0-CBB4-BF9C-2D3B-0F88CDCF498C}"/>
                    </a:ext>
                  </a:extLst>
                </p14:cNvPr>
                <p14:cNvContentPartPr/>
                <p14:nvPr/>
              </p14:nvContentPartPr>
              <p14:xfrm>
                <a:off x="5223062" y="2659009"/>
                <a:ext cx="26280" cy="17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4B9A5F0-CBB4-BF9C-2D3B-0F88CDCF498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14422" y="2650369"/>
                  <a:ext cx="43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C5A73A7-E2AA-31D4-1424-82A52151B805}"/>
                    </a:ext>
                  </a:extLst>
                </p14:cNvPr>
                <p14:cNvContentPartPr/>
                <p14:nvPr/>
              </p14:nvContentPartPr>
              <p14:xfrm>
                <a:off x="5317022" y="2472529"/>
                <a:ext cx="154080" cy="223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C5A73A7-E2AA-31D4-1424-82A52151B80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308382" y="2463889"/>
                  <a:ext cx="17172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EB6B07A-B88B-EDFA-7C54-A0F8C4ADC892}"/>
                  </a:ext>
                </a:extLst>
              </p14:cNvPr>
              <p14:cNvContentPartPr/>
              <p14:nvPr/>
            </p14:nvContentPartPr>
            <p14:xfrm>
              <a:off x="6078782" y="3530209"/>
              <a:ext cx="26280" cy="1879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EB6B07A-B88B-EDFA-7C54-A0F8C4ADC892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069782" y="3521569"/>
                <a:ext cx="439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E4721B4-A0E6-4110-361D-770AF884DE82}"/>
                  </a:ext>
                </a:extLst>
              </p14:cNvPr>
              <p14:cNvContentPartPr/>
              <p14:nvPr/>
            </p14:nvContentPartPr>
            <p14:xfrm>
              <a:off x="5970782" y="3507529"/>
              <a:ext cx="179640" cy="378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E4721B4-A0E6-4110-361D-770AF884DE82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961782" y="3498889"/>
                <a:ext cx="1972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CBD2A46-DABD-8FA5-573E-0F4B8C6E62D7}"/>
                  </a:ext>
                </a:extLst>
              </p14:cNvPr>
              <p14:cNvContentPartPr/>
              <p14:nvPr/>
            </p14:nvContentPartPr>
            <p14:xfrm>
              <a:off x="6147182" y="3614449"/>
              <a:ext cx="156960" cy="1040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CBD2A46-DABD-8FA5-573E-0F4B8C6E62D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138542" y="3605809"/>
                <a:ext cx="17460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DAB300E-7E36-58EB-539C-6DE356323C3C}"/>
                  </a:ext>
                </a:extLst>
              </p14:cNvPr>
              <p14:cNvContentPartPr/>
              <p14:nvPr/>
            </p14:nvContentPartPr>
            <p14:xfrm>
              <a:off x="6355622" y="3615169"/>
              <a:ext cx="86760" cy="867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DAB300E-7E36-58EB-539C-6DE356323C3C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346982" y="3606529"/>
                <a:ext cx="1044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F965AD4-93F2-3271-D8BA-5345668EF7B8}"/>
                  </a:ext>
                </a:extLst>
              </p14:cNvPr>
              <p14:cNvContentPartPr/>
              <p14:nvPr/>
            </p14:nvContentPartPr>
            <p14:xfrm>
              <a:off x="6687542" y="3610129"/>
              <a:ext cx="28080" cy="2199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F965AD4-93F2-3271-D8BA-5345668EF7B8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678902" y="3601129"/>
                <a:ext cx="457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A9E4AFD-D768-B6ED-B112-36AB2E21CA18}"/>
                  </a:ext>
                </a:extLst>
              </p14:cNvPr>
              <p14:cNvContentPartPr/>
              <p14:nvPr/>
            </p14:nvContentPartPr>
            <p14:xfrm>
              <a:off x="6688622" y="3558649"/>
              <a:ext cx="117360" cy="982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A9E4AFD-D768-B6ED-B112-36AB2E21CA18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679622" y="3550009"/>
                <a:ext cx="1350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64F3E22-3817-10BA-C577-0C686B9638B5}"/>
                  </a:ext>
                </a:extLst>
              </p14:cNvPr>
              <p14:cNvContentPartPr/>
              <p14:nvPr/>
            </p14:nvContentPartPr>
            <p14:xfrm>
              <a:off x="6860342" y="3586729"/>
              <a:ext cx="190080" cy="1126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64F3E22-3817-10BA-C577-0C686B9638B5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851342" y="3578089"/>
                <a:ext cx="2077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4F2BDCE-6001-49B3-C12A-04E6F7CB7B98}"/>
                  </a:ext>
                </a:extLst>
              </p14:cNvPr>
              <p14:cNvContentPartPr/>
              <p14:nvPr/>
            </p14:nvContentPartPr>
            <p14:xfrm>
              <a:off x="7065902" y="3531289"/>
              <a:ext cx="28080" cy="1512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4F2BDCE-6001-49B3-C12A-04E6F7CB7B98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7057262" y="3522289"/>
                <a:ext cx="457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F62661F-10CF-31CB-A4EF-C017EC971F48}"/>
                  </a:ext>
                </a:extLst>
              </p14:cNvPr>
              <p14:cNvContentPartPr/>
              <p14:nvPr/>
            </p14:nvContentPartPr>
            <p14:xfrm>
              <a:off x="7130342" y="3531289"/>
              <a:ext cx="91800" cy="1648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F62661F-10CF-31CB-A4EF-C017EC971F48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7121702" y="3522649"/>
                <a:ext cx="1094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554F7A25-5086-B0B6-EA3B-675B8DB7E4EC}"/>
                  </a:ext>
                </a:extLst>
              </p14:cNvPr>
              <p14:cNvContentPartPr/>
              <p14:nvPr/>
            </p14:nvContentPartPr>
            <p14:xfrm>
              <a:off x="7013342" y="3550729"/>
              <a:ext cx="108000" cy="183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554F7A25-5086-B0B6-EA3B-675B8DB7E4EC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004702" y="3541729"/>
                <a:ext cx="125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07F5418-C6EE-B30C-5CDB-AFB09CBD3F15}"/>
                  </a:ext>
                </a:extLst>
              </p14:cNvPr>
              <p14:cNvContentPartPr/>
              <p14:nvPr/>
            </p14:nvContentPartPr>
            <p14:xfrm>
              <a:off x="7280102" y="3583129"/>
              <a:ext cx="64080" cy="1004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07F5418-C6EE-B30C-5CDB-AFB09CBD3F15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271462" y="3574129"/>
                <a:ext cx="817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C04C12D-B6A8-5261-7438-61FF2A15B069}"/>
                  </a:ext>
                </a:extLst>
              </p14:cNvPr>
              <p14:cNvContentPartPr/>
              <p14:nvPr/>
            </p14:nvContentPartPr>
            <p14:xfrm>
              <a:off x="7652342" y="3480529"/>
              <a:ext cx="63360" cy="2095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C04C12D-B6A8-5261-7438-61FF2A15B069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643342" y="3471889"/>
                <a:ext cx="81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3C4AE04-548C-0562-CD0C-07EF9578BDFA}"/>
                  </a:ext>
                </a:extLst>
              </p14:cNvPr>
              <p14:cNvContentPartPr/>
              <p14:nvPr/>
            </p14:nvContentPartPr>
            <p14:xfrm>
              <a:off x="7630742" y="3560089"/>
              <a:ext cx="209880" cy="1278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3C4AE04-548C-0562-CD0C-07EF9578BDFA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622102" y="3551089"/>
                <a:ext cx="2275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1E09553-7526-59CC-1252-AFADE8F6D742}"/>
                  </a:ext>
                </a:extLst>
              </p14:cNvPr>
              <p14:cNvContentPartPr/>
              <p14:nvPr/>
            </p14:nvContentPartPr>
            <p14:xfrm>
              <a:off x="8044382" y="3566209"/>
              <a:ext cx="151560" cy="3528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1E09553-7526-59CC-1252-AFADE8F6D742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8035742" y="3557569"/>
                <a:ext cx="1692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5EC5C58-F9B6-BC64-E629-87E78D62E320}"/>
                  </a:ext>
                </a:extLst>
              </p14:cNvPr>
              <p14:cNvContentPartPr/>
              <p14:nvPr/>
            </p14:nvContentPartPr>
            <p14:xfrm>
              <a:off x="8233742" y="3558649"/>
              <a:ext cx="72000" cy="1076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5EC5C58-F9B6-BC64-E629-87E78D62E320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8225102" y="3549649"/>
                <a:ext cx="89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A685ADE-A0A2-B29D-97D4-79683FCFE6ED}"/>
                  </a:ext>
                </a:extLst>
              </p14:cNvPr>
              <p14:cNvContentPartPr/>
              <p14:nvPr/>
            </p14:nvContentPartPr>
            <p14:xfrm>
              <a:off x="8355422" y="3400249"/>
              <a:ext cx="238680" cy="2919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A685ADE-A0A2-B29D-97D4-79683FCFE6ED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8346782" y="3391249"/>
                <a:ext cx="256320" cy="30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78E4838-B7F6-B582-04B2-EC146F8467EF}"/>
              </a:ext>
            </a:extLst>
          </p:cNvPr>
          <p:cNvGrpSpPr/>
          <p:nvPr/>
        </p:nvGrpSpPr>
        <p:grpSpPr>
          <a:xfrm>
            <a:off x="8612822" y="3608329"/>
            <a:ext cx="49680" cy="127440"/>
            <a:chOff x="8612822" y="3608329"/>
            <a:chExt cx="4968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70F36BF-B63A-5383-95B8-8BD921AD7150}"/>
                    </a:ext>
                  </a:extLst>
                </p14:cNvPr>
                <p14:cNvContentPartPr/>
                <p14:nvPr/>
              </p14:nvContentPartPr>
              <p14:xfrm>
                <a:off x="8612822" y="3608329"/>
                <a:ext cx="38520" cy="44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70F36BF-B63A-5383-95B8-8BD921AD715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603822" y="3599329"/>
                  <a:ext cx="56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BEE8936-F40F-B798-DF16-8D1960102C8D}"/>
                    </a:ext>
                  </a:extLst>
                </p14:cNvPr>
                <p14:cNvContentPartPr/>
                <p14:nvPr/>
              </p14:nvContentPartPr>
              <p14:xfrm>
                <a:off x="8618582" y="3695089"/>
                <a:ext cx="43920" cy="40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BEE8936-F40F-B798-DF16-8D1960102C8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09582" y="3686449"/>
                  <a:ext cx="6156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B2B365E-CE69-2B41-7F97-03D754EDFC75}"/>
                  </a:ext>
                </a:extLst>
              </p14:cNvPr>
              <p14:cNvContentPartPr/>
              <p14:nvPr/>
            </p14:nvContentPartPr>
            <p14:xfrm>
              <a:off x="6026582" y="4047529"/>
              <a:ext cx="165240" cy="1677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B2B365E-CE69-2B41-7F97-03D754EDFC75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6017942" y="4038529"/>
                <a:ext cx="18288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87A59E7-3319-723A-26DA-A0247281F15D}"/>
              </a:ext>
            </a:extLst>
          </p:cNvPr>
          <p:cNvGrpSpPr/>
          <p:nvPr/>
        </p:nvGrpSpPr>
        <p:grpSpPr>
          <a:xfrm>
            <a:off x="6373622" y="3982729"/>
            <a:ext cx="1094040" cy="196920"/>
            <a:chOff x="6373622" y="3982729"/>
            <a:chExt cx="109404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EA0271D-1B2C-61D5-023D-EB9698EFC7F9}"/>
                    </a:ext>
                  </a:extLst>
                </p14:cNvPr>
                <p14:cNvContentPartPr/>
                <p14:nvPr/>
              </p14:nvContentPartPr>
              <p14:xfrm>
                <a:off x="6373622" y="3989209"/>
                <a:ext cx="130320" cy="190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EA0271D-1B2C-61D5-023D-EB9698EFC7F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364982" y="3980569"/>
                  <a:ext cx="147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5DBB6A8-94DB-B23E-5051-1AD4A8366938}"/>
                    </a:ext>
                  </a:extLst>
                </p14:cNvPr>
                <p14:cNvContentPartPr/>
                <p14:nvPr/>
              </p14:nvContentPartPr>
              <p14:xfrm>
                <a:off x="6606542" y="4105129"/>
                <a:ext cx="213840" cy="18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5DBB6A8-94DB-B23E-5051-1AD4A836693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597902" y="4096129"/>
                  <a:ext cx="23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8D468D4-5DFA-362E-1A79-8E34630A7CE8}"/>
                    </a:ext>
                  </a:extLst>
                </p14:cNvPr>
                <p14:cNvContentPartPr/>
                <p14:nvPr/>
              </p14:nvContentPartPr>
              <p14:xfrm>
                <a:off x="7008662" y="3982729"/>
                <a:ext cx="150120" cy="175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8D468D4-5DFA-362E-1A79-8E34630A7CE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999662" y="3973729"/>
                  <a:ext cx="167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0B96F07-FDC3-1BB4-AE56-54F575A89EEA}"/>
                    </a:ext>
                  </a:extLst>
                </p14:cNvPr>
                <p14:cNvContentPartPr/>
                <p14:nvPr/>
              </p14:nvContentPartPr>
              <p14:xfrm>
                <a:off x="7035662" y="4074529"/>
                <a:ext cx="127080" cy="29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0B96F07-FDC3-1BB4-AE56-54F575A89EE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27022" y="4065529"/>
                  <a:ext cx="144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ED48E33-6D76-8EA6-2851-2E35446BB8B2}"/>
                    </a:ext>
                  </a:extLst>
                </p14:cNvPr>
                <p14:cNvContentPartPr/>
                <p14:nvPr/>
              </p14:nvContentPartPr>
              <p14:xfrm>
                <a:off x="7260662" y="4100809"/>
                <a:ext cx="207000" cy="16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ED48E33-6D76-8EA6-2851-2E35446BB8B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252022" y="4092169"/>
                  <a:ext cx="22464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D2F1993D-7CB9-D6F4-24D8-CBC79B11A885}"/>
                  </a:ext>
                </a:extLst>
              </p14:cNvPr>
              <p14:cNvContentPartPr/>
              <p14:nvPr/>
            </p14:nvContentPartPr>
            <p14:xfrm>
              <a:off x="7629662" y="3953929"/>
              <a:ext cx="218880" cy="3002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D2F1993D-7CB9-D6F4-24D8-CBC79B11A885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7621022" y="3945289"/>
                <a:ext cx="23652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AB2D5FB-7BE8-5AC1-ECFE-D13791494554}"/>
              </a:ext>
            </a:extLst>
          </p:cNvPr>
          <p:cNvGrpSpPr/>
          <p:nvPr/>
        </p:nvGrpSpPr>
        <p:grpSpPr>
          <a:xfrm>
            <a:off x="6321062" y="4262449"/>
            <a:ext cx="791280" cy="193680"/>
            <a:chOff x="6321062" y="4262449"/>
            <a:chExt cx="7912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A13902B-F541-9630-51E1-0BD6C338BF6F}"/>
                    </a:ext>
                  </a:extLst>
                </p14:cNvPr>
                <p14:cNvContentPartPr/>
                <p14:nvPr/>
              </p14:nvContentPartPr>
              <p14:xfrm>
                <a:off x="6321062" y="4340209"/>
                <a:ext cx="197280" cy="96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A13902B-F541-9630-51E1-0BD6C338BF6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312422" y="4331209"/>
                  <a:ext cx="214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48835FC-8119-09D4-272A-3D1DED2BC431}"/>
                    </a:ext>
                  </a:extLst>
                </p14:cNvPr>
                <p14:cNvContentPartPr/>
                <p14:nvPr/>
              </p14:nvContentPartPr>
              <p14:xfrm>
                <a:off x="6612662" y="4262449"/>
                <a:ext cx="198720" cy="175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48835FC-8119-09D4-272A-3D1DED2BC43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604022" y="4253449"/>
                  <a:ext cx="216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CC31C72-95B7-7404-2041-F646891B8517}"/>
                    </a:ext>
                  </a:extLst>
                </p14:cNvPr>
                <p14:cNvContentPartPr/>
                <p14:nvPr/>
              </p14:nvContentPartPr>
              <p14:xfrm>
                <a:off x="6852782" y="4330489"/>
                <a:ext cx="90720" cy="125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CC31C72-95B7-7404-2041-F646891B851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844142" y="4321849"/>
                  <a:ext cx="108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41DCFD4-0C33-480C-EE8E-2FA8C82B29CA}"/>
                    </a:ext>
                  </a:extLst>
                </p14:cNvPr>
                <p14:cNvContentPartPr/>
                <p14:nvPr/>
              </p14:nvContentPartPr>
              <p14:xfrm>
                <a:off x="7031702" y="4270009"/>
                <a:ext cx="29520" cy="176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41DCFD4-0C33-480C-EE8E-2FA8C82B29C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022702" y="4261369"/>
                  <a:ext cx="47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161C8C5-1C62-BD2E-A086-3141E02A42F1}"/>
                    </a:ext>
                  </a:extLst>
                </p14:cNvPr>
                <p14:cNvContentPartPr/>
                <p14:nvPr/>
              </p14:nvContentPartPr>
              <p14:xfrm>
                <a:off x="7009382" y="4340929"/>
                <a:ext cx="102960" cy="34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161C8C5-1C62-BD2E-A086-3141E02A42F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000382" y="4332289"/>
                  <a:ext cx="1206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4E0392E-5E7E-6EBF-5266-89E759823A20}"/>
              </a:ext>
            </a:extLst>
          </p:cNvPr>
          <p:cNvGrpSpPr/>
          <p:nvPr/>
        </p:nvGrpSpPr>
        <p:grpSpPr>
          <a:xfrm>
            <a:off x="7255622" y="4314289"/>
            <a:ext cx="386640" cy="208800"/>
            <a:chOff x="7255622" y="4314289"/>
            <a:chExt cx="38664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9DC1E00-C47B-1C8A-BD2D-C2F25FDC0157}"/>
                    </a:ext>
                  </a:extLst>
                </p14:cNvPr>
                <p14:cNvContentPartPr/>
                <p14:nvPr/>
              </p14:nvContentPartPr>
              <p14:xfrm>
                <a:off x="7268222" y="4398889"/>
                <a:ext cx="87120" cy="3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9DC1E00-C47B-1C8A-BD2D-C2F25FDC015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259222" y="4390249"/>
                  <a:ext cx="104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9172D70-63EF-4A46-DA84-4AD47E39AB91}"/>
                    </a:ext>
                  </a:extLst>
                </p14:cNvPr>
                <p14:cNvContentPartPr/>
                <p14:nvPr/>
              </p14:nvContentPartPr>
              <p14:xfrm>
                <a:off x="7255622" y="4435249"/>
                <a:ext cx="116280" cy="12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9172D70-63EF-4A46-DA84-4AD47E39AB9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246622" y="4426609"/>
                  <a:ext cx="133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EA79D39-F1AD-EAF8-7137-87E7E7441442}"/>
                    </a:ext>
                  </a:extLst>
                </p14:cNvPr>
                <p14:cNvContentPartPr/>
                <p14:nvPr/>
              </p14:nvContentPartPr>
              <p14:xfrm>
                <a:off x="7495382" y="4314289"/>
                <a:ext cx="146880" cy="208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EA79D39-F1AD-EAF8-7137-87E7E744144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486382" y="4305289"/>
                  <a:ext cx="16452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C6C452A6-4A1F-FCE1-7DEA-0E4778FF9884}"/>
                  </a:ext>
                </a:extLst>
              </p14:cNvPr>
              <p14:cNvContentPartPr/>
              <p14:nvPr/>
            </p14:nvContentPartPr>
            <p14:xfrm>
              <a:off x="6024062" y="4687609"/>
              <a:ext cx="172440" cy="1382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C6C452A6-4A1F-FCE1-7DEA-0E4778FF9884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6015062" y="4678969"/>
                <a:ext cx="19008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E25E87D-CD89-7177-9E4B-BE6B5E167C26}"/>
              </a:ext>
            </a:extLst>
          </p:cNvPr>
          <p:cNvGrpSpPr/>
          <p:nvPr/>
        </p:nvGrpSpPr>
        <p:grpSpPr>
          <a:xfrm>
            <a:off x="6303062" y="4610569"/>
            <a:ext cx="1642680" cy="557280"/>
            <a:chOff x="6303062" y="4610569"/>
            <a:chExt cx="1642680" cy="55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87EB3AE-791B-D3BB-6C76-3F9E1F04B9CB}"/>
                    </a:ext>
                  </a:extLst>
                </p14:cNvPr>
                <p14:cNvContentPartPr/>
                <p14:nvPr/>
              </p14:nvContentPartPr>
              <p14:xfrm>
                <a:off x="6377942" y="4610569"/>
                <a:ext cx="113400" cy="194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87EB3AE-791B-D3BB-6C76-3F9E1F04B9C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369302" y="4601929"/>
                  <a:ext cx="131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BB00FDA-76E5-0D38-70B6-F4F774D81DBB}"/>
                    </a:ext>
                  </a:extLst>
                </p14:cNvPr>
                <p14:cNvContentPartPr/>
                <p14:nvPr/>
              </p14:nvContentPartPr>
              <p14:xfrm>
                <a:off x="6574142" y="4726849"/>
                <a:ext cx="173520" cy="23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BB00FDA-76E5-0D38-70B6-F4F774D81DB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565142" y="4717849"/>
                  <a:ext cx="191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1C68C51-E9AA-057C-56FD-ACB97F507C4F}"/>
                    </a:ext>
                  </a:extLst>
                </p14:cNvPr>
                <p14:cNvContentPartPr/>
                <p14:nvPr/>
              </p14:nvContentPartPr>
              <p14:xfrm>
                <a:off x="6843422" y="4665649"/>
                <a:ext cx="25200" cy="125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1C68C51-E9AA-057C-56FD-ACB97F507C4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834422" y="4657009"/>
                  <a:ext cx="42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084FFE9-B061-E7DF-1BB5-1696C50F8ACD}"/>
                    </a:ext>
                  </a:extLst>
                </p14:cNvPr>
                <p14:cNvContentPartPr/>
                <p14:nvPr/>
              </p14:nvContentPartPr>
              <p14:xfrm>
                <a:off x="6824342" y="4656289"/>
                <a:ext cx="141120" cy="158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084FFE9-B061-E7DF-1BB5-1696C50F8AC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815342" y="4647289"/>
                  <a:ext cx="158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F712CEE-6A77-CE9B-BD01-AC797D7FC51E}"/>
                    </a:ext>
                  </a:extLst>
                </p14:cNvPr>
                <p14:cNvContentPartPr/>
                <p14:nvPr/>
              </p14:nvContentPartPr>
              <p14:xfrm>
                <a:off x="7058702" y="4745569"/>
                <a:ext cx="134280" cy="10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F712CEE-6A77-CE9B-BD01-AC797D7FC51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049702" y="4736569"/>
                  <a:ext cx="151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2C3763-6358-DEF4-0920-E9879F14A309}"/>
                    </a:ext>
                  </a:extLst>
                </p14:cNvPr>
                <p14:cNvContentPartPr/>
                <p14:nvPr/>
              </p14:nvContentPartPr>
              <p14:xfrm>
                <a:off x="7265702" y="4637569"/>
                <a:ext cx="104400" cy="191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2C3763-6358-DEF4-0920-E9879F14A30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257062" y="4628569"/>
                  <a:ext cx="122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AEA5A48-404D-2FE5-BF0A-F5979FD52E94}"/>
                    </a:ext>
                  </a:extLst>
                </p14:cNvPr>
                <p14:cNvContentPartPr/>
                <p14:nvPr/>
              </p14:nvContentPartPr>
              <p14:xfrm>
                <a:off x="7258142" y="4722169"/>
                <a:ext cx="156960" cy="54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AEA5A48-404D-2FE5-BF0A-F5979FD52E9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249502" y="4713169"/>
                  <a:ext cx="174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6B15CE6-F7B2-08A4-F0FB-CBA440946A07}"/>
                    </a:ext>
                  </a:extLst>
                </p14:cNvPr>
                <p14:cNvContentPartPr/>
                <p14:nvPr/>
              </p14:nvContentPartPr>
              <p14:xfrm>
                <a:off x="7482062" y="4738009"/>
                <a:ext cx="177120" cy="19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6B15CE6-F7B2-08A4-F0FB-CBA440946A0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473422" y="4729369"/>
                  <a:ext cx="194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939B6F6-07C3-FD2D-BC19-D8CBC5905055}"/>
                    </a:ext>
                  </a:extLst>
                </p14:cNvPr>
                <p14:cNvContentPartPr/>
                <p14:nvPr/>
              </p14:nvContentPartPr>
              <p14:xfrm>
                <a:off x="7730822" y="4646929"/>
                <a:ext cx="214920" cy="2833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939B6F6-07C3-FD2D-BC19-D8CBC590505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721822" y="4637929"/>
                  <a:ext cx="232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40C1293-7058-389C-D3DC-96550A180D31}"/>
                    </a:ext>
                  </a:extLst>
                </p14:cNvPr>
                <p14:cNvContentPartPr/>
                <p14:nvPr/>
              </p14:nvContentPartPr>
              <p14:xfrm>
                <a:off x="6303062" y="5046889"/>
                <a:ext cx="154800" cy="25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40C1293-7058-389C-D3DC-96550A180D3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294062" y="5037889"/>
                  <a:ext cx="172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6EF49F4-DD08-E5FF-C50E-7264322DFA15}"/>
                    </a:ext>
                  </a:extLst>
                </p14:cNvPr>
                <p14:cNvContentPartPr/>
                <p14:nvPr/>
              </p14:nvContentPartPr>
              <p14:xfrm>
                <a:off x="6389462" y="5032489"/>
                <a:ext cx="102240" cy="94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6EF49F4-DD08-E5FF-C50E-7264322DFA1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380822" y="5023489"/>
                  <a:ext cx="119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5DD8993-EA2C-241B-956C-F241E2A2F990}"/>
                    </a:ext>
                  </a:extLst>
                </p14:cNvPr>
                <p14:cNvContentPartPr/>
                <p14:nvPr/>
              </p14:nvContentPartPr>
              <p14:xfrm>
                <a:off x="6562622" y="4949329"/>
                <a:ext cx="177120" cy="166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5DD8993-EA2C-241B-956C-F241E2A2F99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553982" y="4940689"/>
                  <a:ext cx="194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7B5D679-D76A-B73B-31E4-EEABD3105B2B}"/>
                    </a:ext>
                  </a:extLst>
                </p14:cNvPr>
                <p14:cNvContentPartPr/>
                <p14:nvPr/>
              </p14:nvContentPartPr>
              <p14:xfrm>
                <a:off x="6708422" y="5039689"/>
                <a:ext cx="114840" cy="101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7B5D679-D76A-B73B-31E4-EEABD3105B2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699782" y="5030689"/>
                  <a:ext cx="132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2F59371-85D0-494E-4B29-38D108E36299}"/>
                    </a:ext>
                  </a:extLst>
                </p14:cNvPr>
                <p14:cNvContentPartPr/>
                <p14:nvPr/>
              </p14:nvContentPartPr>
              <p14:xfrm>
                <a:off x="6841262" y="5043649"/>
                <a:ext cx="88200" cy="70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2F59371-85D0-494E-4B29-38D108E3629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832262" y="5035009"/>
                  <a:ext cx="105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39E3775-8E36-06EB-3FEB-E962D9DC01CA}"/>
                    </a:ext>
                  </a:extLst>
                </p14:cNvPr>
                <p14:cNvContentPartPr/>
                <p14:nvPr/>
              </p14:nvContentPartPr>
              <p14:xfrm>
                <a:off x="7006502" y="4947169"/>
                <a:ext cx="36360" cy="220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39E3775-8E36-06EB-3FEB-E962D9DC01C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997502" y="4938169"/>
                  <a:ext cx="54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F36CEB3-922C-FA78-C6B6-E8FBF91D0E99}"/>
                    </a:ext>
                  </a:extLst>
                </p14:cNvPr>
                <p14:cNvContentPartPr/>
                <p14:nvPr/>
              </p14:nvContentPartPr>
              <p14:xfrm>
                <a:off x="7007222" y="5024929"/>
                <a:ext cx="57600" cy="14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F36CEB3-922C-FA78-C6B6-E8FBF91D0E9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998222" y="5015929"/>
                  <a:ext cx="75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C438CFF-F200-2277-E7DC-7D509BA7244C}"/>
                    </a:ext>
                  </a:extLst>
                </p14:cNvPr>
                <p14:cNvContentPartPr/>
                <p14:nvPr/>
              </p14:nvContentPartPr>
              <p14:xfrm>
                <a:off x="6844502" y="5034649"/>
                <a:ext cx="57240" cy="33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C438CFF-F200-2277-E7DC-7D509BA7244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835862" y="5026009"/>
                  <a:ext cx="74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35F8BB7-2CA8-A2C7-5A70-E434C7BD8084}"/>
                    </a:ext>
                  </a:extLst>
                </p14:cNvPr>
                <p14:cNvContentPartPr/>
                <p14:nvPr/>
              </p14:nvContentPartPr>
              <p14:xfrm>
                <a:off x="7210262" y="5073169"/>
                <a:ext cx="95760" cy="29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35F8BB7-2CA8-A2C7-5A70-E434C7BD808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201622" y="5064529"/>
                  <a:ext cx="113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589140D-854D-EB48-2ADC-E9DB58CFFEB6}"/>
                    </a:ext>
                  </a:extLst>
                </p14:cNvPr>
                <p14:cNvContentPartPr/>
                <p14:nvPr/>
              </p14:nvContentPartPr>
              <p14:xfrm>
                <a:off x="7219622" y="5100529"/>
                <a:ext cx="153720" cy="24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589140D-854D-EB48-2ADC-E9DB58CFFEB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210982" y="5091529"/>
                  <a:ext cx="171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33722B9-9BA7-B406-AD98-34CA53866179}"/>
                    </a:ext>
                  </a:extLst>
                </p14:cNvPr>
                <p14:cNvContentPartPr/>
                <p14:nvPr/>
              </p14:nvContentPartPr>
              <p14:xfrm>
                <a:off x="7478102" y="4961569"/>
                <a:ext cx="152640" cy="170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33722B9-9BA7-B406-AD98-34CA5386617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469102" y="4952929"/>
                  <a:ext cx="17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4AA44DB-C79D-0825-171B-243456246E7F}"/>
                    </a:ext>
                  </a:extLst>
                </p14:cNvPr>
                <p14:cNvContentPartPr/>
                <p14:nvPr/>
              </p14:nvContentPartPr>
              <p14:xfrm>
                <a:off x="7510862" y="5020249"/>
                <a:ext cx="174240" cy="277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4AA44DB-C79D-0825-171B-243456246E7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502222" y="5011609"/>
                  <a:ext cx="1918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E8B4F39-1B3A-0D07-F428-5636545A77EB}"/>
              </a:ext>
            </a:extLst>
          </p:cNvPr>
          <p:cNvGrpSpPr/>
          <p:nvPr/>
        </p:nvGrpSpPr>
        <p:grpSpPr>
          <a:xfrm>
            <a:off x="7963382" y="4650169"/>
            <a:ext cx="1179720" cy="545760"/>
            <a:chOff x="7963382" y="4650169"/>
            <a:chExt cx="117972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344C059-D81A-05A5-6AE2-C4ABF15B8410}"/>
                    </a:ext>
                  </a:extLst>
                </p14:cNvPr>
                <p14:cNvContentPartPr/>
                <p14:nvPr/>
              </p14:nvContentPartPr>
              <p14:xfrm>
                <a:off x="7963382" y="4650169"/>
                <a:ext cx="176760" cy="545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344C059-D81A-05A5-6AE2-C4ABF15B841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954742" y="4641529"/>
                  <a:ext cx="1944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F6CCE14-6494-0DF8-B5CE-B8E32C66AFBB}"/>
                    </a:ext>
                  </a:extLst>
                </p14:cNvPr>
                <p14:cNvContentPartPr/>
                <p14:nvPr/>
              </p14:nvContentPartPr>
              <p14:xfrm>
                <a:off x="8180462" y="4862929"/>
                <a:ext cx="107280" cy="124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F6CCE14-6494-0DF8-B5CE-B8E32C66AFB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171462" y="4854289"/>
                  <a:ext cx="124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E3E19DB-BD40-1C8A-2CAF-6C9DD2696403}"/>
                    </a:ext>
                  </a:extLst>
                </p14:cNvPr>
                <p14:cNvContentPartPr/>
                <p14:nvPr/>
              </p14:nvContentPartPr>
              <p14:xfrm>
                <a:off x="8345342" y="4867249"/>
                <a:ext cx="28440" cy="218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E3E19DB-BD40-1C8A-2CAF-6C9DD269640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336702" y="4858249"/>
                  <a:ext cx="46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190EDEB-65C3-6F72-5E81-4531BFC3BDEA}"/>
                    </a:ext>
                  </a:extLst>
                </p14:cNvPr>
                <p14:cNvContentPartPr/>
                <p14:nvPr/>
              </p14:nvContentPartPr>
              <p14:xfrm>
                <a:off x="8341022" y="4847089"/>
                <a:ext cx="67680" cy="961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190EDEB-65C3-6F72-5E81-4531BFC3BDE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332022" y="4838089"/>
                  <a:ext cx="85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272757C-AC3C-7F50-3C42-3E626F0D4B15}"/>
                    </a:ext>
                  </a:extLst>
                </p14:cNvPr>
                <p14:cNvContentPartPr/>
                <p14:nvPr/>
              </p14:nvContentPartPr>
              <p14:xfrm>
                <a:off x="8456582" y="4782649"/>
                <a:ext cx="46440" cy="189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272757C-AC3C-7F50-3C42-3E626F0D4B1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447942" y="4774009"/>
                  <a:ext cx="640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93A11A9-D178-2EA4-4ABB-969A35430D32}"/>
                    </a:ext>
                  </a:extLst>
                </p14:cNvPr>
                <p14:cNvContentPartPr/>
                <p14:nvPr/>
              </p14:nvContentPartPr>
              <p14:xfrm>
                <a:off x="8434982" y="4866889"/>
                <a:ext cx="127800" cy="10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93A11A9-D178-2EA4-4ABB-969A35430D3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425982" y="4857889"/>
                  <a:ext cx="145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1B49D18-0890-E371-06AA-4DB1ABA4F25C}"/>
                    </a:ext>
                  </a:extLst>
                </p14:cNvPr>
                <p14:cNvContentPartPr/>
                <p14:nvPr/>
              </p14:nvContentPartPr>
              <p14:xfrm>
                <a:off x="8545142" y="4779409"/>
                <a:ext cx="28440" cy="39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1B49D18-0890-E371-06AA-4DB1ABA4F25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536142" y="4770409"/>
                  <a:ext cx="46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61FE67A-D367-66FB-F57D-8E0C802ABA37}"/>
                    </a:ext>
                  </a:extLst>
                </p14:cNvPr>
                <p14:cNvContentPartPr/>
                <p14:nvPr/>
              </p14:nvContentPartPr>
              <p14:xfrm>
                <a:off x="8605262" y="4862929"/>
                <a:ext cx="205920" cy="972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61FE67A-D367-66FB-F57D-8E0C802ABA3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596262" y="4853929"/>
                  <a:ext cx="223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30C5605-B300-993A-A286-96FB37F77906}"/>
                    </a:ext>
                  </a:extLst>
                </p14:cNvPr>
                <p14:cNvContentPartPr/>
                <p14:nvPr/>
              </p14:nvContentPartPr>
              <p14:xfrm>
                <a:off x="8832782" y="4725409"/>
                <a:ext cx="310320" cy="2610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30C5605-B300-993A-A286-96FB37F7790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824142" y="4716409"/>
                  <a:ext cx="32796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F59639C-4EC1-30EE-A07A-B729AA340F0E}"/>
              </a:ext>
            </a:extLst>
          </p:cNvPr>
          <p:cNvGrpSpPr/>
          <p:nvPr/>
        </p:nvGrpSpPr>
        <p:grpSpPr>
          <a:xfrm>
            <a:off x="2561942" y="2456329"/>
            <a:ext cx="452160" cy="952560"/>
            <a:chOff x="2561942" y="2456329"/>
            <a:chExt cx="452160" cy="9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008599F-8185-B5E1-A04E-EDF24A33F827}"/>
                    </a:ext>
                  </a:extLst>
                </p14:cNvPr>
                <p14:cNvContentPartPr/>
                <p14:nvPr/>
              </p14:nvContentPartPr>
              <p14:xfrm>
                <a:off x="2561942" y="2456329"/>
                <a:ext cx="306360" cy="549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008599F-8185-B5E1-A04E-EDF24A33F82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552942" y="2447689"/>
                  <a:ext cx="32400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662E3D6-41B3-10E9-B809-9C1F38CC4EDE}"/>
                    </a:ext>
                  </a:extLst>
                </p14:cNvPr>
                <p14:cNvContentPartPr/>
                <p14:nvPr/>
              </p14:nvContentPartPr>
              <p14:xfrm>
                <a:off x="2756702" y="3112249"/>
                <a:ext cx="150480" cy="194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662E3D6-41B3-10E9-B809-9C1F38CC4ED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747702" y="3103249"/>
                  <a:ext cx="168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8D1B8E1-F4D3-B46F-2027-184A96BE840F}"/>
                    </a:ext>
                  </a:extLst>
                </p14:cNvPr>
                <p14:cNvContentPartPr/>
                <p14:nvPr/>
              </p14:nvContentPartPr>
              <p14:xfrm>
                <a:off x="2716742" y="3211609"/>
                <a:ext cx="143640" cy="47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8D1B8E1-F4D3-B46F-2027-184A96BE840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708102" y="3202969"/>
                  <a:ext cx="161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2CD1A13-31BC-5AE1-56A4-EC68E78CA4D5}"/>
                    </a:ext>
                  </a:extLst>
                </p14:cNvPr>
                <p14:cNvContentPartPr/>
                <p14:nvPr/>
              </p14:nvContentPartPr>
              <p14:xfrm>
                <a:off x="2656262" y="3073729"/>
                <a:ext cx="357840" cy="335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2CD1A13-31BC-5AE1-56A4-EC68E78CA4D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647262" y="3065089"/>
                  <a:ext cx="375480" cy="35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E3B81F0-F9F8-63EB-89F2-003B38A0B33E}"/>
                  </a:ext>
                </a:extLst>
              </p14:cNvPr>
              <p14:cNvContentPartPr/>
              <p14:nvPr/>
            </p14:nvContentPartPr>
            <p14:xfrm>
              <a:off x="2892062" y="2621569"/>
              <a:ext cx="119880" cy="1825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E3B81F0-F9F8-63EB-89F2-003B38A0B33E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2883422" y="2612569"/>
                <a:ext cx="137520" cy="20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AEEA199-983C-B8DD-3863-3C50554ED104}"/>
              </a:ext>
            </a:extLst>
          </p:cNvPr>
          <p:cNvGrpSpPr/>
          <p:nvPr/>
        </p:nvGrpSpPr>
        <p:grpSpPr>
          <a:xfrm>
            <a:off x="2521622" y="3454969"/>
            <a:ext cx="902880" cy="232560"/>
            <a:chOff x="2521622" y="3454969"/>
            <a:chExt cx="90288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49EE872-C084-C339-8172-E6F8C5248973}"/>
                    </a:ext>
                  </a:extLst>
                </p14:cNvPr>
                <p14:cNvContentPartPr/>
                <p14:nvPr/>
              </p14:nvContentPartPr>
              <p14:xfrm>
                <a:off x="2521622" y="3506449"/>
                <a:ext cx="155160" cy="159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49EE872-C084-C339-8172-E6F8C524897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512622" y="3497809"/>
                  <a:ext cx="172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8DE73CC-F9D4-5A48-CA11-208BD0D05BF6}"/>
                    </a:ext>
                  </a:extLst>
                </p14:cNvPr>
                <p14:cNvContentPartPr/>
                <p14:nvPr/>
              </p14:nvContentPartPr>
              <p14:xfrm>
                <a:off x="2762102" y="3560449"/>
                <a:ext cx="137880" cy="15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8DE73CC-F9D4-5A48-CA11-208BD0D05BF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753462" y="3551449"/>
                  <a:ext cx="155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D900E51-17BB-8502-510D-9D2C5612EA86}"/>
                    </a:ext>
                  </a:extLst>
                </p14:cNvPr>
                <p14:cNvContentPartPr/>
                <p14:nvPr/>
              </p14:nvContentPartPr>
              <p14:xfrm>
                <a:off x="2810702" y="3536689"/>
                <a:ext cx="26280" cy="150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D900E51-17BB-8502-510D-9D2C5612EA8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801702" y="3527689"/>
                  <a:ext cx="439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A2BC592-79C3-5143-16DC-72B3F9A2EFF0}"/>
                    </a:ext>
                  </a:extLst>
                </p14:cNvPr>
                <p14:cNvContentPartPr/>
                <p14:nvPr/>
              </p14:nvContentPartPr>
              <p14:xfrm>
                <a:off x="2994662" y="3463969"/>
                <a:ext cx="93600" cy="185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A2BC592-79C3-5143-16DC-72B3F9A2EFF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986022" y="3455329"/>
                  <a:ext cx="1112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8F49AD3-FACA-4CA6-A0C8-029101A86AD3}"/>
                    </a:ext>
                  </a:extLst>
                </p14:cNvPr>
                <p14:cNvContentPartPr/>
                <p14:nvPr/>
              </p14:nvContentPartPr>
              <p14:xfrm>
                <a:off x="3182582" y="3568729"/>
                <a:ext cx="92880" cy="16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8F49AD3-FACA-4CA6-A0C8-029101A86AD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173582" y="3559729"/>
                  <a:ext cx="110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60BEC97-15BF-E25D-FE4B-3382221C6FE6}"/>
                    </a:ext>
                  </a:extLst>
                </p14:cNvPr>
                <p14:cNvContentPartPr/>
                <p14:nvPr/>
              </p14:nvContentPartPr>
              <p14:xfrm>
                <a:off x="3175742" y="3614809"/>
                <a:ext cx="120600" cy="19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60BEC97-15BF-E25D-FE4B-3382221C6FE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166742" y="3605809"/>
                  <a:ext cx="138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8C9EBDA-D2B2-1620-0E27-D441D9FCC386}"/>
                    </a:ext>
                  </a:extLst>
                </p14:cNvPr>
                <p14:cNvContentPartPr/>
                <p14:nvPr/>
              </p14:nvContentPartPr>
              <p14:xfrm>
                <a:off x="3329102" y="3454969"/>
                <a:ext cx="95400" cy="1947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8C9EBDA-D2B2-1620-0E27-D441D9FCC38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320102" y="3446329"/>
                  <a:ext cx="113040" cy="21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A6860FA-6A99-C889-BFC6-4C2A43CDE2CC}"/>
                  </a:ext>
                </a:extLst>
              </p14:cNvPr>
              <p14:cNvContentPartPr/>
              <p14:nvPr/>
            </p14:nvContentPartPr>
            <p14:xfrm>
              <a:off x="4105622" y="2155369"/>
              <a:ext cx="1414080" cy="2217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A6860FA-6A99-C889-BFC6-4C2A43CDE2CC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4096982" y="2146729"/>
                <a:ext cx="1431720" cy="2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84F9DFF-E9C7-24AC-EF70-3027C82550CC}"/>
              </a:ext>
            </a:extLst>
          </p:cNvPr>
          <p:cNvGrpSpPr/>
          <p:nvPr/>
        </p:nvGrpSpPr>
        <p:grpSpPr>
          <a:xfrm>
            <a:off x="4145222" y="2782849"/>
            <a:ext cx="1374120" cy="260280"/>
            <a:chOff x="4145222" y="2782849"/>
            <a:chExt cx="137412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700A82B-6344-6FCF-031C-8DAF1B0BE964}"/>
                    </a:ext>
                  </a:extLst>
                </p14:cNvPr>
                <p14:cNvContentPartPr/>
                <p14:nvPr/>
              </p14:nvContentPartPr>
              <p14:xfrm>
                <a:off x="4145222" y="2823529"/>
                <a:ext cx="101880" cy="1267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700A82B-6344-6FCF-031C-8DAF1B0BE964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136222" y="2814889"/>
                  <a:ext cx="119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153ECB9-A00C-07EF-9728-63D57CCDA88C}"/>
                    </a:ext>
                  </a:extLst>
                </p14:cNvPr>
                <p14:cNvContentPartPr/>
                <p14:nvPr/>
              </p14:nvContentPartPr>
              <p14:xfrm>
                <a:off x="4301102" y="2875009"/>
                <a:ext cx="106200" cy="14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153ECB9-A00C-07EF-9728-63D57CCDA88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292462" y="2866009"/>
                  <a:ext cx="123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3F9D92A-BCC2-5505-A5AD-7530E55E938D}"/>
                    </a:ext>
                  </a:extLst>
                </p14:cNvPr>
                <p14:cNvContentPartPr/>
                <p14:nvPr/>
              </p14:nvContentPartPr>
              <p14:xfrm>
                <a:off x="4432862" y="2832169"/>
                <a:ext cx="43920" cy="147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3F9D92A-BCC2-5505-A5AD-7530E55E938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424222" y="2823169"/>
                  <a:ext cx="61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9A89F76-8D53-A00B-D619-BD3A09BF74FC}"/>
                    </a:ext>
                  </a:extLst>
                </p14:cNvPr>
                <p14:cNvContentPartPr/>
                <p14:nvPr/>
              </p14:nvContentPartPr>
              <p14:xfrm>
                <a:off x="4437902" y="2792929"/>
                <a:ext cx="136080" cy="183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9A89F76-8D53-A00B-D619-BD3A09BF74F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428902" y="2783929"/>
                  <a:ext cx="1537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FAB62C5-D3B8-F5A3-281B-4FC4A3F4E0D8}"/>
                    </a:ext>
                  </a:extLst>
                </p14:cNvPr>
                <p14:cNvContentPartPr/>
                <p14:nvPr/>
              </p14:nvContentPartPr>
              <p14:xfrm>
                <a:off x="4688102" y="2862049"/>
                <a:ext cx="153360" cy="12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FAB62C5-D3B8-F5A3-281B-4FC4A3F4E0D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679462" y="2853409"/>
                  <a:ext cx="171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54BBC41-949A-AF84-DB43-21301D00815E}"/>
                    </a:ext>
                  </a:extLst>
                </p14:cNvPr>
                <p14:cNvContentPartPr/>
                <p14:nvPr/>
              </p14:nvContentPartPr>
              <p14:xfrm>
                <a:off x="4933622" y="2788609"/>
                <a:ext cx="130320" cy="182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54BBC41-949A-AF84-DB43-21301D00815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924982" y="2779609"/>
                  <a:ext cx="147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B510FB9-D282-FABE-C7A8-11BD8360607F}"/>
                    </a:ext>
                  </a:extLst>
                </p14:cNvPr>
                <p14:cNvContentPartPr/>
                <p14:nvPr/>
              </p14:nvContentPartPr>
              <p14:xfrm>
                <a:off x="4922102" y="2871049"/>
                <a:ext cx="126000" cy="424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B510FB9-D282-FABE-C7A8-11BD8360607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913102" y="2862409"/>
                  <a:ext cx="143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E2AEAA2-25E7-685D-3630-0A06F952102D}"/>
                    </a:ext>
                  </a:extLst>
                </p14:cNvPr>
                <p14:cNvContentPartPr/>
                <p14:nvPr/>
              </p14:nvContentPartPr>
              <p14:xfrm>
                <a:off x="5224142" y="2834329"/>
                <a:ext cx="44280" cy="26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E2AEAA2-25E7-685D-3630-0A06F952102D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215502" y="2825329"/>
                  <a:ext cx="619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20E22FF-E93F-891A-3231-3D79817AF15C}"/>
                    </a:ext>
                  </a:extLst>
                </p14:cNvPr>
                <p14:cNvContentPartPr/>
                <p14:nvPr/>
              </p14:nvContentPartPr>
              <p14:xfrm>
                <a:off x="5251142" y="2940169"/>
                <a:ext cx="30600" cy="37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20E22FF-E93F-891A-3231-3D79817AF15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242142" y="2931529"/>
                  <a:ext cx="48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DCA4738-B609-8F2B-284B-CEC03001A0FE}"/>
                    </a:ext>
                  </a:extLst>
                </p14:cNvPr>
                <p14:cNvContentPartPr/>
                <p14:nvPr/>
              </p14:nvContentPartPr>
              <p14:xfrm>
                <a:off x="5418542" y="2782849"/>
                <a:ext cx="100800" cy="260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DCA4738-B609-8F2B-284B-CEC03001A0F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409542" y="2773849"/>
                  <a:ext cx="11844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AE0CA16F-690E-268E-36C2-7B9B55A6449E}"/>
                  </a:ext>
                </a:extLst>
              </p14:cNvPr>
              <p14:cNvContentPartPr/>
              <p14:nvPr/>
            </p14:nvContentPartPr>
            <p14:xfrm>
              <a:off x="3331262" y="3697249"/>
              <a:ext cx="121320" cy="331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AE0CA16F-690E-268E-36C2-7B9B55A6449E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3322262" y="3688609"/>
                <a:ext cx="13896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BC60C7B7-714B-08ED-E0A3-8F0C5E99E9AE}"/>
              </a:ext>
            </a:extLst>
          </p:cNvPr>
          <p:cNvGrpSpPr/>
          <p:nvPr/>
        </p:nvGrpSpPr>
        <p:grpSpPr>
          <a:xfrm>
            <a:off x="3096182" y="3218449"/>
            <a:ext cx="297360" cy="85680"/>
            <a:chOff x="3096182" y="3218449"/>
            <a:chExt cx="297360" cy="8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C0AC0EC-5E22-EBF7-A5C2-29A9E7F774D5}"/>
                    </a:ext>
                  </a:extLst>
                </p14:cNvPr>
                <p14:cNvContentPartPr/>
                <p14:nvPr/>
              </p14:nvContentPartPr>
              <p14:xfrm>
                <a:off x="3096182" y="3243289"/>
                <a:ext cx="297360" cy="108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C0AC0EC-5E22-EBF7-A5C2-29A9E7F774D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087182" y="3234649"/>
                  <a:ext cx="315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EEF88A0-D7A1-2C6B-048D-37C93FE1F147}"/>
                    </a:ext>
                  </a:extLst>
                </p14:cNvPr>
                <p14:cNvContentPartPr/>
                <p14:nvPr/>
              </p14:nvContentPartPr>
              <p14:xfrm>
                <a:off x="3097622" y="3218449"/>
                <a:ext cx="136080" cy="85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EEF88A0-D7A1-2C6B-048D-37C93FE1F14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088622" y="3209809"/>
                  <a:ext cx="153720" cy="10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129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8610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0000FF"/>
                </a:solidFill>
                <a:latin typeface="Calibri"/>
                <a:cs typeface="Calibri"/>
              </a:rPr>
              <a:t>Admissible</a:t>
            </a:r>
            <a:r>
              <a:rPr sz="4400" spc="-1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0000FF"/>
                </a:solidFill>
                <a:latin typeface="Calibri"/>
                <a:cs typeface="Calibri"/>
              </a:rPr>
              <a:t>heuristics</a:t>
            </a:r>
            <a:r>
              <a:rPr lang="en-US" sz="4400" spc="-10" dirty="0">
                <a:solidFill>
                  <a:srgbClr val="0000FF"/>
                </a:solidFill>
                <a:latin typeface="Calibri"/>
                <a:cs typeface="Calibri"/>
              </a:rPr>
              <a:t> – Tree Search</a:t>
            </a:r>
            <a:endParaRPr sz="44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CE9F59-363B-27C2-7BEB-ECE5585B5D2E}"/>
              </a:ext>
            </a:extLst>
          </p:cNvPr>
          <p:cNvGrpSpPr/>
          <p:nvPr/>
        </p:nvGrpSpPr>
        <p:grpSpPr>
          <a:xfrm>
            <a:off x="6191041" y="689291"/>
            <a:ext cx="2832849" cy="1887397"/>
            <a:chOff x="5836107" y="1272171"/>
            <a:chExt cx="2832849" cy="18873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14:cNvPr>
              <p14:cNvContentPartPr/>
              <p14:nvPr/>
            </p14:nvContentPartPr>
            <p14:xfrm>
              <a:off x="1447800" y="1011163"/>
              <a:ext cx="504720" cy="429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FDE882-5613-AAD5-87D4-6EB262BDC8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8800" y="1002163"/>
                <a:ext cx="5223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14:cNvPr>
              <p14:cNvContentPartPr/>
              <p14:nvPr/>
            </p14:nvContentPartPr>
            <p14:xfrm>
              <a:off x="1548600" y="1128163"/>
              <a:ext cx="198000" cy="191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B7153D-0B3F-F3A4-1176-E09E2BD7B8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39600" y="1119163"/>
                <a:ext cx="21564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F854821-5EE8-41DE-CE5E-59C1DCD7998C}"/>
              </a:ext>
            </a:extLst>
          </p:cNvPr>
          <p:cNvGrpSpPr/>
          <p:nvPr/>
        </p:nvGrpSpPr>
        <p:grpSpPr>
          <a:xfrm>
            <a:off x="4123982" y="745609"/>
            <a:ext cx="1028160" cy="559080"/>
            <a:chOff x="4123982" y="745609"/>
            <a:chExt cx="102816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14:cNvPr>
                <p14:cNvContentPartPr/>
                <p14:nvPr/>
              </p14:nvContentPartPr>
              <p14:xfrm>
                <a:off x="4158902" y="823369"/>
                <a:ext cx="34560" cy="27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4F16CF-7DAE-AE5D-BDE1-9C690451E38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49902" y="814369"/>
                  <a:ext cx="52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14:cNvPr>
                <p14:cNvContentPartPr/>
                <p14:nvPr/>
              </p14:nvContentPartPr>
              <p14:xfrm>
                <a:off x="4123982" y="745609"/>
                <a:ext cx="154080" cy="6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FB4500-DC85-EFFA-3270-AC675290AC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14982" y="736969"/>
                  <a:ext cx="171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14:cNvPr>
                <p14:cNvContentPartPr/>
                <p14:nvPr/>
              </p14:nvContentPartPr>
              <p14:xfrm>
                <a:off x="4127222" y="918409"/>
                <a:ext cx="109080" cy="1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2F2A93-CCA4-AE0B-0671-96A7926FF7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18222" y="909409"/>
                  <a:ext cx="126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14:cNvPr>
                <p14:cNvContentPartPr/>
                <p14:nvPr/>
              </p14:nvContentPartPr>
              <p14:xfrm>
                <a:off x="4251062" y="978529"/>
                <a:ext cx="119520" cy="141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F07E8F-02F4-37E0-8CC7-64C3AE33EE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42062" y="969529"/>
                  <a:ext cx="137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14:cNvPr>
                <p14:cNvContentPartPr/>
                <p14:nvPr/>
              </p14:nvContentPartPr>
              <p14:xfrm>
                <a:off x="4456262" y="998329"/>
                <a:ext cx="18360" cy="81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016162-5D49-BE47-0E42-F8533371EE1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47622" y="989689"/>
                  <a:ext cx="36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14:cNvPr>
                <p14:cNvContentPartPr/>
                <p14:nvPr/>
              </p14:nvContentPartPr>
              <p14:xfrm>
                <a:off x="4467062" y="883129"/>
                <a:ext cx="17640" cy="55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A407933-E850-9E5B-81D7-CF856BFF41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58422" y="874129"/>
                  <a:ext cx="35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14:cNvPr>
                <p14:cNvContentPartPr/>
                <p14:nvPr/>
              </p14:nvContentPartPr>
              <p14:xfrm>
                <a:off x="4544462" y="963769"/>
                <a:ext cx="348120" cy="340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3611128-3E64-F49E-F61F-742E507841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35462" y="954769"/>
                  <a:ext cx="3657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14:cNvPr>
                <p14:cNvContentPartPr/>
                <p14:nvPr/>
              </p14:nvContentPartPr>
              <p14:xfrm>
                <a:off x="4975022" y="927409"/>
                <a:ext cx="177120" cy="15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839D013-66DE-FDCA-006D-7929E1FE1D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66382" y="918769"/>
                  <a:ext cx="194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14:cNvPr>
                <p14:cNvContentPartPr/>
                <p14:nvPr/>
              </p14:nvContentPartPr>
              <p14:xfrm>
                <a:off x="4128302" y="1176529"/>
                <a:ext cx="641160" cy="35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51F911-0697-01AD-85C7-89CDDC4E525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19662" y="1167529"/>
                  <a:ext cx="658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14:cNvPr>
                <p14:cNvContentPartPr/>
                <p14:nvPr/>
              </p14:nvContentPartPr>
              <p14:xfrm>
                <a:off x="4975382" y="1186249"/>
                <a:ext cx="139680" cy="14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C22D14-6203-1DFE-E011-0B1AA3F761E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66382" y="1177249"/>
                  <a:ext cx="1573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14:cNvPr>
              <p14:cNvContentPartPr/>
              <p14:nvPr/>
            </p14:nvContentPartPr>
            <p14:xfrm>
              <a:off x="4561742" y="1429249"/>
              <a:ext cx="206280" cy="270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E3DD011-9B9D-B548-B95A-688DC80AAC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52742" y="1420609"/>
                <a:ext cx="223920" cy="2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2C416B3-39D1-F06C-D1C7-CF8FC93D744B}"/>
              </a:ext>
            </a:extLst>
          </p:cNvPr>
          <p:cNvGrpSpPr/>
          <p:nvPr/>
        </p:nvGrpSpPr>
        <p:grpSpPr>
          <a:xfrm>
            <a:off x="6117662" y="2784289"/>
            <a:ext cx="762840" cy="346680"/>
            <a:chOff x="6117662" y="2784289"/>
            <a:chExt cx="76284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14:cNvPr>
                <p14:cNvContentPartPr/>
                <p14:nvPr/>
              </p14:nvContentPartPr>
              <p14:xfrm>
                <a:off x="6117662" y="2784289"/>
                <a:ext cx="170640" cy="34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AB23DE-0F0D-303B-28D2-55BEA0811E9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08662" y="2775289"/>
                  <a:ext cx="188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14:cNvPr>
                <p14:cNvContentPartPr/>
                <p14:nvPr/>
              </p14:nvContentPartPr>
              <p14:xfrm>
                <a:off x="6142502" y="2954209"/>
                <a:ext cx="137880" cy="64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E183E9-19EB-9F93-099B-8CDDE5B99B4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33502" y="2945209"/>
                  <a:ext cx="155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14:cNvPr>
                <p14:cNvContentPartPr/>
                <p14:nvPr/>
              </p14:nvContentPartPr>
              <p14:xfrm>
                <a:off x="6277862" y="2916409"/>
                <a:ext cx="114840" cy="105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874049-ACFD-8191-F2D8-B257B3E4B90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69222" y="2907409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14:cNvPr>
                <p14:cNvContentPartPr/>
                <p14:nvPr/>
              </p14:nvContentPartPr>
              <p14:xfrm>
                <a:off x="6404942" y="2922529"/>
                <a:ext cx="106920" cy="8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772B43-04B2-8D00-73EC-8FA9BB26C4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95942" y="2913889"/>
                  <a:ext cx="124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14:cNvPr>
                <p14:cNvContentPartPr/>
                <p14:nvPr/>
              </p14:nvContentPartPr>
              <p14:xfrm>
                <a:off x="6550022" y="2864569"/>
                <a:ext cx="65520" cy="16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85AF78-301D-BF23-210E-087A0355FC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541382" y="2855569"/>
                  <a:ext cx="83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14:cNvPr>
                <p14:cNvContentPartPr/>
                <p14:nvPr/>
              </p14:nvContentPartPr>
              <p14:xfrm>
                <a:off x="6756662" y="2955649"/>
                <a:ext cx="123840" cy="12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D20CF0-ADC4-428B-0968-68BB707B87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48022" y="2947009"/>
                  <a:ext cx="141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14:cNvPr>
                <p14:cNvContentPartPr/>
                <p14:nvPr/>
              </p14:nvContentPartPr>
              <p14:xfrm>
                <a:off x="6757382" y="2992729"/>
                <a:ext cx="115920" cy="24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532277-C6D0-5B53-A7A0-F13DA10ABCB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48382" y="2983729"/>
                  <a:ext cx="1335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535180-5404-BA4A-CD0A-A1AF6980E46A}"/>
              </a:ext>
            </a:extLst>
          </p:cNvPr>
          <p:cNvGrpSpPr/>
          <p:nvPr/>
        </p:nvGrpSpPr>
        <p:grpSpPr>
          <a:xfrm>
            <a:off x="7069862" y="2778529"/>
            <a:ext cx="1419120" cy="339120"/>
            <a:chOff x="7069862" y="2778529"/>
            <a:chExt cx="141912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14:cNvPr>
                <p14:cNvContentPartPr/>
                <p14:nvPr/>
              </p14:nvContentPartPr>
              <p14:xfrm>
                <a:off x="7069862" y="2867449"/>
                <a:ext cx="128880" cy="250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16BF41-6182-F113-17F8-942082AD89B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0862" y="2858449"/>
                  <a:ext cx="14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14:cNvPr>
                <p14:cNvContentPartPr/>
                <p14:nvPr/>
              </p14:nvContentPartPr>
              <p14:xfrm>
                <a:off x="7265342" y="2863849"/>
                <a:ext cx="136440" cy="147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A5F4DD-B2A8-3238-7917-CBB24ADA81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6342" y="2854849"/>
                  <a:ext cx="154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14:cNvPr>
                <p14:cNvContentPartPr/>
                <p14:nvPr/>
              </p14:nvContentPartPr>
              <p14:xfrm>
                <a:off x="7403582" y="2877889"/>
                <a:ext cx="140760" cy="98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F5DB22-3213-1214-D2CD-7CCCD9DAE56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94582" y="2868889"/>
                  <a:ext cx="158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14:cNvPr>
                <p14:cNvContentPartPr/>
                <p14:nvPr/>
              </p14:nvContentPartPr>
              <p14:xfrm>
                <a:off x="7564142" y="2823889"/>
                <a:ext cx="64440" cy="200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7D3828-C132-681E-996E-D4CBBEBC7F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55502" y="2814889"/>
                  <a:ext cx="82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14:cNvPr>
                <p14:cNvContentPartPr/>
                <p14:nvPr/>
              </p14:nvContentPartPr>
              <p14:xfrm>
                <a:off x="7702742" y="2913529"/>
                <a:ext cx="14256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29EF91-58A6-EC67-F5BB-92BDF985C6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93742" y="2904889"/>
                  <a:ext cx="160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14:cNvPr>
                <p14:cNvContentPartPr/>
                <p14:nvPr/>
              </p14:nvContentPartPr>
              <p14:xfrm>
                <a:off x="7766822" y="2879329"/>
                <a:ext cx="47880" cy="157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E7B7E6-376B-4B12-DEB1-6BAFDFE29D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57822" y="2870689"/>
                  <a:ext cx="65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14:cNvPr>
                <p14:cNvContentPartPr/>
                <p14:nvPr/>
              </p14:nvContentPartPr>
              <p14:xfrm>
                <a:off x="7952942" y="2778529"/>
                <a:ext cx="167040" cy="210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C460E0-0A12-61E6-E609-7DA8126D0E3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43942" y="2769889"/>
                  <a:ext cx="184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14:cNvPr>
                <p14:cNvContentPartPr/>
                <p14:nvPr/>
              </p14:nvContentPartPr>
              <p14:xfrm>
                <a:off x="8117822" y="2847649"/>
                <a:ext cx="130320" cy="157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97254DC-DB4F-D229-2B6B-A3C5D9D71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08822" y="2838649"/>
                  <a:ext cx="147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14:cNvPr>
                <p14:cNvContentPartPr/>
                <p14:nvPr/>
              </p14:nvContentPartPr>
              <p14:xfrm>
                <a:off x="8267582" y="2882569"/>
                <a:ext cx="129960" cy="105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EE1174-0384-1A10-C846-B173FFDA52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58582" y="2873569"/>
                  <a:ext cx="147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14:cNvPr>
                <p14:cNvContentPartPr/>
                <p14:nvPr/>
              </p14:nvContentPartPr>
              <p14:xfrm>
                <a:off x="8386382" y="2804089"/>
                <a:ext cx="102600" cy="238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9F8F2A-3A1C-8940-8FD5-503286BCEA2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77742" y="2795449"/>
                  <a:ext cx="12024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55543F-1D29-2462-1B1C-52989820AAFB}"/>
              </a:ext>
            </a:extLst>
          </p:cNvPr>
          <p:cNvGrpSpPr/>
          <p:nvPr/>
        </p:nvGrpSpPr>
        <p:grpSpPr>
          <a:xfrm>
            <a:off x="948062" y="1433209"/>
            <a:ext cx="560160" cy="678960"/>
            <a:chOff x="948062" y="1433209"/>
            <a:chExt cx="560160" cy="67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1C2552-B863-10B4-12A0-11BF25B24A76}"/>
                    </a:ext>
                  </a:extLst>
                </p14:cNvPr>
                <p14:cNvContentPartPr/>
                <p14:nvPr/>
              </p14:nvContentPartPr>
              <p14:xfrm>
                <a:off x="1153982" y="1433209"/>
                <a:ext cx="354240" cy="334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1C2552-B863-10B4-12A0-11BF25B24A7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45342" y="1424569"/>
                  <a:ext cx="3718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FD4071-BC7C-E3EF-1F97-B5C4024F8BDD}"/>
                    </a:ext>
                  </a:extLst>
                </p14:cNvPr>
                <p14:cNvContentPartPr/>
                <p14:nvPr/>
              </p14:nvContentPartPr>
              <p14:xfrm>
                <a:off x="1034462" y="1880689"/>
                <a:ext cx="142920" cy="177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FD4071-BC7C-E3EF-1F97-B5C4024F8BD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5462" y="1872049"/>
                  <a:ext cx="160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AC8321-3700-74AF-2CBD-21396C93BE38}"/>
                    </a:ext>
                  </a:extLst>
                </p14:cNvPr>
                <p14:cNvContentPartPr/>
                <p14:nvPr/>
              </p14:nvContentPartPr>
              <p14:xfrm>
                <a:off x="1030142" y="1958449"/>
                <a:ext cx="112680" cy="32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DAC8321-3700-74AF-2CBD-21396C93BE3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1142" y="1949809"/>
                  <a:ext cx="130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551FB3-E9A3-0E7E-45D7-9702B0F04C73}"/>
                    </a:ext>
                  </a:extLst>
                </p14:cNvPr>
                <p14:cNvContentPartPr/>
                <p14:nvPr/>
              </p14:nvContentPartPr>
              <p14:xfrm>
                <a:off x="948062" y="1824169"/>
                <a:ext cx="343800" cy="288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551FB3-E9A3-0E7E-45D7-9702B0F04C7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9422" y="1815529"/>
                  <a:ext cx="36144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BD606C-99E9-66BF-EED0-648908FC7BB6}"/>
              </a:ext>
            </a:extLst>
          </p:cNvPr>
          <p:cNvGrpSpPr/>
          <p:nvPr/>
        </p:nvGrpSpPr>
        <p:grpSpPr>
          <a:xfrm>
            <a:off x="1942022" y="1397569"/>
            <a:ext cx="622440" cy="725760"/>
            <a:chOff x="1942022" y="1397569"/>
            <a:chExt cx="622440" cy="72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DAC6AA-5AF2-55B2-D9AC-F3ECDD7847D3}"/>
                    </a:ext>
                  </a:extLst>
                </p14:cNvPr>
                <p14:cNvContentPartPr/>
                <p14:nvPr/>
              </p14:nvContentPartPr>
              <p14:xfrm>
                <a:off x="1942022" y="1397569"/>
                <a:ext cx="290160" cy="483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DAC6AA-5AF2-55B2-D9AC-F3ECDD7847D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933022" y="1388569"/>
                  <a:ext cx="3078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A51B905-F99A-B3D7-D0E5-7FC0E3FBCC1F}"/>
                    </a:ext>
                  </a:extLst>
                </p14:cNvPr>
                <p14:cNvContentPartPr/>
                <p14:nvPr/>
              </p14:nvContentPartPr>
              <p14:xfrm>
                <a:off x="2288702" y="1910929"/>
                <a:ext cx="15120" cy="11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A51B905-F99A-B3D7-D0E5-7FC0E3FBCC1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79702" y="1902289"/>
                  <a:ext cx="32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3170B3-44DB-F995-FEB0-517E54E85B2C}"/>
                    </a:ext>
                  </a:extLst>
                </p14:cNvPr>
                <p14:cNvContentPartPr/>
                <p14:nvPr/>
              </p14:nvContentPartPr>
              <p14:xfrm>
                <a:off x="2262782" y="1869529"/>
                <a:ext cx="176040" cy="175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3170B3-44DB-F995-FEB0-517E54E85B2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54142" y="1860529"/>
                  <a:ext cx="193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F57A40-6CAA-314E-7260-23A172771365}"/>
                    </a:ext>
                  </a:extLst>
                </p14:cNvPr>
                <p14:cNvContentPartPr/>
                <p14:nvPr/>
              </p14:nvContentPartPr>
              <p14:xfrm>
                <a:off x="2194022" y="1761169"/>
                <a:ext cx="370440" cy="36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F57A40-6CAA-314E-7260-23A17277136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85022" y="1752169"/>
                  <a:ext cx="388080" cy="37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B686C5E-8043-7C39-FBD0-D99E8653AF99}"/>
                  </a:ext>
                </a:extLst>
              </p14:cNvPr>
              <p14:cNvContentPartPr/>
              <p14:nvPr/>
            </p14:nvContentPartPr>
            <p14:xfrm>
              <a:off x="1071542" y="1387849"/>
              <a:ext cx="73440" cy="249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B686C5E-8043-7C39-FBD0-D99E8653AF9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62902" y="1378849"/>
                <a:ext cx="910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BCAD415-32F9-186A-3028-34CE837B0DAA}"/>
                  </a:ext>
                </a:extLst>
              </p14:cNvPr>
              <p14:cNvContentPartPr/>
              <p14:nvPr/>
            </p14:nvContentPartPr>
            <p14:xfrm>
              <a:off x="2122022" y="1446169"/>
              <a:ext cx="124200" cy="106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BCAD415-32F9-186A-3028-34CE837B0DA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113382" y="1437169"/>
                <a:ext cx="1418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2EE1F35-E26C-634D-CF0C-7D669D226384}"/>
                  </a:ext>
                </a:extLst>
              </p14:cNvPr>
              <p14:cNvContentPartPr/>
              <p14:nvPr/>
            </p14:nvContentPartPr>
            <p14:xfrm>
              <a:off x="4341782" y="1408009"/>
              <a:ext cx="539280" cy="399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2EE1F35-E26C-634D-CF0C-7D669D22638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333142" y="1399009"/>
                <a:ext cx="556920" cy="41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FB619B67-3052-0BA6-1ABF-FC9F46B10A8F}"/>
              </a:ext>
            </a:extLst>
          </p:cNvPr>
          <p:cNvGrpSpPr/>
          <p:nvPr/>
        </p:nvGrpSpPr>
        <p:grpSpPr>
          <a:xfrm>
            <a:off x="4231982" y="1851169"/>
            <a:ext cx="951480" cy="542880"/>
            <a:chOff x="4231982" y="1851169"/>
            <a:chExt cx="95148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8D88EA-8176-A452-D2C7-C1BF019640BB}"/>
                    </a:ext>
                  </a:extLst>
                </p14:cNvPr>
                <p14:cNvContentPartPr/>
                <p14:nvPr/>
              </p14:nvContentPartPr>
              <p14:xfrm>
                <a:off x="4231982" y="1859809"/>
                <a:ext cx="164160" cy="197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8D88EA-8176-A452-D2C7-C1BF019640B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23342" y="1850809"/>
                  <a:ext cx="181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C580BC-B523-14B7-DF2C-CA36FFB265D6}"/>
                    </a:ext>
                  </a:extLst>
                </p14:cNvPr>
                <p14:cNvContentPartPr/>
                <p14:nvPr/>
              </p14:nvContentPartPr>
              <p14:xfrm>
                <a:off x="4522142" y="1954129"/>
                <a:ext cx="217440" cy="30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C580BC-B523-14B7-DF2C-CA36FFB265D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13502" y="1945129"/>
                  <a:ext cx="235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43D933-27FE-D505-EFA2-17B6BAE518E7}"/>
                    </a:ext>
                  </a:extLst>
                </p14:cNvPr>
                <p14:cNvContentPartPr/>
                <p14:nvPr/>
              </p14:nvContentPartPr>
              <p14:xfrm>
                <a:off x="4861622" y="1851169"/>
                <a:ext cx="154440" cy="221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43D933-27FE-D505-EFA2-17B6BAE518E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852982" y="1842529"/>
                  <a:ext cx="1720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3A3DA9-A920-7671-C732-F8A25D2CC591}"/>
                    </a:ext>
                  </a:extLst>
                </p14:cNvPr>
                <p14:cNvContentPartPr/>
                <p14:nvPr/>
              </p14:nvContentPartPr>
              <p14:xfrm>
                <a:off x="4871702" y="1929649"/>
                <a:ext cx="125280" cy="5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3A3DA9-A920-7671-C732-F8A25D2CC59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862702" y="1921009"/>
                  <a:ext cx="142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066803-7F2A-2354-74CC-A72814B78B51}"/>
                    </a:ext>
                  </a:extLst>
                </p14:cNvPr>
                <p14:cNvContentPartPr/>
                <p14:nvPr/>
              </p14:nvContentPartPr>
              <p14:xfrm>
                <a:off x="5111822" y="1921729"/>
                <a:ext cx="27360" cy="2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066803-7F2A-2354-74CC-A72814B78B5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02822" y="1913089"/>
                  <a:ext cx="45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EF1FD25-E30D-CAC0-EDC3-2DFB079B4592}"/>
                    </a:ext>
                  </a:extLst>
                </p14:cNvPr>
                <p14:cNvContentPartPr/>
                <p14:nvPr/>
              </p14:nvContentPartPr>
              <p14:xfrm>
                <a:off x="5131262" y="1987249"/>
                <a:ext cx="29520" cy="55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EF1FD25-E30D-CAC0-EDC3-2DFB079B459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22262" y="1978249"/>
                  <a:ext cx="47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DE03F20-987C-A6EB-3FFF-D431627D9C21}"/>
                    </a:ext>
                  </a:extLst>
                </p14:cNvPr>
                <p14:cNvContentPartPr/>
                <p14:nvPr/>
              </p14:nvContentPartPr>
              <p14:xfrm>
                <a:off x="4276982" y="2183449"/>
                <a:ext cx="95760" cy="208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DE03F20-987C-A6EB-3FFF-D431627D9C2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67982" y="2174809"/>
                  <a:ext cx="113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4181192-E5C8-5DA4-EA25-D399F16BFDF4}"/>
                    </a:ext>
                  </a:extLst>
                </p14:cNvPr>
                <p14:cNvContentPartPr/>
                <p14:nvPr/>
              </p14:nvContentPartPr>
              <p14:xfrm>
                <a:off x="4541582" y="2287489"/>
                <a:ext cx="226440" cy="38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4181192-E5C8-5DA4-EA25-D399F16BFDF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32942" y="2278849"/>
                  <a:ext cx="244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E923BE9-906E-7CD5-3351-5141F3529465}"/>
                    </a:ext>
                  </a:extLst>
                </p14:cNvPr>
                <p14:cNvContentPartPr/>
                <p14:nvPr/>
              </p14:nvContentPartPr>
              <p14:xfrm>
                <a:off x="4868102" y="2188849"/>
                <a:ext cx="32400" cy="205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E923BE9-906E-7CD5-3351-5141F352946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59462" y="2180209"/>
                  <a:ext cx="50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646CF5-99B4-5F70-3AE1-CA05FE5E3BD1}"/>
                    </a:ext>
                  </a:extLst>
                </p14:cNvPr>
                <p14:cNvContentPartPr/>
                <p14:nvPr/>
              </p14:nvContentPartPr>
              <p14:xfrm>
                <a:off x="4847222" y="2173369"/>
                <a:ext cx="185400" cy="212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646CF5-99B4-5F70-3AE1-CA05FE5E3BD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38582" y="2164729"/>
                  <a:ext cx="203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3186BB-4567-B6F3-5576-219F6DCED501}"/>
                    </a:ext>
                  </a:extLst>
                </p14:cNvPr>
                <p14:cNvContentPartPr/>
                <p14:nvPr/>
              </p14:nvContentPartPr>
              <p14:xfrm>
                <a:off x="5129102" y="2242489"/>
                <a:ext cx="36360" cy="38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3186BB-4567-B6F3-5576-219F6DCED50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20462" y="2233489"/>
                  <a:ext cx="54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2B48EF-25C0-DD33-E34E-C614B5E79C2E}"/>
                    </a:ext>
                  </a:extLst>
                </p14:cNvPr>
                <p14:cNvContentPartPr/>
                <p14:nvPr/>
              </p14:nvContentPartPr>
              <p14:xfrm>
                <a:off x="5139182" y="2315569"/>
                <a:ext cx="44280" cy="56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2B48EF-25C0-DD33-E34E-C614B5E79C2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130182" y="2306569"/>
                  <a:ext cx="6192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A3DE09D-1F96-7071-047D-142156E82236}"/>
                  </a:ext>
                </a:extLst>
              </p14:cNvPr>
              <p14:cNvContentPartPr/>
              <p14:nvPr/>
            </p14:nvContentPartPr>
            <p14:xfrm>
              <a:off x="870662" y="2185609"/>
              <a:ext cx="86760" cy="195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A3DE09D-1F96-7071-047D-142156E8223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62022" y="2176609"/>
                <a:ext cx="10440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744583CC-362D-D906-DD1F-ABB1B7E0A401}"/>
              </a:ext>
            </a:extLst>
          </p:cNvPr>
          <p:cNvGrpSpPr/>
          <p:nvPr/>
        </p:nvGrpSpPr>
        <p:grpSpPr>
          <a:xfrm>
            <a:off x="1006022" y="2156809"/>
            <a:ext cx="604080" cy="250920"/>
            <a:chOff x="1006022" y="2156809"/>
            <a:chExt cx="60408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5BAC4C7-4D2F-24E5-C7E9-AA4B35D688F3}"/>
                    </a:ext>
                  </a:extLst>
                </p14:cNvPr>
                <p14:cNvContentPartPr/>
                <p14:nvPr/>
              </p14:nvContentPartPr>
              <p14:xfrm>
                <a:off x="1006022" y="2271649"/>
                <a:ext cx="138240" cy="27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5BAC4C7-4D2F-24E5-C7E9-AA4B35D688F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7022" y="2263009"/>
                  <a:ext cx="155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DCC01C9-C2BE-EF05-94DE-AB525A6B1302}"/>
                    </a:ext>
                  </a:extLst>
                </p14:cNvPr>
                <p14:cNvContentPartPr/>
                <p14:nvPr/>
              </p14:nvContentPartPr>
              <p14:xfrm>
                <a:off x="1078742" y="2229889"/>
                <a:ext cx="16200" cy="177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DCC01C9-C2BE-EF05-94DE-AB525A6B130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9742" y="2221249"/>
                  <a:ext cx="33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437F1C-D4E6-E3C6-CC32-A04299A7168D}"/>
                    </a:ext>
                  </a:extLst>
                </p14:cNvPr>
                <p14:cNvContentPartPr/>
                <p14:nvPr/>
              </p14:nvContentPartPr>
              <p14:xfrm>
                <a:off x="1161182" y="2185969"/>
                <a:ext cx="106560" cy="181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437F1C-D4E6-E3C6-CC32-A04299A7168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52182" y="2176969"/>
                  <a:ext cx="124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2A9170B-7172-B770-9E0C-5861F8256D70}"/>
                    </a:ext>
                  </a:extLst>
                </p14:cNvPr>
                <p14:cNvContentPartPr/>
                <p14:nvPr/>
              </p14:nvContentPartPr>
              <p14:xfrm>
                <a:off x="1327862" y="2259049"/>
                <a:ext cx="99000" cy="1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2A9170B-7172-B770-9E0C-5861F8256D7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319222" y="2250409"/>
                  <a:ext cx="116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04786F7-D77B-306F-8613-B0817312A83B}"/>
                    </a:ext>
                  </a:extLst>
                </p14:cNvPr>
                <p14:cNvContentPartPr/>
                <p14:nvPr/>
              </p14:nvContentPartPr>
              <p14:xfrm>
                <a:off x="1342982" y="2297569"/>
                <a:ext cx="104040" cy="15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04786F7-D77B-306F-8613-B0817312A83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334342" y="2288569"/>
                  <a:ext cx="121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FFEDE0-8BFF-DF75-2BD8-C833AEBFAA64}"/>
                    </a:ext>
                  </a:extLst>
                </p14:cNvPr>
                <p14:cNvContentPartPr/>
                <p14:nvPr/>
              </p14:nvContentPartPr>
              <p14:xfrm>
                <a:off x="1503902" y="2185249"/>
                <a:ext cx="106200" cy="181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FFEDE0-8BFF-DF75-2BD8-C833AEBFAA6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495262" y="2176249"/>
                  <a:ext cx="123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0B8C474-1E4E-3E59-EF65-F20C08DE79FF}"/>
                    </a:ext>
                  </a:extLst>
                </p14:cNvPr>
                <p14:cNvContentPartPr/>
                <p14:nvPr/>
              </p14:nvContentPartPr>
              <p14:xfrm>
                <a:off x="1521902" y="2156809"/>
                <a:ext cx="79200" cy="16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0B8C474-1E4E-3E59-EF65-F20C08DE79F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512902" y="2148169"/>
                  <a:ext cx="96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ADE7585-0E67-B74B-BA37-702103AF2AF5}"/>
              </a:ext>
            </a:extLst>
          </p:cNvPr>
          <p:cNvGrpSpPr/>
          <p:nvPr/>
        </p:nvGrpSpPr>
        <p:grpSpPr>
          <a:xfrm>
            <a:off x="2209862" y="2148889"/>
            <a:ext cx="866880" cy="232560"/>
            <a:chOff x="2209862" y="2148889"/>
            <a:chExt cx="86688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FD28CFB-8EA4-37D9-C7D0-936CC2A89481}"/>
                    </a:ext>
                  </a:extLst>
                </p14:cNvPr>
                <p14:cNvContentPartPr/>
                <p14:nvPr/>
              </p14:nvContentPartPr>
              <p14:xfrm>
                <a:off x="2209862" y="2179129"/>
                <a:ext cx="148320" cy="154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FD28CFB-8EA4-37D9-C7D0-936CC2A8948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200862" y="2170129"/>
                  <a:ext cx="165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142FB47-EBCA-C010-52BA-03591F740828}"/>
                    </a:ext>
                  </a:extLst>
                </p14:cNvPr>
                <p14:cNvContentPartPr/>
                <p14:nvPr/>
              </p14:nvContentPartPr>
              <p14:xfrm>
                <a:off x="2367902" y="2237089"/>
                <a:ext cx="154440" cy="18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142FB47-EBCA-C010-52BA-03591F74082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59262" y="2228089"/>
                  <a:ext cx="172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6696E4-A2C4-2D7D-B5CD-C9D4D212CF66}"/>
                    </a:ext>
                  </a:extLst>
                </p14:cNvPr>
                <p14:cNvContentPartPr/>
                <p14:nvPr/>
              </p14:nvContentPartPr>
              <p14:xfrm>
                <a:off x="2439902" y="2213329"/>
                <a:ext cx="14760" cy="142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6696E4-A2C4-2D7D-B5CD-C9D4D212CF6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431262" y="2204329"/>
                  <a:ext cx="32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979D570-F7DA-AAAC-0380-DE875F9A3F32}"/>
                    </a:ext>
                  </a:extLst>
                </p14:cNvPr>
                <p14:cNvContentPartPr/>
                <p14:nvPr/>
              </p14:nvContentPartPr>
              <p14:xfrm>
                <a:off x="2579582" y="2177329"/>
                <a:ext cx="104760" cy="138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979D570-F7DA-AAAC-0380-DE875F9A3F3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570942" y="2168689"/>
                  <a:ext cx="122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A195C65-08ED-3CC0-F25F-B40D849D7098}"/>
                    </a:ext>
                  </a:extLst>
                </p14:cNvPr>
                <p14:cNvContentPartPr/>
                <p14:nvPr/>
              </p14:nvContentPartPr>
              <p14:xfrm>
                <a:off x="2622062" y="2148889"/>
                <a:ext cx="117360" cy="29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A195C65-08ED-3CC0-F25F-B40D849D709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613422" y="2139889"/>
                  <a:ext cx="135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C9BBD4-7D20-D062-7BA4-5C70201FFACA}"/>
                    </a:ext>
                  </a:extLst>
                </p14:cNvPr>
                <p14:cNvContentPartPr/>
                <p14:nvPr/>
              </p14:nvContentPartPr>
              <p14:xfrm>
                <a:off x="2774342" y="2265889"/>
                <a:ext cx="130680" cy="63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6C9BBD4-7D20-D062-7BA4-5C70201FFAC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65342" y="2257249"/>
                  <a:ext cx="1483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00E7C95-B31A-A6B9-A0AD-0B20804322CD}"/>
                    </a:ext>
                  </a:extLst>
                </p14:cNvPr>
                <p14:cNvContentPartPr/>
                <p14:nvPr/>
              </p14:nvContentPartPr>
              <p14:xfrm>
                <a:off x="2917622" y="2183809"/>
                <a:ext cx="128520" cy="197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00E7C95-B31A-A6B9-A0AD-0B20804322C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908622" y="2175169"/>
                  <a:ext cx="146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FDCF6A-93E5-8135-5F82-8A730445F056}"/>
                    </a:ext>
                  </a:extLst>
                </p14:cNvPr>
                <p14:cNvContentPartPr/>
                <p14:nvPr/>
              </p14:nvContentPartPr>
              <p14:xfrm>
                <a:off x="2918342" y="2250769"/>
                <a:ext cx="158400" cy="2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FDCF6A-93E5-8135-5F82-8A730445F05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909342" y="2241769"/>
                  <a:ext cx="1760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ED1549F-8D68-297E-ADA5-CF942F6E24AD}"/>
              </a:ext>
            </a:extLst>
          </p:cNvPr>
          <p:cNvGrpSpPr/>
          <p:nvPr/>
        </p:nvGrpSpPr>
        <p:grpSpPr>
          <a:xfrm>
            <a:off x="824222" y="2469289"/>
            <a:ext cx="388440" cy="907920"/>
            <a:chOff x="824222" y="2469289"/>
            <a:chExt cx="388440" cy="90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612C3A-B783-831C-D8AE-16335DAE9B80}"/>
                    </a:ext>
                  </a:extLst>
                </p14:cNvPr>
                <p14:cNvContentPartPr/>
                <p14:nvPr/>
              </p14:nvContentPartPr>
              <p14:xfrm>
                <a:off x="1025822" y="2469289"/>
                <a:ext cx="35640" cy="473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612C3A-B783-831C-D8AE-16335DAE9B8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16822" y="2460289"/>
                  <a:ext cx="532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9435BB6-5783-CD52-3F7A-2E14E466BBF6}"/>
                    </a:ext>
                  </a:extLst>
                </p14:cNvPr>
                <p14:cNvContentPartPr/>
                <p14:nvPr/>
              </p14:nvContentPartPr>
              <p14:xfrm>
                <a:off x="952382" y="3098569"/>
                <a:ext cx="152640" cy="278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9435BB6-5783-CD52-3F7A-2E14E466BBF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43742" y="3089569"/>
                  <a:ext cx="170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55BEE04-0284-E421-3F35-3DF7C988EABC}"/>
                    </a:ext>
                  </a:extLst>
                </p14:cNvPr>
                <p14:cNvContentPartPr/>
                <p14:nvPr/>
              </p14:nvContentPartPr>
              <p14:xfrm>
                <a:off x="824222" y="3005329"/>
                <a:ext cx="388440" cy="360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55BEE04-0284-E421-3F35-3DF7C988EAB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15222" y="2996689"/>
                  <a:ext cx="406080" cy="37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F5C9BE7-36BD-8B82-A344-C5882D0109E2}"/>
                  </a:ext>
                </a:extLst>
              </p14:cNvPr>
              <p14:cNvContentPartPr/>
              <p14:nvPr/>
            </p14:nvContentPartPr>
            <p14:xfrm>
              <a:off x="4061702" y="1865209"/>
              <a:ext cx="1425960" cy="2264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F5C9BE7-36BD-8B82-A344-C5882D0109E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053062" y="1856569"/>
                <a:ext cx="14436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CE5AC70-9BC8-5C11-018A-88EC4253E00B}"/>
              </a:ext>
            </a:extLst>
          </p:cNvPr>
          <p:cNvGrpSpPr/>
          <p:nvPr/>
        </p:nvGrpSpPr>
        <p:grpSpPr>
          <a:xfrm>
            <a:off x="4194902" y="2506009"/>
            <a:ext cx="920160" cy="253800"/>
            <a:chOff x="4194902" y="2506009"/>
            <a:chExt cx="92016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B4CE0C1-D284-A1AF-46A4-FFBD8FF0F5E8}"/>
                    </a:ext>
                  </a:extLst>
                </p14:cNvPr>
                <p14:cNvContentPartPr/>
                <p14:nvPr/>
              </p14:nvContentPartPr>
              <p14:xfrm>
                <a:off x="4194902" y="2506009"/>
                <a:ext cx="134280" cy="187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B4CE0C1-D284-A1AF-46A4-FFBD8FF0F5E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185902" y="2497009"/>
                  <a:ext cx="151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242ED0F-11BF-AA63-0527-69A8FC8642E4}"/>
                    </a:ext>
                  </a:extLst>
                </p14:cNvPr>
                <p14:cNvContentPartPr/>
                <p14:nvPr/>
              </p14:nvContentPartPr>
              <p14:xfrm>
                <a:off x="4366982" y="2612209"/>
                <a:ext cx="139680" cy="11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242ED0F-11BF-AA63-0527-69A8FC8642E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357982" y="2603569"/>
                  <a:ext cx="157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5E04F6D-8C83-3762-FC04-B05E3BCFAA5D}"/>
                    </a:ext>
                  </a:extLst>
                </p14:cNvPr>
                <p14:cNvContentPartPr/>
                <p14:nvPr/>
              </p14:nvContentPartPr>
              <p14:xfrm>
                <a:off x="4588382" y="2527969"/>
                <a:ext cx="116640" cy="178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5E04F6D-8C83-3762-FC04-B05E3BCFAA5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579382" y="2519329"/>
                  <a:ext cx="134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D4A92C1-2E53-F9AA-B583-C11F221B02FC}"/>
                    </a:ext>
                  </a:extLst>
                </p14:cNvPr>
                <p14:cNvContentPartPr/>
                <p14:nvPr/>
              </p14:nvContentPartPr>
              <p14:xfrm>
                <a:off x="4584062" y="2610049"/>
                <a:ext cx="132840" cy="33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D4A92C1-2E53-F9AA-B583-C11F221B02F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575062" y="2601049"/>
                  <a:ext cx="150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093759F-E135-4D01-F65B-43439C6F2DCE}"/>
                    </a:ext>
                  </a:extLst>
                </p14:cNvPr>
                <p14:cNvContentPartPr/>
                <p14:nvPr/>
              </p14:nvContentPartPr>
              <p14:xfrm>
                <a:off x="4783862" y="2606449"/>
                <a:ext cx="129600" cy="23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093759F-E135-4D01-F65B-43439C6F2DC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774862" y="2597449"/>
                  <a:ext cx="147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4ADDDF7-75E0-7D8C-B395-08524C3A46DB}"/>
                    </a:ext>
                  </a:extLst>
                </p14:cNvPr>
                <p14:cNvContentPartPr/>
                <p14:nvPr/>
              </p14:nvContentPartPr>
              <p14:xfrm>
                <a:off x="4982582" y="2514649"/>
                <a:ext cx="132480" cy="245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4ADDDF7-75E0-7D8C-B395-08524C3A46D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973942" y="2506009"/>
                  <a:ext cx="1501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A39B5CC-FB8B-571F-D397-BC01114516FB}"/>
              </a:ext>
            </a:extLst>
          </p:cNvPr>
          <p:cNvGrpSpPr/>
          <p:nvPr/>
        </p:nvGrpSpPr>
        <p:grpSpPr>
          <a:xfrm>
            <a:off x="5272022" y="1846849"/>
            <a:ext cx="159120" cy="173880"/>
            <a:chOff x="5272022" y="1846849"/>
            <a:chExt cx="159120" cy="17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A7AD3D-7B31-2270-DA56-4B86AB5AF14D}"/>
                    </a:ext>
                  </a:extLst>
                </p14:cNvPr>
                <p14:cNvContentPartPr/>
                <p14:nvPr/>
              </p14:nvContentPartPr>
              <p14:xfrm>
                <a:off x="5272022" y="1859449"/>
                <a:ext cx="120960" cy="161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A7AD3D-7B31-2270-DA56-4B86AB5AF14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263382" y="1850809"/>
                  <a:ext cx="138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C4D7D64-BDF0-754E-5A0F-A6AC15190F69}"/>
                    </a:ext>
                  </a:extLst>
                </p14:cNvPr>
                <p14:cNvContentPartPr/>
                <p14:nvPr/>
              </p14:nvContentPartPr>
              <p14:xfrm>
                <a:off x="5301902" y="1846849"/>
                <a:ext cx="129240" cy="7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C4D7D64-BDF0-754E-5A0F-A6AC15190F6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293262" y="1837849"/>
                  <a:ext cx="1468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6BC3A95-771D-210A-9AF8-2696CF14462C}"/>
              </a:ext>
            </a:extLst>
          </p:cNvPr>
          <p:cNvGrpSpPr/>
          <p:nvPr/>
        </p:nvGrpSpPr>
        <p:grpSpPr>
          <a:xfrm>
            <a:off x="5280662" y="2182009"/>
            <a:ext cx="187200" cy="200880"/>
            <a:chOff x="5280662" y="2182009"/>
            <a:chExt cx="18720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3FA45E-4750-D799-B53E-616B64E34C52}"/>
                    </a:ext>
                  </a:extLst>
                </p14:cNvPr>
                <p14:cNvContentPartPr/>
                <p14:nvPr/>
              </p14:nvContentPartPr>
              <p14:xfrm>
                <a:off x="5296862" y="2182009"/>
                <a:ext cx="118440" cy="200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3FA45E-4750-D799-B53E-616B64E34C5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88222" y="2173009"/>
                  <a:ext cx="136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8DDAAED-050F-FCC6-E888-E5189D750D82}"/>
                    </a:ext>
                  </a:extLst>
                </p14:cNvPr>
                <p14:cNvContentPartPr/>
                <p14:nvPr/>
              </p14:nvContentPartPr>
              <p14:xfrm>
                <a:off x="5280662" y="2259049"/>
                <a:ext cx="187200" cy="30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8DDAAED-050F-FCC6-E888-E5189D750D8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72022" y="2250409"/>
                  <a:ext cx="20484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BC54620-077B-56C3-8705-201907880A92}"/>
                  </a:ext>
                </a:extLst>
              </p14:cNvPr>
              <p14:cNvContentPartPr/>
              <p14:nvPr/>
            </p14:nvContentPartPr>
            <p14:xfrm>
              <a:off x="837182" y="2603929"/>
              <a:ext cx="90720" cy="288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BC54620-077B-56C3-8705-201907880A92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28182" y="2594929"/>
                <a:ext cx="108360" cy="30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FFA4223-C00D-21DA-6E31-5E1945BBD45B}"/>
              </a:ext>
            </a:extLst>
          </p:cNvPr>
          <p:cNvGrpSpPr/>
          <p:nvPr/>
        </p:nvGrpSpPr>
        <p:grpSpPr>
          <a:xfrm>
            <a:off x="743942" y="3383329"/>
            <a:ext cx="903240" cy="208080"/>
            <a:chOff x="743942" y="3383329"/>
            <a:chExt cx="90324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83D50EB-5F23-46E0-DB7C-E63AE84CA7FB}"/>
                    </a:ext>
                  </a:extLst>
                </p14:cNvPr>
                <p14:cNvContentPartPr/>
                <p14:nvPr/>
              </p14:nvContentPartPr>
              <p14:xfrm>
                <a:off x="743942" y="3389089"/>
                <a:ext cx="105840" cy="176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83D50EB-5F23-46E0-DB7C-E63AE84CA7F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34942" y="3380449"/>
                  <a:ext cx="1234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A92570-9F4E-EC5F-1873-3EC3D8326AC1}"/>
                    </a:ext>
                  </a:extLst>
                </p14:cNvPr>
                <p14:cNvContentPartPr/>
                <p14:nvPr/>
              </p14:nvContentPartPr>
              <p14:xfrm>
                <a:off x="964982" y="3498889"/>
                <a:ext cx="106920" cy="15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A92570-9F4E-EC5F-1873-3EC3D8326AC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56342" y="3490249"/>
                  <a:ext cx="124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51473CD-A169-7CFD-875E-FE39C1EDD6E5}"/>
                    </a:ext>
                  </a:extLst>
                </p14:cNvPr>
                <p14:cNvContentPartPr/>
                <p14:nvPr/>
              </p14:nvContentPartPr>
              <p14:xfrm>
                <a:off x="1027622" y="3461449"/>
                <a:ext cx="35640" cy="93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51473CD-A169-7CFD-875E-FE39C1EDD6E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18622" y="3452809"/>
                  <a:ext cx="53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0DA7C6D-F8FB-27BF-F6CE-B5E486FE3601}"/>
                    </a:ext>
                  </a:extLst>
                </p14:cNvPr>
                <p14:cNvContentPartPr/>
                <p14:nvPr/>
              </p14:nvContentPartPr>
              <p14:xfrm>
                <a:off x="1178462" y="3432289"/>
                <a:ext cx="110520" cy="127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0DA7C6D-F8FB-27BF-F6CE-B5E486FE360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69462" y="3423649"/>
                  <a:ext cx="128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6BA2753-60BD-B47A-08AA-37083AC8B4D8}"/>
                    </a:ext>
                  </a:extLst>
                </p14:cNvPr>
                <p14:cNvContentPartPr/>
                <p14:nvPr/>
              </p14:nvContentPartPr>
              <p14:xfrm>
                <a:off x="988022" y="3491689"/>
                <a:ext cx="124560" cy="26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6BA2753-60BD-B47A-08AA-37083AC8B4D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79022" y="3482689"/>
                  <a:ext cx="142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162D86-14E3-B949-C971-D5C356E4DE28}"/>
                    </a:ext>
                  </a:extLst>
                </p14:cNvPr>
                <p14:cNvContentPartPr/>
                <p14:nvPr/>
              </p14:nvContentPartPr>
              <p14:xfrm>
                <a:off x="1039862" y="3465409"/>
                <a:ext cx="28800" cy="126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162D86-14E3-B949-C971-D5C356E4DE2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31222" y="3456769"/>
                  <a:ext cx="46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D1D3F70-BE50-0549-E322-9A91051C952D}"/>
                    </a:ext>
                  </a:extLst>
                </p14:cNvPr>
                <p14:cNvContentPartPr/>
                <p14:nvPr/>
              </p14:nvContentPartPr>
              <p14:xfrm>
                <a:off x="1387622" y="3494209"/>
                <a:ext cx="103680" cy="15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D1D3F70-BE50-0549-E322-9A91051C952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78622" y="3485209"/>
                  <a:ext cx="121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DDE88C7-C48D-6C9D-809A-5B5D5B275450}"/>
                    </a:ext>
                  </a:extLst>
                </p14:cNvPr>
                <p14:cNvContentPartPr/>
                <p14:nvPr/>
              </p14:nvContentPartPr>
              <p14:xfrm>
                <a:off x="1390142" y="3541369"/>
                <a:ext cx="116640" cy="26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DDE88C7-C48D-6C9D-809A-5B5D5B27545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381142" y="3532729"/>
                  <a:ext cx="134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A8EF86B-5AFC-D597-5D14-59484401BAEF}"/>
                    </a:ext>
                  </a:extLst>
                </p14:cNvPr>
                <p14:cNvContentPartPr/>
                <p14:nvPr/>
              </p14:nvContentPartPr>
              <p14:xfrm>
                <a:off x="1511462" y="3383329"/>
                <a:ext cx="135720" cy="20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A8EF86B-5AFC-D597-5D14-59484401BAE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502462" y="3374689"/>
                  <a:ext cx="15336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82B600D-FDC7-AF00-63B9-5CC506E6DE32}"/>
              </a:ext>
            </a:extLst>
          </p:cNvPr>
          <p:cNvGrpSpPr/>
          <p:nvPr/>
        </p:nvGrpSpPr>
        <p:grpSpPr>
          <a:xfrm>
            <a:off x="5200382" y="2472529"/>
            <a:ext cx="270720" cy="223560"/>
            <a:chOff x="5200382" y="2472529"/>
            <a:chExt cx="27072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56D185C-D3D7-29B2-69B2-D2095931D109}"/>
                    </a:ext>
                  </a:extLst>
                </p14:cNvPr>
                <p14:cNvContentPartPr/>
                <p14:nvPr/>
              </p14:nvContentPartPr>
              <p14:xfrm>
                <a:off x="5200382" y="2561089"/>
                <a:ext cx="38160" cy="20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56D185C-D3D7-29B2-69B2-D2095931D10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191742" y="2552089"/>
                  <a:ext cx="55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4B9A5F0-CBB4-BF9C-2D3B-0F88CDCF498C}"/>
                    </a:ext>
                  </a:extLst>
                </p14:cNvPr>
                <p14:cNvContentPartPr/>
                <p14:nvPr/>
              </p14:nvContentPartPr>
              <p14:xfrm>
                <a:off x="5223062" y="2659009"/>
                <a:ext cx="26280" cy="17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4B9A5F0-CBB4-BF9C-2D3B-0F88CDCF498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14422" y="2650369"/>
                  <a:ext cx="43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C5A73A7-E2AA-31D4-1424-82A52151B805}"/>
                    </a:ext>
                  </a:extLst>
                </p14:cNvPr>
                <p14:cNvContentPartPr/>
                <p14:nvPr/>
              </p14:nvContentPartPr>
              <p14:xfrm>
                <a:off x="5317022" y="2472529"/>
                <a:ext cx="154080" cy="223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C5A73A7-E2AA-31D4-1424-82A52151B80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308382" y="2463889"/>
                  <a:ext cx="17172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EB6B07A-B88B-EDFA-7C54-A0F8C4ADC892}"/>
                  </a:ext>
                </a:extLst>
              </p14:cNvPr>
              <p14:cNvContentPartPr/>
              <p14:nvPr/>
            </p14:nvContentPartPr>
            <p14:xfrm>
              <a:off x="6078782" y="3530209"/>
              <a:ext cx="26280" cy="1879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EB6B07A-B88B-EDFA-7C54-A0F8C4ADC892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069782" y="3521569"/>
                <a:ext cx="439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E4721B4-A0E6-4110-361D-770AF884DE82}"/>
                  </a:ext>
                </a:extLst>
              </p14:cNvPr>
              <p14:cNvContentPartPr/>
              <p14:nvPr/>
            </p14:nvContentPartPr>
            <p14:xfrm>
              <a:off x="5970782" y="3507529"/>
              <a:ext cx="179640" cy="378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E4721B4-A0E6-4110-361D-770AF884DE82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961782" y="3498889"/>
                <a:ext cx="1972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CBD2A46-DABD-8FA5-573E-0F4B8C6E62D7}"/>
                  </a:ext>
                </a:extLst>
              </p14:cNvPr>
              <p14:cNvContentPartPr/>
              <p14:nvPr/>
            </p14:nvContentPartPr>
            <p14:xfrm>
              <a:off x="6147182" y="3614449"/>
              <a:ext cx="156960" cy="1040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CBD2A46-DABD-8FA5-573E-0F4B8C6E62D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138542" y="3605809"/>
                <a:ext cx="17460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DAB300E-7E36-58EB-539C-6DE356323C3C}"/>
                  </a:ext>
                </a:extLst>
              </p14:cNvPr>
              <p14:cNvContentPartPr/>
              <p14:nvPr/>
            </p14:nvContentPartPr>
            <p14:xfrm>
              <a:off x="6355622" y="3615169"/>
              <a:ext cx="86760" cy="867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DAB300E-7E36-58EB-539C-6DE356323C3C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346982" y="3606529"/>
                <a:ext cx="1044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F965AD4-93F2-3271-D8BA-5345668EF7B8}"/>
                  </a:ext>
                </a:extLst>
              </p14:cNvPr>
              <p14:cNvContentPartPr/>
              <p14:nvPr/>
            </p14:nvContentPartPr>
            <p14:xfrm>
              <a:off x="6687542" y="3610129"/>
              <a:ext cx="28080" cy="2199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F965AD4-93F2-3271-D8BA-5345668EF7B8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678902" y="3601129"/>
                <a:ext cx="457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A9E4AFD-D768-B6ED-B112-36AB2E21CA18}"/>
                  </a:ext>
                </a:extLst>
              </p14:cNvPr>
              <p14:cNvContentPartPr/>
              <p14:nvPr/>
            </p14:nvContentPartPr>
            <p14:xfrm>
              <a:off x="6688622" y="3558649"/>
              <a:ext cx="117360" cy="982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A9E4AFD-D768-B6ED-B112-36AB2E21CA18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679622" y="3550009"/>
                <a:ext cx="1350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64F3E22-3817-10BA-C577-0C686B9638B5}"/>
                  </a:ext>
                </a:extLst>
              </p14:cNvPr>
              <p14:cNvContentPartPr/>
              <p14:nvPr/>
            </p14:nvContentPartPr>
            <p14:xfrm>
              <a:off x="6860342" y="3586729"/>
              <a:ext cx="190080" cy="1126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64F3E22-3817-10BA-C577-0C686B9638B5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851342" y="3578089"/>
                <a:ext cx="2077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4F2BDCE-6001-49B3-C12A-04E6F7CB7B98}"/>
                  </a:ext>
                </a:extLst>
              </p14:cNvPr>
              <p14:cNvContentPartPr/>
              <p14:nvPr/>
            </p14:nvContentPartPr>
            <p14:xfrm>
              <a:off x="7065902" y="3531289"/>
              <a:ext cx="28080" cy="1512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4F2BDCE-6001-49B3-C12A-04E6F7CB7B98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7057262" y="3522289"/>
                <a:ext cx="457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F62661F-10CF-31CB-A4EF-C017EC971F48}"/>
                  </a:ext>
                </a:extLst>
              </p14:cNvPr>
              <p14:cNvContentPartPr/>
              <p14:nvPr/>
            </p14:nvContentPartPr>
            <p14:xfrm>
              <a:off x="7130342" y="3531289"/>
              <a:ext cx="91800" cy="1648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F62661F-10CF-31CB-A4EF-C017EC971F48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7121702" y="3522649"/>
                <a:ext cx="1094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554F7A25-5086-B0B6-EA3B-675B8DB7E4EC}"/>
                  </a:ext>
                </a:extLst>
              </p14:cNvPr>
              <p14:cNvContentPartPr/>
              <p14:nvPr/>
            </p14:nvContentPartPr>
            <p14:xfrm>
              <a:off x="7013342" y="3550729"/>
              <a:ext cx="108000" cy="183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554F7A25-5086-B0B6-EA3B-675B8DB7E4EC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004702" y="3541729"/>
                <a:ext cx="125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07F5418-C6EE-B30C-5CDB-AFB09CBD3F15}"/>
                  </a:ext>
                </a:extLst>
              </p14:cNvPr>
              <p14:cNvContentPartPr/>
              <p14:nvPr/>
            </p14:nvContentPartPr>
            <p14:xfrm>
              <a:off x="7280102" y="3583129"/>
              <a:ext cx="64080" cy="1004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07F5418-C6EE-B30C-5CDB-AFB09CBD3F15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271462" y="3574129"/>
                <a:ext cx="817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C04C12D-B6A8-5261-7438-61FF2A15B069}"/>
                  </a:ext>
                </a:extLst>
              </p14:cNvPr>
              <p14:cNvContentPartPr/>
              <p14:nvPr/>
            </p14:nvContentPartPr>
            <p14:xfrm>
              <a:off x="7652342" y="3480529"/>
              <a:ext cx="63360" cy="2095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C04C12D-B6A8-5261-7438-61FF2A15B069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643342" y="3471889"/>
                <a:ext cx="81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3C4AE04-548C-0562-CD0C-07EF9578BDFA}"/>
                  </a:ext>
                </a:extLst>
              </p14:cNvPr>
              <p14:cNvContentPartPr/>
              <p14:nvPr/>
            </p14:nvContentPartPr>
            <p14:xfrm>
              <a:off x="7630742" y="3560089"/>
              <a:ext cx="209880" cy="1278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3C4AE04-548C-0562-CD0C-07EF9578BDFA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622102" y="3551089"/>
                <a:ext cx="2275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1E09553-7526-59CC-1252-AFADE8F6D742}"/>
                  </a:ext>
                </a:extLst>
              </p14:cNvPr>
              <p14:cNvContentPartPr/>
              <p14:nvPr/>
            </p14:nvContentPartPr>
            <p14:xfrm>
              <a:off x="8044382" y="3566209"/>
              <a:ext cx="151560" cy="3528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1E09553-7526-59CC-1252-AFADE8F6D742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8035742" y="3557569"/>
                <a:ext cx="1692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5EC5C58-F9B6-BC64-E629-87E78D62E320}"/>
                  </a:ext>
                </a:extLst>
              </p14:cNvPr>
              <p14:cNvContentPartPr/>
              <p14:nvPr/>
            </p14:nvContentPartPr>
            <p14:xfrm>
              <a:off x="8233742" y="3558649"/>
              <a:ext cx="72000" cy="1076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5EC5C58-F9B6-BC64-E629-87E78D62E320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8225102" y="3549649"/>
                <a:ext cx="89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A685ADE-A0A2-B29D-97D4-79683FCFE6ED}"/>
                  </a:ext>
                </a:extLst>
              </p14:cNvPr>
              <p14:cNvContentPartPr/>
              <p14:nvPr/>
            </p14:nvContentPartPr>
            <p14:xfrm>
              <a:off x="8355422" y="3400249"/>
              <a:ext cx="238680" cy="2919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A685ADE-A0A2-B29D-97D4-79683FCFE6ED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8346782" y="3391249"/>
                <a:ext cx="256320" cy="30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78E4838-B7F6-B582-04B2-EC146F8467EF}"/>
              </a:ext>
            </a:extLst>
          </p:cNvPr>
          <p:cNvGrpSpPr/>
          <p:nvPr/>
        </p:nvGrpSpPr>
        <p:grpSpPr>
          <a:xfrm>
            <a:off x="8612822" y="3608329"/>
            <a:ext cx="49680" cy="127440"/>
            <a:chOff x="8612822" y="3608329"/>
            <a:chExt cx="4968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70F36BF-B63A-5383-95B8-8BD921AD7150}"/>
                    </a:ext>
                  </a:extLst>
                </p14:cNvPr>
                <p14:cNvContentPartPr/>
                <p14:nvPr/>
              </p14:nvContentPartPr>
              <p14:xfrm>
                <a:off x="8612822" y="3608329"/>
                <a:ext cx="38520" cy="44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70F36BF-B63A-5383-95B8-8BD921AD715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603822" y="3599329"/>
                  <a:ext cx="56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BEE8936-F40F-B798-DF16-8D1960102C8D}"/>
                    </a:ext>
                  </a:extLst>
                </p14:cNvPr>
                <p14:cNvContentPartPr/>
                <p14:nvPr/>
              </p14:nvContentPartPr>
              <p14:xfrm>
                <a:off x="8618582" y="3695089"/>
                <a:ext cx="43920" cy="40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BEE8936-F40F-B798-DF16-8D1960102C8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09582" y="3686449"/>
                  <a:ext cx="6156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B2B365E-CE69-2B41-7F97-03D754EDFC75}"/>
                  </a:ext>
                </a:extLst>
              </p14:cNvPr>
              <p14:cNvContentPartPr/>
              <p14:nvPr/>
            </p14:nvContentPartPr>
            <p14:xfrm>
              <a:off x="6026582" y="4047529"/>
              <a:ext cx="165240" cy="1677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B2B365E-CE69-2B41-7F97-03D754EDFC75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6017942" y="4038529"/>
                <a:ext cx="18288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87A59E7-3319-723A-26DA-A0247281F15D}"/>
              </a:ext>
            </a:extLst>
          </p:cNvPr>
          <p:cNvGrpSpPr/>
          <p:nvPr/>
        </p:nvGrpSpPr>
        <p:grpSpPr>
          <a:xfrm>
            <a:off x="6373622" y="3982729"/>
            <a:ext cx="1094040" cy="196920"/>
            <a:chOff x="6373622" y="3982729"/>
            <a:chExt cx="109404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EA0271D-1B2C-61D5-023D-EB9698EFC7F9}"/>
                    </a:ext>
                  </a:extLst>
                </p14:cNvPr>
                <p14:cNvContentPartPr/>
                <p14:nvPr/>
              </p14:nvContentPartPr>
              <p14:xfrm>
                <a:off x="6373622" y="3989209"/>
                <a:ext cx="130320" cy="190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EA0271D-1B2C-61D5-023D-EB9698EFC7F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364982" y="3980569"/>
                  <a:ext cx="147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5DBB6A8-94DB-B23E-5051-1AD4A8366938}"/>
                    </a:ext>
                  </a:extLst>
                </p14:cNvPr>
                <p14:cNvContentPartPr/>
                <p14:nvPr/>
              </p14:nvContentPartPr>
              <p14:xfrm>
                <a:off x="6606542" y="4105129"/>
                <a:ext cx="213840" cy="18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5DBB6A8-94DB-B23E-5051-1AD4A836693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597902" y="4096129"/>
                  <a:ext cx="23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8D468D4-5DFA-362E-1A79-8E34630A7CE8}"/>
                    </a:ext>
                  </a:extLst>
                </p14:cNvPr>
                <p14:cNvContentPartPr/>
                <p14:nvPr/>
              </p14:nvContentPartPr>
              <p14:xfrm>
                <a:off x="7008662" y="3982729"/>
                <a:ext cx="150120" cy="175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8D468D4-5DFA-362E-1A79-8E34630A7CE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999662" y="3973729"/>
                  <a:ext cx="167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0B96F07-FDC3-1BB4-AE56-54F575A89EEA}"/>
                    </a:ext>
                  </a:extLst>
                </p14:cNvPr>
                <p14:cNvContentPartPr/>
                <p14:nvPr/>
              </p14:nvContentPartPr>
              <p14:xfrm>
                <a:off x="7035662" y="4074529"/>
                <a:ext cx="127080" cy="29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0B96F07-FDC3-1BB4-AE56-54F575A89EE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27022" y="4065529"/>
                  <a:ext cx="144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ED48E33-6D76-8EA6-2851-2E35446BB8B2}"/>
                    </a:ext>
                  </a:extLst>
                </p14:cNvPr>
                <p14:cNvContentPartPr/>
                <p14:nvPr/>
              </p14:nvContentPartPr>
              <p14:xfrm>
                <a:off x="7260662" y="4100809"/>
                <a:ext cx="207000" cy="16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ED48E33-6D76-8EA6-2851-2E35446BB8B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252022" y="4092169"/>
                  <a:ext cx="22464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D2F1993D-7CB9-D6F4-24D8-CBC79B11A885}"/>
                  </a:ext>
                </a:extLst>
              </p14:cNvPr>
              <p14:cNvContentPartPr/>
              <p14:nvPr/>
            </p14:nvContentPartPr>
            <p14:xfrm>
              <a:off x="7629662" y="3953929"/>
              <a:ext cx="218880" cy="3002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D2F1993D-7CB9-D6F4-24D8-CBC79B11A885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7621022" y="3945289"/>
                <a:ext cx="23652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AB2D5FB-7BE8-5AC1-ECFE-D13791494554}"/>
              </a:ext>
            </a:extLst>
          </p:cNvPr>
          <p:cNvGrpSpPr/>
          <p:nvPr/>
        </p:nvGrpSpPr>
        <p:grpSpPr>
          <a:xfrm>
            <a:off x="6321062" y="4262449"/>
            <a:ext cx="791280" cy="193680"/>
            <a:chOff x="6321062" y="4262449"/>
            <a:chExt cx="7912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A13902B-F541-9630-51E1-0BD6C338BF6F}"/>
                    </a:ext>
                  </a:extLst>
                </p14:cNvPr>
                <p14:cNvContentPartPr/>
                <p14:nvPr/>
              </p14:nvContentPartPr>
              <p14:xfrm>
                <a:off x="6321062" y="4340209"/>
                <a:ext cx="197280" cy="96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A13902B-F541-9630-51E1-0BD6C338BF6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312422" y="4331209"/>
                  <a:ext cx="214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48835FC-8119-09D4-272A-3D1DED2BC431}"/>
                    </a:ext>
                  </a:extLst>
                </p14:cNvPr>
                <p14:cNvContentPartPr/>
                <p14:nvPr/>
              </p14:nvContentPartPr>
              <p14:xfrm>
                <a:off x="6612662" y="4262449"/>
                <a:ext cx="198720" cy="175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48835FC-8119-09D4-272A-3D1DED2BC43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604022" y="4253449"/>
                  <a:ext cx="216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CC31C72-95B7-7404-2041-F646891B8517}"/>
                    </a:ext>
                  </a:extLst>
                </p14:cNvPr>
                <p14:cNvContentPartPr/>
                <p14:nvPr/>
              </p14:nvContentPartPr>
              <p14:xfrm>
                <a:off x="6852782" y="4330489"/>
                <a:ext cx="90720" cy="125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CC31C72-95B7-7404-2041-F646891B851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844142" y="4321849"/>
                  <a:ext cx="108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41DCFD4-0C33-480C-EE8E-2FA8C82B29CA}"/>
                    </a:ext>
                  </a:extLst>
                </p14:cNvPr>
                <p14:cNvContentPartPr/>
                <p14:nvPr/>
              </p14:nvContentPartPr>
              <p14:xfrm>
                <a:off x="7031702" y="4270009"/>
                <a:ext cx="29520" cy="176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41DCFD4-0C33-480C-EE8E-2FA8C82B29C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022702" y="4261369"/>
                  <a:ext cx="47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161C8C5-1C62-BD2E-A086-3141E02A42F1}"/>
                    </a:ext>
                  </a:extLst>
                </p14:cNvPr>
                <p14:cNvContentPartPr/>
                <p14:nvPr/>
              </p14:nvContentPartPr>
              <p14:xfrm>
                <a:off x="7009382" y="4340929"/>
                <a:ext cx="102960" cy="34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161C8C5-1C62-BD2E-A086-3141E02A42F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000382" y="4332289"/>
                  <a:ext cx="1206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4E0392E-5E7E-6EBF-5266-89E759823A20}"/>
              </a:ext>
            </a:extLst>
          </p:cNvPr>
          <p:cNvGrpSpPr/>
          <p:nvPr/>
        </p:nvGrpSpPr>
        <p:grpSpPr>
          <a:xfrm>
            <a:off x="7255622" y="4314289"/>
            <a:ext cx="386640" cy="208800"/>
            <a:chOff x="7255622" y="4314289"/>
            <a:chExt cx="38664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9DC1E00-C47B-1C8A-BD2D-C2F25FDC0157}"/>
                    </a:ext>
                  </a:extLst>
                </p14:cNvPr>
                <p14:cNvContentPartPr/>
                <p14:nvPr/>
              </p14:nvContentPartPr>
              <p14:xfrm>
                <a:off x="7268222" y="4398889"/>
                <a:ext cx="87120" cy="3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9DC1E00-C47B-1C8A-BD2D-C2F25FDC015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259222" y="4390249"/>
                  <a:ext cx="104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9172D70-63EF-4A46-DA84-4AD47E39AB91}"/>
                    </a:ext>
                  </a:extLst>
                </p14:cNvPr>
                <p14:cNvContentPartPr/>
                <p14:nvPr/>
              </p14:nvContentPartPr>
              <p14:xfrm>
                <a:off x="7255622" y="4435249"/>
                <a:ext cx="116280" cy="12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9172D70-63EF-4A46-DA84-4AD47E39AB9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246622" y="4426609"/>
                  <a:ext cx="133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EA79D39-F1AD-EAF8-7137-87E7E7441442}"/>
                    </a:ext>
                  </a:extLst>
                </p14:cNvPr>
                <p14:cNvContentPartPr/>
                <p14:nvPr/>
              </p14:nvContentPartPr>
              <p14:xfrm>
                <a:off x="7495382" y="4314289"/>
                <a:ext cx="146880" cy="208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EA79D39-F1AD-EAF8-7137-87E7E744144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486382" y="4305289"/>
                  <a:ext cx="16452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C6C452A6-4A1F-FCE1-7DEA-0E4778FF9884}"/>
                  </a:ext>
                </a:extLst>
              </p14:cNvPr>
              <p14:cNvContentPartPr/>
              <p14:nvPr/>
            </p14:nvContentPartPr>
            <p14:xfrm>
              <a:off x="6024062" y="4687609"/>
              <a:ext cx="172440" cy="1382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C6C452A6-4A1F-FCE1-7DEA-0E4778FF9884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6015062" y="4678969"/>
                <a:ext cx="19008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E25E87D-CD89-7177-9E4B-BE6B5E167C26}"/>
              </a:ext>
            </a:extLst>
          </p:cNvPr>
          <p:cNvGrpSpPr/>
          <p:nvPr/>
        </p:nvGrpSpPr>
        <p:grpSpPr>
          <a:xfrm>
            <a:off x="6303062" y="4610569"/>
            <a:ext cx="1642680" cy="557280"/>
            <a:chOff x="6303062" y="4610569"/>
            <a:chExt cx="1642680" cy="55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87EB3AE-791B-D3BB-6C76-3F9E1F04B9CB}"/>
                    </a:ext>
                  </a:extLst>
                </p14:cNvPr>
                <p14:cNvContentPartPr/>
                <p14:nvPr/>
              </p14:nvContentPartPr>
              <p14:xfrm>
                <a:off x="6377942" y="4610569"/>
                <a:ext cx="113400" cy="194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87EB3AE-791B-D3BB-6C76-3F9E1F04B9C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369302" y="4601929"/>
                  <a:ext cx="131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BB00FDA-76E5-0D38-70B6-F4F774D81DBB}"/>
                    </a:ext>
                  </a:extLst>
                </p14:cNvPr>
                <p14:cNvContentPartPr/>
                <p14:nvPr/>
              </p14:nvContentPartPr>
              <p14:xfrm>
                <a:off x="6574142" y="4726849"/>
                <a:ext cx="173520" cy="23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BB00FDA-76E5-0D38-70B6-F4F774D81DB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565142" y="4717849"/>
                  <a:ext cx="191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1C68C51-E9AA-057C-56FD-ACB97F507C4F}"/>
                    </a:ext>
                  </a:extLst>
                </p14:cNvPr>
                <p14:cNvContentPartPr/>
                <p14:nvPr/>
              </p14:nvContentPartPr>
              <p14:xfrm>
                <a:off x="6843422" y="4665649"/>
                <a:ext cx="25200" cy="125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1C68C51-E9AA-057C-56FD-ACB97F507C4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834422" y="4657009"/>
                  <a:ext cx="42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084FFE9-B061-E7DF-1BB5-1696C50F8ACD}"/>
                    </a:ext>
                  </a:extLst>
                </p14:cNvPr>
                <p14:cNvContentPartPr/>
                <p14:nvPr/>
              </p14:nvContentPartPr>
              <p14:xfrm>
                <a:off x="6824342" y="4656289"/>
                <a:ext cx="141120" cy="158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084FFE9-B061-E7DF-1BB5-1696C50F8AC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815342" y="4647289"/>
                  <a:ext cx="158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F712CEE-6A77-CE9B-BD01-AC797D7FC51E}"/>
                    </a:ext>
                  </a:extLst>
                </p14:cNvPr>
                <p14:cNvContentPartPr/>
                <p14:nvPr/>
              </p14:nvContentPartPr>
              <p14:xfrm>
                <a:off x="7058702" y="4745569"/>
                <a:ext cx="134280" cy="10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F712CEE-6A77-CE9B-BD01-AC797D7FC51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049702" y="4736569"/>
                  <a:ext cx="151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2C3763-6358-DEF4-0920-E9879F14A309}"/>
                    </a:ext>
                  </a:extLst>
                </p14:cNvPr>
                <p14:cNvContentPartPr/>
                <p14:nvPr/>
              </p14:nvContentPartPr>
              <p14:xfrm>
                <a:off x="7265702" y="4637569"/>
                <a:ext cx="104400" cy="191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2C3763-6358-DEF4-0920-E9879F14A30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257062" y="4628569"/>
                  <a:ext cx="122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AEA5A48-404D-2FE5-BF0A-F5979FD52E94}"/>
                    </a:ext>
                  </a:extLst>
                </p14:cNvPr>
                <p14:cNvContentPartPr/>
                <p14:nvPr/>
              </p14:nvContentPartPr>
              <p14:xfrm>
                <a:off x="7258142" y="4722169"/>
                <a:ext cx="156960" cy="54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AEA5A48-404D-2FE5-BF0A-F5979FD52E9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249502" y="4713169"/>
                  <a:ext cx="174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6B15CE6-F7B2-08A4-F0FB-CBA440946A07}"/>
                    </a:ext>
                  </a:extLst>
                </p14:cNvPr>
                <p14:cNvContentPartPr/>
                <p14:nvPr/>
              </p14:nvContentPartPr>
              <p14:xfrm>
                <a:off x="7482062" y="4738009"/>
                <a:ext cx="177120" cy="19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6B15CE6-F7B2-08A4-F0FB-CBA440946A0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473422" y="4729369"/>
                  <a:ext cx="194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939B6F6-07C3-FD2D-BC19-D8CBC5905055}"/>
                    </a:ext>
                  </a:extLst>
                </p14:cNvPr>
                <p14:cNvContentPartPr/>
                <p14:nvPr/>
              </p14:nvContentPartPr>
              <p14:xfrm>
                <a:off x="7730822" y="4646929"/>
                <a:ext cx="214920" cy="2833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939B6F6-07C3-FD2D-BC19-D8CBC590505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721822" y="4637929"/>
                  <a:ext cx="232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40C1293-7058-389C-D3DC-96550A180D31}"/>
                    </a:ext>
                  </a:extLst>
                </p14:cNvPr>
                <p14:cNvContentPartPr/>
                <p14:nvPr/>
              </p14:nvContentPartPr>
              <p14:xfrm>
                <a:off x="6303062" y="5046889"/>
                <a:ext cx="154800" cy="25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40C1293-7058-389C-D3DC-96550A180D3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294062" y="5037889"/>
                  <a:ext cx="172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6EF49F4-DD08-E5FF-C50E-7264322DFA15}"/>
                    </a:ext>
                  </a:extLst>
                </p14:cNvPr>
                <p14:cNvContentPartPr/>
                <p14:nvPr/>
              </p14:nvContentPartPr>
              <p14:xfrm>
                <a:off x="6389462" y="5032489"/>
                <a:ext cx="102240" cy="94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6EF49F4-DD08-E5FF-C50E-7264322DFA1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380822" y="5023489"/>
                  <a:ext cx="119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5DD8993-EA2C-241B-956C-F241E2A2F990}"/>
                    </a:ext>
                  </a:extLst>
                </p14:cNvPr>
                <p14:cNvContentPartPr/>
                <p14:nvPr/>
              </p14:nvContentPartPr>
              <p14:xfrm>
                <a:off x="6562622" y="4949329"/>
                <a:ext cx="177120" cy="166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5DD8993-EA2C-241B-956C-F241E2A2F99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553982" y="4940689"/>
                  <a:ext cx="194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7B5D679-D76A-B73B-31E4-EEABD3105B2B}"/>
                    </a:ext>
                  </a:extLst>
                </p14:cNvPr>
                <p14:cNvContentPartPr/>
                <p14:nvPr/>
              </p14:nvContentPartPr>
              <p14:xfrm>
                <a:off x="6708422" y="5039689"/>
                <a:ext cx="114840" cy="101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7B5D679-D76A-B73B-31E4-EEABD3105B2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699782" y="5030689"/>
                  <a:ext cx="132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2F59371-85D0-494E-4B29-38D108E36299}"/>
                    </a:ext>
                  </a:extLst>
                </p14:cNvPr>
                <p14:cNvContentPartPr/>
                <p14:nvPr/>
              </p14:nvContentPartPr>
              <p14:xfrm>
                <a:off x="6841262" y="5043649"/>
                <a:ext cx="88200" cy="70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2F59371-85D0-494E-4B29-38D108E3629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832262" y="5035009"/>
                  <a:ext cx="105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39E3775-8E36-06EB-3FEB-E962D9DC01CA}"/>
                    </a:ext>
                  </a:extLst>
                </p14:cNvPr>
                <p14:cNvContentPartPr/>
                <p14:nvPr/>
              </p14:nvContentPartPr>
              <p14:xfrm>
                <a:off x="7006502" y="4947169"/>
                <a:ext cx="36360" cy="220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39E3775-8E36-06EB-3FEB-E962D9DC01C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997502" y="4938169"/>
                  <a:ext cx="54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F36CEB3-922C-FA78-C6B6-E8FBF91D0E99}"/>
                    </a:ext>
                  </a:extLst>
                </p14:cNvPr>
                <p14:cNvContentPartPr/>
                <p14:nvPr/>
              </p14:nvContentPartPr>
              <p14:xfrm>
                <a:off x="7007222" y="5024929"/>
                <a:ext cx="57600" cy="14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F36CEB3-922C-FA78-C6B6-E8FBF91D0E9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998222" y="5015929"/>
                  <a:ext cx="75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C438CFF-F200-2277-E7DC-7D509BA7244C}"/>
                    </a:ext>
                  </a:extLst>
                </p14:cNvPr>
                <p14:cNvContentPartPr/>
                <p14:nvPr/>
              </p14:nvContentPartPr>
              <p14:xfrm>
                <a:off x="6844502" y="5034649"/>
                <a:ext cx="57240" cy="33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C438CFF-F200-2277-E7DC-7D509BA7244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835862" y="5026009"/>
                  <a:ext cx="74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35F8BB7-2CA8-A2C7-5A70-E434C7BD8084}"/>
                    </a:ext>
                  </a:extLst>
                </p14:cNvPr>
                <p14:cNvContentPartPr/>
                <p14:nvPr/>
              </p14:nvContentPartPr>
              <p14:xfrm>
                <a:off x="7210262" y="5073169"/>
                <a:ext cx="95760" cy="29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35F8BB7-2CA8-A2C7-5A70-E434C7BD808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201622" y="5064529"/>
                  <a:ext cx="113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589140D-854D-EB48-2ADC-E9DB58CFFEB6}"/>
                    </a:ext>
                  </a:extLst>
                </p14:cNvPr>
                <p14:cNvContentPartPr/>
                <p14:nvPr/>
              </p14:nvContentPartPr>
              <p14:xfrm>
                <a:off x="7219622" y="5100529"/>
                <a:ext cx="153720" cy="24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589140D-854D-EB48-2ADC-E9DB58CFFEB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210982" y="5091529"/>
                  <a:ext cx="171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33722B9-9BA7-B406-AD98-34CA53866179}"/>
                    </a:ext>
                  </a:extLst>
                </p14:cNvPr>
                <p14:cNvContentPartPr/>
                <p14:nvPr/>
              </p14:nvContentPartPr>
              <p14:xfrm>
                <a:off x="7478102" y="4961569"/>
                <a:ext cx="152640" cy="170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33722B9-9BA7-B406-AD98-34CA5386617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469102" y="4952929"/>
                  <a:ext cx="17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4AA44DB-C79D-0825-171B-243456246E7F}"/>
                    </a:ext>
                  </a:extLst>
                </p14:cNvPr>
                <p14:cNvContentPartPr/>
                <p14:nvPr/>
              </p14:nvContentPartPr>
              <p14:xfrm>
                <a:off x="7510862" y="5020249"/>
                <a:ext cx="174240" cy="277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4AA44DB-C79D-0825-171B-243456246E7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502222" y="5011609"/>
                  <a:ext cx="1918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E8B4F39-1B3A-0D07-F428-5636545A77EB}"/>
              </a:ext>
            </a:extLst>
          </p:cNvPr>
          <p:cNvGrpSpPr/>
          <p:nvPr/>
        </p:nvGrpSpPr>
        <p:grpSpPr>
          <a:xfrm>
            <a:off x="7963382" y="4650169"/>
            <a:ext cx="1179720" cy="545760"/>
            <a:chOff x="7963382" y="4650169"/>
            <a:chExt cx="117972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344C059-D81A-05A5-6AE2-C4ABF15B8410}"/>
                    </a:ext>
                  </a:extLst>
                </p14:cNvPr>
                <p14:cNvContentPartPr/>
                <p14:nvPr/>
              </p14:nvContentPartPr>
              <p14:xfrm>
                <a:off x="7963382" y="4650169"/>
                <a:ext cx="176760" cy="545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344C059-D81A-05A5-6AE2-C4ABF15B841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954742" y="4641529"/>
                  <a:ext cx="1944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F6CCE14-6494-0DF8-B5CE-B8E32C66AFBB}"/>
                    </a:ext>
                  </a:extLst>
                </p14:cNvPr>
                <p14:cNvContentPartPr/>
                <p14:nvPr/>
              </p14:nvContentPartPr>
              <p14:xfrm>
                <a:off x="8180462" y="4862929"/>
                <a:ext cx="107280" cy="124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F6CCE14-6494-0DF8-B5CE-B8E32C66AFB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171462" y="4854289"/>
                  <a:ext cx="124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E3E19DB-BD40-1C8A-2CAF-6C9DD2696403}"/>
                    </a:ext>
                  </a:extLst>
                </p14:cNvPr>
                <p14:cNvContentPartPr/>
                <p14:nvPr/>
              </p14:nvContentPartPr>
              <p14:xfrm>
                <a:off x="8345342" y="4867249"/>
                <a:ext cx="28440" cy="218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E3E19DB-BD40-1C8A-2CAF-6C9DD269640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336702" y="4858249"/>
                  <a:ext cx="46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190EDEB-65C3-6F72-5E81-4531BFC3BDEA}"/>
                    </a:ext>
                  </a:extLst>
                </p14:cNvPr>
                <p14:cNvContentPartPr/>
                <p14:nvPr/>
              </p14:nvContentPartPr>
              <p14:xfrm>
                <a:off x="8341022" y="4847089"/>
                <a:ext cx="67680" cy="961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190EDEB-65C3-6F72-5E81-4531BFC3BDE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332022" y="4838089"/>
                  <a:ext cx="85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272757C-AC3C-7F50-3C42-3E626F0D4B15}"/>
                    </a:ext>
                  </a:extLst>
                </p14:cNvPr>
                <p14:cNvContentPartPr/>
                <p14:nvPr/>
              </p14:nvContentPartPr>
              <p14:xfrm>
                <a:off x="8456582" y="4782649"/>
                <a:ext cx="46440" cy="189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272757C-AC3C-7F50-3C42-3E626F0D4B1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447942" y="4774009"/>
                  <a:ext cx="640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93A11A9-D178-2EA4-4ABB-969A35430D32}"/>
                    </a:ext>
                  </a:extLst>
                </p14:cNvPr>
                <p14:cNvContentPartPr/>
                <p14:nvPr/>
              </p14:nvContentPartPr>
              <p14:xfrm>
                <a:off x="8434982" y="4866889"/>
                <a:ext cx="127800" cy="10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93A11A9-D178-2EA4-4ABB-969A35430D3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425982" y="4857889"/>
                  <a:ext cx="145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1B49D18-0890-E371-06AA-4DB1ABA4F25C}"/>
                    </a:ext>
                  </a:extLst>
                </p14:cNvPr>
                <p14:cNvContentPartPr/>
                <p14:nvPr/>
              </p14:nvContentPartPr>
              <p14:xfrm>
                <a:off x="8545142" y="4779409"/>
                <a:ext cx="28440" cy="39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1B49D18-0890-E371-06AA-4DB1ABA4F25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536142" y="4770409"/>
                  <a:ext cx="46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61FE67A-D367-66FB-F57D-8E0C802ABA37}"/>
                    </a:ext>
                  </a:extLst>
                </p14:cNvPr>
                <p14:cNvContentPartPr/>
                <p14:nvPr/>
              </p14:nvContentPartPr>
              <p14:xfrm>
                <a:off x="8605262" y="4862929"/>
                <a:ext cx="205920" cy="972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61FE67A-D367-66FB-F57D-8E0C802ABA3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596262" y="4853929"/>
                  <a:ext cx="223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30C5605-B300-993A-A286-96FB37F77906}"/>
                    </a:ext>
                  </a:extLst>
                </p14:cNvPr>
                <p14:cNvContentPartPr/>
                <p14:nvPr/>
              </p14:nvContentPartPr>
              <p14:xfrm>
                <a:off x="8832782" y="4725409"/>
                <a:ext cx="310320" cy="2610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30C5605-B300-993A-A286-96FB37F7790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824142" y="4716409"/>
                  <a:ext cx="32796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F59639C-4EC1-30EE-A07A-B729AA340F0E}"/>
              </a:ext>
            </a:extLst>
          </p:cNvPr>
          <p:cNvGrpSpPr/>
          <p:nvPr/>
        </p:nvGrpSpPr>
        <p:grpSpPr>
          <a:xfrm>
            <a:off x="2561942" y="2456329"/>
            <a:ext cx="452160" cy="952560"/>
            <a:chOff x="2561942" y="2456329"/>
            <a:chExt cx="452160" cy="9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008599F-8185-B5E1-A04E-EDF24A33F827}"/>
                    </a:ext>
                  </a:extLst>
                </p14:cNvPr>
                <p14:cNvContentPartPr/>
                <p14:nvPr/>
              </p14:nvContentPartPr>
              <p14:xfrm>
                <a:off x="2561942" y="2456329"/>
                <a:ext cx="306360" cy="549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008599F-8185-B5E1-A04E-EDF24A33F82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552942" y="2447689"/>
                  <a:ext cx="32400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662E3D6-41B3-10E9-B809-9C1F38CC4EDE}"/>
                    </a:ext>
                  </a:extLst>
                </p14:cNvPr>
                <p14:cNvContentPartPr/>
                <p14:nvPr/>
              </p14:nvContentPartPr>
              <p14:xfrm>
                <a:off x="2756702" y="3112249"/>
                <a:ext cx="150480" cy="194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662E3D6-41B3-10E9-B809-9C1F38CC4ED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747702" y="3103249"/>
                  <a:ext cx="168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8D1B8E1-F4D3-B46F-2027-184A96BE840F}"/>
                    </a:ext>
                  </a:extLst>
                </p14:cNvPr>
                <p14:cNvContentPartPr/>
                <p14:nvPr/>
              </p14:nvContentPartPr>
              <p14:xfrm>
                <a:off x="2716742" y="3211609"/>
                <a:ext cx="143640" cy="47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8D1B8E1-F4D3-B46F-2027-184A96BE840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708102" y="3202969"/>
                  <a:ext cx="161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2CD1A13-31BC-5AE1-56A4-EC68E78CA4D5}"/>
                    </a:ext>
                  </a:extLst>
                </p14:cNvPr>
                <p14:cNvContentPartPr/>
                <p14:nvPr/>
              </p14:nvContentPartPr>
              <p14:xfrm>
                <a:off x="2656262" y="3073729"/>
                <a:ext cx="357840" cy="335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2CD1A13-31BC-5AE1-56A4-EC68E78CA4D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647262" y="3065089"/>
                  <a:ext cx="375480" cy="35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E3B81F0-F9F8-63EB-89F2-003B38A0B33E}"/>
                  </a:ext>
                </a:extLst>
              </p14:cNvPr>
              <p14:cNvContentPartPr/>
              <p14:nvPr/>
            </p14:nvContentPartPr>
            <p14:xfrm>
              <a:off x="2892062" y="2621569"/>
              <a:ext cx="119880" cy="1825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E3B81F0-F9F8-63EB-89F2-003B38A0B33E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2883422" y="2612569"/>
                <a:ext cx="137520" cy="20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AEEA199-983C-B8DD-3863-3C50554ED104}"/>
              </a:ext>
            </a:extLst>
          </p:cNvPr>
          <p:cNvGrpSpPr/>
          <p:nvPr/>
        </p:nvGrpSpPr>
        <p:grpSpPr>
          <a:xfrm>
            <a:off x="2521622" y="3454969"/>
            <a:ext cx="902880" cy="232560"/>
            <a:chOff x="2521622" y="3454969"/>
            <a:chExt cx="90288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49EE872-C084-C339-8172-E6F8C5248973}"/>
                    </a:ext>
                  </a:extLst>
                </p14:cNvPr>
                <p14:cNvContentPartPr/>
                <p14:nvPr/>
              </p14:nvContentPartPr>
              <p14:xfrm>
                <a:off x="2521622" y="3506449"/>
                <a:ext cx="155160" cy="159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49EE872-C084-C339-8172-E6F8C524897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512622" y="3497809"/>
                  <a:ext cx="172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8DE73CC-F9D4-5A48-CA11-208BD0D05BF6}"/>
                    </a:ext>
                  </a:extLst>
                </p14:cNvPr>
                <p14:cNvContentPartPr/>
                <p14:nvPr/>
              </p14:nvContentPartPr>
              <p14:xfrm>
                <a:off x="2762102" y="3560449"/>
                <a:ext cx="137880" cy="15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8DE73CC-F9D4-5A48-CA11-208BD0D05BF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753462" y="3551449"/>
                  <a:ext cx="155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D900E51-17BB-8502-510D-9D2C5612EA86}"/>
                    </a:ext>
                  </a:extLst>
                </p14:cNvPr>
                <p14:cNvContentPartPr/>
                <p14:nvPr/>
              </p14:nvContentPartPr>
              <p14:xfrm>
                <a:off x="2810702" y="3536689"/>
                <a:ext cx="26280" cy="150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D900E51-17BB-8502-510D-9D2C5612EA8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801702" y="3527689"/>
                  <a:ext cx="439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A2BC592-79C3-5143-16DC-72B3F9A2EFF0}"/>
                    </a:ext>
                  </a:extLst>
                </p14:cNvPr>
                <p14:cNvContentPartPr/>
                <p14:nvPr/>
              </p14:nvContentPartPr>
              <p14:xfrm>
                <a:off x="2994662" y="3463969"/>
                <a:ext cx="93600" cy="185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A2BC592-79C3-5143-16DC-72B3F9A2EFF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986022" y="3455329"/>
                  <a:ext cx="1112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8F49AD3-FACA-4CA6-A0C8-029101A86AD3}"/>
                    </a:ext>
                  </a:extLst>
                </p14:cNvPr>
                <p14:cNvContentPartPr/>
                <p14:nvPr/>
              </p14:nvContentPartPr>
              <p14:xfrm>
                <a:off x="3182582" y="3568729"/>
                <a:ext cx="92880" cy="16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8F49AD3-FACA-4CA6-A0C8-029101A86AD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173582" y="3559729"/>
                  <a:ext cx="110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60BEC97-15BF-E25D-FE4B-3382221C6FE6}"/>
                    </a:ext>
                  </a:extLst>
                </p14:cNvPr>
                <p14:cNvContentPartPr/>
                <p14:nvPr/>
              </p14:nvContentPartPr>
              <p14:xfrm>
                <a:off x="3175742" y="3614809"/>
                <a:ext cx="120600" cy="19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60BEC97-15BF-E25D-FE4B-3382221C6FE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166742" y="3605809"/>
                  <a:ext cx="138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8C9EBDA-D2B2-1620-0E27-D441D9FCC386}"/>
                    </a:ext>
                  </a:extLst>
                </p14:cNvPr>
                <p14:cNvContentPartPr/>
                <p14:nvPr/>
              </p14:nvContentPartPr>
              <p14:xfrm>
                <a:off x="3329102" y="3454969"/>
                <a:ext cx="95400" cy="1947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8C9EBDA-D2B2-1620-0E27-D441D9FCC38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320102" y="3446329"/>
                  <a:ext cx="113040" cy="21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A6860FA-6A99-C889-BFC6-4C2A43CDE2CC}"/>
                  </a:ext>
                </a:extLst>
              </p14:cNvPr>
              <p14:cNvContentPartPr/>
              <p14:nvPr/>
            </p14:nvContentPartPr>
            <p14:xfrm>
              <a:off x="4105622" y="2155369"/>
              <a:ext cx="1414080" cy="2217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A6860FA-6A99-C889-BFC6-4C2A43CDE2CC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4096982" y="2146729"/>
                <a:ext cx="1431720" cy="2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84F9DFF-E9C7-24AC-EF70-3027C82550CC}"/>
              </a:ext>
            </a:extLst>
          </p:cNvPr>
          <p:cNvGrpSpPr/>
          <p:nvPr/>
        </p:nvGrpSpPr>
        <p:grpSpPr>
          <a:xfrm>
            <a:off x="4145222" y="2782849"/>
            <a:ext cx="1374120" cy="260280"/>
            <a:chOff x="4145222" y="2782849"/>
            <a:chExt cx="137412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700A82B-6344-6FCF-031C-8DAF1B0BE964}"/>
                    </a:ext>
                  </a:extLst>
                </p14:cNvPr>
                <p14:cNvContentPartPr/>
                <p14:nvPr/>
              </p14:nvContentPartPr>
              <p14:xfrm>
                <a:off x="4145222" y="2823529"/>
                <a:ext cx="101880" cy="1267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700A82B-6344-6FCF-031C-8DAF1B0BE964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136222" y="2814889"/>
                  <a:ext cx="119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153ECB9-A00C-07EF-9728-63D57CCDA88C}"/>
                    </a:ext>
                  </a:extLst>
                </p14:cNvPr>
                <p14:cNvContentPartPr/>
                <p14:nvPr/>
              </p14:nvContentPartPr>
              <p14:xfrm>
                <a:off x="4301102" y="2875009"/>
                <a:ext cx="106200" cy="14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153ECB9-A00C-07EF-9728-63D57CCDA88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292462" y="2866009"/>
                  <a:ext cx="123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3F9D92A-BCC2-5505-A5AD-7530E55E938D}"/>
                    </a:ext>
                  </a:extLst>
                </p14:cNvPr>
                <p14:cNvContentPartPr/>
                <p14:nvPr/>
              </p14:nvContentPartPr>
              <p14:xfrm>
                <a:off x="4432862" y="2832169"/>
                <a:ext cx="43920" cy="147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3F9D92A-BCC2-5505-A5AD-7530E55E938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424222" y="2823169"/>
                  <a:ext cx="61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9A89F76-8D53-A00B-D619-BD3A09BF74FC}"/>
                    </a:ext>
                  </a:extLst>
                </p14:cNvPr>
                <p14:cNvContentPartPr/>
                <p14:nvPr/>
              </p14:nvContentPartPr>
              <p14:xfrm>
                <a:off x="4437902" y="2792929"/>
                <a:ext cx="136080" cy="183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9A89F76-8D53-A00B-D619-BD3A09BF74F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428902" y="2783929"/>
                  <a:ext cx="1537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FAB62C5-D3B8-F5A3-281B-4FC4A3F4E0D8}"/>
                    </a:ext>
                  </a:extLst>
                </p14:cNvPr>
                <p14:cNvContentPartPr/>
                <p14:nvPr/>
              </p14:nvContentPartPr>
              <p14:xfrm>
                <a:off x="4688102" y="2862049"/>
                <a:ext cx="153360" cy="12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FAB62C5-D3B8-F5A3-281B-4FC4A3F4E0D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679462" y="2853409"/>
                  <a:ext cx="171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54BBC41-949A-AF84-DB43-21301D00815E}"/>
                    </a:ext>
                  </a:extLst>
                </p14:cNvPr>
                <p14:cNvContentPartPr/>
                <p14:nvPr/>
              </p14:nvContentPartPr>
              <p14:xfrm>
                <a:off x="4933622" y="2788609"/>
                <a:ext cx="130320" cy="182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54BBC41-949A-AF84-DB43-21301D00815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924982" y="2779609"/>
                  <a:ext cx="147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B510FB9-D282-FABE-C7A8-11BD8360607F}"/>
                    </a:ext>
                  </a:extLst>
                </p14:cNvPr>
                <p14:cNvContentPartPr/>
                <p14:nvPr/>
              </p14:nvContentPartPr>
              <p14:xfrm>
                <a:off x="4922102" y="2871049"/>
                <a:ext cx="126000" cy="424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B510FB9-D282-FABE-C7A8-11BD8360607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913102" y="2862409"/>
                  <a:ext cx="143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E2AEAA2-25E7-685D-3630-0A06F952102D}"/>
                    </a:ext>
                  </a:extLst>
                </p14:cNvPr>
                <p14:cNvContentPartPr/>
                <p14:nvPr/>
              </p14:nvContentPartPr>
              <p14:xfrm>
                <a:off x="5224142" y="2834329"/>
                <a:ext cx="44280" cy="26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E2AEAA2-25E7-685D-3630-0A06F952102D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215502" y="2825329"/>
                  <a:ext cx="619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20E22FF-E93F-891A-3231-3D79817AF15C}"/>
                    </a:ext>
                  </a:extLst>
                </p14:cNvPr>
                <p14:cNvContentPartPr/>
                <p14:nvPr/>
              </p14:nvContentPartPr>
              <p14:xfrm>
                <a:off x="5251142" y="2940169"/>
                <a:ext cx="30600" cy="37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20E22FF-E93F-891A-3231-3D79817AF15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242142" y="2931529"/>
                  <a:ext cx="48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DCA4738-B609-8F2B-284B-CEC03001A0FE}"/>
                    </a:ext>
                  </a:extLst>
                </p14:cNvPr>
                <p14:cNvContentPartPr/>
                <p14:nvPr/>
              </p14:nvContentPartPr>
              <p14:xfrm>
                <a:off x="5418542" y="2782849"/>
                <a:ext cx="100800" cy="260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DCA4738-B609-8F2B-284B-CEC03001A0F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409542" y="2773849"/>
                  <a:ext cx="11844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9B628C4-133F-CF6E-2376-DD3CE0E4EF05}"/>
              </a:ext>
            </a:extLst>
          </p:cNvPr>
          <p:cNvGrpSpPr/>
          <p:nvPr/>
        </p:nvGrpSpPr>
        <p:grpSpPr>
          <a:xfrm>
            <a:off x="2817182" y="3777169"/>
            <a:ext cx="462600" cy="831600"/>
            <a:chOff x="2817182" y="3777169"/>
            <a:chExt cx="462600" cy="83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5155BAB-E3A3-5832-8C6E-F3524C3C7F3F}"/>
                    </a:ext>
                  </a:extLst>
                </p14:cNvPr>
                <p14:cNvContentPartPr/>
                <p14:nvPr/>
              </p14:nvContentPartPr>
              <p14:xfrm>
                <a:off x="2965862" y="3777169"/>
                <a:ext cx="69120" cy="349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5155BAB-E3A3-5832-8C6E-F3524C3C7F3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957222" y="3768169"/>
                  <a:ext cx="867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ED9AF45-117B-928C-6194-02390EC8C281}"/>
                    </a:ext>
                  </a:extLst>
                </p14:cNvPr>
                <p14:cNvContentPartPr/>
                <p14:nvPr/>
              </p14:nvContentPartPr>
              <p14:xfrm>
                <a:off x="2921582" y="4252009"/>
                <a:ext cx="185400" cy="351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ED9AF45-117B-928C-6194-02390EC8C28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912942" y="4243009"/>
                  <a:ext cx="2030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7F1A4AB-285C-94A3-227E-E38814893B29}"/>
                    </a:ext>
                  </a:extLst>
                </p14:cNvPr>
                <p14:cNvContentPartPr/>
                <p14:nvPr/>
              </p14:nvContentPartPr>
              <p14:xfrm>
                <a:off x="2817182" y="4164889"/>
                <a:ext cx="462600" cy="443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7F1A4AB-285C-94A3-227E-E38814893B2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808182" y="4155889"/>
                  <a:ext cx="480240" cy="46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AB52D53-098A-28C3-5379-E3656BB59494}"/>
                  </a:ext>
                </a:extLst>
              </p14:cNvPr>
              <p14:cNvContentPartPr/>
              <p14:nvPr/>
            </p14:nvContentPartPr>
            <p14:xfrm>
              <a:off x="3102302" y="3899929"/>
              <a:ext cx="93960" cy="20520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AB52D53-098A-28C3-5379-E3656BB5949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3093302" y="3891289"/>
                <a:ext cx="111600" cy="22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45CC6AED-8CDC-ED79-1B59-B2BD99FFA64D}"/>
              </a:ext>
            </a:extLst>
          </p:cNvPr>
          <p:cNvGrpSpPr/>
          <p:nvPr/>
        </p:nvGrpSpPr>
        <p:grpSpPr>
          <a:xfrm>
            <a:off x="2739062" y="4703449"/>
            <a:ext cx="905040" cy="237240"/>
            <a:chOff x="2739062" y="4703449"/>
            <a:chExt cx="90504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9C36031-BBCF-837E-6DA2-30B020608D5A}"/>
                    </a:ext>
                  </a:extLst>
                </p14:cNvPr>
                <p14:cNvContentPartPr/>
                <p14:nvPr/>
              </p14:nvContentPartPr>
              <p14:xfrm>
                <a:off x="2746262" y="4765369"/>
                <a:ext cx="113760" cy="1753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9C36031-BBCF-837E-6DA2-30B020608D5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737622" y="4756369"/>
                  <a:ext cx="1314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996EA0A-8F26-F76B-973B-56A70E1BB841}"/>
                    </a:ext>
                  </a:extLst>
                </p14:cNvPr>
                <p14:cNvContentPartPr/>
                <p14:nvPr/>
              </p14:nvContentPartPr>
              <p14:xfrm>
                <a:off x="2739062" y="4844569"/>
                <a:ext cx="146520" cy="464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996EA0A-8F26-F76B-973B-56A70E1BB84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730422" y="4835569"/>
                  <a:ext cx="164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8337D0E-D6BC-2866-295E-069BCCB3B408}"/>
                    </a:ext>
                  </a:extLst>
                </p14:cNvPr>
                <p14:cNvContentPartPr/>
                <p14:nvPr/>
              </p14:nvContentPartPr>
              <p14:xfrm>
                <a:off x="2913302" y="4837729"/>
                <a:ext cx="126720" cy="208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8337D0E-D6BC-2866-295E-069BCCB3B40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904302" y="4828729"/>
                  <a:ext cx="144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7AD05A6-B258-F92E-0ED4-C44DC656C030}"/>
                    </a:ext>
                  </a:extLst>
                </p14:cNvPr>
                <p14:cNvContentPartPr/>
                <p14:nvPr/>
              </p14:nvContentPartPr>
              <p14:xfrm>
                <a:off x="2969822" y="4812169"/>
                <a:ext cx="26640" cy="109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7AD05A6-B258-F92E-0ED4-C44DC656C03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961182" y="4803169"/>
                  <a:ext cx="44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015B7B8-DFAD-4B9B-4928-7971DDD310B4}"/>
                    </a:ext>
                  </a:extLst>
                </p14:cNvPr>
                <p14:cNvContentPartPr/>
                <p14:nvPr/>
              </p14:nvContentPartPr>
              <p14:xfrm>
                <a:off x="3115262" y="4766449"/>
                <a:ext cx="97560" cy="113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015B7B8-DFAD-4B9B-4928-7971DDD310B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106622" y="4757809"/>
                  <a:ext cx="115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54DF0EC-2083-AFA3-691E-581E01754FD1}"/>
                    </a:ext>
                  </a:extLst>
                </p14:cNvPr>
                <p14:cNvContentPartPr/>
                <p14:nvPr/>
              </p14:nvContentPartPr>
              <p14:xfrm>
                <a:off x="3317222" y="4808569"/>
                <a:ext cx="100800" cy="172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54DF0EC-2083-AFA3-691E-581E01754FD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308222" y="4799569"/>
                  <a:ext cx="1184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EC7719A-BAEA-EDD0-E073-BB593958C0AE}"/>
                    </a:ext>
                  </a:extLst>
                </p14:cNvPr>
                <p14:cNvContentPartPr/>
                <p14:nvPr/>
              </p14:nvContentPartPr>
              <p14:xfrm>
                <a:off x="3310382" y="4862569"/>
                <a:ext cx="135720" cy="21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EC7719A-BAEA-EDD0-E073-BB593958C0A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301382" y="4853569"/>
                  <a:ext cx="153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3793FD1-EEC9-B772-E30C-96F74B981F10}"/>
                    </a:ext>
                  </a:extLst>
                </p14:cNvPr>
                <p14:cNvContentPartPr/>
                <p14:nvPr/>
              </p14:nvContentPartPr>
              <p14:xfrm>
                <a:off x="3460862" y="4703449"/>
                <a:ext cx="169560" cy="2304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3793FD1-EEC9-B772-E30C-96F74B981F1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452222" y="4694449"/>
                  <a:ext cx="187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81301DF-9B60-3149-0F41-8CAFB446D85F}"/>
                    </a:ext>
                  </a:extLst>
                </p14:cNvPr>
                <p14:cNvContentPartPr/>
                <p14:nvPr/>
              </p14:nvContentPartPr>
              <p14:xfrm>
                <a:off x="3503702" y="4775089"/>
                <a:ext cx="140400" cy="622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81301DF-9B60-3149-0F41-8CAFB446D85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494702" y="4766089"/>
                  <a:ext cx="15804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8F78DCF1-7717-5471-2FF4-6C800C102B14}"/>
                  </a:ext>
                </a:extLst>
              </p14:cNvPr>
              <p14:cNvContentPartPr/>
              <p14:nvPr/>
            </p14:nvContentPartPr>
            <p14:xfrm>
              <a:off x="3910862" y="2781409"/>
              <a:ext cx="1730880" cy="28512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8F78DCF1-7717-5471-2FF4-6C800C102B14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3902222" y="2772409"/>
                <a:ext cx="174852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oup 244">
            <a:extLst>
              <a:ext uri="{FF2B5EF4-FFF2-40B4-BE49-F238E27FC236}">
                <a16:creationId xmlns:a16="http://schemas.microsoft.com/office/drawing/2014/main" id="{7520E25A-E509-1E88-D5FD-554CBD7DB5F4}"/>
              </a:ext>
            </a:extLst>
          </p:cNvPr>
          <p:cNvGrpSpPr/>
          <p:nvPr/>
        </p:nvGrpSpPr>
        <p:grpSpPr>
          <a:xfrm>
            <a:off x="4043342" y="3151489"/>
            <a:ext cx="1552680" cy="250200"/>
            <a:chOff x="4043342" y="3151489"/>
            <a:chExt cx="155268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F19F4E6-0A00-7AFE-DE18-F9A8176ADE48}"/>
                    </a:ext>
                  </a:extLst>
                </p14:cNvPr>
                <p14:cNvContentPartPr/>
                <p14:nvPr/>
              </p14:nvContentPartPr>
              <p14:xfrm>
                <a:off x="4043342" y="3200809"/>
                <a:ext cx="90720" cy="133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F19F4E6-0A00-7AFE-DE18-F9A8176ADE4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034702" y="3191809"/>
                  <a:ext cx="108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4A89343-5988-0CE0-EC70-B90A05DBA9E4}"/>
                    </a:ext>
                  </a:extLst>
                </p14:cNvPr>
                <p14:cNvContentPartPr/>
                <p14:nvPr/>
              </p14:nvContentPartPr>
              <p14:xfrm>
                <a:off x="4207502" y="3273169"/>
                <a:ext cx="138240" cy="10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4A89343-5988-0CE0-EC70-B90A05DBA9E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198862" y="3264169"/>
                  <a:ext cx="155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4C7C359-BDA2-CC37-A32C-1ECD6333D5CC}"/>
                    </a:ext>
                  </a:extLst>
                </p14:cNvPr>
                <p14:cNvContentPartPr/>
                <p14:nvPr/>
              </p14:nvContentPartPr>
              <p14:xfrm>
                <a:off x="4422062" y="3218809"/>
                <a:ext cx="33840" cy="1155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4C7C359-BDA2-CC37-A32C-1ECD6333D5C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413062" y="3209809"/>
                  <a:ext cx="51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8F2E2D-EBFA-D38D-54EB-5DA5086EA296}"/>
                    </a:ext>
                  </a:extLst>
                </p14:cNvPr>
                <p14:cNvContentPartPr/>
                <p14:nvPr/>
              </p14:nvContentPartPr>
              <p14:xfrm>
                <a:off x="4438982" y="3175969"/>
                <a:ext cx="127800" cy="147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8F2E2D-EBFA-D38D-54EB-5DA5086EA29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430342" y="3167329"/>
                  <a:ext cx="145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4CB49C5-8254-A719-E734-9206A06F3A3C}"/>
                    </a:ext>
                  </a:extLst>
                </p14:cNvPr>
                <p14:cNvContentPartPr/>
                <p14:nvPr/>
              </p14:nvContentPartPr>
              <p14:xfrm>
                <a:off x="4624382" y="3261289"/>
                <a:ext cx="92520" cy="86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4CB49C5-8254-A719-E734-9206A06F3A3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615382" y="3252649"/>
                  <a:ext cx="11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D7124B2-7953-6CCB-B775-A02BC56A062C}"/>
                    </a:ext>
                  </a:extLst>
                </p14:cNvPr>
                <p14:cNvContentPartPr/>
                <p14:nvPr/>
              </p14:nvContentPartPr>
              <p14:xfrm>
                <a:off x="4775942" y="3173449"/>
                <a:ext cx="109440" cy="1429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D7124B2-7953-6CCB-B775-A02BC56A062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766942" y="3164809"/>
                  <a:ext cx="127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2494982-037E-A104-423B-4D6B3B5A9F84}"/>
                    </a:ext>
                  </a:extLst>
                </p14:cNvPr>
                <p14:cNvContentPartPr/>
                <p14:nvPr/>
              </p14:nvContentPartPr>
              <p14:xfrm>
                <a:off x="4797182" y="3246169"/>
                <a:ext cx="95040" cy="374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2494982-037E-A104-423B-4D6B3B5A9F8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788182" y="3237529"/>
                  <a:ext cx="112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8618F07-3C3A-AB9F-DDE4-242BCB340CF0}"/>
                    </a:ext>
                  </a:extLst>
                </p14:cNvPr>
                <p14:cNvContentPartPr/>
                <p14:nvPr/>
              </p14:nvContentPartPr>
              <p14:xfrm>
                <a:off x="4950902" y="3242569"/>
                <a:ext cx="109800" cy="162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8618F07-3C3A-AB9F-DDE4-242BCB340CF0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942262" y="3233929"/>
                  <a:ext cx="127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ACF9241-B7BF-79E1-EFB8-48E0D7CEF7B0}"/>
                    </a:ext>
                  </a:extLst>
                </p14:cNvPr>
                <p14:cNvContentPartPr/>
                <p14:nvPr/>
              </p14:nvContentPartPr>
              <p14:xfrm>
                <a:off x="5092382" y="3151489"/>
                <a:ext cx="164520" cy="2408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ACF9241-B7BF-79E1-EFB8-48E0D7CEF7B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083742" y="3142489"/>
                  <a:ext cx="182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C1B8B8B-7281-B89B-0E3B-BB73E123AE49}"/>
                    </a:ext>
                  </a:extLst>
                </p14:cNvPr>
                <p14:cNvContentPartPr/>
                <p14:nvPr/>
              </p14:nvContentPartPr>
              <p14:xfrm>
                <a:off x="5373182" y="3213409"/>
                <a:ext cx="23040" cy="180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C1B8B8B-7281-B89B-0E3B-BB73E123AE49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364182" y="3204769"/>
                  <a:ext cx="40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755F51C-3781-0569-D41D-9C20B1882244}"/>
                    </a:ext>
                  </a:extLst>
                </p14:cNvPr>
                <p14:cNvContentPartPr/>
                <p14:nvPr/>
              </p14:nvContentPartPr>
              <p14:xfrm>
                <a:off x="5365622" y="3291529"/>
                <a:ext cx="48240" cy="41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755F51C-3781-0569-D41D-9C20B188224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356622" y="3282889"/>
                  <a:ext cx="65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1EAE8C6-5909-D718-542A-FE0B91BB97D6}"/>
                    </a:ext>
                  </a:extLst>
                </p14:cNvPr>
                <p14:cNvContentPartPr/>
                <p14:nvPr/>
              </p14:nvContentPartPr>
              <p14:xfrm>
                <a:off x="5443022" y="3195409"/>
                <a:ext cx="121680" cy="2062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1EAE8C6-5909-D718-542A-FE0B91BB97D6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434382" y="3186409"/>
                  <a:ext cx="139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8BF930F-A42A-DD64-49DA-8EB451D868A9}"/>
                    </a:ext>
                  </a:extLst>
                </p14:cNvPr>
                <p14:cNvContentPartPr/>
                <p14:nvPr/>
              </p14:nvContentPartPr>
              <p14:xfrm>
                <a:off x="5481542" y="3276409"/>
                <a:ext cx="114480" cy="349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8BF930F-A42A-DD64-49DA-8EB451D868A9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472542" y="3267769"/>
                  <a:ext cx="1321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7A79BF73-5540-FD4F-8E38-6EB727C5F8AE}"/>
              </a:ext>
            </a:extLst>
          </p:cNvPr>
          <p:cNvGrpSpPr/>
          <p:nvPr/>
        </p:nvGrpSpPr>
        <p:grpSpPr>
          <a:xfrm>
            <a:off x="3510902" y="4970209"/>
            <a:ext cx="201960" cy="99720"/>
            <a:chOff x="3510902" y="4970209"/>
            <a:chExt cx="201960" cy="9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6095A0A-3CF2-B3C4-669C-8EB177D07137}"/>
                    </a:ext>
                  </a:extLst>
                </p14:cNvPr>
                <p14:cNvContentPartPr/>
                <p14:nvPr/>
              </p14:nvContentPartPr>
              <p14:xfrm>
                <a:off x="3531782" y="4970209"/>
                <a:ext cx="181080" cy="26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6095A0A-3CF2-B3C4-669C-8EB177D07137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523142" y="4961569"/>
                  <a:ext cx="198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4A9A76F-0B31-976B-08FA-0B0712888D98}"/>
                    </a:ext>
                  </a:extLst>
                </p14:cNvPr>
                <p14:cNvContentPartPr/>
                <p14:nvPr/>
              </p14:nvContentPartPr>
              <p14:xfrm>
                <a:off x="3510902" y="5022769"/>
                <a:ext cx="199080" cy="471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4A9A76F-0B31-976B-08FA-0B0712888D9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501902" y="5014129"/>
                  <a:ext cx="21672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95E6FACE-F6D6-14F9-34E9-83FA89C9627F}"/>
                  </a:ext>
                </a:extLst>
              </p14:cNvPr>
              <p14:cNvContentPartPr/>
              <p14:nvPr/>
            </p14:nvContentPartPr>
            <p14:xfrm>
              <a:off x="573662" y="5303569"/>
              <a:ext cx="208800" cy="2329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95E6FACE-F6D6-14F9-34E9-83FA89C9627F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565022" y="5294929"/>
                <a:ext cx="2264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3F7CD82C-3893-7A05-F566-D21DC8E2E88D}"/>
                  </a:ext>
                </a:extLst>
              </p14:cNvPr>
              <p14:cNvContentPartPr/>
              <p14:nvPr/>
            </p14:nvContentPartPr>
            <p14:xfrm>
              <a:off x="1040942" y="5321929"/>
              <a:ext cx="177480" cy="25164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3F7CD82C-3893-7A05-F566-D21DC8E2E88D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1031942" y="5312929"/>
                <a:ext cx="195120" cy="26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CB49C401-E832-9C26-4D77-5166B10348E7}"/>
              </a:ext>
            </a:extLst>
          </p:cNvPr>
          <p:cNvGrpSpPr/>
          <p:nvPr/>
        </p:nvGrpSpPr>
        <p:grpSpPr>
          <a:xfrm>
            <a:off x="1466102" y="5268649"/>
            <a:ext cx="170640" cy="225000"/>
            <a:chOff x="1466102" y="5268649"/>
            <a:chExt cx="17064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A3D2499-558F-CE92-B361-E7F123704924}"/>
                    </a:ext>
                  </a:extLst>
                </p14:cNvPr>
                <p14:cNvContentPartPr/>
                <p14:nvPr/>
              </p14:nvContentPartPr>
              <p14:xfrm>
                <a:off x="1484102" y="5387449"/>
                <a:ext cx="36000" cy="982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A3D2499-558F-CE92-B361-E7F12370492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475462" y="5378449"/>
                  <a:ext cx="53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FB55C41-3FE3-9D02-CEBB-A00504773284}"/>
                    </a:ext>
                  </a:extLst>
                </p14:cNvPr>
                <p14:cNvContentPartPr/>
                <p14:nvPr/>
              </p14:nvContentPartPr>
              <p14:xfrm>
                <a:off x="1466102" y="5268649"/>
                <a:ext cx="62280" cy="47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FB55C41-3FE3-9D02-CEBB-A00504773284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457462" y="5260009"/>
                  <a:ext cx="79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EE53B8C-C3D7-6AF3-85FA-233A3B429B73}"/>
                    </a:ext>
                  </a:extLst>
                </p14:cNvPr>
                <p14:cNvContentPartPr/>
                <p14:nvPr/>
              </p14:nvContentPartPr>
              <p14:xfrm>
                <a:off x="1537382" y="5397889"/>
                <a:ext cx="99360" cy="957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EE53B8C-C3D7-6AF3-85FA-233A3B429B73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528742" y="5389249"/>
                  <a:ext cx="11700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FC03A85-694B-64F0-3B54-E3E26EBC5B19}"/>
              </a:ext>
            </a:extLst>
          </p:cNvPr>
          <p:cNvGrpSpPr/>
          <p:nvPr/>
        </p:nvGrpSpPr>
        <p:grpSpPr>
          <a:xfrm>
            <a:off x="1877222" y="5247049"/>
            <a:ext cx="448200" cy="240840"/>
            <a:chOff x="1877222" y="5247049"/>
            <a:chExt cx="44820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5B6983A-271D-8432-70AB-94B0BEDE98A4}"/>
                    </a:ext>
                  </a:extLst>
                </p14:cNvPr>
                <p14:cNvContentPartPr/>
                <p14:nvPr/>
              </p14:nvContentPartPr>
              <p14:xfrm>
                <a:off x="1991342" y="5247049"/>
                <a:ext cx="61560" cy="1864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5B6983A-271D-8432-70AB-94B0BEDE98A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982342" y="5238049"/>
                  <a:ext cx="79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E92167D-446F-6C13-B717-B950D2ADB5E2}"/>
                    </a:ext>
                  </a:extLst>
                </p14:cNvPr>
                <p14:cNvContentPartPr/>
                <p14:nvPr/>
              </p14:nvContentPartPr>
              <p14:xfrm>
                <a:off x="2070182" y="5256409"/>
                <a:ext cx="255240" cy="2314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E92167D-446F-6C13-B717-B950D2ADB5E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2061182" y="5247409"/>
                  <a:ext cx="272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2CA2309-3A0D-44BD-838D-207FEACDA1E2}"/>
                    </a:ext>
                  </a:extLst>
                </p14:cNvPr>
                <p14:cNvContentPartPr/>
                <p14:nvPr/>
              </p14:nvContentPartPr>
              <p14:xfrm>
                <a:off x="1877222" y="5320849"/>
                <a:ext cx="152280" cy="525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2CA2309-3A0D-44BD-838D-207FEACDA1E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868222" y="5311849"/>
                  <a:ext cx="16992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ED17490A-E321-A052-EF4D-E61A6F76F2E5}"/>
              </a:ext>
            </a:extLst>
          </p:cNvPr>
          <p:cNvGrpSpPr/>
          <p:nvPr/>
        </p:nvGrpSpPr>
        <p:grpSpPr>
          <a:xfrm>
            <a:off x="2589662" y="5180449"/>
            <a:ext cx="1446120" cy="450000"/>
            <a:chOff x="2589662" y="5180449"/>
            <a:chExt cx="144612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24C7CCD-1C1B-D337-68EC-2168861F23C8}"/>
                    </a:ext>
                  </a:extLst>
                </p14:cNvPr>
                <p14:cNvContentPartPr/>
                <p14:nvPr/>
              </p14:nvContentPartPr>
              <p14:xfrm>
                <a:off x="2589662" y="5338129"/>
                <a:ext cx="163800" cy="2923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24C7CCD-1C1B-D337-68EC-2168861F23C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580662" y="5329489"/>
                  <a:ext cx="1814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2C0B663-3EBC-D1DC-82B2-4AC25B27E50B}"/>
                    </a:ext>
                  </a:extLst>
                </p14:cNvPr>
                <p14:cNvContentPartPr/>
                <p14:nvPr/>
              </p14:nvContentPartPr>
              <p14:xfrm>
                <a:off x="2821502" y="5339569"/>
                <a:ext cx="63360" cy="921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2C0B663-3EBC-D1DC-82B2-4AC25B27E50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2812502" y="5330929"/>
                  <a:ext cx="81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FB30A30-C6EB-D3C6-C429-E8794FB38CC3}"/>
                    </a:ext>
                  </a:extLst>
                </p14:cNvPr>
                <p14:cNvContentPartPr/>
                <p14:nvPr/>
              </p14:nvContentPartPr>
              <p14:xfrm>
                <a:off x="2907542" y="5224369"/>
                <a:ext cx="275040" cy="2404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FB30A30-C6EB-D3C6-C429-E8794FB38CC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2898542" y="5215369"/>
                  <a:ext cx="2926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1F210EE-B05F-6DD5-F4DA-449766BBF0D2}"/>
                    </a:ext>
                  </a:extLst>
                </p14:cNvPr>
                <p14:cNvContentPartPr/>
                <p14:nvPr/>
              </p14:nvContentPartPr>
              <p14:xfrm>
                <a:off x="3339902" y="5271889"/>
                <a:ext cx="150840" cy="164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1F210EE-B05F-6DD5-F4DA-449766BBF0D2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3330902" y="5263249"/>
                  <a:ext cx="168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0FA4CB6-7964-10F4-D7DE-BE894AA26837}"/>
                    </a:ext>
                  </a:extLst>
                </p14:cNvPr>
                <p14:cNvContentPartPr/>
                <p14:nvPr/>
              </p14:nvContentPartPr>
              <p14:xfrm>
                <a:off x="3601982" y="5216809"/>
                <a:ext cx="31320" cy="225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0FA4CB6-7964-10F4-D7DE-BE894AA26837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592982" y="5208169"/>
                  <a:ext cx="489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B06E51A-C734-709F-66A0-8C4F74B4F6BE}"/>
                    </a:ext>
                  </a:extLst>
                </p14:cNvPr>
                <p14:cNvContentPartPr/>
                <p14:nvPr/>
              </p14:nvContentPartPr>
              <p14:xfrm>
                <a:off x="3531782" y="5298169"/>
                <a:ext cx="276840" cy="1148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B06E51A-C734-709F-66A0-8C4F74B4F6B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3522782" y="5289529"/>
                  <a:ext cx="294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35DC2DE-8125-A8AB-57FC-931EDB366EF4}"/>
                    </a:ext>
                  </a:extLst>
                </p14:cNvPr>
                <p14:cNvContentPartPr/>
                <p14:nvPr/>
              </p14:nvContentPartPr>
              <p14:xfrm>
                <a:off x="3839942" y="5180449"/>
                <a:ext cx="67320" cy="2358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35DC2DE-8125-A8AB-57FC-931EDB366EF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3830942" y="5171449"/>
                  <a:ext cx="84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0333E6F-2006-BBA4-4A0C-531D23569010}"/>
                    </a:ext>
                  </a:extLst>
                </p14:cNvPr>
                <p14:cNvContentPartPr/>
                <p14:nvPr/>
              </p14:nvContentPartPr>
              <p14:xfrm>
                <a:off x="3796022" y="5271529"/>
                <a:ext cx="239760" cy="1396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0333E6F-2006-BBA4-4A0C-531D23569010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3787382" y="5262529"/>
                  <a:ext cx="25740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D0222723-5B00-D19E-CE6A-433E17F6D3AB}"/>
              </a:ext>
            </a:extLst>
          </p:cNvPr>
          <p:cNvGrpSpPr/>
          <p:nvPr/>
        </p:nvGrpSpPr>
        <p:grpSpPr>
          <a:xfrm>
            <a:off x="4276622" y="5172169"/>
            <a:ext cx="682560" cy="332280"/>
            <a:chOff x="4276622" y="5172169"/>
            <a:chExt cx="68256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E5F9576-0F06-8916-37A8-912C0A79312D}"/>
                    </a:ext>
                  </a:extLst>
                </p14:cNvPr>
                <p14:cNvContentPartPr/>
                <p14:nvPr/>
              </p14:nvContentPartPr>
              <p14:xfrm>
                <a:off x="4276622" y="5172169"/>
                <a:ext cx="249840" cy="3322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E5F9576-0F06-8916-37A8-912C0A79312D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4267622" y="5163529"/>
                  <a:ext cx="2674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C74899E-2A88-AF22-485C-CCF077DC217C}"/>
                    </a:ext>
                  </a:extLst>
                </p14:cNvPr>
                <p14:cNvContentPartPr/>
                <p14:nvPr/>
              </p14:nvContentPartPr>
              <p14:xfrm>
                <a:off x="4551302" y="5386729"/>
                <a:ext cx="169560" cy="914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C74899E-2A88-AF22-485C-CCF077DC217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4542662" y="5377729"/>
                  <a:ext cx="187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5301CAF-A1BD-8DEF-D336-F393A66D4D8F}"/>
                    </a:ext>
                  </a:extLst>
                </p14:cNvPr>
                <p14:cNvContentPartPr/>
                <p14:nvPr/>
              </p14:nvContentPartPr>
              <p14:xfrm>
                <a:off x="4741742" y="5374489"/>
                <a:ext cx="217440" cy="928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5301CAF-A1BD-8DEF-D336-F393A66D4D8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733102" y="5365489"/>
                  <a:ext cx="23508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84AC706-3C81-216F-98E0-DF655713D191}"/>
              </a:ext>
            </a:extLst>
          </p:cNvPr>
          <p:cNvGrpSpPr/>
          <p:nvPr/>
        </p:nvGrpSpPr>
        <p:grpSpPr>
          <a:xfrm>
            <a:off x="863822" y="5669689"/>
            <a:ext cx="441720" cy="243000"/>
            <a:chOff x="863822" y="5669689"/>
            <a:chExt cx="44172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AB4D677-E051-42A0-DC26-E9BC9C5FD51E}"/>
                    </a:ext>
                  </a:extLst>
                </p14:cNvPr>
                <p14:cNvContentPartPr/>
                <p14:nvPr/>
              </p14:nvContentPartPr>
              <p14:xfrm>
                <a:off x="1043462" y="5669689"/>
                <a:ext cx="44640" cy="243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AB4D677-E051-42A0-DC26-E9BC9C5FD51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34462" y="5660689"/>
                  <a:ext cx="622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3FC39AC-F8EF-A99D-3718-05478BCB0207}"/>
                    </a:ext>
                  </a:extLst>
                </p14:cNvPr>
                <p14:cNvContentPartPr/>
                <p14:nvPr/>
              </p14:nvContentPartPr>
              <p14:xfrm>
                <a:off x="1083782" y="5721889"/>
                <a:ext cx="221760" cy="1681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3FC39AC-F8EF-A99D-3718-05478BCB0207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74782" y="5712889"/>
                  <a:ext cx="239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60A434C-204B-8CC3-ED0A-54C943159526}"/>
                    </a:ext>
                  </a:extLst>
                </p14:cNvPr>
                <p14:cNvContentPartPr/>
                <p14:nvPr/>
              </p14:nvContentPartPr>
              <p14:xfrm>
                <a:off x="863822" y="5803249"/>
                <a:ext cx="141120" cy="20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60A434C-204B-8CC3-ED0A-54C943159526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55182" y="5794249"/>
                  <a:ext cx="15876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68DC36C4-2C4E-3C1B-2256-BE0CA5E364E4}"/>
              </a:ext>
            </a:extLst>
          </p:cNvPr>
          <p:cNvGrpSpPr/>
          <p:nvPr/>
        </p:nvGrpSpPr>
        <p:grpSpPr>
          <a:xfrm>
            <a:off x="1513982" y="5679769"/>
            <a:ext cx="562320" cy="313200"/>
            <a:chOff x="1513982" y="5679769"/>
            <a:chExt cx="56232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E6249D20-F5EF-B548-9443-90A57ABB14AF}"/>
                    </a:ext>
                  </a:extLst>
                </p14:cNvPr>
                <p14:cNvContentPartPr/>
                <p14:nvPr/>
              </p14:nvContentPartPr>
              <p14:xfrm>
                <a:off x="1530902" y="5789209"/>
                <a:ext cx="18720" cy="203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E6249D20-F5EF-B548-9443-90A57ABB14AF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521902" y="5780209"/>
                  <a:ext cx="36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1CC443F-8741-B92A-B220-AE286DC51F48}"/>
                    </a:ext>
                  </a:extLst>
                </p14:cNvPr>
                <p14:cNvContentPartPr/>
                <p14:nvPr/>
              </p14:nvContentPartPr>
              <p14:xfrm>
                <a:off x="1513982" y="5794249"/>
                <a:ext cx="87840" cy="766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1CC443F-8741-B92A-B220-AE286DC51F48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504982" y="5785249"/>
                  <a:ext cx="105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937B3DC-B061-DEDD-0889-6AAC975F5F75}"/>
                    </a:ext>
                  </a:extLst>
                </p14:cNvPr>
                <p14:cNvContentPartPr/>
                <p14:nvPr/>
              </p14:nvContentPartPr>
              <p14:xfrm>
                <a:off x="1660862" y="5775889"/>
                <a:ext cx="178920" cy="1130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937B3DC-B061-DEDD-0889-6AAC975F5F7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651862" y="5767249"/>
                  <a:ext cx="196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CE760E7-5EFD-22DD-3FC1-D6EA44F4F6B1}"/>
                    </a:ext>
                  </a:extLst>
                </p14:cNvPr>
                <p14:cNvContentPartPr/>
                <p14:nvPr/>
              </p14:nvContentPartPr>
              <p14:xfrm>
                <a:off x="1879742" y="5679769"/>
                <a:ext cx="196560" cy="2167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CE760E7-5EFD-22DD-3FC1-D6EA44F4F6B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870742" y="5670769"/>
                  <a:ext cx="2142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F7402A3-D73B-88EC-4CAA-E9B6C4EE66EE}"/>
                    </a:ext>
                  </a:extLst>
                </p14:cNvPr>
                <p14:cNvContentPartPr/>
                <p14:nvPr/>
              </p14:nvContentPartPr>
              <p14:xfrm>
                <a:off x="1783262" y="5765449"/>
                <a:ext cx="158760" cy="327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F7402A3-D73B-88EC-4CAA-E9B6C4EE66EE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774262" y="5756449"/>
                  <a:ext cx="1764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CE4456A9-6F05-CAD8-F1A2-91714C480DA7}"/>
              </a:ext>
            </a:extLst>
          </p:cNvPr>
          <p:cNvGrpSpPr/>
          <p:nvPr/>
        </p:nvGrpSpPr>
        <p:grpSpPr>
          <a:xfrm>
            <a:off x="2281142" y="5700649"/>
            <a:ext cx="1419120" cy="274320"/>
            <a:chOff x="2281142" y="5700649"/>
            <a:chExt cx="141912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67E6B2D-AA02-1D79-47C9-071F134F28F8}"/>
                    </a:ext>
                  </a:extLst>
                </p14:cNvPr>
                <p14:cNvContentPartPr/>
                <p14:nvPr/>
              </p14:nvContentPartPr>
              <p14:xfrm>
                <a:off x="2281142" y="5700649"/>
                <a:ext cx="140400" cy="1821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67E6B2D-AA02-1D79-47C9-071F134F28F8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272502" y="5691649"/>
                  <a:ext cx="158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E2DAB4B-EF6A-C637-863C-5AF16474F0D1}"/>
                    </a:ext>
                  </a:extLst>
                </p14:cNvPr>
                <p14:cNvContentPartPr/>
                <p14:nvPr/>
              </p14:nvContentPartPr>
              <p14:xfrm>
                <a:off x="2436662" y="5808289"/>
                <a:ext cx="127800" cy="86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E2DAB4B-EF6A-C637-863C-5AF16474F0D1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428022" y="5799649"/>
                  <a:ext cx="145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1B704CD-DFAA-8F60-AA7B-DF56F16CF0F5}"/>
                    </a:ext>
                  </a:extLst>
                </p14:cNvPr>
                <p14:cNvContentPartPr/>
                <p14:nvPr/>
              </p14:nvContentPartPr>
              <p14:xfrm>
                <a:off x="2654822" y="5766889"/>
                <a:ext cx="36360" cy="1659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1B704CD-DFAA-8F60-AA7B-DF56F16CF0F5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645822" y="5758249"/>
                  <a:ext cx="54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50050E2-5B01-9621-A2EB-0C70509A898B}"/>
                    </a:ext>
                  </a:extLst>
                </p14:cNvPr>
                <p14:cNvContentPartPr/>
                <p14:nvPr/>
              </p14:nvContentPartPr>
              <p14:xfrm>
                <a:off x="2641142" y="5763649"/>
                <a:ext cx="196560" cy="1353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50050E2-5B01-9621-A2EB-0C70509A898B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632502" y="5755009"/>
                  <a:ext cx="2142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AA7E5DE-2EB9-B9FA-AEFE-AB477B1EBE83}"/>
                    </a:ext>
                  </a:extLst>
                </p14:cNvPr>
                <p14:cNvContentPartPr/>
                <p14:nvPr/>
              </p14:nvContentPartPr>
              <p14:xfrm>
                <a:off x="2932022" y="5813689"/>
                <a:ext cx="114480" cy="154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AA7E5DE-2EB9-B9FA-AEFE-AB477B1EBE8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923382" y="5805049"/>
                  <a:ext cx="132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B99C180-995F-35FC-3B61-3F3258782A94}"/>
                    </a:ext>
                  </a:extLst>
                </p14:cNvPr>
                <p14:cNvContentPartPr/>
                <p14:nvPr/>
              </p14:nvContentPartPr>
              <p14:xfrm>
                <a:off x="3114182" y="5707849"/>
                <a:ext cx="128880" cy="179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B99C180-995F-35FC-3B61-3F3258782A94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105182" y="5698849"/>
                  <a:ext cx="146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7592501-3CC2-5060-D668-B1403A7B3472}"/>
                    </a:ext>
                  </a:extLst>
                </p14:cNvPr>
                <p14:cNvContentPartPr/>
                <p14:nvPr/>
              </p14:nvContentPartPr>
              <p14:xfrm>
                <a:off x="3129302" y="5813689"/>
                <a:ext cx="113760" cy="464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7592501-3CC2-5060-D668-B1403A7B347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120662" y="5805049"/>
                  <a:ext cx="131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CBE8A44-9F33-3F37-B0B2-610CBA37D95C}"/>
                    </a:ext>
                  </a:extLst>
                </p14:cNvPr>
                <p14:cNvContentPartPr/>
                <p14:nvPr/>
              </p14:nvContentPartPr>
              <p14:xfrm>
                <a:off x="3342782" y="5823409"/>
                <a:ext cx="116640" cy="72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CBE8A44-9F33-3F37-B0B2-610CBA37D95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333782" y="5814769"/>
                  <a:ext cx="134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E8A9E42-3684-C6DD-84BD-65244A974E6F}"/>
                    </a:ext>
                  </a:extLst>
                </p14:cNvPr>
                <p14:cNvContentPartPr/>
                <p14:nvPr/>
              </p14:nvContentPartPr>
              <p14:xfrm>
                <a:off x="3513062" y="5705329"/>
                <a:ext cx="187200" cy="2696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E8A9E42-3684-C6DD-84BD-65244A974E6F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504062" y="5696689"/>
                  <a:ext cx="204840" cy="28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70E4FC2E-D364-8090-48DD-055981B00922}"/>
                  </a:ext>
                </a:extLst>
              </p14:cNvPr>
              <p14:cNvContentPartPr/>
              <p14:nvPr/>
            </p14:nvContentPartPr>
            <p14:xfrm>
              <a:off x="3951182" y="5755369"/>
              <a:ext cx="42480" cy="16056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70E4FC2E-D364-8090-48DD-055981B00922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3942542" y="5746729"/>
                <a:ext cx="601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E5DDDE9A-57CB-6722-C3E8-5AE64B0F992B}"/>
                  </a:ext>
                </a:extLst>
              </p14:cNvPr>
              <p14:cNvContentPartPr/>
              <p14:nvPr/>
            </p14:nvContentPartPr>
            <p14:xfrm>
              <a:off x="3905462" y="5644129"/>
              <a:ext cx="69840" cy="4788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E5DDDE9A-57CB-6722-C3E8-5AE64B0F992B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3896822" y="5635129"/>
                <a:ext cx="874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3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DD5897CC-D443-F918-EB86-13BF99AA1D9D}"/>
                  </a:ext>
                </a:extLst>
              </p14:cNvPr>
              <p14:cNvContentPartPr/>
              <p14:nvPr/>
            </p14:nvContentPartPr>
            <p14:xfrm>
              <a:off x="4033622" y="5756809"/>
              <a:ext cx="97560" cy="12024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DD5897CC-D443-F918-EB86-13BF99AA1D9D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4024982" y="5747809"/>
                <a:ext cx="1152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57FDAEB5-10A4-A0D0-0D7D-44529074E286}"/>
                  </a:ext>
                </a:extLst>
              </p14:cNvPr>
              <p14:cNvContentPartPr/>
              <p14:nvPr/>
            </p14:nvContentPartPr>
            <p14:xfrm>
              <a:off x="4316942" y="5706409"/>
              <a:ext cx="180360" cy="17244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57FDAEB5-10A4-A0D0-0D7D-44529074E286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4307942" y="5697409"/>
                <a:ext cx="1980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229C4352-42BA-7D99-41EF-2C6CD0DF1247}"/>
                  </a:ext>
                </a:extLst>
              </p14:cNvPr>
              <p14:cNvContentPartPr/>
              <p14:nvPr/>
            </p14:nvContentPartPr>
            <p14:xfrm>
              <a:off x="4521782" y="5738089"/>
              <a:ext cx="117000" cy="12672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229C4352-42BA-7D99-41EF-2C6CD0DF1247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4513142" y="5729089"/>
                <a:ext cx="1346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660FFED9-4F98-B68B-C1E2-F651ABB5707E}"/>
                  </a:ext>
                </a:extLst>
              </p14:cNvPr>
              <p14:cNvContentPartPr/>
              <p14:nvPr/>
            </p14:nvContentPartPr>
            <p14:xfrm>
              <a:off x="4687382" y="5626489"/>
              <a:ext cx="25200" cy="21780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660FFED9-4F98-B68B-C1E2-F651ABB5707E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4678382" y="5617489"/>
                <a:ext cx="428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1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57581770-BFE8-D620-E577-511F07E2FA5A}"/>
                  </a:ext>
                </a:extLst>
              </p14:cNvPr>
              <p14:cNvContentPartPr/>
              <p14:nvPr/>
            </p14:nvContentPartPr>
            <p14:xfrm>
              <a:off x="4647782" y="5721169"/>
              <a:ext cx="352800" cy="18072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57581770-BFE8-D620-E577-511F07E2FA5A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4638782" y="5712169"/>
                <a:ext cx="370440" cy="19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9D321A4F-A656-548B-4B59-310F99C69072}"/>
              </a:ext>
            </a:extLst>
          </p:cNvPr>
          <p:cNvGrpSpPr/>
          <p:nvPr/>
        </p:nvGrpSpPr>
        <p:grpSpPr>
          <a:xfrm>
            <a:off x="5008502" y="5614249"/>
            <a:ext cx="578520" cy="349560"/>
            <a:chOff x="5008502" y="5614249"/>
            <a:chExt cx="57852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B681C4E3-7B32-6D1E-0B1B-B9F8A11E655D}"/>
                    </a:ext>
                  </a:extLst>
                </p14:cNvPr>
                <p14:cNvContentPartPr/>
                <p14:nvPr/>
              </p14:nvContentPartPr>
              <p14:xfrm>
                <a:off x="5008502" y="5771209"/>
                <a:ext cx="330120" cy="928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B681C4E3-7B32-6D1E-0B1B-B9F8A11E655D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4999502" y="5762209"/>
                  <a:ext cx="3477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90857D5-3A9C-1374-2B57-29126FE56781}"/>
                    </a:ext>
                  </a:extLst>
                </p14:cNvPr>
                <p14:cNvContentPartPr/>
                <p14:nvPr/>
              </p14:nvContentPartPr>
              <p14:xfrm>
                <a:off x="5286422" y="5614249"/>
                <a:ext cx="181800" cy="2595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90857D5-3A9C-1374-2B57-29126FE5678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5277422" y="5605609"/>
                  <a:ext cx="1994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41E951E-A070-EE5C-3893-F8888D02418E}"/>
                    </a:ext>
                  </a:extLst>
                </p14:cNvPr>
                <p14:cNvContentPartPr/>
                <p14:nvPr/>
              </p14:nvContentPartPr>
              <p14:xfrm>
                <a:off x="5521862" y="5662849"/>
                <a:ext cx="39960" cy="1767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41E951E-A070-EE5C-3893-F8888D02418E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5512862" y="5653849"/>
                  <a:ext cx="57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0554DD2-8505-F6C1-0458-34FB9D43AC1A}"/>
                    </a:ext>
                  </a:extLst>
                </p14:cNvPr>
                <p14:cNvContentPartPr/>
                <p14:nvPr/>
              </p14:nvContentPartPr>
              <p14:xfrm>
                <a:off x="5520062" y="5908729"/>
                <a:ext cx="66960" cy="550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0554DD2-8505-F6C1-0458-34FB9D43AC1A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5511422" y="5900089"/>
                  <a:ext cx="8460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B1280AE-DFCF-AF23-175D-209ACB308E1D}"/>
              </a:ext>
            </a:extLst>
          </p:cNvPr>
          <p:cNvGrpSpPr/>
          <p:nvPr/>
        </p:nvGrpSpPr>
        <p:grpSpPr>
          <a:xfrm>
            <a:off x="2515862" y="4031329"/>
            <a:ext cx="1297440" cy="1080720"/>
            <a:chOff x="2515862" y="4031329"/>
            <a:chExt cx="1297440" cy="10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BFDC02C-B805-429F-1297-A75028E51BC7}"/>
                    </a:ext>
                  </a:extLst>
                </p14:cNvPr>
                <p14:cNvContentPartPr/>
                <p14:nvPr/>
              </p14:nvContentPartPr>
              <p14:xfrm>
                <a:off x="2515862" y="4093249"/>
                <a:ext cx="32040" cy="8352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BFDC02C-B805-429F-1297-A75028E51BC7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2506862" y="4084609"/>
                  <a:ext cx="4968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E4BB144-4BFC-800B-E8F8-5980F06F379E}"/>
                    </a:ext>
                  </a:extLst>
                </p14:cNvPr>
                <p14:cNvContentPartPr/>
                <p14:nvPr/>
              </p14:nvContentPartPr>
              <p14:xfrm>
                <a:off x="2539262" y="4031329"/>
                <a:ext cx="1197720" cy="1288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E4BB144-4BFC-800B-E8F8-5980F06F379E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2530622" y="4022689"/>
                  <a:ext cx="1215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5861D34-FC96-6AF8-A54D-EAB9734959AB}"/>
                    </a:ext>
                  </a:extLst>
                </p14:cNvPr>
                <p14:cNvContentPartPr/>
                <p14:nvPr/>
              </p14:nvContentPartPr>
              <p14:xfrm>
                <a:off x="3709982" y="4055089"/>
                <a:ext cx="68040" cy="8478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5861D34-FC96-6AF8-A54D-EAB9734959AB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3700982" y="4046089"/>
                  <a:ext cx="8568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0BF3991-00CE-668E-1475-4A46C9116692}"/>
                    </a:ext>
                  </a:extLst>
                </p14:cNvPr>
                <p14:cNvContentPartPr/>
                <p14:nvPr/>
              </p14:nvContentPartPr>
              <p14:xfrm>
                <a:off x="2538542" y="4851409"/>
                <a:ext cx="1274760" cy="2606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0BF3991-00CE-668E-1475-4A46C9116692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2529902" y="4842409"/>
                  <a:ext cx="129240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D1195C2-CB6D-F09D-CFE0-7F09645F4A93}"/>
              </a:ext>
            </a:extLst>
          </p:cNvPr>
          <p:cNvGrpSpPr/>
          <p:nvPr/>
        </p:nvGrpSpPr>
        <p:grpSpPr>
          <a:xfrm>
            <a:off x="1165862" y="4495009"/>
            <a:ext cx="1203120" cy="738000"/>
            <a:chOff x="1165862" y="4495009"/>
            <a:chExt cx="1203120" cy="73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84369B7-A008-085D-62B8-1413B13D9BD7}"/>
                    </a:ext>
                  </a:extLst>
                </p14:cNvPr>
                <p14:cNvContentPartPr/>
                <p14:nvPr/>
              </p14:nvContentPartPr>
              <p14:xfrm>
                <a:off x="1165862" y="4495009"/>
                <a:ext cx="1203120" cy="7380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84369B7-A008-085D-62B8-1413B13D9BD7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156862" y="4486009"/>
                  <a:ext cx="122076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F354105-3746-06C9-9AE4-27BA25C7C35A}"/>
                    </a:ext>
                  </a:extLst>
                </p14:cNvPr>
                <p14:cNvContentPartPr/>
                <p14:nvPr/>
              </p14:nvContentPartPr>
              <p14:xfrm>
                <a:off x="2170622" y="4498609"/>
                <a:ext cx="59760" cy="1731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F354105-3746-06C9-9AE4-27BA25C7C35A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2161982" y="4489969"/>
                  <a:ext cx="7740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3C4E163D-4D17-31B0-3429-C0F4E298665F}"/>
              </a:ext>
            </a:extLst>
          </p:cNvPr>
          <p:cNvGrpSpPr/>
          <p:nvPr/>
        </p:nvGrpSpPr>
        <p:grpSpPr>
          <a:xfrm>
            <a:off x="3332702" y="4263889"/>
            <a:ext cx="243000" cy="154080"/>
            <a:chOff x="3332702" y="4263889"/>
            <a:chExt cx="243000" cy="15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0FAA2332-26BB-D6CA-9FF3-DD29F017308C}"/>
                    </a:ext>
                  </a:extLst>
                </p14:cNvPr>
                <p14:cNvContentPartPr/>
                <p14:nvPr/>
              </p14:nvContentPartPr>
              <p14:xfrm>
                <a:off x="3359342" y="4335169"/>
                <a:ext cx="216360" cy="273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0FAA2332-26BB-D6CA-9FF3-DD29F017308C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3350702" y="4326169"/>
                  <a:ext cx="234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1E25B5AC-AB83-AD98-AF74-824CC49BD59E}"/>
                    </a:ext>
                  </a:extLst>
                </p14:cNvPr>
                <p14:cNvContentPartPr/>
                <p14:nvPr/>
              </p14:nvContentPartPr>
              <p14:xfrm>
                <a:off x="3332702" y="4263889"/>
                <a:ext cx="139320" cy="1054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1E25B5AC-AB83-AD98-AF74-824CC49BD59E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3323702" y="4255249"/>
                  <a:ext cx="1569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41640F3-FD9C-BEFE-8BDF-B32CEC97D5AF}"/>
                    </a:ext>
                  </a:extLst>
                </p14:cNvPr>
                <p14:cNvContentPartPr/>
                <p14:nvPr/>
              </p14:nvContentPartPr>
              <p14:xfrm>
                <a:off x="3338462" y="4370449"/>
                <a:ext cx="124920" cy="475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741640F3-FD9C-BEFE-8BDF-B32CEC97D5AF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3329462" y="4361449"/>
                  <a:ext cx="142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022614B-A909-A901-A75E-62D73AFDF63E}"/>
                    </a:ext>
                  </a:extLst>
                </p14:cNvPr>
                <p14:cNvContentPartPr/>
                <p14:nvPr/>
              </p14:nvContentPartPr>
              <p14:xfrm>
                <a:off x="3368702" y="4320049"/>
                <a:ext cx="193320" cy="540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022614B-A909-A901-A75E-62D73AFDF63E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3359702" y="4311409"/>
                  <a:ext cx="210960" cy="71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5289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771525" y="520454"/>
            <a:ext cx="7711947" cy="677108"/>
          </a:xfrm>
        </p:spPr>
        <p:txBody>
          <a:bodyPr/>
          <a:lstStyle/>
          <a:p>
            <a:pPr algn="ctr"/>
            <a:r>
              <a:rPr lang="en-US" dirty="0">
                <a:latin typeface="Calibri"/>
                <a:cs typeface="Calibri"/>
              </a:rPr>
              <a:t>Consistency of Heuristics</a:t>
            </a:r>
          </a:p>
        </p:txBody>
      </p:sp>
      <p:sp>
        <p:nvSpPr>
          <p:cNvPr id="8195" name="Content Placeholder 14"/>
          <p:cNvSpPr>
            <a:spLocks noGrp="1"/>
          </p:cNvSpPr>
          <p:nvPr>
            <p:ph idx="1"/>
          </p:nvPr>
        </p:nvSpPr>
        <p:spPr>
          <a:xfrm>
            <a:off x="3427982" y="3015922"/>
            <a:ext cx="5200650" cy="1858201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333399"/>
              </a:buClr>
            </a:pPr>
            <a:endParaRPr lang="en-US" sz="750" dirty="0">
              <a:solidFill>
                <a:srgbClr val="333399"/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333399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Consequences of consistency:</a:t>
            </a:r>
          </a:p>
          <a:p>
            <a:pPr lvl="1">
              <a:lnSpc>
                <a:spcPct val="150000"/>
              </a:lnSpc>
              <a:buClr>
                <a:srgbClr val="333399"/>
              </a:buClr>
            </a:pPr>
            <a:r>
              <a:rPr lang="en-US" sz="1500" dirty="0">
                <a:latin typeface="Calibri"/>
                <a:cs typeface="Calibri"/>
              </a:rPr>
              <a:t>The f value along a path never decreases</a:t>
            </a:r>
          </a:p>
          <a:p>
            <a:pPr lvl="1">
              <a:lnSpc>
                <a:spcPct val="150000"/>
              </a:lnSpc>
              <a:buClr>
                <a:srgbClr val="333399"/>
              </a:buClr>
              <a:buNone/>
            </a:pPr>
            <a:r>
              <a:rPr lang="en-US" sz="1500" dirty="0">
                <a:latin typeface="Calibri"/>
                <a:cs typeface="Calibri"/>
              </a:rPr>
              <a:t>		</a:t>
            </a:r>
            <a:r>
              <a:rPr lang="en-US" sz="1500" dirty="0">
                <a:solidFill>
                  <a:srgbClr val="C00000"/>
                </a:solidFill>
                <a:latin typeface="Calibri"/>
                <a:cs typeface="Calibri"/>
              </a:rPr>
              <a:t> h(A) &lt;=</a:t>
            </a:r>
            <a:r>
              <a:rPr lang="en-US" sz="1500" dirty="0">
                <a:latin typeface="Calibri"/>
                <a:cs typeface="Calibri"/>
              </a:rPr>
              <a:t> </a:t>
            </a:r>
            <a:r>
              <a:rPr lang="en-US" sz="1500" dirty="0">
                <a:solidFill>
                  <a:srgbClr val="008000"/>
                </a:solidFill>
                <a:latin typeface="Calibri"/>
                <a:cs typeface="Calibri"/>
              </a:rPr>
              <a:t>c(A, C) </a:t>
            </a:r>
            <a:r>
              <a:rPr lang="en-US" sz="1500" dirty="0">
                <a:latin typeface="Calibri"/>
                <a:cs typeface="Calibri"/>
              </a:rPr>
              <a:t>+</a:t>
            </a:r>
            <a:r>
              <a:rPr lang="en-US" sz="150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lang="en-US" sz="1500" dirty="0">
                <a:solidFill>
                  <a:srgbClr val="C00000"/>
                </a:solidFill>
                <a:latin typeface="Calibri"/>
                <a:cs typeface="Calibri"/>
              </a:rPr>
              <a:t>h(C)</a:t>
            </a:r>
            <a:endParaRPr lang="en-US" sz="1500" dirty="0">
              <a:latin typeface="Calibri"/>
              <a:cs typeface="Calibri"/>
            </a:endParaRPr>
          </a:p>
          <a:p>
            <a:pPr lvl="1">
              <a:lnSpc>
                <a:spcPct val="150000"/>
              </a:lnSpc>
              <a:buClr>
                <a:srgbClr val="333399"/>
              </a:buClr>
            </a:pPr>
            <a:r>
              <a:rPr lang="en-US" sz="1500" dirty="0">
                <a:latin typeface="Calibri"/>
                <a:cs typeface="Calibri"/>
              </a:rPr>
              <a:t>A* graph search is optimal</a:t>
            </a:r>
          </a:p>
          <a:p>
            <a:endParaRPr lang="en-US" sz="1500" dirty="0"/>
          </a:p>
        </p:txBody>
      </p:sp>
      <p:cxnSp>
        <p:nvCxnSpPr>
          <p:cNvPr id="4" name="Straight Arrow Connector 3"/>
          <p:cNvCxnSpPr>
            <a:endCxn id="8" idx="1"/>
          </p:cNvCxnSpPr>
          <p:nvPr/>
        </p:nvCxnSpPr>
        <p:spPr>
          <a:xfrm>
            <a:off x="1257301" y="2568180"/>
            <a:ext cx="843383" cy="329033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8" idx="4"/>
            <a:endCxn id="9" idx="0"/>
          </p:cNvCxnSpPr>
          <p:nvPr/>
        </p:nvCxnSpPr>
        <p:spPr>
          <a:xfrm>
            <a:off x="2343150" y="3482580"/>
            <a:ext cx="0" cy="114657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822" name="TextBox 5"/>
          <p:cNvSpPr txBox="1">
            <a:spLocks noChangeArrowheads="1"/>
          </p:cNvSpPr>
          <p:nvPr/>
        </p:nvSpPr>
        <p:spPr bwMode="auto">
          <a:xfrm>
            <a:off x="2457450" y="3771900"/>
            <a:ext cx="255517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79" tIns="34289" rIns="68579" bIns="3428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71500" y="2225279"/>
            <a:ext cx="685800" cy="6858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68579" tIns="34289" rIns="68579" bIns="34289" anchor="ctr"/>
          <a:lstStyle/>
          <a:p>
            <a:pPr algn="ctr">
              <a:defRPr/>
            </a:pPr>
            <a:r>
              <a:rPr lang="en-US" sz="21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2000250" y="2796779"/>
            <a:ext cx="685800" cy="6858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68579" tIns="34289" rIns="68579" bIns="34289" anchor="ctr"/>
          <a:lstStyle/>
          <a:p>
            <a:pPr algn="ctr">
              <a:defRPr/>
            </a:pPr>
            <a:r>
              <a:rPr lang="en-US" sz="2100" b="1" dirty="0">
                <a:latin typeface="Calibri"/>
                <a:cs typeface="Calibri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2000250" y="4629150"/>
            <a:ext cx="685800" cy="6858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68579" tIns="34289" rIns="68579" bIns="34289" anchor="ctr"/>
          <a:lstStyle/>
          <a:p>
            <a:pPr algn="ctr">
              <a:defRPr/>
            </a:pPr>
            <a:r>
              <a:rPr lang="en-US" sz="21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34826" name="TextBox 9"/>
          <p:cNvSpPr txBox="1">
            <a:spLocks noChangeArrowheads="1"/>
          </p:cNvSpPr>
          <p:nvPr/>
        </p:nvSpPr>
        <p:spPr bwMode="auto">
          <a:xfrm>
            <a:off x="457200" y="2971800"/>
            <a:ext cx="492762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79" tIns="34289" rIns="68579" bIns="34289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  <a:latin typeface="Calibri"/>
                <a:cs typeface="Calibri"/>
              </a:rPr>
              <a:t>h=4</a:t>
            </a:r>
          </a:p>
        </p:txBody>
      </p:sp>
      <p:sp>
        <p:nvSpPr>
          <p:cNvPr id="34827" name="TextBox 10"/>
          <p:cNvSpPr txBox="1">
            <a:spLocks noChangeArrowheads="1"/>
          </p:cNvSpPr>
          <p:nvPr/>
        </p:nvSpPr>
        <p:spPr bwMode="auto">
          <a:xfrm>
            <a:off x="2743200" y="2971800"/>
            <a:ext cx="492762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79" tIns="34289" rIns="68579" bIns="34289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  <a:latin typeface="Calibri"/>
                <a:cs typeface="Calibri"/>
              </a:rPr>
              <a:t>h=1</a:t>
            </a:r>
          </a:p>
        </p:txBody>
      </p:sp>
      <p:sp>
        <p:nvSpPr>
          <p:cNvPr id="34828" name="TextBox 11"/>
          <p:cNvSpPr txBox="1">
            <a:spLocks noChangeArrowheads="1"/>
          </p:cNvSpPr>
          <p:nvPr/>
        </p:nvSpPr>
        <p:spPr bwMode="auto">
          <a:xfrm>
            <a:off x="1428750" y="2739628"/>
            <a:ext cx="255517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79" tIns="34289" rIns="68579" bIns="34289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1</a:t>
            </a:r>
          </a:p>
        </p:txBody>
      </p:sp>
      <p:cxnSp>
        <p:nvCxnSpPr>
          <p:cNvPr id="17" name="Straight Arrow Connector 16"/>
          <p:cNvCxnSpPr>
            <a:stCxn id="7" idx="5"/>
            <a:endCxn id="9" idx="1"/>
          </p:cNvCxnSpPr>
          <p:nvPr/>
        </p:nvCxnSpPr>
        <p:spPr>
          <a:xfrm>
            <a:off x="1156867" y="2810647"/>
            <a:ext cx="943817" cy="1918937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8" idx="1"/>
          </p:cNvCxnSpPr>
          <p:nvPr/>
        </p:nvCxnSpPr>
        <p:spPr>
          <a:xfrm>
            <a:off x="1257301" y="2568180"/>
            <a:ext cx="843383" cy="329033"/>
          </a:xfrm>
          <a:prstGeom prst="straightConnector1">
            <a:avLst/>
          </a:prstGeom>
          <a:ln w="57150">
            <a:solidFill>
              <a:srgbClr val="008000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9"/>
          <p:cNvSpPr txBox="1">
            <a:spLocks noChangeArrowheads="1"/>
          </p:cNvSpPr>
          <p:nvPr/>
        </p:nvSpPr>
        <p:spPr bwMode="auto">
          <a:xfrm>
            <a:off x="457200" y="3257550"/>
            <a:ext cx="492762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79" tIns="34289" rIns="68579" bIns="34289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  <a:latin typeface="Calibri"/>
                <a:cs typeface="Calibri"/>
              </a:rPr>
              <a:t>h=2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57200" y="3121819"/>
            <a:ext cx="628650" cy="4785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6CED22-1860-EDED-BF78-9F9F5557539B}"/>
              </a:ext>
            </a:extLst>
          </p:cNvPr>
          <p:cNvSpPr txBox="1"/>
          <p:nvPr/>
        </p:nvSpPr>
        <p:spPr>
          <a:xfrm>
            <a:off x="890726" y="5463554"/>
            <a:ext cx="7318252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marR="30480" indent="-342900">
              <a:lnSpc>
                <a:spcPts val="3240"/>
              </a:lnSpc>
              <a:spcBef>
                <a:spcPts val="735"/>
              </a:spcBef>
              <a:buFont typeface="Arial"/>
              <a:buChar char="•"/>
              <a:tabLst>
                <a:tab pos="381000" algn="l"/>
              </a:tabLst>
            </a:pPr>
            <a:r>
              <a:rPr lang="en-US" sz="1800" dirty="0">
                <a:solidFill>
                  <a:srgbClr val="C0504D"/>
                </a:solidFill>
                <a:latin typeface="Calibri"/>
                <a:cs typeface="Calibri"/>
              </a:rPr>
              <a:t>Theorem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If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i="1" dirty="0">
                <a:latin typeface="Calibri"/>
                <a:cs typeface="Calibri"/>
              </a:rPr>
              <a:t>h(n)</a:t>
            </a:r>
            <a:r>
              <a:rPr lang="en-US" sz="1800" i="1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consistent,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</a:t>
            </a:r>
            <a:r>
              <a:rPr lang="en-US" sz="1800" baseline="25000" dirty="0">
                <a:latin typeface="Calibri"/>
                <a:cs typeface="Calibri"/>
              </a:rPr>
              <a:t>*</a:t>
            </a:r>
            <a:r>
              <a:rPr lang="en-US" sz="1800" spc="284" baseline="2500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using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ourier New"/>
                <a:cs typeface="Courier New"/>
              </a:rPr>
              <a:t>GRAPH-SEARCH </a:t>
            </a:r>
            <a:r>
              <a:rPr lang="en-US" sz="1800" spc="-1120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optimal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3654CCF-9A13-245D-BBEC-AFAADD4BD5F8}"/>
              </a:ext>
            </a:extLst>
          </p:cNvPr>
          <p:cNvSpPr txBox="1"/>
          <p:nvPr/>
        </p:nvSpPr>
        <p:spPr>
          <a:xfrm>
            <a:off x="3399408" y="1716523"/>
            <a:ext cx="5257798" cy="1148391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354965" algn="l"/>
              </a:tabLst>
            </a:pPr>
            <a:r>
              <a:rPr dirty="0">
                <a:latin typeface="Calibri"/>
                <a:cs typeface="Calibri"/>
              </a:rPr>
              <a:t>h(n)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FF0000"/>
                </a:solidFill>
                <a:latin typeface="Calibri"/>
                <a:cs typeface="Calibri"/>
              </a:rPr>
              <a:t>consistent</a:t>
            </a:r>
            <a:r>
              <a:rPr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if</a:t>
            </a:r>
            <a:endParaRPr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015" algn="l"/>
              </a:tabLst>
            </a:pPr>
            <a:r>
              <a:rPr sz="1500" dirty="0">
                <a:latin typeface="Calibri"/>
                <a:cs typeface="Calibri"/>
              </a:rPr>
              <a:t>for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every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b="1" spc="-50" dirty="0">
                <a:latin typeface="Calibri"/>
                <a:cs typeface="Calibri"/>
              </a:rPr>
              <a:t>n</a:t>
            </a:r>
            <a:endParaRPr sz="1500" b="1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5015" algn="l"/>
              </a:tabLst>
            </a:pPr>
            <a:r>
              <a:rPr lang="en-US" sz="1500" dirty="0">
                <a:latin typeface="Calibri"/>
                <a:cs typeface="Calibri"/>
              </a:rPr>
              <a:t>and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every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successor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lang="en-US" sz="1500" b="1" spc="-55" dirty="0">
                <a:latin typeface="Calibri"/>
                <a:cs typeface="Calibri"/>
              </a:rPr>
              <a:t>s</a:t>
            </a:r>
            <a:r>
              <a:rPr lang="en-US" sz="1500" spc="-55" dirty="0">
                <a:latin typeface="Calibri"/>
                <a:cs typeface="Calibri"/>
              </a:rPr>
              <a:t> of </a:t>
            </a:r>
            <a:r>
              <a:rPr lang="en-US" sz="1500" b="1" spc="-55" dirty="0">
                <a:latin typeface="Calibri"/>
                <a:cs typeface="Calibri"/>
              </a:rPr>
              <a:t>n</a:t>
            </a:r>
            <a:endParaRPr sz="15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5015" algn="l"/>
              </a:tabLst>
            </a:pPr>
            <a:r>
              <a:rPr sz="1500" dirty="0">
                <a:latin typeface="Calibri"/>
                <a:cs typeface="Calibri"/>
              </a:rPr>
              <a:t>h(n)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&lt;=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c(</a:t>
            </a:r>
            <a:r>
              <a:rPr lang="en-US" sz="1500" dirty="0">
                <a:latin typeface="Calibri"/>
                <a:cs typeface="Calibri"/>
              </a:rPr>
              <a:t>n, s</a:t>
            </a:r>
            <a:r>
              <a:rPr sz="1500" dirty="0">
                <a:latin typeface="Calibri"/>
                <a:cs typeface="Calibri"/>
              </a:rPr>
              <a:t>)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+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h(</a:t>
            </a:r>
            <a:r>
              <a:rPr lang="en-US" sz="1500" spc="-20" dirty="0">
                <a:latin typeface="Calibri"/>
                <a:cs typeface="Calibri"/>
              </a:rPr>
              <a:t>s</a:t>
            </a:r>
            <a:r>
              <a:rPr sz="1500" spc="-20" dirty="0">
                <a:latin typeface="Calibri"/>
                <a:cs typeface="Calibri"/>
              </a:rPr>
              <a:t>)</a:t>
            </a:r>
            <a:endParaRPr sz="15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09735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  <p:bldP spid="34822" grpId="1"/>
      <p:bldP spid="7" grpId="0" animBg="1"/>
      <p:bldP spid="8" grpId="0" animBg="1"/>
      <p:bldP spid="9" grpId="0" animBg="1"/>
      <p:bldP spid="9" grpId="1" animBg="1"/>
      <p:bldP spid="34826" grpId="0"/>
      <p:bldP spid="34827" grpId="0"/>
      <p:bldP spid="34828" grpId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8610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dirty="0">
                <a:solidFill>
                  <a:srgbClr val="0000FF"/>
                </a:solidFill>
                <a:latin typeface="Calibri"/>
                <a:cs typeface="Calibri"/>
              </a:rPr>
              <a:t>Example </a:t>
            </a:r>
            <a:r>
              <a:rPr lang="en-US" sz="4400" spc="-10" dirty="0">
                <a:solidFill>
                  <a:srgbClr val="0000FF"/>
                </a:solidFill>
                <a:latin typeface="Calibri"/>
                <a:cs typeface="Calibri"/>
              </a:rPr>
              <a:t>– Graph Search</a:t>
            </a:r>
            <a:endParaRPr sz="44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CE9F59-363B-27C2-7BEB-ECE5585B5D2E}"/>
              </a:ext>
            </a:extLst>
          </p:cNvPr>
          <p:cNvGrpSpPr/>
          <p:nvPr/>
        </p:nvGrpSpPr>
        <p:grpSpPr>
          <a:xfrm>
            <a:off x="6262606" y="4897578"/>
            <a:ext cx="2830293" cy="1885694"/>
            <a:chOff x="5836107" y="1272171"/>
            <a:chExt cx="2832849" cy="18873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84FCF-B026-4E4B-F6DA-E15AE577B0A2}"/>
              </a:ext>
            </a:extLst>
          </p:cNvPr>
          <p:cNvGrpSpPr/>
          <p:nvPr/>
        </p:nvGrpSpPr>
        <p:grpSpPr>
          <a:xfrm>
            <a:off x="6646117" y="3241063"/>
            <a:ext cx="2156008" cy="320439"/>
            <a:chOff x="6117662" y="2778529"/>
            <a:chExt cx="2371320" cy="3524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C416B3-39D1-F06C-D1C7-CF8FC93D744B}"/>
                </a:ext>
              </a:extLst>
            </p:cNvPr>
            <p:cNvGrpSpPr/>
            <p:nvPr/>
          </p:nvGrpSpPr>
          <p:grpSpPr>
            <a:xfrm>
              <a:off x="6117662" y="2784289"/>
              <a:ext cx="762840" cy="346680"/>
              <a:chOff x="6117662" y="2784289"/>
              <a:chExt cx="762840" cy="346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85AB23DE-0F0D-303B-28D2-55BEA0811E91}"/>
                      </a:ext>
                    </a:extLst>
                  </p14:cNvPr>
                  <p14:cNvContentPartPr/>
                  <p14:nvPr/>
                </p14:nvContentPartPr>
                <p14:xfrm>
                  <a:off x="6117662" y="2784289"/>
                  <a:ext cx="170640" cy="346680"/>
                </p14:xfrm>
              </p:contentPart>
            </mc:Choice>
            <mc:Fallback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85AB23DE-0F0D-303B-28D2-55BEA0811E91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107764" y="2774384"/>
                    <a:ext cx="190040" cy="3660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5FE183E9-19EB-9F93-099B-8CDDE5B99B4D}"/>
                      </a:ext>
                    </a:extLst>
                  </p14:cNvPr>
                  <p14:cNvContentPartPr/>
                  <p14:nvPr/>
                </p14:nvContentPartPr>
                <p14:xfrm>
                  <a:off x="6142502" y="2954209"/>
                  <a:ext cx="137880" cy="64440"/>
                </p14:xfrm>
              </p:contentPart>
            </mc:Choice>
            <mc:Fallback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5FE183E9-19EB-9F93-099B-8CDDE5B99B4D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132597" y="2944326"/>
                    <a:ext cx="157294" cy="838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BA874049-ACFD-8191-F2D8-B257B3E4B904}"/>
                      </a:ext>
                    </a:extLst>
                  </p14:cNvPr>
                  <p14:cNvContentPartPr/>
                  <p14:nvPr/>
                </p14:nvContentPartPr>
                <p14:xfrm>
                  <a:off x="6277862" y="2916409"/>
                  <a:ext cx="114840" cy="10584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BA874049-ACFD-8191-F2D8-B257B3E4B904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268358" y="2906499"/>
                    <a:ext cx="134244" cy="1252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3D772B43-04B2-8D00-73EC-8FA9BB26C491}"/>
                      </a:ext>
                    </a:extLst>
                  </p14:cNvPr>
                  <p14:cNvContentPartPr/>
                  <p14:nvPr/>
                </p14:nvContentPartPr>
                <p14:xfrm>
                  <a:off x="6404942" y="2922529"/>
                  <a:ext cx="106920" cy="80280"/>
                </p14:xfrm>
              </p:contentPart>
            </mc:Choice>
            <mc:Fallback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3D772B43-04B2-8D00-73EC-8FA9BB26C491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6395042" y="2913038"/>
                    <a:ext cx="126324" cy="996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7885AF78-301D-BF23-210E-087A0355FC82}"/>
                      </a:ext>
                    </a:extLst>
                  </p14:cNvPr>
                  <p14:cNvContentPartPr/>
                  <p14:nvPr/>
                </p14:nvContentPartPr>
                <p14:xfrm>
                  <a:off x="6550022" y="2864569"/>
                  <a:ext cx="65520" cy="164880"/>
                </p14:xfrm>
              </p:contentPart>
            </mc:Choice>
            <mc:Fallback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7885AF78-301D-BF23-210E-087A0355FC82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6540492" y="2854660"/>
                    <a:ext cx="84977" cy="1843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15D20CF0-ADC4-428B-0968-68BB707B87AE}"/>
                      </a:ext>
                    </a:extLst>
                  </p14:cNvPr>
                  <p14:cNvContentPartPr/>
                  <p14:nvPr/>
                </p14:nvContentPartPr>
                <p14:xfrm>
                  <a:off x="6756662" y="2955649"/>
                  <a:ext cx="123840" cy="12960"/>
                </p14:xfrm>
              </p:contentPart>
            </mc:Choice>
            <mc:Fallback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15D20CF0-ADC4-428B-0968-68BB707B87A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747166" y="2946224"/>
                    <a:ext cx="143227" cy="322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90532277-C6D0-5B53-A7A0-F13DA10ABCB9}"/>
                      </a:ext>
                    </a:extLst>
                  </p14:cNvPr>
                  <p14:cNvContentPartPr/>
                  <p14:nvPr/>
                </p14:nvContentPartPr>
                <p14:xfrm>
                  <a:off x="6757382" y="2992729"/>
                  <a:ext cx="115920" cy="24120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90532277-C6D0-5B53-A7A0-F13DA10ABCB9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747491" y="2982844"/>
                    <a:ext cx="135306" cy="4349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D535180-5404-BA4A-CD0A-A1AF6980E46A}"/>
                </a:ext>
              </a:extLst>
            </p:cNvPr>
            <p:cNvGrpSpPr/>
            <p:nvPr/>
          </p:nvGrpSpPr>
          <p:grpSpPr>
            <a:xfrm>
              <a:off x="7069862" y="2778529"/>
              <a:ext cx="1419120" cy="339120"/>
              <a:chOff x="7069862" y="2778529"/>
              <a:chExt cx="1419120" cy="339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2316BF41-6182-F113-17F8-942082AD89BB}"/>
                      </a:ext>
                    </a:extLst>
                  </p14:cNvPr>
                  <p14:cNvContentPartPr/>
                  <p14:nvPr/>
                </p14:nvContentPartPr>
                <p14:xfrm>
                  <a:off x="7069862" y="2867449"/>
                  <a:ext cx="128880" cy="250200"/>
                </p14:xfrm>
              </p:contentPart>
            </mc:Choice>
            <mc:Fallback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2316BF41-6182-F113-17F8-942082AD89BB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7059948" y="2857552"/>
                    <a:ext cx="148311" cy="2695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FCA5F4DD-B2A8-3238-7917-CBB24ADA813F}"/>
                      </a:ext>
                    </a:extLst>
                  </p14:cNvPr>
                  <p14:cNvContentPartPr/>
                  <p14:nvPr/>
                </p14:nvContentPartPr>
                <p14:xfrm>
                  <a:off x="7265342" y="2863849"/>
                  <a:ext cx="136440" cy="147960"/>
                </p14:xfrm>
              </p:contentPart>
            </mc:Choice>
            <mc:Fallback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FCA5F4DD-B2A8-3238-7917-CBB24ADA813F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7255455" y="2853932"/>
                    <a:ext cx="155818" cy="1673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E9F5DB22-3213-1214-D2CD-7CCCD9DAE567}"/>
                      </a:ext>
                    </a:extLst>
                  </p14:cNvPr>
                  <p14:cNvContentPartPr/>
                  <p14:nvPr/>
                </p14:nvContentPartPr>
                <p14:xfrm>
                  <a:off x="7403582" y="2877889"/>
                  <a:ext cx="140760" cy="98640"/>
                </p14:xfrm>
              </p:contentPart>
            </mc:Choice>
            <mc:Fallback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E9F5DB22-3213-1214-D2CD-7CCCD9DAE567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7393697" y="2867985"/>
                    <a:ext cx="160134" cy="1180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DE7D3828-C132-681E-996E-D4CBBEBC7FD9}"/>
                      </a:ext>
                    </a:extLst>
                  </p14:cNvPr>
                  <p14:cNvContentPartPr/>
                  <p14:nvPr/>
                </p14:nvContentPartPr>
                <p14:xfrm>
                  <a:off x="7564142" y="2823889"/>
                  <a:ext cx="64440" cy="200160"/>
                </p14:xfrm>
              </p:contentPart>
            </mc:Choice>
            <mc:Fallback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DE7D3828-C132-681E-996E-D4CBBEBC7FD9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7554654" y="2814000"/>
                    <a:ext cx="83812" cy="2195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6629EF91-58A6-EC67-F5BB-92BDF985C632}"/>
                      </a:ext>
                    </a:extLst>
                  </p14:cNvPr>
                  <p14:cNvContentPartPr/>
                  <p14:nvPr/>
                </p14:nvContentPartPr>
                <p14:xfrm>
                  <a:off x="7702742" y="2913529"/>
                  <a:ext cx="142560" cy="14400"/>
                </p14:xfrm>
              </p:contentPart>
            </mc:Choice>
            <mc:Fallback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6629EF91-58A6-EC67-F5BB-92BDF985C632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7692842" y="2904188"/>
                    <a:ext cx="161964" cy="334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8FE7B7E6-376B-4B12-DEB1-6BAFDFE29DD4}"/>
                      </a:ext>
                    </a:extLst>
                  </p14:cNvPr>
                  <p14:cNvContentPartPr/>
                  <p14:nvPr/>
                </p14:nvContentPartPr>
                <p14:xfrm>
                  <a:off x="7766822" y="2879329"/>
                  <a:ext cx="47880" cy="157320"/>
                </p14:xfrm>
              </p:contentPart>
            </mc:Choice>
            <mc:Fallback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8FE7B7E6-376B-4B12-DEB1-6BAFDFE29DD4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7756929" y="2869842"/>
                    <a:ext cx="67269" cy="176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B3C460E0-0A12-61E6-E609-7DA8126D0E3A}"/>
                      </a:ext>
                    </a:extLst>
                  </p14:cNvPr>
                  <p14:cNvContentPartPr/>
                  <p14:nvPr/>
                </p14:nvContentPartPr>
                <p14:xfrm>
                  <a:off x="7952942" y="2778529"/>
                  <a:ext cx="167040" cy="210240"/>
                </p14:xfrm>
              </p:contentPart>
            </mc:Choice>
            <mc:Fallback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B3C460E0-0A12-61E6-E609-7DA8126D0E3A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943046" y="2769027"/>
                    <a:ext cx="186436" cy="2296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E97254DC-DB4F-D229-2B6B-A3C5D9D71312}"/>
                      </a:ext>
                    </a:extLst>
                  </p14:cNvPr>
                  <p14:cNvContentPartPr/>
                  <p14:nvPr/>
                </p14:nvContentPartPr>
                <p14:xfrm>
                  <a:off x="8117822" y="2847649"/>
                  <a:ext cx="130320" cy="157320"/>
                </p14:xfrm>
              </p:contentPart>
            </mc:Choice>
            <mc:Fallback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E97254DC-DB4F-D229-2B6B-A3C5D9D71312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8107949" y="2837742"/>
                    <a:ext cx="149671" cy="1767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0FEE1174-0384-1A10-C846-B173FFDA52EA}"/>
                      </a:ext>
                    </a:extLst>
                  </p14:cNvPr>
                  <p14:cNvContentPartPr/>
                  <p14:nvPr/>
                </p14:nvContentPartPr>
                <p14:xfrm>
                  <a:off x="8267582" y="2882569"/>
                  <a:ext cx="129960" cy="105120"/>
                </p14:xfrm>
              </p:contentPart>
            </mc:Choice>
            <mc:Fallback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FEE1174-0384-1A10-C846-B173FFDA52EA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257677" y="2872652"/>
                    <a:ext cx="149375" cy="1245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60" name="Ink 59">
                    <a:extLst>
                      <a:ext uri="{FF2B5EF4-FFF2-40B4-BE49-F238E27FC236}">
                        <a16:creationId xmlns:a16="http://schemas.microsoft.com/office/drawing/2014/main" id="{ED9F8F2A-3A1C-8940-8FD5-503286BCEA29}"/>
                      </a:ext>
                    </a:extLst>
                  </p14:cNvPr>
                  <p14:cNvContentPartPr/>
                  <p14:nvPr/>
                </p14:nvContentPartPr>
                <p14:xfrm>
                  <a:off x="8386382" y="2804089"/>
                  <a:ext cx="102600" cy="238680"/>
                </p14:xfrm>
              </p:contentPart>
            </mc:Choice>
            <mc:Fallback>
              <p:pic>
                <p:nvPicPr>
                  <p:cNvPr id="60" name="Ink 59">
                    <a:extLst>
                      <a:ext uri="{FF2B5EF4-FFF2-40B4-BE49-F238E27FC236}">
                        <a16:creationId xmlns:a16="http://schemas.microsoft.com/office/drawing/2014/main" id="{ED9F8F2A-3A1C-8940-8FD5-503286BCEA29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376875" y="2794193"/>
                    <a:ext cx="122011" cy="25807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F8F6C8-9A3D-9502-3C2F-E7E5CAFEBD9A}"/>
              </a:ext>
            </a:extLst>
          </p:cNvPr>
          <p:cNvGrpSpPr/>
          <p:nvPr/>
        </p:nvGrpSpPr>
        <p:grpSpPr>
          <a:xfrm>
            <a:off x="6646117" y="3622818"/>
            <a:ext cx="2127241" cy="1204117"/>
            <a:chOff x="5970782" y="3400249"/>
            <a:chExt cx="3172320" cy="179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695296-03C4-26EA-AC49-1F93947FA8E1}"/>
                    </a:ext>
                  </a:extLst>
                </p14:cNvPr>
                <p14:cNvContentPartPr/>
                <p14:nvPr/>
              </p14:nvContentPartPr>
              <p14:xfrm>
                <a:off x="6078782" y="3530209"/>
                <a:ext cx="2628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695296-03C4-26EA-AC49-1F93947FA8E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065374" y="3517323"/>
                  <a:ext cx="52560" cy="2142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2A7423-B98E-DC3D-9555-8BFBF3737737}"/>
                    </a:ext>
                  </a:extLst>
                </p14:cNvPr>
                <p14:cNvContentPartPr/>
                <p14:nvPr/>
              </p14:nvContentPartPr>
              <p14:xfrm>
                <a:off x="5970782" y="3507529"/>
                <a:ext cx="179640" cy="37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2A7423-B98E-DC3D-9555-8BFBF37377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57376" y="3494752"/>
                  <a:ext cx="205916" cy="638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C9E7B0A-D8D2-818A-CB46-2929EFBCBDAB}"/>
                    </a:ext>
                  </a:extLst>
                </p14:cNvPr>
                <p14:cNvContentPartPr/>
                <p14:nvPr/>
              </p14:nvContentPartPr>
              <p14:xfrm>
                <a:off x="6147182" y="3614449"/>
                <a:ext cx="156960" cy="104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C9E7B0A-D8D2-818A-CB46-2929EFBCBD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34281" y="3601042"/>
                  <a:ext cx="183299" cy="1303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875BDEF-41FB-5367-4BCD-41F737FDA0F1}"/>
                    </a:ext>
                  </a:extLst>
                </p14:cNvPr>
                <p14:cNvContentPartPr/>
                <p14:nvPr/>
              </p14:nvContentPartPr>
              <p14:xfrm>
                <a:off x="6355622" y="3615169"/>
                <a:ext cx="86760" cy="86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875BDEF-41FB-5367-4BCD-41F737FDA0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342769" y="3602316"/>
                  <a:ext cx="113002" cy="1130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EFD06D7-5007-1D5D-C80C-D7E1778C3345}"/>
                    </a:ext>
                  </a:extLst>
                </p14:cNvPr>
                <p14:cNvContentPartPr/>
                <p14:nvPr/>
              </p14:nvContentPartPr>
              <p14:xfrm>
                <a:off x="6687542" y="3610129"/>
                <a:ext cx="28080" cy="219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EFD06D7-5007-1D5D-C80C-D7E1778C334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74582" y="3596717"/>
                  <a:ext cx="54540" cy="246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C3A3555-0729-54F0-E61C-3AB00F53C94F}"/>
                    </a:ext>
                  </a:extLst>
                </p14:cNvPr>
                <p14:cNvContentPartPr/>
                <p14:nvPr/>
              </p14:nvContentPartPr>
              <p14:xfrm>
                <a:off x="6688622" y="3558649"/>
                <a:ext cx="117360" cy="98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C3A3555-0729-54F0-E61C-3AB00F53C94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75225" y="3545296"/>
                  <a:ext cx="143619" cy="124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EBE59F8-0471-9CE8-F959-DC9CF1D35902}"/>
                    </a:ext>
                  </a:extLst>
                </p14:cNvPr>
                <p14:cNvContentPartPr/>
                <p14:nvPr/>
              </p14:nvContentPartPr>
              <p14:xfrm>
                <a:off x="6860342" y="3586729"/>
                <a:ext cx="190080" cy="112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EBE59F8-0471-9CE8-F959-DC9CF1D3590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46918" y="3573912"/>
                  <a:ext cx="216391" cy="138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F94FDC3-1179-1E33-0FC7-AD945AB8B2AE}"/>
                    </a:ext>
                  </a:extLst>
                </p14:cNvPr>
                <p14:cNvContentPartPr/>
                <p14:nvPr/>
              </p14:nvContentPartPr>
              <p14:xfrm>
                <a:off x="7065902" y="3531289"/>
                <a:ext cx="28080" cy="151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F94FDC3-1179-1E33-0FC7-AD945AB8B2A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52402" y="3517885"/>
                  <a:ext cx="54540" cy="1774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5DF27E-00BD-47D2-4AF5-DF9B9EAC560E}"/>
                    </a:ext>
                  </a:extLst>
                </p14:cNvPr>
                <p14:cNvContentPartPr/>
                <p14:nvPr/>
              </p14:nvContentPartPr>
              <p14:xfrm>
                <a:off x="7130342" y="3531289"/>
                <a:ext cx="91800" cy="164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5DF27E-00BD-47D2-4AF5-DF9B9EAC56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17458" y="3517862"/>
                  <a:ext cx="118105" cy="1911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160065-2244-5F9A-8D17-51226704EE87}"/>
                    </a:ext>
                  </a:extLst>
                </p14:cNvPr>
                <p14:cNvContentPartPr/>
                <p14:nvPr/>
              </p14:nvContentPartPr>
              <p14:xfrm>
                <a:off x="7013342" y="3550729"/>
                <a:ext cx="108000" cy="18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160065-2244-5F9A-8D17-51226704EE8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000510" y="3537615"/>
                  <a:ext cx="134198" cy="440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A24FFA6-3687-BD0D-E7E1-5B57B4B0A350}"/>
                    </a:ext>
                  </a:extLst>
                </p14:cNvPr>
                <p14:cNvContentPartPr/>
                <p14:nvPr/>
              </p14:nvContentPartPr>
              <p14:xfrm>
                <a:off x="7280102" y="3583129"/>
                <a:ext cx="64080" cy="100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A24FFA6-3687-BD0D-E7E1-5B57B4B0A35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67286" y="3569701"/>
                  <a:ext cx="90246" cy="126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687C9F-851F-DAEC-D6AF-BA83550032F8}"/>
                    </a:ext>
                  </a:extLst>
                </p14:cNvPr>
                <p14:cNvContentPartPr/>
                <p14:nvPr/>
              </p14:nvContentPartPr>
              <p14:xfrm>
                <a:off x="7652342" y="3480529"/>
                <a:ext cx="63360" cy="209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687C9F-851F-DAEC-D6AF-BA83550032F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38918" y="3467635"/>
                  <a:ext cx="89671" cy="2358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48BAAF1-1195-2AFE-B697-3E3945C4D223}"/>
                    </a:ext>
                  </a:extLst>
                </p14:cNvPr>
                <p14:cNvContentPartPr/>
                <p14:nvPr/>
              </p14:nvContentPartPr>
              <p14:xfrm>
                <a:off x="7630742" y="3560089"/>
                <a:ext cx="209880" cy="127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48BAAF1-1195-2AFE-B697-3E3945C4D22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617323" y="3546665"/>
                  <a:ext cx="236182" cy="154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92209DB-F974-D97A-10BD-0F81083D05DC}"/>
                    </a:ext>
                  </a:extLst>
                </p14:cNvPr>
                <p14:cNvContentPartPr/>
                <p14:nvPr/>
              </p14:nvContentPartPr>
              <p14:xfrm>
                <a:off x="8044382" y="3566209"/>
                <a:ext cx="151560" cy="352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92209DB-F974-D97A-10BD-0F81083D05D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31529" y="3553321"/>
                  <a:ext cx="177802" cy="379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EF0440-4CA2-CF38-A762-5E24807B83E7}"/>
                    </a:ext>
                  </a:extLst>
                </p14:cNvPr>
                <p14:cNvContentPartPr/>
                <p14:nvPr/>
              </p14:nvContentPartPr>
              <p14:xfrm>
                <a:off x="8233742" y="3558649"/>
                <a:ext cx="72000" cy="107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EF0440-4CA2-CF38-A762-5E24807B83E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20309" y="3545261"/>
                  <a:ext cx="98328" cy="1338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A71E28D-3A13-7910-145A-BBB202B5A7D2}"/>
                    </a:ext>
                  </a:extLst>
                </p14:cNvPr>
                <p14:cNvContentPartPr/>
                <p14:nvPr/>
              </p14:nvContentPartPr>
              <p14:xfrm>
                <a:off x="8355422" y="3400249"/>
                <a:ext cx="238680" cy="291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A71E28D-3A13-7910-145A-BBB202B5A7D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42549" y="3386832"/>
                  <a:ext cx="264962" cy="31825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9C2A535-29E8-BE91-9937-715D54009BA2}"/>
                </a:ext>
              </a:extLst>
            </p:cNvPr>
            <p:cNvGrpSpPr/>
            <p:nvPr/>
          </p:nvGrpSpPr>
          <p:grpSpPr>
            <a:xfrm>
              <a:off x="8612822" y="3608329"/>
              <a:ext cx="49680" cy="127440"/>
              <a:chOff x="8612822" y="3608329"/>
              <a:chExt cx="49680" cy="1274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1B515B03-0978-5D31-1495-896310349C35}"/>
                      </a:ext>
                    </a:extLst>
                  </p14:cNvPr>
                  <p14:cNvContentPartPr/>
                  <p14:nvPr/>
                </p14:nvContentPartPr>
                <p14:xfrm>
                  <a:off x="8612822" y="3608329"/>
                  <a:ext cx="38520" cy="44640"/>
                </p14:xfrm>
              </p:contentPart>
            </mc:Choice>
            <mc:Fallback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1B515B03-0978-5D31-1495-896310349C35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599447" y="3594883"/>
                    <a:ext cx="64735" cy="709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7DB3131B-9596-F489-14D8-B31770715E53}"/>
                      </a:ext>
                    </a:extLst>
                  </p14:cNvPr>
                  <p14:cNvContentPartPr/>
                  <p14:nvPr/>
                </p14:nvContentPartPr>
                <p14:xfrm>
                  <a:off x="8618582" y="3695089"/>
                  <a:ext cx="43920" cy="40680"/>
                </p14:xfrm>
              </p:contentPart>
            </mc:Choice>
            <mc:Fallback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7DB3131B-9596-F489-14D8-B31770715E53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8605192" y="3682243"/>
                    <a:ext cx="70165" cy="6690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1131B4-9863-1F13-B47C-626E16FD7BF1}"/>
                    </a:ext>
                  </a:extLst>
                </p14:cNvPr>
                <p14:cNvContentPartPr/>
                <p14:nvPr/>
              </p14:nvContentPartPr>
              <p14:xfrm>
                <a:off x="6026582" y="4047529"/>
                <a:ext cx="165240" cy="167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1131B4-9863-1F13-B47C-626E16FD7BF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13170" y="4034130"/>
                  <a:ext cx="191528" cy="19402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6310D7C-088D-8CAD-1ED5-7452B8B950C2}"/>
                </a:ext>
              </a:extLst>
            </p:cNvPr>
            <p:cNvGrpSpPr/>
            <p:nvPr/>
          </p:nvGrpSpPr>
          <p:grpSpPr>
            <a:xfrm>
              <a:off x="6373622" y="3982729"/>
              <a:ext cx="1094040" cy="196920"/>
              <a:chOff x="6373622" y="3982729"/>
              <a:chExt cx="1094040" cy="1969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32441199-DD15-571D-4473-60D470D308A8}"/>
                      </a:ext>
                    </a:extLst>
                  </p14:cNvPr>
                  <p14:cNvContentPartPr/>
                  <p14:nvPr/>
                </p14:nvContentPartPr>
                <p14:xfrm>
                  <a:off x="6373622" y="3989209"/>
                  <a:ext cx="130320" cy="190440"/>
                </p14:xfrm>
              </p:contentPart>
            </mc:Choice>
            <mc:Fallback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32441199-DD15-571D-4473-60D470D308A8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6360215" y="3975798"/>
                    <a:ext cx="156599" cy="2167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013B2C00-02F6-9368-6D21-C88A9742DC7D}"/>
                      </a:ext>
                    </a:extLst>
                  </p14:cNvPr>
                  <p14:cNvContentPartPr/>
                  <p14:nvPr/>
                </p14:nvContentPartPr>
                <p14:xfrm>
                  <a:off x="6606542" y="4105129"/>
                  <a:ext cx="213840" cy="18720"/>
                </p14:xfrm>
              </p:contentPart>
            </mc:Choice>
            <mc:Fallback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013B2C00-02F6-9368-6D21-C88A9742DC7D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6593679" y="4091758"/>
                    <a:ext cx="240101" cy="449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2F1FC731-ABE1-75CA-4371-D71251AE5ECD}"/>
                      </a:ext>
                    </a:extLst>
                  </p14:cNvPr>
                  <p14:cNvContentPartPr/>
                  <p14:nvPr/>
                </p14:nvContentPartPr>
                <p14:xfrm>
                  <a:off x="7008662" y="3982729"/>
                  <a:ext cx="150120" cy="175680"/>
                </p14:xfrm>
              </p:contentPart>
            </mc:Choice>
            <mc:Fallback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2F1FC731-ABE1-75CA-4371-D71251AE5ECD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6995258" y="3969298"/>
                    <a:ext cx="176391" cy="2020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8BA839B0-7FA6-0DDC-CCBE-F0A3881A2B28}"/>
                      </a:ext>
                    </a:extLst>
                  </p14:cNvPr>
                  <p14:cNvContentPartPr/>
                  <p14:nvPr/>
                </p14:nvContentPartPr>
                <p14:xfrm>
                  <a:off x="7035662" y="4074529"/>
                  <a:ext cx="127080" cy="29160"/>
                </p14:xfrm>
              </p:contentPart>
            </mc:Choice>
            <mc:Fallback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8BA839B0-7FA6-0DDC-CCBE-F0A3881A2B28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7022257" y="4061029"/>
                    <a:ext cx="153354" cy="556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D82DE09C-EFA0-EF36-F4BB-0E2EA347EB98}"/>
                      </a:ext>
                    </a:extLst>
                  </p14:cNvPr>
                  <p14:cNvContentPartPr/>
                  <p14:nvPr/>
                </p14:nvContentPartPr>
                <p14:xfrm>
                  <a:off x="7260662" y="4100809"/>
                  <a:ext cx="207000" cy="16200"/>
                </p14:xfrm>
              </p:contentPart>
            </mc:Choice>
            <mc:Fallback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D82DE09C-EFA0-EF36-F4BB-0E2EA347EB98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7247792" y="4087309"/>
                    <a:ext cx="233277" cy="426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3AC84B-C8C6-97A0-B866-D57F79FDA33C}"/>
                    </a:ext>
                  </a:extLst>
                </p14:cNvPr>
                <p14:cNvContentPartPr/>
                <p14:nvPr/>
              </p14:nvContentPartPr>
              <p14:xfrm>
                <a:off x="7629662" y="3953929"/>
                <a:ext cx="218880" cy="300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3AC84B-C8C6-97A0-B866-D57F79FDA33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16787" y="3941039"/>
                  <a:ext cx="245167" cy="32655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675FFF1-575A-348B-D1D7-CC5DB8E6BF85}"/>
                </a:ext>
              </a:extLst>
            </p:cNvPr>
            <p:cNvGrpSpPr/>
            <p:nvPr/>
          </p:nvGrpSpPr>
          <p:grpSpPr>
            <a:xfrm>
              <a:off x="6321062" y="4262449"/>
              <a:ext cx="791280" cy="193680"/>
              <a:chOff x="6321062" y="4262449"/>
              <a:chExt cx="791280" cy="193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7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5C7473C7-FB6E-1CB1-1B4A-1068F5A8B22B}"/>
                      </a:ext>
                    </a:extLst>
                  </p14:cNvPr>
                  <p14:cNvContentPartPr/>
                  <p14:nvPr/>
                </p14:nvContentPartPr>
                <p14:xfrm>
                  <a:off x="6321062" y="4340209"/>
                  <a:ext cx="197280" cy="96480"/>
                </p14:xfrm>
              </p:contentPart>
            </mc:Choice>
            <mc:Fallback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5C7473C7-FB6E-1CB1-1B4A-1068F5A8B22B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6307660" y="4326809"/>
                    <a:ext cx="223548" cy="1227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9">
                <p14:nvContentPartPr>
                  <p14:cNvPr id="91" name="Ink 90">
                    <a:extLst>
                      <a:ext uri="{FF2B5EF4-FFF2-40B4-BE49-F238E27FC236}">
                        <a16:creationId xmlns:a16="http://schemas.microsoft.com/office/drawing/2014/main" id="{89BF0941-30C0-8C09-FC40-DDDCB70D7D4C}"/>
                      </a:ext>
                    </a:extLst>
                  </p14:cNvPr>
                  <p14:cNvContentPartPr/>
                  <p14:nvPr/>
                </p14:nvContentPartPr>
                <p14:xfrm>
                  <a:off x="6612662" y="4262449"/>
                  <a:ext cx="198720" cy="175680"/>
                </p14:xfrm>
              </p:contentPart>
            </mc:Choice>
            <mc:Fallback>
              <p:pic>
                <p:nvPicPr>
                  <p:cNvPr id="91" name="Ink 90">
                    <a:extLst>
                      <a:ext uri="{FF2B5EF4-FFF2-40B4-BE49-F238E27FC236}">
                        <a16:creationId xmlns:a16="http://schemas.microsoft.com/office/drawing/2014/main" id="{89BF0941-30C0-8C09-FC40-DDDCB70D7D4C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6599235" y="4249018"/>
                    <a:ext cx="225037" cy="2020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1">
                <p14:nvContentPartPr>
                  <p14:cNvPr id="92" name="Ink 91">
                    <a:extLst>
                      <a:ext uri="{FF2B5EF4-FFF2-40B4-BE49-F238E27FC236}">
                        <a16:creationId xmlns:a16="http://schemas.microsoft.com/office/drawing/2014/main" id="{9085B331-E0B8-2DED-DFCA-85BAB06C97A0}"/>
                      </a:ext>
                    </a:extLst>
                  </p14:cNvPr>
                  <p14:cNvContentPartPr/>
                  <p14:nvPr/>
                </p14:nvContentPartPr>
                <p14:xfrm>
                  <a:off x="6852782" y="4330489"/>
                  <a:ext cx="90720" cy="125640"/>
                </p14:xfrm>
              </p:contentPart>
            </mc:Choice>
            <mc:Fallback>
              <p:pic>
                <p:nvPicPr>
                  <p:cNvPr id="92" name="Ink 91">
                    <a:extLst>
                      <a:ext uri="{FF2B5EF4-FFF2-40B4-BE49-F238E27FC236}">
                        <a16:creationId xmlns:a16="http://schemas.microsoft.com/office/drawing/2014/main" id="{9085B331-E0B8-2DED-DFCA-85BAB06C97A0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6839362" y="4317603"/>
                    <a:ext cx="117023" cy="15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3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D0316282-F6C8-E216-08F2-4B01C96D69A6}"/>
                      </a:ext>
                    </a:extLst>
                  </p14:cNvPr>
                  <p14:cNvContentPartPr/>
                  <p14:nvPr/>
                </p14:nvContentPartPr>
                <p14:xfrm>
                  <a:off x="7031702" y="4270009"/>
                  <a:ext cx="29520" cy="176040"/>
                </p14:xfrm>
              </p:contentPart>
            </mc:Choice>
            <mc:Fallback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D0316282-F6C8-E216-08F2-4B01C96D69A6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7018284" y="4257128"/>
                    <a:ext cx="55820" cy="2023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5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982C9458-3B23-9007-AD4F-6102F61A065B}"/>
                      </a:ext>
                    </a:extLst>
                  </p14:cNvPr>
                  <p14:cNvContentPartPr/>
                  <p14:nvPr/>
                </p14:nvContentPartPr>
                <p14:xfrm>
                  <a:off x="7009382" y="4340929"/>
                  <a:ext cx="102960" cy="34920"/>
                </p14:xfrm>
              </p:contentPart>
            </mc:Choice>
            <mc:Fallback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982C9458-3B23-9007-AD4F-6102F61A065B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6995976" y="4327702"/>
                    <a:ext cx="129236" cy="6084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9ED3EB9-B463-F27B-CE34-D963E9DEB73C}"/>
                </a:ext>
              </a:extLst>
            </p:cNvPr>
            <p:cNvGrpSpPr/>
            <p:nvPr/>
          </p:nvGrpSpPr>
          <p:grpSpPr>
            <a:xfrm>
              <a:off x="7255622" y="4314289"/>
              <a:ext cx="386640" cy="208800"/>
              <a:chOff x="7255622" y="4314289"/>
              <a:chExt cx="386640" cy="208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97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F55F7EA6-EEA6-ABCD-4046-6634ED244950}"/>
                      </a:ext>
                    </a:extLst>
                  </p14:cNvPr>
                  <p14:cNvContentPartPr/>
                  <p14:nvPr/>
                </p14:nvContentPartPr>
                <p14:xfrm>
                  <a:off x="7268222" y="4398889"/>
                  <a:ext cx="87120" cy="3960"/>
                </p14:xfrm>
              </p:contentPart>
            </mc:Choice>
            <mc:Fallback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F55F7EA6-EEA6-ABCD-4046-6634ED244950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7254860" y="4387009"/>
                    <a:ext cx="113309" cy="282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9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C86D54C6-AF66-5AEC-1574-12F8A1B237B9}"/>
                      </a:ext>
                    </a:extLst>
                  </p14:cNvPr>
                  <p14:cNvContentPartPr/>
                  <p14:nvPr/>
                </p14:nvContentPartPr>
                <p14:xfrm>
                  <a:off x="7255622" y="4435249"/>
                  <a:ext cx="116280" cy="12600"/>
                </p14:xfrm>
              </p:contentPart>
            </mc:Choice>
            <mc:Fallback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C86D54C6-AF66-5AEC-1574-12F8A1B237B9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7242226" y="4421553"/>
                    <a:ext cx="142537" cy="394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1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00E1E4EE-E867-8061-EB8D-A0BB9ACBC1FB}"/>
                      </a:ext>
                    </a:extLst>
                  </p14:cNvPr>
                  <p14:cNvContentPartPr/>
                  <p14:nvPr/>
                </p14:nvContentPartPr>
                <p14:xfrm>
                  <a:off x="7495382" y="4314289"/>
                  <a:ext cx="146880" cy="208800"/>
                </p14:xfrm>
              </p:contentPart>
            </mc:Choice>
            <mc:Fallback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00E1E4EE-E867-8061-EB8D-A0BB9ACBC1FB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7481981" y="4300870"/>
                    <a:ext cx="173147" cy="23510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DF64A8-65C5-458F-772D-40183DC8106D}"/>
                    </a:ext>
                  </a:extLst>
                </p14:cNvPr>
                <p14:cNvContentPartPr/>
                <p14:nvPr/>
              </p14:nvContentPartPr>
              <p14:xfrm>
                <a:off x="6024062" y="4687609"/>
                <a:ext cx="172440" cy="138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DF64A8-65C5-458F-772D-40183DC810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10674" y="4674214"/>
                  <a:ext cx="198681" cy="164495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814F8E6-769A-CB84-DB5D-5A00986CCB7E}"/>
                </a:ext>
              </a:extLst>
            </p:cNvPr>
            <p:cNvGrpSpPr/>
            <p:nvPr/>
          </p:nvGrpSpPr>
          <p:grpSpPr>
            <a:xfrm>
              <a:off x="6303062" y="4610569"/>
              <a:ext cx="1642680" cy="557280"/>
              <a:chOff x="6303062" y="4610569"/>
              <a:chExt cx="1642680" cy="5572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05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F757A379-0942-DAA4-718C-0CD3F88BDDE7}"/>
                      </a:ext>
                    </a:extLst>
                  </p14:cNvPr>
                  <p14:cNvContentPartPr/>
                  <p14:nvPr/>
                </p14:nvContentPartPr>
                <p14:xfrm>
                  <a:off x="6377942" y="4610569"/>
                  <a:ext cx="113400" cy="194040"/>
                </p14:xfrm>
              </p:contentPart>
            </mc:Choice>
            <mc:Fallback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F757A379-0942-DAA4-718C-0CD3F88BDDE7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6365104" y="4597704"/>
                    <a:ext cx="139610" cy="2203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7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35F3038F-3CA1-975B-5AEC-B1C5D8A9178C}"/>
                      </a:ext>
                    </a:extLst>
                  </p14:cNvPr>
                  <p14:cNvContentPartPr/>
                  <p14:nvPr/>
                </p14:nvContentPartPr>
                <p14:xfrm>
                  <a:off x="6574142" y="4726849"/>
                  <a:ext cx="173520" cy="23400"/>
                </p14:xfrm>
              </p:contentPart>
            </mc:Choice>
            <mc:Fallback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35F3038F-3CA1-975B-5AEC-B1C5D8A9178C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6560712" y="4713554"/>
                    <a:ext cx="199843" cy="494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9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CD621E72-CE37-A9CD-43F9-DC5C500980E9}"/>
                      </a:ext>
                    </a:extLst>
                  </p14:cNvPr>
                  <p14:cNvContentPartPr/>
                  <p14:nvPr/>
                </p14:nvContentPartPr>
                <p14:xfrm>
                  <a:off x="6843422" y="4665649"/>
                  <a:ext cx="25200" cy="125640"/>
                </p14:xfrm>
              </p:contentPart>
            </mc:Choice>
            <mc:Fallback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CD621E72-CE37-A9CD-43F9-DC5C500980E9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6830018" y="4652226"/>
                    <a:ext cx="51472" cy="15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1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B6A6047A-E97F-2F65-4440-F307663F99BA}"/>
                      </a:ext>
                    </a:extLst>
                  </p14:cNvPr>
                  <p14:cNvContentPartPr/>
                  <p14:nvPr/>
                </p14:nvContentPartPr>
                <p14:xfrm>
                  <a:off x="6824342" y="4656289"/>
                  <a:ext cx="141120" cy="158400"/>
                </p14:xfrm>
              </p:contentPart>
            </mc:Choice>
            <mc:Fallback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B6A6047A-E97F-2F65-4440-F307663F99BA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6810928" y="4642865"/>
                    <a:ext cx="167412" cy="184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3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316F0FD8-0C48-41C7-9B6D-31A8468B2D45}"/>
                      </a:ext>
                    </a:extLst>
                  </p14:cNvPr>
                  <p14:cNvContentPartPr/>
                  <p14:nvPr/>
                </p14:nvContentPartPr>
                <p14:xfrm>
                  <a:off x="7058702" y="4745569"/>
                  <a:ext cx="134280" cy="10080"/>
                </p14:xfrm>
              </p:contentPart>
            </mc:Choice>
            <mc:Fallback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316F0FD8-0C48-41C7-9B6D-31A8468B2D45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7045274" y="4732306"/>
                    <a:ext cx="160599" cy="360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5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AF7711A4-D611-2C99-BEA0-36CD2C4AB45E}"/>
                      </a:ext>
                    </a:extLst>
                  </p14:cNvPr>
                  <p14:cNvContentPartPr/>
                  <p14:nvPr/>
                </p14:nvContentPartPr>
                <p14:xfrm>
                  <a:off x="7265702" y="4637569"/>
                  <a:ext cx="104400" cy="191880"/>
                </p14:xfrm>
              </p:contentPart>
            </mc:Choice>
            <mc:Fallback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AF7711A4-D611-2C99-BEA0-36CD2C4AB45E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7252853" y="4624170"/>
                    <a:ext cx="130634" cy="2181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7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56D49460-8C02-457F-6B11-3D15D5D75462}"/>
                      </a:ext>
                    </a:extLst>
                  </p14:cNvPr>
                  <p14:cNvContentPartPr/>
                  <p14:nvPr/>
                </p14:nvContentPartPr>
                <p14:xfrm>
                  <a:off x="7258142" y="4722169"/>
                  <a:ext cx="156960" cy="54720"/>
                </p14:xfrm>
              </p:contentPart>
            </mc:Choice>
            <mc:Fallback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56D49460-8C02-457F-6B11-3D15D5D75462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7245285" y="4708757"/>
                    <a:ext cx="183209" cy="810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9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47A528F7-5E71-F06A-47D8-C9EE2A74B6B8}"/>
                      </a:ext>
                    </a:extLst>
                  </p14:cNvPr>
                  <p14:cNvContentPartPr/>
                  <p14:nvPr/>
                </p14:nvContentPartPr>
                <p14:xfrm>
                  <a:off x="7482062" y="4738009"/>
                  <a:ext cx="177120" cy="19080"/>
                </p14:xfrm>
              </p:contentPart>
            </mc:Choice>
            <mc:Fallback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47A528F7-5E71-F06A-47D8-C9EE2A74B6B8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7468644" y="4724759"/>
                    <a:ext cx="203420" cy="45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1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EEA105D0-4FB6-0481-4FE4-9E606D9F8268}"/>
                      </a:ext>
                    </a:extLst>
                  </p14:cNvPr>
                  <p14:cNvContentPartPr/>
                  <p14:nvPr/>
                </p14:nvContentPartPr>
                <p14:xfrm>
                  <a:off x="7730822" y="4646929"/>
                  <a:ext cx="214920" cy="283320"/>
                </p14:xfrm>
              </p:contentPart>
            </mc:Choice>
            <mc:Fallback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EEA105D0-4FB6-0481-4FE4-9E606D9F8268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7717389" y="4633514"/>
                    <a:ext cx="241248" cy="3096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3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71283DCF-0188-C6D4-B21A-25B6717B0A85}"/>
                      </a:ext>
                    </a:extLst>
                  </p14:cNvPr>
                  <p14:cNvContentPartPr/>
                  <p14:nvPr/>
                </p14:nvContentPartPr>
                <p14:xfrm>
                  <a:off x="6303062" y="5046889"/>
                  <a:ext cx="154800" cy="25200"/>
                </p14:xfrm>
              </p:contentPart>
            </mc:Choice>
            <mc:Fallback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71283DCF-0188-C6D4-B21A-25B6717B0A85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6289671" y="5033485"/>
                    <a:ext cx="181046" cy="514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5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71D040F7-3882-BB7B-F419-8A9BADA1C70C}"/>
                      </a:ext>
                    </a:extLst>
                  </p14:cNvPr>
                  <p14:cNvContentPartPr/>
                  <p14:nvPr/>
                </p14:nvContentPartPr>
                <p14:xfrm>
                  <a:off x="6389462" y="5032489"/>
                  <a:ext cx="102240" cy="94680"/>
                </p14:xfrm>
              </p:contentPart>
            </mc:Choice>
            <mc:Fallback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71D040F7-3882-BB7B-F419-8A9BADA1C70C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6376615" y="5019116"/>
                    <a:ext cx="128469" cy="1208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7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1B5D4A58-38BC-5623-CEA2-1346D1FD0CCB}"/>
                      </a:ext>
                    </a:extLst>
                  </p14:cNvPr>
                  <p14:cNvContentPartPr/>
                  <p14:nvPr/>
                </p14:nvContentPartPr>
                <p14:xfrm>
                  <a:off x="6562622" y="4949329"/>
                  <a:ext cx="177120" cy="166320"/>
                </p14:xfrm>
              </p:contentPart>
            </mc:Choice>
            <mc:Fallback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1B5D4A58-38BC-5623-CEA2-1346D1FD0CCB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6549244" y="4936453"/>
                    <a:ext cx="203340" cy="19260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9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7686273B-0937-2EFF-7D08-B1BFC76D3B4D}"/>
                      </a:ext>
                    </a:extLst>
                  </p14:cNvPr>
                  <p14:cNvContentPartPr/>
                  <p14:nvPr/>
                </p14:nvContentPartPr>
                <p14:xfrm>
                  <a:off x="6708422" y="5039689"/>
                  <a:ext cx="114840" cy="101520"/>
                </p14:xfrm>
              </p:contentPart>
            </mc:Choice>
            <mc:Fallback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7686273B-0937-2EFF-7D08-B1BFC76D3B4D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6695543" y="5026331"/>
                    <a:ext cx="141135" cy="1277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1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B7EB120B-3618-976B-650B-F44B6AFC02B4}"/>
                      </a:ext>
                    </a:extLst>
                  </p14:cNvPr>
                  <p14:cNvContentPartPr/>
                  <p14:nvPr/>
                </p14:nvContentPartPr>
                <p14:xfrm>
                  <a:off x="6841262" y="5043649"/>
                  <a:ext cx="88200" cy="70200"/>
                </p14:xfrm>
              </p:contentPart>
            </mc:Choice>
            <mc:Fallback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B7EB120B-3618-976B-650B-F44B6AFC02B4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6827898" y="5030788"/>
                    <a:ext cx="114393" cy="964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3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0B8CF080-B5D9-7791-BFC1-B7307BEF8FB3}"/>
                      </a:ext>
                    </a:extLst>
                  </p14:cNvPr>
                  <p14:cNvContentPartPr/>
                  <p14:nvPr/>
                </p14:nvContentPartPr>
                <p14:xfrm>
                  <a:off x="7006502" y="4947169"/>
                  <a:ext cx="36360" cy="220680"/>
                </p14:xfrm>
              </p:contentPart>
            </mc:Choice>
            <mc:Fallback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0B8CF080-B5D9-7791-BFC1-B7307BEF8FB3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6993134" y="4933746"/>
                    <a:ext cx="62561" cy="2469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5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0F374EB0-7DF6-237B-5695-0C8EF987A035}"/>
                      </a:ext>
                    </a:extLst>
                  </p14:cNvPr>
                  <p14:cNvContentPartPr/>
                  <p14:nvPr/>
                </p14:nvContentPartPr>
                <p14:xfrm>
                  <a:off x="7007222" y="5024929"/>
                  <a:ext cx="57600" cy="14040"/>
                </p14:xfrm>
              </p:contentPart>
            </mc:Choice>
            <mc:Fallback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0F374EB0-7DF6-237B-5695-0C8EF987A035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6993889" y="5011429"/>
                    <a:ext cx="83733" cy="405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7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4D26C304-D9B5-C5CF-AA23-58843FC3AED2}"/>
                      </a:ext>
                    </a:extLst>
                  </p14:cNvPr>
                  <p14:cNvContentPartPr/>
                  <p14:nvPr/>
                </p14:nvContentPartPr>
                <p14:xfrm>
                  <a:off x="6844502" y="5034649"/>
                  <a:ext cx="57240" cy="33840"/>
                </p14:xfrm>
              </p:contentPart>
            </mc:Choice>
            <mc:Fallback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4D26C304-D9B5-C5CF-AA23-58843FC3AED2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6831663" y="5021430"/>
                    <a:ext cx="83453" cy="597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9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2A9B00B1-19E5-B09F-D838-BB7BD1C8BC9D}"/>
                      </a:ext>
                    </a:extLst>
                  </p14:cNvPr>
                  <p14:cNvContentPartPr/>
                  <p14:nvPr/>
                </p14:nvContentPartPr>
                <p14:xfrm>
                  <a:off x="7210262" y="5073169"/>
                  <a:ext cx="95760" cy="29880"/>
                </p14:xfrm>
              </p:contentPart>
            </mc:Choice>
            <mc:Fallback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2A9B00B1-19E5-B09F-D838-BB7BD1C8BC9D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7196888" y="5059830"/>
                    <a:ext cx="121974" cy="560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1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11BAB068-2652-5E68-F919-04A3B1EE00D6}"/>
                      </a:ext>
                    </a:extLst>
                  </p14:cNvPr>
                  <p14:cNvContentPartPr/>
                  <p14:nvPr/>
                </p14:nvContentPartPr>
                <p14:xfrm>
                  <a:off x="7219622" y="5100529"/>
                  <a:ext cx="153720" cy="24480"/>
                </p14:xfrm>
              </p:contentPart>
            </mc:Choice>
            <mc:Fallback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11BAB068-2652-5E68-F919-04A3B1EE00D6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7206185" y="5087225"/>
                    <a:ext cx="180057" cy="505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3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A1FD9315-EBD0-AD1D-A492-97BBB79F37BD}"/>
                      </a:ext>
                    </a:extLst>
                  </p14:cNvPr>
                  <p14:cNvContentPartPr/>
                  <p14:nvPr/>
                </p14:nvContentPartPr>
                <p14:xfrm>
                  <a:off x="7478102" y="4961569"/>
                  <a:ext cx="152640" cy="170640"/>
                </p14:xfrm>
              </p:contentPart>
            </mc:Choice>
            <mc:Fallback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A1FD9315-EBD0-AD1D-A492-97BBB79F37BD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7464713" y="4948154"/>
                    <a:ext cx="178883" cy="1969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5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45A6B5D7-ABA5-FF79-25BC-119973076FCB}"/>
                      </a:ext>
                    </a:extLst>
                  </p14:cNvPr>
                  <p14:cNvContentPartPr/>
                  <p14:nvPr/>
                </p14:nvContentPartPr>
                <p14:xfrm>
                  <a:off x="7510862" y="5020249"/>
                  <a:ext cx="174240" cy="27720"/>
                </p14:xfrm>
              </p:contentPart>
            </mc:Choice>
            <mc:Fallback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45A6B5D7-ABA5-FF79-25BC-119973076FCB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7497995" y="5007455"/>
                    <a:ext cx="200510" cy="5384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CCA5A5D-0BB9-5039-AC43-833B8D9FAD08}"/>
                </a:ext>
              </a:extLst>
            </p:cNvPr>
            <p:cNvGrpSpPr/>
            <p:nvPr/>
          </p:nvGrpSpPr>
          <p:grpSpPr>
            <a:xfrm>
              <a:off x="7963382" y="4650169"/>
              <a:ext cx="1179720" cy="545760"/>
              <a:chOff x="7963382" y="4650169"/>
              <a:chExt cx="1179720" cy="5457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47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EA855E33-8A93-47FC-F1D9-E92E6EF888B1}"/>
                      </a:ext>
                    </a:extLst>
                  </p14:cNvPr>
                  <p14:cNvContentPartPr/>
                  <p14:nvPr/>
                </p14:nvContentPartPr>
                <p14:xfrm>
                  <a:off x="7963382" y="4650169"/>
                  <a:ext cx="176760" cy="545760"/>
                </p14:xfrm>
              </p:contentPart>
            </mc:Choice>
            <mc:Fallback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EA855E33-8A93-47FC-F1D9-E92E6EF888B1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7949991" y="4636753"/>
                    <a:ext cx="203006" cy="5720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9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2E5DE682-5610-0028-C76C-7B09CF698C25}"/>
                      </a:ext>
                    </a:extLst>
                  </p14:cNvPr>
                  <p14:cNvContentPartPr/>
                  <p14:nvPr/>
                </p14:nvContentPartPr>
                <p14:xfrm>
                  <a:off x="8180462" y="4862929"/>
                  <a:ext cx="107280" cy="124560"/>
                </p14:xfrm>
              </p:contentPart>
            </mc:Choice>
            <mc:Fallback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2E5DE682-5610-0028-C76C-7B09CF698C25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8167052" y="4850099"/>
                    <a:ext cx="133564" cy="1507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1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E5D1A138-C280-DF1D-F3B6-C2C042944989}"/>
                      </a:ext>
                    </a:extLst>
                  </p14:cNvPr>
                  <p14:cNvContentPartPr/>
                  <p14:nvPr/>
                </p14:nvContentPartPr>
                <p14:xfrm>
                  <a:off x="8345342" y="4867249"/>
                  <a:ext cx="28440" cy="218160"/>
                </p14:xfrm>
              </p:contentPart>
            </mc:Choice>
            <mc:Fallback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E5D1A138-C280-DF1D-F3B6-C2C042944989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8332702" y="4853816"/>
                    <a:ext cx="54247" cy="2444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3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38B4AB66-E61E-40B2-0E93-1834308EAF68}"/>
                      </a:ext>
                    </a:extLst>
                  </p14:cNvPr>
                  <p14:cNvContentPartPr/>
                  <p14:nvPr/>
                </p14:nvContentPartPr>
                <p14:xfrm>
                  <a:off x="8341022" y="4847089"/>
                  <a:ext cx="67680" cy="96120"/>
                </p14:xfrm>
              </p:contentPart>
            </mc:Choice>
            <mc:Fallback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38B4AB66-E61E-40B2-0E93-1834308EAF68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8327593" y="4833664"/>
                    <a:ext cx="94000" cy="1224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5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1B4FEB4D-EDED-C9C1-A80B-0643A5442C36}"/>
                      </a:ext>
                    </a:extLst>
                  </p14:cNvPr>
                  <p14:cNvContentPartPr/>
                  <p14:nvPr/>
                </p14:nvContentPartPr>
                <p14:xfrm>
                  <a:off x="8456582" y="4782649"/>
                  <a:ext cx="46440" cy="189720"/>
                </p14:xfrm>
              </p:contentPart>
            </mc:Choice>
            <mc:Fallback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1B4FEB4D-EDED-C9C1-A80B-0643A5442C36}"/>
                      </a:ext>
                    </a:extLst>
                  </p:cNvPr>
                  <p:cNvPicPr/>
                  <p:nvPr/>
                </p:nvPicPr>
                <p:blipFill>
                  <a:blip r:embed="rId156"/>
                  <a:stretch>
                    <a:fillRect/>
                  </a:stretch>
                </p:blipFill>
                <p:spPr>
                  <a:xfrm>
                    <a:off x="8443237" y="4769213"/>
                    <a:ext cx="72596" cy="2160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7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76A0EDC7-8D85-C56F-0CBD-452517BF7889}"/>
                      </a:ext>
                    </a:extLst>
                  </p14:cNvPr>
                  <p14:cNvContentPartPr/>
                  <p14:nvPr/>
                </p14:nvContentPartPr>
                <p14:xfrm>
                  <a:off x="8434982" y="4866889"/>
                  <a:ext cx="127800" cy="106200"/>
                </p14:xfrm>
              </p:contentPart>
            </mc:Choice>
            <mc:Fallback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76A0EDC7-8D85-C56F-0CBD-452517BF7889}"/>
                      </a:ext>
                    </a:extLst>
                  </p:cNvPr>
                  <p:cNvPicPr/>
                  <p:nvPr/>
                </p:nvPicPr>
                <p:blipFill>
                  <a:blip r:embed="rId158"/>
                  <a:stretch>
                    <a:fillRect/>
                  </a:stretch>
                </p:blipFill>
                <p:spPr>
                  <a:xfrm>
                    <a:off x="8421558" y="4853480"/>
                    <a:ext cx="154112" cy="1324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9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F3AE526F-BB25-474F-A891-B13F0742ADCC}"/>
                      </a:ext>
                    </a:extLst>
                  </p14:cNvPr>
                  <p14:cNvContentPartPr/>
                  <p14:nvPr/>
                </p14:nvContentPartPr>
                <p14:xfrm>
                  <a:off x="8545142" y="4779409"/>
                  <a:ext cx="28440" cy="39600"/>
                </p14:xfrm>
              </p:contentPart>
            </mc:Choice>
            <mc:Fallback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F3AE526F-BB25-474F-A891-B13F0742ADCC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8531727" y="4766031"/>
                    <a:ext cx="54734" cy="658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1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8E8C3664-27FD-3F7A-1DE8-7A1EBE34B65D}"/>
                      </a:ext>
                    </a:extLst>
                  </p14:cNvPr>
                  <p14:cNvContentPartPr/>
                  <p14:nvPr/>
                </p14:nvContentPartPr>
                <p14:xfrm>
                  <a:off x="8605262" y="4862929"/>
                  <a:ext cx="205920" cy="97200"/>
                </p14:xfrm>
              </p:contentPart>
            </mc:Choice>
            <mc:Fallback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8E8C3664-27FD-3F7A-1DE8-7A1EBE34B65D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8591856" y="4849577"/>
                    <a:ext cx="232196" cy="1233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3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253AFC42-C8CD-7D08-70A1-1A383FBA505D}"/>
                      </a:ext>
                    </a:extLst>
                  </p14:cNvPr>
                  <p14:cNvContentPartPr/>
                  <p14:nvPr/>
                </p14:nvContentPartPr>
                <p14:xfrm>
                  <a:off x="8832782" y="4725409"/>
                  <a:ext cx="310320" cy="261000"/>
                </p14:xfrm>
              </p:contentPart>
            </mc:Choice>
            <mc:Fallback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253AFC42-C8CD-7D08-70A1-1A383FBA505D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8819360" y="4712011"/>
                    <a:ext cx="336627" cy="287261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5909C3-95EA-9315-9D8D-F503F7462293}"/>
              </a:ext>
            </a:extLst>
          </p:cNvPr>
          <p:cNvGrpSpPr/>
          <p:nvPr/>
        </p:nvGrpSpPr>
        <p:grpSpPr>
          <a:xfrm>
            <a:off x="205742" y="867289"/>
            <a:ext cx="771120" cy="417600"/>
            <a:chOff x="205742" y="867289"/>
            <a:chExt cx="77112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1CF446-B4D8-43B6-C7BF-00543A096BAD}"/>
                    </a:ext>
                  </a:extLst>
                </p14:cNvPr>
                <p14:cNvContentPartPr/>
                <p14:nvPr/>
              </p14:nvContentPartPr>
              <p14:xfrm>
                <a:off x="247862" y="881689"/>
                <a:ext cx="48600" cy="29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1CF446-B4D8-43B6-C7BF-00543A096BA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38862" y="873049"/>
                  <a:ext cx="662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2E984F-E3E9-B0BF-B986-CC53435BB0D7}"/>
                    </a:ext>
                  </a:extLst>
                </p14:cNvPr>
                <p14:cNvContentPartPr/>
                <p14:nvPr/>
              </p14:nvContentPartPr>
              <p14:xfrm>
                <a:off x="205742" y="867289"/>
                <a:ext cx="159840" cy="42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2E984F-E3E9-B0BF-B986-CC53435BB0D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97102" y="858289"/>
                  <a:ext cx="177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73E77D-7DFB-4769-A50A-DCD5B70F4FC3}"/>
                    </a:ext>
                  </a:extLst>
                </p14:cNvPr>
                <p14:cNvContentPartPr/>
                <p14:nvPr/>
              </p14:nvContentPartPr>
              <p14:xfrm>
                <a:off x="212942" y="1023529"/>
                <a:ext cx="115200" cy="20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73E77D-7DFB-4769-A50A-DCD5B70F4FC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3942" y="1014529"/>
                  <a:ext cx="132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9EC97E-C013-0372-77B5-EE1F8E738935}"/>
                    </a:ext>
                  </a:extLst>
                </p14:cNvPr>
                <p14:cNvContentPartPr/>
                <p14:nvPr/>
              </p14:nvContentPartPr>
              <p14:xfrm>
                <a:off x="321302" y="1026409"/>
                <a:ext cx="115200" cy="9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9EC97E-C013-0372-77B5-EE1F8E73893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2302" y="1017769"/>
                  <a:ext cx="132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7372A6-3FF1-D282-EFAD-ADA9AD31CB2C}"/>
                    </a:ext>
                  </a:extLst>
                </p14:cNvPr>
                <p14:cNvContentPartPr/>
                <p14:nvPr/>
              </p14:nvContentPartPr>
              <p14:xfrm>
                <a:off x="480422" y="1040449"/>
                <a:ext cx="28800" cy="101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7372A6-3FF1-D282-EFAD-ADA9AD31CB2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71782" y="1031449"/>
                  <a:ext cx="46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0801BC-7821-F3AB-BD44-ADB218719A2B}"/>
                    </a:ext>
                  </a:extLst>
                </p14:cNvPr>
                <p14:cNvContentPartPr/>
                <p14:nvPr/>
              </p14:nvContentPartPr>
              <p14:xfrm>
                <a:off x="471782" y="934969"/>
                <a:ext cx="37080" cy="34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0801BC-7821-F3AB-BD44-ADB218719A2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63142" y="926329"/>
                  <a:ext cx="54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8D771A3-06E3-033E-43F2-4A574C64A684}"/>
                    </a:ext>
                  </a:extLst>
                </p14:cNvPr>
                <p14:cNvContentPartPr/>
                <p14:nvPr/>
              </p14:nvContentPartPr>
              <p14:xfrm>
                <a:off x="568982" y="1008769"/>
                <a:ext cx="225720" cy="276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8D771A3-06E3-033E-43F2-4A574C64A68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0342" y="1000129"/>
                  <a:ext cx="2433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831256-83EA-0954-E954-DC84B6C7A963}"/>
                    </a:ext>
                  </a:extLst>
                </p14:cNvPr>
                <p14:cNvContentPartPr/>
                <p14:nvPr/>
              </p14:nvContentPartPr>
              <p14:xfrm>
                <a:off x="819542" y="1001569"/>
                <a:ext cx="123840" cy="136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5831256-83EA-0954-E954-DC84B6C7A96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0542" y="992929"/>
                  <a:ext cx="141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606EC8-2E64-9D63-5DCC-4551EF4D2CD1}"/>
                    </a:ext>
                  </a:extLst>
                </p14:cNvPr>
                <p14:cNvContentPartPr/>
                <p14:nvPr/>
              </p14:nvContentPartPr>
              <p14:xfrm>
                <a:off x="255782" y="1195249"/>
                <a:ext cx="410040" cy="34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D606EC8-2E64-9D63-5DCC-4551EF4D2CD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46782" y="1186609"/>
                  <a:ext cx="42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C4550D-21B9-B4DF-4621-74306EC664BC}"/>
                    </a:ext>
                  </a:extLst>
                </p14:cNvPr>
                <p14:cNvContentPartPr/>
                <p14:nvPr/>
              </p14:nvContentPartPr>
              <p14:xfrm>
                <a:off x="878222" y="1202809"/>
                <a:ext cx="98640" cy="1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C4550D-21B9-B4DF-4621-74306EC664B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9582" y="1194169"/>
                  <a:ext cx="1162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0C9D03C-93C1-9A0A-5B4A-7BB969C7DD7E}"/>
              </a:ext>
            </a:extLst>
          </p:cNvPr>
          <p:cNvGrpSpPr/>
          <p:nvPr/>
        </p:nvGrpSpPr>
        <p:grpSpPr>
          <a:xfrm>
            <a:off x="5734262" y="787009"/>
            <a:ext cx="1000080" cy="437400"/>
            <a:chOff x="5734262" y="787009"/>
            <a:chExt cx="100008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115C7F-A379-0BBB-4A58-694B810EE557}"/>
                    </a:ext>
                  </a:extLst>
                </p14:cNvPr>
                <p14:cNvContentPartPr/>
                <p14:nvPr/>
              </p14:nvContentPartPr>
              <p14:xfrm>
                <a:off x="5754782" y="882769"/>
                <a:ext cx="14760" cy="169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115C7F-A379-0BBB-4A58-694B810EE55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746142" y="874129"/>
                  <a:ext cx="3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D54C2C-CC5B-1E92-7215-9700BFD46D7D}"/>
                    </a:ext>
                  </a:extLst>
                </p14:cNvPr>
                <p14:cNvContentPartPr/>
                <p14:nvPr/>
              </p14:nvContentPartPr>
              <p14:xfrm>
                <a:off x="5734262" y="872689"/>
                <a:ext cx="111600" cy="39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D54C2C-CC5B-1E92-7215-9700BFD46D7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725262" y="863689"/>
                  <a:ext cx="129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B0D236-ACF6-EFB4-8F58-53C6F6AB4182}"/>
                    </a:ext>
                  </a:extLst>
                </p14:cNvPr>
                <p14:cNvContentPartPr/>
                <p14:nvPr/>
              </p14:nvContentPartPr>
              <p14:xfrm>
                <a:off x="5756942" y="955849"/>
                <a:ext cx="82440" cy="20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B0D236-ACF6-EFB4-8F58-53C6F6AB418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48302" y="947209"/>
                  <a:ext cx="100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60FC49-3358-89C9-6726-0B2D96D7646C}"/>
                    </a:ext>
                  </a:extLst>
                </p14:cNvPr>
                <p14:cNvContentPartPr/>
                <p14:nvPr/>
              </p14:nvContentPartPr>
              <p14:xfrm>
                <a:off x="5767022" y="1039009"/>
                <a:ext cx="118080" cy="27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60FC49-3358-89C9-6726-0B2D96D7646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758022" y="1030369"/>
                  <a:ext cx="135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042728-D4C4-1F98-D6B4-0877FE891D6B}"/>
                    </a:ext>
                  </a:extLst>
                </p14:cNvPr>
                <p14:cNvContentPartPr/>
                <p14:nvPr/>
              </p14:nvContentPartPr>
              <p14:xfrm>
                <a:off x="5906342" y="945769"/>
                <a:ext cx="61920" cy="103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042728-D4C4-1F98-D6B4-0877FE891D6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897702" y="937129"/>
                  <a:ext cx="79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C47F60E-AAA7-47D2-367D-9366DE80A4C1}"/>
                    </a:ext>
                  </a:extLst>
                </p14:cNvPr>
                <p14:cNvContentPartPr/>
                <p14:nvPr/>
              </p14:nvContentPartPr>
              <p14:xfrm>
                <a:off x="5905622" y="946129"/>
                <a:ext cx="113760" cy="137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C47F60E-AAA7-47D2-367D-9366DE80A4C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896982" y="937129"/>
                  <a:ext cx="131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321050F-0F1E-249D-10C1-E5A95780B226}"/>
                    </a:ext>
                  </a:extLst>
                </p14:cNvPr>
                <p14:cNvContentPartPr/>
                <p14:nvPr/>
              </p14:nvContentPartPr>
              <p14:xfrm>
                <a:off x="6052502" y="963049"/>
                <a:ext cx="75960" cy="261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321050F-0F1E-249D-10C1-E5A95780B22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43862" y="954049"/>
                  <a:ext cx="93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B11C86-84F5-9B9F-C616-036EA86BC2AC}"/>
                    </a:ext>
                  </a:extLst>
                </p14:cNvPr>
                <p14:cNvContentPartPr/>
                <p14:nvPr/>
              </p14:nvContentPartPr>
              <p14:xfrm>
                <a:off x="6051422" y="931009"/>
                <a:ext cx="64440" cy="109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B11C86-84F5-9B9F-C616-036EA86BC2A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042422" y="922369"/>
                  <a:ext cx="82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78AD2CB-8BF2-FD27-72A0-FBB45B73BDBA}"/>
                    </a:ext>
                  </a:extLst>
                </p14:cNvPr>
                <p14:cNvContentPartPr/>
                <p14:nvPr/>
              </p14:nvContentPartPr>
              <p14:xfrm>
                <a:off x="6167342" y="839209"/>
                <a:ext cx="23040" cy="197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78AD2CB-8BF2-FD27-72A0-FBB45B73BDB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158702" y="830209"/>
                  <a:ext cx="40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BAEB5C4-9E7B-B0F7-A812-68E8CBF11576}"/>
                    </a:ext>
                  </a:extLst>
                </p14:cNvPr>
                <p14:cNvContentPartPr/>
                <p14:nvPr/>
              </p14:nvContentPartPr>
              <p14:xfrm>
                <a:off x="6215222" y="958729"/>
                <a:ext cx="82440" cy="95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BAEB5C4-9E7B-B0F7-A812-68E8CBF1157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06222" y="949729"/>
                  <a:ext cx="100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89612F5-325B-62B4-4DC0-301D15E9DF5B}"/>
                    </a:ext>
                  </a:extLst>
                </p14:cNvPr>
                <p14:cNvContentPartPr/>
                <p14:nvPr/>
              </p14:nvContentPartPr>
              <p14:xfrm>
                <a:off x="6294062" y="961609"/>
                <a:ext cx="153720" cy="81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89612F5-325B-62B4-4DC0-301D15E9DF5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285422" y="952969"/>
                  <a:ext cx="171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8A965AD-6E6D-97D8-A060-696139CE31CE}"/>
                    </a:ext>
                  </a:extLst>
                </p14:cNvPr>
                <p14:cNvContentPartPr/>
                <p14:nvPr/>
              </p14:nvContentPartPr>
              <p14:xfrm>
                <a:off x="6464702" y="980689"/>
                <a:ext cx="144360" cy="68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8A965AD-6E6D-97D8-A060-696139CE31C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456062" y="972049"/>
                  <a:ext cx="162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3C9DF73-30E4-1172-31BB-465068710114}"/>
                    </a:ext>
                  </a:extLst>
                </p14:cNvPr>
                <p14:cNvContentPartPr/>
                <p14:nvPr/>
              </p14:nvContentPartPr>
              <p14:xfrm>
                <a:off x="6595022" y="787009"/>
                <a:ext cx="139320" cy="268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3C9DF73-30E4-1172-31BB-46506871011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586022" y="778369"/>
                  <a:ext cx="1569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B0D93E5-670C-E2AF-8724-81309DCC145A}"/>
                    </a:ext>
                  </a:extLst>
                </p14:cNvPr>
                <p14:cNvContentPartPr/>
                <p14:nvPr/>
              </p14:nvContentPartPr>
              <p14:xfrm>
                <a:off x="6155102" y="1080769"/>
                <a:ext cx="523440" cy="47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B0D93E5-670C-E2AF-8724-81309DCC145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146102" y="1071769"/>
                  <a:ext cx="541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FF75602-9096-AC3D-0FA8-20EA7547F1FA}"/>
                    </a:ext>
                  </a:extLst>
                </p14:cNvPr>
                <p14:cNvContentPartPr/>
                <p14:nvPr/>
              </p14:nvContentPartPr>
              <p14:xfrm>
                <a:off x="5757662" y="1141609"/>
                <a:ext cx="235800" cy="19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FF75602-9096-AC3D-0FA8-20EA7547F1F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748662" y="1132609"/>
                  <a:ext cx="2534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0822B80-49E6-15AA-A892-D3A174AF2A2D}"/>
              </a:ext>
            </a:extLst>
          </p:cNvPr>
          <p:cNvGrpSpPr/>
          <p:nvPr/>
        </p:nvGrpSpPr>
        <p:grpSpPr>
          <a:xfrm>
            <a:off x="3086822" y="915889"/>
            <a:ext cx="415080" cy="343080"/>
            <a:chOff x="3086822" y="915889"/>
            <a:chExt cx="41508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744764B-976D-D997-1D89-CE5B7D933290}"/>
                    </a:ext>
                  </a:extLst>
                </p14:cNvPr>
                <p14:cNvContentPartPr/>
                <p14:nvPr/>
              </p14:nvContentPartPr>
              <p14:xfrm>
                <a:off x="3189782" y="1005889"/>
                <a:ext cx="148320" cy="186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744764B-976D-D997-1D89-CE5B7D93329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181142" y="996889"/>
                  <a:ext cx="165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C73C51D-023B-F16C-6903-BA00F264EA2F}"/>
                    </a:ext>
                  </a:extLst>
                </p14:cNvPr>
                <p14:cNvContentPartPr/>
                <p14:nvPr/>
              </p14:nvContentPartPr>
              <p14:xfrm>
                <a:off x="3086822" y="915889"/>
                <a:ext cx="415080" cy="343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C73C51D-023B-F16C-6903-BA00F264EA2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077822" y="906889"/>
                  <a:ext cx="432720" cy="36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DBD5B29-E8A7-E27C-3EA7-B8C26CF09C19}"/>
                  </a:ext>
                </a:extLst>
              </p14:cNvPr>
              <p14:cNvContentPartPr/>
              <p14:nvPr/>
            </p14:nvContentPartPr>
            <p14:xfrm>
              <a:off x="439382" y="1356529"/>
              <a:ext cx="196200" cy="1738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DBD5B29-E8A7-E27C-3EA7-B8C26CF09C1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30742" y="1347889"/>
                <a:ext cx="213840" cy="19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4644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8610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dirty="0">
                <a:solidFill>
                  <a:srgbClr val="0000FF"/>
                </a:solidFill>
                <a:latin typeface="Calibri"/>
                <a:cs typeface="Calibri"/>
              </a:rPr>
              <a:t>Example </a:t>
            </a:r>
            <a:r>
              <a:rPr lang="en-US" sz="4400" spc="-10" dirty="0">
                <a:solidFill>
                  <a:srgbClr val="0000FF"/>
                </a:solidFill>
                <a:latin typeface="Calibri"/>
                <a:cs typeface="Calibri"/>
              </a:rPr>
              <a:t>– Graph Search</a:t>
            </a:r>
            <a:endParaRPr sz="44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CE9F59-363B-27C2-7BEB-ECE5585B5D2E}"/>
              </a:ext>
            </a:extLst>
          </p:cNvPr>
          <p:cNvGrpSpPr/>
          <p:nvPr/>
        </p:nvGrpSpPr>
        <p:grpSpPr>
          <a:xfrm>
            <a:off x="6262606" y="4897578"/>
            <a:ext cx="2830293" cy="1885694"/>
            <a:chOff x="5836107" y="1272171"/>
            <a:chExt cx="2832849" cy="18873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84FCF-B026-4E4B-F6DA-E15AE577B0A2}"/>
              </a:ext>
            </a:extLst>
          </p:cNvPr>
          <p:cNvGrpSpPr/>
          <p:nvPr/>
        </p:nvGrpSpPr>
        <p:grpSpPr>
          <a:xfrm>
            <a:off x="6646117" y="3241063"/>
            <a:ext cx="2156008" cy="320439"/>
            <a:chOff x="6117662" y="2778529"/>
            <a:chExt cx="2371320" cy="3524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C416B3-39D1-F06C-D1C7-CF8FC93D744B}"/>
                </a:ext>
              </a:extLst>
            </p:cNvPr>
            <p:cNvGrpSpPr/>
            <p:nvPr/>
          </p:nvGrpSpPr>
          <p:grpSpPr>
            <a:xfrm>
              <a:off x="6117662" y="2784289"/>
              <a:ext cx="762840" cy="346680"/>
              <a:chOff x="6117662" y="2784289"/>
              <a:chExt cx="762840" cy="346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85AB23DE-0F0D-303B-28D2-55BEA0811E91}"/>
                      </a:ext>
                    </a:extLst>
                  </p14:cNvPr>
                  <p14:cNvContentPartPr/>
                  <p14:nvPr/>
                </p14:nvContentPartPr>
                <p14:xfrm>
                  <a:off x="6117662" y="2784289"/>
                  <a:ext cx="170640" cy="346680"/>
                </p14:xfrm>
              </p:contentPart>
            </mc:Choice>
            <mc:Fallback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85AB23DE-0F0D-303B-28D2-55BEA0811E91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107764" y="2774384"/>
                    <a:ext cx="190040" cy="3660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5FE183E9-19EB-9F93-099B-8CDDE5B99B4D}"/>
                      </a:ext>
                    </a:extLst>
                  </p14:cNvPr>
                  <p14:cNvContentPartPr/>
                  <p14:nvPr/>
                </p14:nvContentPartPr>
                <p14:xfrm>
                  <a:off x="6142502" y="2954209"/>
                  <a:ext cx="137880" cy="64440"/>
                </p14:xfrm>
              </p:contentPart>
            </mc:Choice>
            <mc:Fallback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5FE183E9-19EB-9F93-099B-8CDDE5B99B4D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132597" y="2944326"/>
                    <a:ext cx="157294" cy="838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BA874049-ACFD-8191-F2D8-B257B3E4B904}"/>
                      </a:ext>
                    </a:extLst>
                  </p14:cNvPr>
                  <p14:cNvContentPartPr/>
                  <p14:nvPr/>
                </p14:nvContentPartPr>
                <p14:xfrm>
                  <a:off x="6277862" y="2916409"/>
                  <a:ext cx="114840" cy="10584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BA874049-ACFD-8191-F2D8-B257B3E4B904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268358" y="2906499"/>
                    <a:ext cx="134244" cy="1252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3D772B43-04B2-8D00-73EC-8FA9BB26C491}"/>
                      </a:ext>
                    </a:extLst>
                  </p14:cNvPr>
                  <p14:cNvContentPartPr/>
                  <p14:nvPr/>
                </p14:nvContentPartPr>
                <p14:xfrm>
                  <a:off x="6404942" y="2922529"/>
                  <a:ext cx="106920" cy="80280"/>
                </p14:xfrm>
              </p:contentPart>
            </mc:Choice>
            <mc:Fallback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3D772B43-04B2-8D00-73EC-8FA9BB26C491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6395042" y="2913038"/>
                    <a:ext cx="126324" cy="996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7885AF78-301D-BF23-210E-087A0355FC82}"/>
                      </a:ext>
                    </a:extLst>
                  </p14:cNvPr>
                  <p14:cNvContentPartPr/>
                  <p14:nvPr/>
                </p14:nvContentPartPr>
                <p14:xfrm>
                  <a:off x="6550022" y="2864569"/>
                  <a:ext cx="65520" cy="164880"/>
                </p14:xfrm>
              </p:contentPart>
            </mc:Choice>
            <mc:Fallback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7885AF78-301D-BF23-210E-087A0355FC82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6540492" y="2854660"/>
                    <a:ext cx="84977" cy="1843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15D20CF0-ADC4-428B-0968-68BB707B87AE}"/>
                      </a:ext>
                    </a:extLst>
                  </p14:cNvPr>
                  <p14:cNvContentPartPr/>
                  <p14:nvPr/>
                </p14:nvContentPartPr>
                <p14:xfrm>
                  <a:off x="6756662" y="2955649"/>
                  <a:ext cx="123840" cy="12960"/>
                </p14:xfrm>
              </p:contentPart>
            </mc:Choice>
            <mc:Fallback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15D20CF0-ADC4-428B-0968-68BB707B87A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747166" y="2946224"/>
                    <a:ext cx="143227" cy="322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90532277-C6D0-5B53-A7A0-F13DA10ABCB9}"/>
                      </a:ext>
                    </a:extLst>
                  </p14:cNvPr>
                  <p14:cNvContentPartPr/>
                  <p14:nvPr/>
                </p14:nvContentPartPr>
                <p14:xfrm>
                  <a:off x="6757382" y="2992729"/>
                  <a:ext cx="115920" cy="24120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90532277-C6D0-5B53-A7A0-F13DA10ABCB9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747491" y="2982844"/>
                    <a:ext cx="135306" cy="4349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D535180-5404-BA4A-CD0A-A1AF6980E46A}"/>
                </a:ext>
              </a:extLst>
            </p:cNvPr>
            <p:cNvGrpSpPr/>
            <p:nvPr/>
          </p:nvGrpSpPr>
          <p:grpSpPr>
            <a:xfrm>
              <a:off x="7069862" y="2778529"/>
              <a:ext cx="1419120" cy="339120"/>
              <a:chOff x="7069862" y="2778529"/>
              <a:chExt cx="1419120" cy="339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2316BF41-6182-F113-17F8-942082AD89BB}"/>
                      </a:ext>
                    </a:extLst>
                  </p14:cNvPr>
                  <p14:cNvContentPartPr/>
                  <p14:nvPr/>
                </p14:nvContentPartPr>
                <p14:xfrm>
                  <a:off x="7069862" y="2867449"/>
                  <a:ext cx="128880" cy="250200"/>
                </p14:xfrm>
              </p:contentPart>
            </mc:Choice>
            <mc:Fallback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2316BF41-6182-F113-17F8-942082AD89BB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7059948" y="2857552"/>
                    <a:ext cx="148311" cy="2695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FCA5F4DD-B2A8-3238-7917-CBB24ADA813F}"/>
                      </a:ext>
                    </a:extLst>
                  </p14:cNvPr>
                  <p14:cNvContentPartPr/>
                  <p14:nvPr/>
                </p14:nvContentPartPr>
                <p14:xfrm>
                  <a:off x="7265342" y="2863849"/>
                  <a:ext cx="136440" cy="147960"/>
                </p14:xfrm>
              </p:contentPart>
            </mc:Choice>
            <mc:Fallback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FCA5F4DD-B2A8-3238-7917-CBB24ADA813F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7255455" y="2853932"/>
                    <a:ext cx="155818" cy="1673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E9F5DB22-3213-1214-D2CD-7CCCD9DAE567}"/>
                      </a:ext>
                    </a:extLst>
                  </p14:cNvPr>
                  <p14:cNvContentPartPr/>
                  <p14:nvPr/>
                </p14:nvContentPartPr>
                <p14:xfrm>
                  <a:off x="7403582" y="2877889"/>
                  <a:ext cx="140760" cy="98640"/>
                </p14:xfrm>
              </p:contentPart>
            </mc:Choice>
            <mc:Fallback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E9F5DB22-3213-1214-D2CD-7CCCD9DAE567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7393697" y="2867985"/>
                    <a:ext cx="160134" cy="1180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DE7D3828-C132-681E-996E-D4CBBEBC7FD9}"/>
                      </a:ext>
                    </a:extLst>
                  </p14:cNvPr>
                  <p14:cNvContentPartPr/>
                  <p14:nvPr/>
                </p14:nvContentPartPr>
                <p14:xfrm>
                  <a:off x="7564142" y="2823889"/>
                  <a:ext cx="64440" cy="200160"/>
                </p14:xfrm>
              </p:contentPart>
            </mc:Choice>
            <mc:Fallback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DE7D3828-C132-681E-996E-D4CBBEBC7FD9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7554654" y="2814000"/>
                    <a:ext cx="83812" cy="2195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6629EF91-58A6-EC67-F5BB-92BDF985C632}"/>
                      </a:ext>
                    </a:extLst>
                  </p14:cNvPr>
                  <p14:cNvContentPartPr/>
                  <p14:nvPr/>
                </p14:nvContentPartPr>
                <p14:xfrm>
                  <a:off x="7702742" y="2913529"/>
                  <a:ext cx="142560" cy="14400"/>
                </p14:xfrm>
              </p:contentPart>
            </mc:Choice>
            <mc:Fallback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6629EF91-58A6-EC67-F5BB-92BDF985C632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7692842" y="2904188"/>
                    <a:ext cx="161964" cy="334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8FE7B7E6-376B-4B12-DEB1-6BAFDFE29DD4}"/>
                      </a:ext>
                    </a:extLst>
                  </p14:cNvPr>
                  <p14:cNvContentPartPr/>
                  <p14:nvPr/>
                </p14:nvContentPartPr>
                <p14:xfrm>
                  <a:off x="7766822" y="2879329"/>
                  <a:ext cx="47880" cy="157320"/>
                </p14:xfrm>
              </p:contentPart>
            </mc:Choice>
            <mc:Fallback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8FE7B7E6-376B-4B12-DEB1-6BAFDFE29DD4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7756929" y="2869842"/>
                    <a:ext cx="67269" cy="176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B3C460E0-0A12-61E6-E609-7DA8126D0E3A}"/>
                      </a:ext>
                    </a:extLst>
                  </p14:cNvPr>
                  <p14:cNvContentPartPr/>
                  <p14:nvPr/>
                </p14:nvContentPartPr>
                <p14:xfrm>
                  <a:off x="7952942" y="2778529"/>
                  <a:ext cx="167040" cy="210240"/>
                </p14:xfrm>
              </p:contentPart>
            </mc:Choice>
            <mc:Fallback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B3C460E0-0A12-61E6-E609-7DA8126D0E3A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943046" y="2769027"/>
                    <a:ext cx="186436" cy="2296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E97254DC-DB4F-D229-2B6B-A3C5D9D71312}"/>
                      </a:ext>
                    </a:extLst>
                  </p14:cNvPr>
                  <p14:cNvContentPartPr/>
                  <p14:nvPr/>
                </p14:nvContentPartPr>
                <p14:xfrm>
                  <a:off x="8117822" y="2847649"/>
                  <a:ext cx="130320" cy="157320"/>
                </p14:xfrm>
              </p:contentPart>
            </mc:Choice>
            <mc:Fallback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E97254DC-DB4F-D229-2B6B-A3C5D9D71312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8107949" y="2837742"/>
                    <a:ext cx="149671" cy="1767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0FEE1174-0384-1A10-C846-B173FFDA52EA}"/>
                      </a:ext>
                    </a:extLst>
                  </p14:cNvPr>
                  <p14:cNvContentPartPr/>
                  <p14:nvPr/>
                </p14:nvContentPartPr>
                <p14:xfrm>
                  <a:off x="8267582" y="2882569"/>
                  <a:ext cx="129960" cy="105120"/>
                </p14:xfrm>
              </p:contentPart>
            </mc:Choice>
            <mc:Fallback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FEE1174-0384-1A10-C846-B173FFDA52EA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257677" y="2872652"/>
                    <a:ext cx="149375" cy="1245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60" name="Ink 59">
                    <a:extLst>
                      <a:ext uri="{FF2B5EF4-FFF2-40B4-BE49-F238E27FC236}">
                        <a16:creationId xmlns:a16="http://schemas.microsoft.com/office/drawing/2014/main" id="{ED9F8F2A-3A1C-8940-8FD5-503286BCEA29}"/>
                      </a:ext>
                    </a:extLst>
                  </p14:cNvPr>
                  <p14:cNvContentPartPr/>
                  <p14:nvPr/>
                </p14:nvContentPartPr>
                <p14:xfrm>
                  <a:off x="8386382" y="2804089"/>
                  <a:ext cx="102600" cy="238680"/>
                </p14:xfrm>
              </p:contentPart>
            </mc:Choice>
            <mc:Fallback>
              <p:pic>
                <p:nvPicPr>
                  <p:cNvPr id="60" name="Ink 59">
                    <a:extLst>
                      <a:ext uri="{FF2B5EF4-FFF2-40B4-BE49-F238E27FC236}">
                        <a16:creationId xmlns:a16="http://schemas.microsoft.com/office/drawing/2014/main" id="{ED9F8F2A-3A1C-8940-8FD5-503286BCEA29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376875" y="2794193"/>
                    <a:ext cx="122011" cy="25807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F8F6C8-9A3D-9502-3C2F-E7E5CAFEBD9A}"/>
              </a:ext>
            </a:extLst>
          </p:cNvPr>
          <p:cNvGrpSpPr/>
          <p:nvPr/>
        </p:nvGrpSpPr>
        <p:grpSpPr>
          <a:xfrm>
            <a:off x="6646117" y="3622818"/>
            <a:ext cx="2127241" cy="1204117"/>
            <a:chOff x="5970782" y="3400249"/>
            <a:chExt cx="3172320" cy="179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695296-03C4-26EA-AC49-1F93947FA8E1}"/>
                    </a:ext>
                  </a:extLst>
                </p14:cNvPr>
                <p14:cNvContentPartPr/>
                <p14:nvPr/>
              </p14:nvContentPartPr>
              <p14:xfrm>
                <a:off x="6078782" y="3530209"/>
                <a:ext cx="2628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695296-03C4-26EA-AC49-1F93947FA8E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065374" y="3517323"/>
                  <a:ext cx="52560" cy="2142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2A7423-B98E-DC3D-9555-8BFBF3737737}"/>
                    </a:ext>
                  </a:extLst>
                </p14:cNvPr>
                <p14:cNvContentPartPr/>
                <p14:nvPr/>
              </p14:nvContentPartPr>
              <p14:xfrm>
                <a:off x="5970782" y="3507529"/>
                <a:ext cx="179640" cy="37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2A7423-B98E-DC3D-9555-8BFBF37377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57376" y="3494752"/>
                  <a:ext cx="205916" cy="638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C9E7B0A-D8D2-818A-CB46-2929EFBCBDAB}"/>
                    </a:ext>
                  </a:extLst>
                </p14:cNvPr>
                <p14:cNvContentPartPr/>
                <p14:nvPr/>
              </p14:nvContentPartPr>
              <p14:xfrm>
                <a:off x="6147182" y="3614449"/>
                <a:ext cx="156960" cy="104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C9E7B0A-D8D2-818A-CB46-2929EFBCBD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34281" y="3601042"/>
                  <a:ext cx="183299" cy="1303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875BDEF-41FB-5367-4BCD-41F737FDA0F1}"/>
                    </a:ext>
                  </a:extLst>
                </p14:cNvPr>
                <p14:cNvContentPartPr/>
                <p14:nvPr/>
              </p14:nvContentPartPr>
              <p14:xfrm>
                <a:off x="6355622" y="3615169"/>
                <a:ext cx="86760" cy="86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875BDEF-41FB-5367-4BCD-41F737FDA0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342769" y="3602316"/>
                  <a:ext cx="113002" cy="1130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EFD06D7-5007-1D5D-C80C-D7E1778C3345}"/>
                    </a:ext>
                  </a:extLst>
                </p14:cNvPr>
                <p14:cNvContentPartPr/>
                <p14:nvPr/>
              </p14:nvContentPartPr>
              <p14:xfrm>
                <a:off x="6687542" y="3610129"/>
                <a:ext cx="28080" cy="219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EFD06D7-5007-1D5D-C80C-D7E1778C334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74582" y="3596717"/>
                  <a:ext cx="54540" cy="246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C3A3555-0729-54F0-E61C-3AB00F53C94F}"/>
                    </a:ext>
                  </a:extLst>
                </p14:cNvPr>
                <p14:cNvContentPartPr/>
                <p14:nvPr/>
              </p14:nvContentPartPr>
              <p14:xfrm>
                <a:off x="6688622" y="3558649"/>
                <a:ext cx="117360" cy="98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C3A3555-0729-54F0-E61C-3AB00F53C94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75225" y="3545296"/>
                  <a:ext cx="143619" cy="124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EBE59F8-0471-9CE8-F959-DC9CF1D35902}"/>
                    </a:ext>
                  </a:extLst>
                </p14:cNvPr>
                <p14:cNvContentPartPr/>
                <p14:nvPr/>
              </p14:nvContentPartPr>
              <p14:xfrm>
                <a:off x="6860342" y="3586729"/>
                <a:ext cx="190080" cy="112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EBE59F8-0471-9CE8-F959-DC9CF1D3590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46918" y="3573912"/>
                  <a:ext cx="216391" cy="138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F94FDC3-1179-1E33-0FC7-AD945AB8B2AE}"/>
                    </a:ext>
                  </a:extLst>
                </p14:cNvPr>
                <p14:cNvContentPartPr/>
                <p14:nvPr/>
              </p14:nvContentPartPr>
              <p14:xfrm>
                <a:off x="7065902" y="3531289"/>
                <a:ext cx="28080" cy="151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F94FDC3-1179-1E33-0FC7-AD945AB8B2A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52402" y="3517885"/>
                  <a:ext cx="54540" cy="1774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5DF27E-00BD-47D2-4AF5-DF9B9EAC560E}"/>
                    </a:ext>
                  </a:extLst>
                </p14:cNvPr>
                <p14:cNvContentPartPr/>
                <p14:nvPr/>
              </p14:nvContentPartPr>
              <p14:xfrm>
                <a:off x="7130342" y="3531289"/>
                <a:ext cx="91800" cy="164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5DF27E-00BD-47D2-4AF5-DF9B9EAC56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17458" y="3517862"/>
                  <a:ext cx="118105" cy="1911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160065-2244-5F9A-8D17-51226704EE87}"/>
                    </a:ext>
                  </a:extLst>
                </p14:cNvPr>
                <p14:cNvContentPartPr/>
                <p14:nvPr/>
              </p14:nvContentPartPr>
              <p14:xfrm>
                <a:off x="7013342" y="3550729"/>
                <a:ext cx="108000" cy="18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160065-2244-5F9A-8D17-51226704EE8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000510" y="3537615"/>
                  <a:ext cx="134198" cy="440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A24FFA6-3687-BD0D-E7E1-5B57B4B0A350}"/>
                    </a:ext>
                  </a:extLst>
                </p14:cNvPr>
                <p14:cNvContentPartPr/>
                <p14:nvPr/>
              </p14:nvContentPartPr>
              <p14:xfrm>
                <a:off x="7280102" y="3583129"/>
                <a:ext cx="64080" cy="100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A24FFA6-3687-BD0D-E7E1-5B57B4B0A35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67286" y="3569701"/>
                  <a:ext cx="90246" cy="126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687C9F-851F-DAEC-D6AF-BA83550032F8}"/>
                    </a:ext>
                  </a:extLst>
                </p14:cNvPr>
                <p14:cNvContentPartPr/>
                <p14:nvPr/>
              </p14:nvContentPartPr>
              <p14:xfrm>
                <a:off x="7652342" y="3480529"/>
                <a:ext cx="63360" cy="209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687C9F-851F-DAEC-D6AF-BA83550032F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38918" y="3467635"/>
                  <a:ext cx="89671" cy="2358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48BAAF1-1195-2AFE-B697-3E3945C4D223}"/>
                    </a:ext>
                  </a:extLst>
                </p14:cNvPr>
                <p14:cNvContentPartPr/>
                <p14:nvPr/>
              </p14:nvContentPartPr>
              <p14:xfrm>
                <a:off x="7630742" y="3560089"/>
                <a:ext cx="209880" cy="127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48BAAF1-1195-2AFE-B697-3E3945C4D22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617323" y="3546665"/>
                  <a:ext cx="236182" cy="154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92209DB-F974-D97A-10BD-0F81083D05DC}"/>
                    </a:ext>
                  </a:extLst>
                </p14:cNvPr>
                <p14:cNvContentPartPr/>
                <p14:nvPr/>
              </p14:nvContentPartPr>
              <p14:xfrm>
                <a:off x="8044382" y="3566209"/>
                <a:ext cx="151560" cy="352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92209DB-F974-D97A-10BD-0F81083D05D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31529" y="3553321"/>
                  <a:ext cx="177802" cy="379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EF0440-4CA2-CF38-A762-5E24807B83E7}"/>
                    </a:ext>
                  </a:extLst>
                </p14:cNvPr>
                <p14:cNvContentPartPr/>
                <p14:nvPr/>
              </p14:nvContentPartPr>
              <p14:xfrm>
                <a:off x="8233742" y="3558649"/>
                <a:ext cx="72000" cy="107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EF0440-4CA2-CF38-A762-5E24807B83E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20309" y="3545261"/>
                  <a:ext cx="98328" cy="1338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A71E28D-3A13-7910-145A-BBB202B5A7D2}"/>
                    </a:ext>
                  </a:extLst>
                </p14:cNvPr>
                <p14:cNvContentPartPr/>
                <p14:nvPr/>
              </p14:nvContentPartPr>
              <p14:xfrm>
                <a:off x="8355422" y="3400249"/>
                <a:ext cx="238680" cy="291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A71E28D-3A13-7910-145A-BBB202B5A7D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42549" y="3386832"/>
                  <a:ext cx="264962" cy="31825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9C2A535-29E8-BE91-9937-715D54009BA2}"/>
                </a:ext>
              </a:extLst>
            </p:cNvPr>
            <p:cNvGrpSpPr/>
            <p:nvPr/>
          </p:nvGrpSpPr>
          <p:grpSpPr>
            <a:xfrm>
              <a:off x="8612822" y="3608329"/>
              <a:ext cx="49680" cy="127440"/>
              <a:chOff x="8612822" y="3608329"/>
              <a:chExt cx="49680" cy="1274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1B515B03-0978-5D31-1495-896310349C35}"/>
                      </a:ext>
                    </a:extLst>
                  </p14:cNvPr>
                  <p14:cNvContentPartPr/>
                  <p14:nvPr/>
                </p14:nvContentPartPr>
                <p14:xfrm>
                  <a:off x="8612822" y="3608329"/>
                  <a:ext cx="38520" cy="44640"/>
                </p14:xfrm>
              </p:contentPart>
            </mc:Choice>
            <mc:Fallback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1B515B03-0978-5D31-1495-896310349C35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599447" y="3594883"/>
                    <a:ext cx="64735" cy="709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7DB3131B-9596-F489-14D8-B31770715E53}"/>
                      </a:ext>
                    </a:extLst>
                  </p14:cNvPr>
                  <p14:cNvContentPartPr/>
                  <p14:nvPr/>
                </p14:nvContentPartPr>
                <p14:xfrm>
                  <a:off x="8618582" y="3695089"/>
                  <a:ext cx="43920" cy="40680"/>
                </p14:xfrm>
              </p:contentPart>
            </mc:Choice>
            <mc:Fallback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7DB3131B-9596-F489-14D8-B31770715E53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8605192" y="3682243"/>
                    <a:ext cx="70165" cy="6690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1131B4-9863-1F13-B47C-626E16FD7BF1}"/>
                    </a:ext>
                  </a:extLst>
                </p14:cNvPr>
                <p14:cNvContentPartPr/>
                <p14:nvPr/>
              </p14:nvContentPartPr>
              <p14:xfrm>
                <a:off x="6026582" y="4047529"/>
                <a:ext cx="165240" cy="167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1131B4-9863-1F13-B47C-626E16FD7BF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13170" y="4034130"/>
                  <a:ext cx="191528" cy="19402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6310D7C-088D-8CAD-1ED5-7452B8B950C2}"/>
                </a:ext>
              </a:extLst>
            </p:cNvPr>
            <p:cNvGrpSpPr/>
            <p:nvPr/>
          </p:nvGrpSpPr>
          <p:grpSpPr>
            <a:xfrm>
              <a:off x="6373622" y="3982729"/>
              <a:ext cx="1094040" cy="196920"/>
              <a:chOff x="6373622" y="3982729"/>
              <a:chExt cx="1094040" cy="1969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32441199-DD15-571D-4473-60D470D308A8}"/>
                      </a:ext>
                    </a:extLst>
                  </p14:cNvPr>
                  <p14:cNvContentPartPr/>
                  <p14:nvPr/>
                </p14:nvContentPartPr>
                <p14:xfrm>
                  <a:off x="6373622" y="3989209"/>
                  <a:ext cx="130320" cy="190440"/>
                </p14:xfrm>
              </p:contentPart>
            </mc:Choice>
            <mc:Fallback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32441199-DD15-571D-4473-60D470D308A8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6360215" y="3975798"/>
                    <a:ext cx="156599" cy="2167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013B2C00-02F6-9368-6D21-C88A9742DC7D}"/>
                      </a:ext>
                    </a:extLst>
                  </p14:cNvPr>
                  <p14:cNvContentPartPr/>
                  <p14:nvPr/>
                </p14:nvContentPartPr>
                <p14:xfrm>
                  <a:off x="6606542" y="4105129"/>
                  <a:ext cx="213840" cy="18720"/>
                </p14:xfrm>
              </p:contentPart>
            </mc:Choice>
            <mc:Fallback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013B2C00-02F6-9368-6D21-C88A9742DC7D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6593679" y="4091758"/>
                    <a:ext cx="240101" cy="449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2F1FC731-ABE1-75CA-4371-D71251AE5ECD}"/>
                      </a:ext>
                    </a:extLst>
                  </p14:cNvPr>
                  <p14:cNvContentPartPr/>
                  <p14:nvPr/>
                </p14:nvContentPartPr>
                <p14:xfrm>
                  <a:off x="7008662" y="3982729"/>
                  <a:ext cx="150120" cy="175680"/>
                </p14:xfrm>
              </p:contentPart>
            </mc:Choice>
            <mc:Fallback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2F1FC731-ABE1-75CA-4371-D71251AE5ECD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6995258" y="3969298"/>
                    <a:ext cx="176391" cy="2020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8BA839B0-7FA6-0DDC-CCBE-F0A3881A2B28}"/>
                      </a:ext>
                    </a:extLst>
                  </p14:cNvPr>
                  <p14:cNvContentPartPr/>
                  <p14:nvPr/>
                </p14:nvContentPartPr>
                <p14:xfrm>
                  <a:off x="7035662" y="4074529"/>
                  <a:ext cx="127080" cy="29160"/>
                </p14:xfrm>
              </p:contentPart>
            </mc:Choice>
            <mc:Fallback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8BA839B0-7FA6-0DDC-CCBE-F0A3881A2B28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7022257" y="4061029"/>
                    <a:ext cx="153354" cy="556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D82DE09C-EFA0-EF36-F4BB-0E2EA347EB98}"/>
                      </a:ext>
                    </a:extLst>
                  </p14:cNvPr>
                  <p14:cNvContentPartPr/>
                  <p14:nvPr/>
                </p14:nvContentPartPr>
                <p14:xfrm>
                  <a:off x="7260662" y="4100809"/>
                  <a:ext cx="207000" cy="16200"/>
                </p14:xfrm>
              </p:contentPart>
            </mc:Choice>
            <mc:Fallback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D82DE09C-EFA0-EF36-F4BB-0E2EA347EB98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7247792" y="4087309"/>
                    <a:ext cx="233277" cy="426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3AC84B-C8C6-97A0-B866-D57F79FDA33C}"/>
                    </a:ext>
                  </a:extLst>
                </p14:cNvPr>
                <p14:cNvContentPartPr/>
                <p14:nvPr/>
              </p14:nvContentPartPr>
              <p14:xfrm>
                <a:off x="7629662" y="3953929"/>
                <a:ext cx="218880" cy="300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3AC84B-C8C6-97A0-B866-D57F79FDA33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16787" y="3941039"/>
                  <a:ext cx="245167" cy="32655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675FFF1-575A-348B-D1D7-CC5DB8E6BF85}"/>
                </a:ext>
              </a:extLst>
            </p:cNvPr>
            <p:cNvGrpSpPr/>
            <p:nvPr/>
          </p:nvGrpSpPr>
          <p:grpSpPr>
            <a:xfrm>
              <a:off x="6321062" y="4262449"/>
              <a:ext cx="791280" cy="193680"/>
              <a:chOff x="6321062" y="4262449"/>
              <a:chExt cx="791280" cy="193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7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5C7473C7-FB6E-1CB1-1B4A-1068F5A8B22B}"/>
                      </a:ext>
                    </a:extLst>
                  </p14:cNvPr>
                  <p14:cNvContentPartPr/>
                  <p14:nvPr/>
                </p14:nvContentPartPr>
                <p14:xfrm>
                  <a:off x="6321062" y="4340209"/>
                  <a:ext cx="197280" cy="96480"/>
                </p14:xfrm>
              </p:contentPart>
            </mc:Choice>
            <mc:Fallback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5C7473C7-FB6E-1CB1-1B4A-1068F5A8B22B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6307660" y="4326809"/>
                    <a:ext cx="223548" cy="1227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9">
                <p14:nvContentPartPr>
                  <p14:cNvPr id="91" name="Ink 90">
                    <a:extLst>
                      <a:ext uri="{FF2B5EF4-FFF2-40B4-BE49-F238E27FC236}">
                        <a16:creationId xmlns:a16="http://schemas.microsoft.com/office/drawing/2014/main" id="{89BF0941-30C0-8C09-FC40-DDDCB70D7D4C}"/>
                      </a:ext>
                    </a:extLst>
                  </p14:cNvPr>
                  <p14:cNvContentPartPr/>
                  <p14:nvPr/>
                </p14:nvContentPartPr>
                <p14:xfrm>
                  <a:off x="6612662" y="4262449"/>
                  <a:ext cx="198720" cy="175680"/>
                </p14:xfrm>
              </p:contentPart>
            </mc:Choice>
            <mc:Fallback>
              <p:pic>
                <p:nvPicPr>
                  <p:cNvPr id="91" name="Ink 90">
                    <a:extLst>
                      <a:ext uri="{FF2B5EF4-FFF2-40B4-BE49-F238E27FC236}">
                        <a16:creationId xmlns:a16="http://schemas.microsoft.com/office/drawing/2014/main" id="{89BF0941-30C0-8C09-FC40-DDDCB70D7D4C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6599235" y="4249018"/>
                    <a:ext cx="225037" cy="2020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1">
                <p14:nvContentPartPr>
                  <p14:cNvPr id="92" name="Ink 91">
                    <a:extLst>
                      <a:ext uri="{FF2B5EF4-FFF2-40B4-BE49-F238E27FC236}">
                        <a16:creationId xmlns:a16="http://schemas.microsoft.com/office/drawing/2014/main" id="{9085B331-E0B8-2DED-DFCA-85BAB06C97A0}"/>
                      </a:ext>
                    </a:extLst>
                  </p14:cNvPr>
                  <p14:cNvContentPartPr/>
                  <p14:nvPr/>
                </p14:nvContentPartPr>
                <p14:xfrm>
                  <a:off x="6852782" y="4330489"/>
                  <a:ext cx="90720" cy="125640"/>
                </p14:xfrm>
              </p:contentPart>
            </mc:Choice>
            <mc:Fallback>
              <p:pic>
                <p:nvPicPr>
                  <p:cNvPr id="92" name="Ink 91">
                    <a:extLst>
                      <a:ext uri="{FF2B5EF4-FFF2-40B4-BE49-F238E27FC236}">
                        <a16:creationId xmlns:a16="http://schemas.microsoft.com/office/drawing/2014/main" id="{9085B331-E0B8-2DED-DFCA-85BAB06C97A0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6839362" y="4317603"/>
                    <a:ext cx="117023" cy="15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3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D0316282-F6C8-E216-08F2-4B01C96D69A6}"/>
                      </a:ext>
                    </a:extLst>
                  </p14:cNvPr>
                  <p14:cNvContentPartPr/>
                  <p14:nvPr/>
                </p14:nvContentPartPr>
                <p14:xfrm>
                  <a:off x="7031702" y="4270009"/>
                  <a:ext cx="29520" cy="176040"/>
                </p14:xfrm>
              </p:contentPart>
            </mc:Choice>
            <mc:Fallback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D0316282-F6C8-E216-08F2-4B01C96D69A6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7018284" y="4257128"/>
                    <a:ext cx="55820" cy="2023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5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982C9458-3B23-9007-AD4F-6102F61A065B}"/>
                      </a:ext>
                    </a:extLst>
                  </p14:cNvPr>
                  <p14:cNvContentPartPr/>
                  <p14:nvPr/>
                </p14:nvContentPartPr>
                <p14:xfrm>
                  <a:off x="7009382" y="4340929"/>
                  <a:ext cx="102960" cy="34920"/>
                </p14:xfrm>
              </p:contentPart>
            </mc:Choice>
            <mc:Fallback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982C9458-3B23-9007-AD4F-6102F61A065B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6995976" y="4327702"/>
                    <a:ext cx="129236" cy="6084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9ED3EB9-B463-F27B-CE34-D963E9DEB73C}"/>
                </a:ext>
              </a:extLst>
            </p:cNvPr>
            <p:cNvGrpSpPr/>
            <p:nvPr/>
          </p:nvGrpSpPr>
          <p:grpSpPr>
            <a:xfrm>
              <a:off x="7255622" y="4314289"/>
              <a:ext cx="386640" cy="208800"/>
              <a:chOff x="7255622" y="4314289"/>
              <a:chExt cx="386640" cy="208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97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F55F7EA6-EEA6-ABCD-4046-6634ED244950}"/>
                      </a:ext>
                    </a:extLst>
                  </p14:cNvPr>
                  <p14:cNvContentPartPr/>
                  <p14:nvPr/>
                </p14:nvContentPartPr>
                <p14:xfrm>
                  <a:off x="7268222" y="4398889"/>
                  <a:ext cx="87120" cy="3960"/>
                </p14:xfrm>
              </p:contentPart>
            </mc:Choice>
            <mc:Fallback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F55F7EA6-EEA6-ABCD-4046-6634ED244950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7254860" y="4387009"/>
                    <a:ext cx="113309" cy="282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9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C86D54C6-AF66-5AEC-1574-12F8A1B237B9}"/>
                      </a:ext>
                    </a:extLst>
                  </p14:cNvPr>
                  <p14:cNvContentPartPr/>
                  <p14:nvPr/>
                </p14:nvContentPartPr>
                <p14:xfrm>
                  <a:off x="7255622" y="4435249"/>
                  <a:ext cx="116280" cy="12600"/>
                </p14:xfrm>
              </p:contentPart>
            </mc:Choice>
            <mc:Fallback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C86D54C6-AF66-5AEC-1574-12F8A1B237B9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7242226" y="4421553"/>
                    <a:ext cx="142537" cy="394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1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00E1E4EE-E867-8061-EB8D-A0BB9ACBC1FB}"/>
                      </a:ext>
                    </a:extLst>
                  </p14:cNvPr>
                  <p14:cNvContentPartPr/>
                  <p14:nvPr/>
                </p14:nvContentPartPr>
                <p14:xfrm>
                  <a:off x="7495382" y="4314289"/>
                  <a:ext cx="146880" cy="208800"/>
                </p14:xfrm>
              </p:contentPart>
            </mc:Choice>
            <mc:Fallback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00E1E4EE-E867-8061-EB8D-A0BB9ACBC1FB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7481981" y="4300870"/>
                    <a:ext cx="173147" cy="23510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DF64A8-65C5-458F-772D-40183DC8106D}"/>
                    </a:ext>
                  </a:extLst>
                </p14:cNvPr>
                <p14:cNvContentPartPr/>
                <p14:nvPr/>
              </p14:nvContentPartPr>
              <p14:xfrm>
                <a:off x="6024062" y="4687609"/>
                <a:ext cx="172440" cy="138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DF64A8-65C5-458F-772D-40183DC810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10674" y="4674214"/>
                  <a:ext cx="198681" cy="164495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814F8E6-769A-CB84-DB5D-5A00986CCB7E}"/>
                </a:ext>
              </a:extLst>
            </p:cNvPr>
            <p:cNvGrpSpPr/>
            <p:nvPr/>
          </p:nvGrpSpPr>
          <p:grpSpPr>
            <a:xfrm>
              <a:off x="6303062" y="4610569"/>
              <a:ext cx="1642680" cy="557280"/>
              <a:chOff x="6303062" y="4610569"/>
              <a:chExt cx="1642680" cy="5572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05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F757A379-0942-DAA4-718C-0CD3F88BDDE7}"/>
                      </a:ext>
                    </a:extLst>
                  </p14:cNvPr>
                  <p14:cNvContentPartPr/>
                  <p14:nvPr/>
                </p14:nvContentPartPr>
                <p14:xfrm>
                  <a:off x="6377942" y="4610569"/>
                  <a:ext cx="113400" cy="194040"/>
                </p14:xfrm>
              </p:contentPart>
            </mc:Choice>
            <mc:Fallback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F757A379-0942-DAA4-718C-0CD3F88BDDE7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6365104" y="4597704"/>
                    <a:ext cx="139610" cy="2203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7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35F3038F-3CA1-975B-5AEC-B1C5D8A9178C}"/>
                      </a:ext>
                    </a:extLst>
                  </p14:cNvPr>
                  <p14:cNvContentPartPr/>
                  <p14:nvPr/>
                </p14:nvContentPartPr>
                <p14:xfrm>
                  <a:off x="6574142" y="4726849"/>
                  <a:ext cx="173520" cy="23400"/>
                </p14:xfrm>
              </p:contentPart>
            </mc:Choice>
            <mc:Fallback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35F3038F-3CA1-975B-5AEC-B1C5D8A9178C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6560712" y="4713554"/>
                    <a:ext cx="199843" cy="494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9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CD621E72-CE37-A9CD-43F9-DC5C500980E9}"/>
                      </a:ext>
                    </a:extLst>
                  </p14:cNvPr>
                  <p14:cNvContentPartPr/>
                  <p14:nvPr/>
                </p14:nvContentPartPr>
                <p14:xfrm>
                  <a:off x="6843422" y="4665649"/>
                  <a:ext cx="25200" cy="125640"/>
                </p14:xfrm>
              </p:contentPart>
            </mc:Choice>
            <mc:Fallback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CD621E72-CE37-A9CD-43F9-DC5C500980E9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6830018" y="4652226"/>
                    <a:ext cx="51472" cy="15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1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B6A6047A-E97F-2F65-4440-F307663F99BA}"/>
                      </a:ext>
                    </a:extLst>
                  </p14:cNvPr>
                  <p14:cNvContentPartPr/>
                  <p14:nvPr/>
                </p14:nvContentPartPr>
                <p14:xfrm>
                  <a:off x="6824342" y="4656289"/>
                  <a:ext cx="141120" cy="158400"/>
                </p14:xfrm>
              </p:contentPart>
            </mc:Choice>
            <mc:Fallback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B6A6047A-E97F-2F65-4440-F307663F99BA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6810928" y="4642865"/>
                    <a:ext cx="167412" cy="184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3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316F0FD8-0C48-41C7-9B6D-31A8468B2D45}"/>
                      </a:ext>
                    </a:extLst>
                  </p14:cNvPr>
                  <p14:cNvContentPartPr/>
                  <p14:nvPr/>
                </p14:nvContentPartPr>
                <p14:xfrm>
                  <a:off x="7058702" y="4745569"/>
                  <a:ext cx="134280" cy="10080"/>
                </p14:xfrm>
              </p:contentPart>
            </mc:Choice>
            <mc:Fallback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316F0FD8-0C48-41C7-9B6D-31A8468B2D45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7045274" y="4732306"/>
                    <a:ext cx="160599" cy="360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5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AF7711A4-D611-2C99-BEA0-36CD2C4AB45E}"/>
                      </a:ext>
                    </a:extLst>
                  </p14:cNvPr>
                  <p14:cNvContentPartPr/>
                  <p14:nvPr/>
                </p14:nvContentPartPr>
                <p14:xfrm>
                  <a:off x="7265702" y="4637569"/>
                  <a:ext cx="104400" cy="191880"/>
                </p14:xfrm>
              </p:contentPart>
            </mc:Choice>
            <mc:Fallback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AF7711A4-D611-2C99-BEA0-36CD2C4AB45E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7252853" y="4624170"/>
                    <a:ext cx="130634" cy="2181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7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56D49460-8C02-457F-6B11-3D15D5D75462}"/>
                      </a:ext>
                    </a:extLst>
                  </p14:cNvPr>
                  <p14:cNvContentPartPr/>
                  <p14:nvPr/>
                </p14:nvContentPartPr>
                <p14:xfrm>
                  <a:off x="7258142" y="4722169"/>
                  <a:ext cx="156960" cy="54720"/>
                </p14:xfrm>
              </p:contentPart>
            </mc:Choice>
            <mc:Fallback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56D49460-8C02-457F-6B11-3D15D5D75462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7245285" y="4708757"/>
                    <a:ext cx="183209" cy="810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9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47A528F7-5E71-F06A-47D8-C9EE2A74B6B8}"/>
                      </a:ext>
                    </a:extLst>
                  </p14:cNvPr>
                  <p14:cNvContentPartPr/>
                  <p14:nvPr/>
                </p14:nvContentPartPr>
                <p14:xfrm>
                  <a:off x="7482062" y="4738009"/>
                  <a:ext cx="177120" cy="19080"/>
                </p14:xfrm>
              </p:contentPart>
            </mc:Choice>
            <mc:Fallback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47A528F7-5E71-F06A-47D8-C9EE2A74B6B8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7468644" y="4724759"/>
                    <a:ext cx="203420" cy="45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1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EEA105D0-4FB6-0481-4FE4-9E606D9F8268}"/>
                      </a:ext>
                    </a:extLst>
                  </p14:cNvPr>
                  <p14:cNvContentPartPr/>
                  <p14:nvPr/>
                </p14:nvContentPartPr>
                <p14:xfrm>
                  <a:off x="7730822" y="4646929"/>
                  <a:ext cx="214920" cy="283320"/>
                </p14:xfrm>
              </p:contentPart>
            </mc:Choice>
            <mc:Fallback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EEA105D0-4FB6-0481-4FE4-9E606D9F8268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7717389" y="4633514"/>
                    <a:ext cx="241248" cy="3096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3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71283DCF-0188-C6D4-B21A-25B6717B0A85}"/>
                      </a:ext>
                    </a:extLst>
                  </p14:cNvPr>
                  <p14:cNvContentPartPr/>
                  <p14:nvPr/>
                </p14:nvContentPartPr>
                <p14:xfrm>
                  <a:off x="6303062" y="5046889"/>
                  <a:ext cx="154800" cy="25200"/>
                </p14:xfrm>
              </p:contentPart>
            </mc:Choice>
            <mc:Fallback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71283DCF-0188-C6D4-B21A-25B6717B0A85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6289671" y="5033485"/>
                    <a:ext cx="181046" cy="514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5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71D040F7-3882-BB7B-F419-8A9BADA1C70C}"/>
                      </a:ext>
                    </a:extLst>
                  </p14:cNvPr>
                  <p14:cNvContentPartPr/>
                  <p14:nvPr/>
                </p14:nvContentPartPr>
                <p14:xfrm>
                  <a:off x="6389462" y="5032489"/>
                  <a:ext cx="102240" cy="94680"/>
                </p14:xfrm>
              </p:contentPart>
            </mc:Choice>
            <mc:Fallback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71D040F7-3882-BB7B-F419-8A9BADA1C70C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6376615" y="5019116"/>
                    <a:ext cx="128469" cy="1208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7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1B5D4A58-38BC-5623-CEA2-1346D1FD0CCB}"/>
                      </a:ext>
                    </a:extLst>
                  </p14:cNvPr>
                  <p14:cNvContentPartPr/>
                  <p14:nvPr/>
                </p14:nvContentPartPr>
                <p14:xfrm>
                  <a:off x="6562622" y="4949329"/>
                  <a:ext cx="177120" cy="166320"/>
                </p14:xfrm>
              </p:contentPart>
            </mc:Choice>
            <mc:Fallback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1B5D4A58-38BC-5623-CEA2-1346D1FD0CCB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6549244" y="4936453"/>
                    <a:ext cx="203340" cy="19260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9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7686273B-0937-2EFF-7D08-B1BFC76D3B4D}"/>
                      </a:ext>
                    </a:extLst>
                  </p14:cNvPr>
                  <p14:cNvContentPartPr/>
                  <p14:nvPr/>
                </p14:nvContentPartPr>
                <p14:xfrm>
                  <a:off x="6708422" y="5039689"/>
                  <a:ext cx="114840" cy="101520"/>
                </p14:xfrm>
              </p:contentPart>
            </mc:Choice>
            <mc:Fallback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7686273B-0937-2EFF-7D08-B1BFC76D3B4D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6695543" y="5026331"/>
                    <a:ext cx="141135" cy="1277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1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B7EB120B-3618-976B-650B-F44B6AFC02B4}"/>
                      </a:ext>
                    </a:extLst>
                  </p14:cNvPr>
                  <p14:cNvContentPartPr/>
                  <p14:nvPr/>
                </p14:nvContentPartPr>
                <p14:xfrm>
                  <a:off x="6841262" y="5043649"/>
                  <a:ext cx="88200" cy="70200"/>
                </p14:xfrm>
              </p:contentPart>
            </mc:Choice>
            <mc:Fallback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B7EB120B-3618-976B-650B-F44B6AFC02B4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6827898" y="5030788"/>
                    <a:ext cx="114393" cy="964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3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0B8CF080-B5D9-7791-BFC1-B7307BEF8FB3}"/>
                      </a:ext>
                    </a:extLst>
                  </p14:cNvPr>
                  <p14:cNvContentPartPr/>
                  <p14:nvPr/>
                </p14:nvContentPartPr>
                <p14:xfrm>
                  <a:off x="7006502" y="4947169"/>
                  <a:ext cx="36360" cy="220680"/>
                </p14:xfrm>
              </p:contentPart>
            </mc:Choice>
            <mc:Fallback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0B8CF080-B5D9-7791-BFC1-B7307BEF8FB3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6993134" y="4933746"/>
                    <a:ext cx="62561" cy="2469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5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0F374EB0-7DF6-237B-5695-0C8EF987A035}"/>
                      </a:ext>
                    </a:extLst>
                  </p14:cNvPr>
                  <p14:cNvContentPartPr/>
                  <p14:nvPr/>
                </p14:nvContentPartPr>
                <p14:xfrm>
                  <a:off x="7007222" y="5024929"/>
                  <a:ext cx="57600" cy="14040"/>
                </p14:xfrm>
              </p:contentPart>
            </mc:Choice>
            <mc:Fallback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0F374EB0-7DF6-237B-5695-0C8EF987A035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6993889" y="5011429"/>
                    <a:ext cx="83733" cy="405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7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4D26C304-D9B5-C5CF-AA23-58843FC3AED2}"/>
                      </a:ext>
                    </a:extLst>
                  </p14:cNvPr>
                  <p14:cNvContentPartPr/>
                  <p14:nvPr/>
                </p14:nvContentPartPr>
                <p14:xfrm>
                  <a:off x="6844502" y="5034649"/>
                  <a:ext cx="57240" cy="33840"/>
                </p14:xfrm>
              </p:contentPart>
            </mc:Choice>
            <mc:Fallback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4D26C304-D9B5-C5CF-AA23-58843FC3AED2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6831663" y="5021430"/>
                    <a:ext cx="83453" cy="597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9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2A9B00B1-19E5-B09F-D838-BB7BD1C8BC9D}"/>
                      </a:ext>
                    </a:extLst>
                  </p14:cNvPr>
                  <p14:cNvContentPartPr/>
                  <p14:nvPr/>
                </p14:nvContentPartPr>
                <p14:xfrm>
                  <a:off x="7210262" y="5073169"/>
                  <a:ext cx="95760" cy="29880"/>
                </p14:xfrm>
              </p:contentPart>
            </mc:Choice>
            <mc:Fallback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2A9B00B1-19E5-B09F-D838-BB7BD1C8BC9D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7196888" y="5059830"/>
                    <a:ext cx="121974" cy="560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1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11BAB068-2652-5E68-F919-04A3B1EE00D6}"/>
                      </a:ext>
                    </a:extLst>
                  </p14:cNvPr>
                  <p14:cNvContentPartPr/>
                  <p14:nvPr/>
                </p14:nvContentPartPr>
                <p14:xfrm>
                  <a:off x="7219622" y="5100529"/>
                  <a:ext cx="153720" cy="24480"/>
                </p14:xfrm>
              </p:contentPart>
            </mc:Choice>
            <mc:Fallback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11BAB068-2652-5E68-F919-04A3B1EE00D6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7206185" y="5087225"/>
                    <a:ext cx="180057" cy="505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3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A1FD9315-EBD0-AD1D-A492-97BBB79F37BD}"/>
                      </a:ext>
                    </a:extLst>
                  </p14:cNvPr>
                  <p14:cNvContentPartPr/>
                  <p14:nvPr/>
                </p14:nvContentPartPr>
                <p14:xfrm>
                  <a:off x="7478102" y="4961569"/>
                  <a:ext cx="152640" cy="170640"/>
                </p14:xfrm>
              </p:contentPart>
            </mc:Choice>
            <mc:Fallback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A1FD9315-EBD0-AD1D-A492-97BBB79F37BD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7464713" y="4948154"/>
                    <a:ext cx="178883" cy="1969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5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45A6B5D7-ABA5-FF79-25BC-119973076FCB}"/>
                      </a:ext>
                    </a:extLst>
                  </p14:cNvPr>
                  <p14:cNvContentPartPr/>
                  <p14:nvPr/>
                </p14:nvContentPartPr>
                <p14:xfrm>
                  <a:off x="7510862" y="5020249"/>
                  <a:ext cx="174240" cy="27720"/>
                </p14:xfrm>
              </p:contentPart>
            </mc:Choice>
            <mc:Fallback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45A6B5D7-ABA5-FF79-25BC-119973076FCB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7497995" y="5007455"/>
                    <a:ext cx="200510" cy="5384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CCA5A5D-0BB9-5039-AC43-833B8D9FAD08}"/>
                </a:ext>
              </a:extLst>
            </p:cNvPr>
            <p:cNvGrpSpPr/>
            <p:nvPr/>
          </p:nvGrpSpPr>
          <p:grpSpPr>
            <a:xfrm>
              <a:off x="7963382" y="4650169"/>
              <a:ext cx="1179720" cy="545760"/>
              <a:chOff x="7963382" y="4650169"/>
              <a:chExt cx="1179720" cy="5457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47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EA855E33-8A93-47FC-F1D9-E92E6EF888B1}"/>
                      </a:ext>
                    </a:extLst>
                  </p14:cNvPr>
                  <p14:cNvContentPartPr/>
                  <p14:nvPr/>
                </p14:nvContentPartPr>
                <p14:xfrm>
                  <a:off x="7963382" y="4650169"/>
                  <a:ext cx="176760" cy="545760"/>
                </p14:xfrm>
              </p:contentPart>
            </mc:Choice>
            <mc:Fallback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EA855E33-8A93-47FC-F1D9-E92E6EF888B1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7949991" y="4636753"/>
                    <a:ext cx="203006" cy="5720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9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2E5DE682-5610-0028-C76C-7B09CF698C25}"/>
                      </a:ext>
                    </a:extLst>
                  </p14:cNvPr>
                  <p14:cNvContentPartPr/>
                  <p14:nvPr/>
                </p14:nvContentPartPr>
                <p14:xfrm>
                  <a:off x="8180462" y="4862929"/>
                  <a:ext cx="107280" cy="124560"/>
                </p14:xfrm>
              </p:contentPart>
            </mc:Choice>
            <mc:Fallback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2E5DE682-5610-0028-C76C-7B09CF698C25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8167052" y="4850099"/>
                    <a:ext cx="133564" cy="1507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1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E5D1A138-C280-DF1D-F3B6-C2C042944989}"/>
                      </a:ext>
                    </a:extLst>
                  </p14:cNvPr>
                  <p14:cNvContentPartPr/>
                  <p14:nvPr/>
                </p14:nvContentPartPr>
                <p14:xfrm>
                  <a:off x="8345342" y="4867249"/>
                  <a:ext cx="28440" cy="218160"/>
                </p14:xfrm>
              </p:contentPart>
            </mc:Choice>
            <mc:Fallback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E5D1A138-C280-DF1D-F3B6-C2C042944989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8332702" y="4853816"/>
                    <a:ext cx="54247" cy="2444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3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38B4AB66-E61E-40B2-0E93-1834308EAF68}"/>
                      </a:ext>
                    </a:extLst>
                  </p14:cNvPr>
                  <p14:cNvContentPartPr/>
                  <p14:nvPr/>
                </p14:nvContentPartPr>
                <p14:xfrm>
                  <a:off x="8341022" y="4847089"/>
                  <a:ext cx="67680" cy="96120"/>
                </p14:xfrm>
              </p:contentPart>
            </mc:Choice>
            <mc:Fallback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38B4AB66-E61E-40B2-0E93-1834308EAF68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8327593" y="4833664"/>
                    <a:ext cx="94000" cy="1224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5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1B4FEB4D-EDED-C9C1-A80B-0643A5442C36}"/>
                      </a:ext>
                    </a:extLst>
                  </p14:cNvPr>
                  <p14:cNvContentPartPr/>
                  <p14:nvPr/>
                </p14:nvContentPartPr>
                <p14:xfrm>
                  <a:off x="8456582" y="4782649"/>
                  <a:ext cx="46440" cy="189720"/>
                </p14:xfrm>
              </p:contentPart>
            </mc:Choice>
            <mc:Fallback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1B4FEB4D-EDED-C9C1-A80B-0643A5442C36}"/>
                      </a:ext>
                    </a:extLst>
                  </p:cNvPr>
                  <p:cNvPicPr/>
                  <p:nvPr/>
                </p:nvPicPr>
                <p:blipFill>
                  <a:blip r:embed="rId156"/>
                  <a:stretch>
                    <a:fillRect/>
                  </a:stretch>
                </p:blipFill>
                <p:spPr>
                  <a:xfrm>
                    <a:off x="8443237" y="4769213"/>
                    <a:ext cx="72596" cy="2160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7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76A0EDC7-8D85-C56F-0CBD-452517BF7889}"/>
                      </a:ext>
                    </a:extLst>
                  </p14:cNvPr>
                  <p14:cNvContentPartPr/>
                  <p14:nvPr/>
                </p14:nvContentPartPr>
                <p14:xfrm>
                  <a:off x="8434982" y="4866889"/>
                  <a:ext cx="127800" cy="106200"/>
                </p14:xfrm>
              </p:contentPart>
            </mc:Choice>
            <mc:Fallback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76A0EDC7-8D85-C56F-0CBD-452517BF7889}"/>
                      </a:ext>
                    </a:extLst>
                  </p:cNvPr>
                  <p:cNvPicPr/>
                  <p:nvPr/>
                </p:nvPicPr>
                <p:blipFill>
                  <a:blip r:embed="rId158"/>
                  <a:stretch>
                    <a:fillRect/>
                  </a:stretch>
                </p:blipFill>
                <p:spPr>
                  <a:xfrm>
                    <a:off x="8421558" y="4853480"/>
                    <a:ext cx="154112" cy="1324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9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F3AE526F-BB25-474F-A891-B13F0742ADCC}"/>
                      </a:ext>
                    </a:extLst>
                  </p14:cNvPr>
                  <p14:cNvContentPartPr/>
                  <p14:nvPr/>
                </p14:nvContentPartPr>
                <p14:xfrm>
                  <a:off x="8545142" y="4779409"/>
                  <a:ext cx="28440" cy="39600"/>
                </p14:xfrm>
              </p:contentPart>
            </mc:Choice>
            <mc:Fallback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F3AE526F-BB25-474F-A891-B13F0742ADCC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8531727" y="4766031"/>
                    <a:ext cx="54734" cy="658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1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8E8C3664-27FD-3F7A-1DE8-7A1EBE34B65D}"/>
                      </a:ext>
                    </a:extLst>
                  </p14:cNvPr>
                  <p14:cNvContentPartPr/>
                  <p14:nvPr/>
                </p14:nvContentPartPr>
                <p14:xfrm>
                  <a:off x="8605262" y="4862929"/>
                  <a:ext cx="205920" cy="97200"/>
                </p14:xfrm>
              </p:contentPart>
            </mc:Choice>
            <mc:Fallback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8E8C3664-27FD-3F7A-1DE8-7A1EBE34B65D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8591856" y="4849577"/>
                    <a:ext cx="232196" cy="1233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3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253AFC42-C8CD-7D08-70A1-1A383FBA505D}"/>
                      </a:ext>
                    </a:extLst>
                  </p14:cNvPr>
                  <p14:cNvContentPartPr/>
                  <p14:nvPr/>
                </p14:nvContentPartPr>
                <p14:xfrm>
                  <a:off x="8832782" y="4725409"/>
                  <a:ext cx="310320" cy="261000"/>
                </p14:xfrm>
              </p:contentPart>
            </mc:Choice>
            <mc:Fallback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253AFC42-C8CD-7D08-70A1-1A383FBA505D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8819360" y="4712011"/>
                    <a:ext cx="336627" cy="287261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5909C3-95EA-9315-9D8D-F503F7462293}"/>
              </a:ext>
            </a:extLst>
          </p:cNvPr>
          <p:cNvGrpSpPr/>
          <p:nvPr/>
        </p:nvGrpSpPr>
        <p:grpSpPr>
          <a:xfrm>
            <a:off x="205742" y="867289"/>
            <a:ext cx="771120" cy="417600"/>
            <a:chOff x="205742" y="867289"/>
            <a:chExt cx="77112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1CF446-B4D8-43B6-C7BF-00543A096BAD}"/>
                    </a:ext>
                  </a:extLst>
                </p14:cNvPr>
                <p14:cNvContentPartPr/>
                <p14:nvPr/>
              </p14:nvContentPartPr>
              <p14:xfrm>
                <a:off x="247862" y="881689"/>
                <a:ext cx="48600" cy="29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1CF446-B4D8-43B6-C7BF-00543A096BA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38862" y="873049"/>
                  <a:ext cx="662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2E984F-E3E9-B0BF-B986-CC53435BB0D7}"/>
                    </a:ext>
                  </a:extLst>
                </p14:cNvPr>
                <p14:cNvContentPartPr/>
                <p14:nvPr/>
              </p14:nvContentPartPr>
              <p14:xfrm>
                <a:off x="205742" y="867289"/>
                <a:ext cx="159840" cy="42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2E984F-E3E9-B0BF-B986-CC53435BB0D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97102" y="858289"/>
                  <a:ext cx="177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73E77D-7DFB-4769-A50A-DCD5B70F4FC3}"/>
                    </a:ext>
                  </a:extLst>
                </p14:cNvPr>
                <p14:cNvContentPartPr/>
                <p14:nvPr/>
              </p14:nvContentPartPr>
              <p14:xfrm>
                <a:off x="212942" y="1023529"/>
                <a:ext cx="115200" cy="20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73E77D-7DFB-4769-A50A-DCD5B70F4FC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3942" y="1014529"/>
                  <a:ext cx="132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9EC97E-C013-0372-77B5-EE1F8E738935}"/>
                    </a:ext>
                  </a:extLst>
                </p14:cNvPr>
                <p14:cNvContentPartPr/>
                <p14:nvPr/>
              </p14:nvContentPartPr>
              <p14:xfrm>
                <a:off x="321302" y="1026409"/>
                <a:ext cx="115200" cy="9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9EC97E-C013-0372-77B5-EE1F8E73893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2302" y="1017769"/>
                  <a:ext cx="132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7372A6-3FF1-D282-EFAD-ADA9AD31CB2C}"/>
                    </a:ext>
                  </a:extLst>
                </p14:cNvPr>
                <p14:cNvContentPartPr/>
                <p14:nvPr/>
              </p14:nvContentPartPr>
              <p14:xfrm>
                <a:off x="480422" y="1040449"/>
                <a:ext cx="28800" cy="101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7372A6-3FF1-D282-EFAD-ADA9AD31CB2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71782" y="1031449"/>
                  <a:ext cx="46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0801BC-7821-F3AB-BD44-ADB218719A2B}"/>
                    </a:ext>
                  </a:extLst>
                </p14:cNvPr>
                <p14:cNvContentPartPr/>
                <p14:nvPr/>
              </p14:nvContentPartPr>
              <p14:xfrm>
                <a:off x="471782" y="934969"/>
                <a:ext cx="37080" cy="34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0801BC-7821-F3AB-BD44-ADB218719A2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63142" y="926329"/>
                  <a:ext cx="54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8D771A3-06E3-033E-43F2-4A574C64A684}"/>
                    </a:ext>
                  </a:extLst>
                </p14:cNvPr>
                <p14:cNvContentPartPr/>
                <p14:nvPr/>
              </p14:nvContentPartPr>
              <p14:xfrm>
                <a:off x="568982" y="1008769"/>
                <a:ext cx="225720" cy="276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8D771A3-06E3-033E-43F2-4A574C64A68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0342" y="1000129"/>
                  <a:ext cx="2433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831256-83EA-0954-E954-DC84B6C7A963}"/>
                    </a:ext>
                  </a:extLst>
                </p14:cNvPr>
                <p14:cNvContentPartPr/>
                <p14:nvPr/>
              </p14:nvContentPartPr>
              <p14:xfrm>
                <a:off x="819542" y="1001569"/>
                <a:ext cx="123840" cy="136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5831256-83EA-0954-E954-DC84B6C7A96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0542" y="992929"/>
                  <a:ext cx="141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606EC8-2E64-9D63-5DCC-4551EF4D2CD1}"/>
                    </a:ext>
                  </a:extLst>
                </p14:cNvPr>
                <p14:cNvContentPartPr/>
                <p14:nvPr/>
              </p14:nvContentPartPr>
              <p14:xfrm>
                <a:off x="255782" y="1195249"/>
                <a:ext cx="410040" cy="34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D606EC8-2E64-9D63-5DCC-4551EF4D2CD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46782" y="1186609"/>
                  <a:ext cx="42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C4550D-21B9-B4DF-4621-74306EC664BC}"/>
                    </a:ext>
                  </a:extLst>
                </p14:cNvPr>
                <p14:cNvContentPartPr/>
                <p14:nvPr/>
              </p14:nvContentPartPr>
              <p14:xfrm>
                <a:off x="878222" y="1202809"/>
                <a:ext cx="98640" cy="1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C4550D-21B9-B4DF-4621-74306EC664B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9582" y="1194169"/>
                  <a:ext cx="1162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0C9D03C-93C1-9A0A-5B4A-7BB969C7DD7E}"/>
              </a:ext>
            </a:extLst>
          </p:cNvPr>
          <p:cNvGrpSpPr/>
          <p:nvPr/>
        </p:nvGrpSpPr>
        <p:grpSpPr>
          <a:xfrm>
            <a:off x="5734262" y="787009"/>
            <a:ext cx="1000080" cy="437400"/>
            <a:chOff x="5734262" y="787009"/>
            <a:chExt cx="100008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115C7F-A379-0BBB-4A58-694B810EE557}"/>
                    </a:ext>
                  </a:extLst>
                </p14:cNvPr>
                <p14:cNvContentPartPr/>
                <p14:nvPr/>
              </p14:nvContentPartPr>
              <p14:xfrm>
                <a:off x="5754782" y="882769"/>
                <a:ext cx="14760" cy="169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115C7F-A379-0BBB-4A58-694B810EE55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746142" y="874129"/>
                  <a:ext cx="3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D54C2C-CC5B-1E92-7215-9700BFD46D7D}"/>
                    </a:ext>
                  </a:extLst>
                </p14:cNvPr>
                <p14:cNvContentPartPr/>
                <p14:nvPr/>
              </p14:nvContentPartPr>
              <p14:xfrm>
                <a:off x="5734262" y="872689"/>
                <a:ext cx="111600" cy="39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D54C2C-CC5B-1E92-7215-9700BFD46D7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725262" y="863689"/>
                  <a:ext cx="129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B0D236-ACF6-EFB4-8F58-53C6F6AB4182}"/>
                    </a:ext>
                  </a:extLst>
                </p14:cNvPr>
                <p14:cNvContentPartPr/>
                <p14:nvPr/>
              </p14:nvContentPartPr>
              <p14:xfrm>
                <a:off x="5756942" y="955849"/>
                <a:ext cx="82440" cy="20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B0D236-ACF6-EFB4-8F58-53C6F6AB418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48302" y="947209"/>
                  <a:ext cx="100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60FC49-3358-89C9-6726-0B2D96D7646C}"/>
                    </a:ext>
                  </a:extLst>
                </p14:cNvPr>
                <p14:cNvContentPartPr/>
                <p14:nvPr/>
              </p14:nvContentPartPr>
              <p14:xfrm>
                <a:off x="5767022" y="1039009"/>
                <a:ext cx="118080" cy="27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60FC49-3358-89C9-6726-0B2D96D7646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758022" y="1030369"/>
                  <a:ext cx="135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042728-D4C4-1F98-D6B4-0877FE891D6B}"/>
                    </a:ext>
                  </a:extLst>
                </p14:cNvPr>
                <p14:cNvContentPartPr/>
                <p14:nvPr/>
              </p14:nvContentPartPr>
              <p14:xfrm>
                <a:off x="5906342" y="945769"/>
                <a:ext cx="61920" cy="103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042728-D4C4-1F98-D6B4-0877FE891D6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897702" y="937129"/>
                  <a:ext cx="79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C47F60E-AAA7-47D2-367D-9366DE80A4C1}"/>
                    </a:ext>
                  </a:extLst>
                </p14:cNvPr>
                <p14:cNvContentPartPr/>
                <p14:nvPr/>
              </p14:nvContentPartPr>
              <p14:xfrm>
                <a:off x="5905622" y="946129"/>
                <a:ext cx="113760" cy="137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C47F60E-AAA7-47D2-367D-9366DE80A4C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896982" y="937129"/>
                  <a:ext cx="131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321050F-0F1E-249D-10C1-E5A95780B226}"/>
                    </a:ext>
                  </a:extLst>
                </p14:cNvPr>
                <p14:cNvContentPartPr/>
                <p14:nvPr/>
              </p14:nvContentPartPr>
              <p14:xfrm>
                <a:off x="6052502" y="963049"/>
                <a:ext cx="75960" cy="261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321050F-0F1E-249D-10C1-E5A95780B22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43862" y="954049"/>
                  <a:ext cx="93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B11C86-84F5-9B9F-C616-036EA86BC2AC}"/>
                    </a:ext>
                  </a:extLst>
                </p14:cNvPr>
                <p14:cNvContentPartPr/>
                <p14:nvPr/>
              </p14:nvContentPartPr>
              <p14:xfrm>
                <a:off x="6051422" y="931009"/>
                <a:ext cx="64440" cy="109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B11C86-84F5-9B9F-C616-036EA86BC2A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042422" y="922369"/>
                  <a:ext cx="82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78AD2CB-8BF2-FD27-72A0-FBB45B73BDBA}"/>
                    </a:ext>
                  </a:extLst>
                </p14:cNvPr>
                <p14:cNvContentPartPr/>
                <p14:nvPr/>
              </p14:nvContentPartPr>
              <p14:xfrm>
                <a:off x="6167342" y="839209"/>
                <a:ext cx="23040" cy="197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78AD2CB-8BF2-FD27-72A0-FBB45B73BDB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158702" y="830209"/>
                  <a:ext cx="40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BAEB5C4-9E7B-B0F7-A812-68E8CBF11576}"/>
                    </a:ext>
                  </a:extLst>
                </p14:cNvPr>
                <p14:cNvContentPartPr/>
                <p14:nvPr/>
              </p14:nvContentPartPr>
              <p14:xfrm>
                <a:off x="6215222" y="958729"/>
                <a:ext cx="82440" cy="95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BAEB5C4-9E7B-B0F7-A812-68E8CBF1157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06222" y="949729"/>
                  <a:ext cx="100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89612F5-325B-62B4-4DC0-301D15E9DF5B}"/>
                    </a:ext>
                  </a:extLst>
                </p14:cNvPr>
                <p14:cNvContentPartPr/>
                <p14:nvPr/>
              </p14:nvContentPartPr>
              <p14:xfrm>
                <a:off x="6294062" y="961609"/>
                <a:ext cx="153720" cy="81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89612F5-325B-62B4-4DC0-301D15E9DF5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285422" y="952969"/>
                  <a:ext cx="171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8A965AD-6E6D-97D8-A060-696139CE31CE}"/>
                    </a:ext>
                  </a:extLst>
                </p14:cNvPr>
                <p14:cNvContentPartPr/>
                <p14:nvPr/>
              </p14:nvContentPartPr>
              <p14:xfrm>
                <a:off x="6464702" y="980689"/>
                <a:ext cx="144360" cy="68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8A965AD-6E6D-97D8-A060-696139CE31C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456062" y="972049"/>
                  <a:ext cx="162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3C9DF73-30E4-1172-31BB-465068710114}"/>
                    </a:ext>
                  </a:extLst>
                </p14:cNvPr>
                <p14:cNvContentPartPr/>
                <p14:nvPr/>
              </p14:nvContentPartPr>
              <p14:xfrm>
                <a:off x="6595022" y="787009"/>
                <a:ext cx="139320" cy="268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3C9DF73-30E4-1172-31BB-46506871011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586022" y="778369"/>
                  <a:ext cx="1569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B0D93E5-670C-E2AF-8724-81309DCC145A}"/>
                    </a:ext>
                  </a:extLst>
                </p14:cNvPr>
                <p14:cNvContentPartPr/>
                <p14:nvPr/>
              </p14:nvContentPartPr>
              <p14:xfrm>
                <a:off x="6155102" y="1080769"/>
                <a:ext cx="523440" cy="47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B0D93E5-670C-E2AF-8724-81309DCC145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146102" y="1071769"/>
                  <a:ext cx="541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FF75602-9096-AC3D-0FA8-20EA7547F1FA}"/>
                    </a:ext>
                  </a:extLst>
                </p14:cNvPr>
                <p14:cNvContentPartPr/>
                <p14:nvPr/>
              </p14:nvContentPartPr>
              <p14:xfrm>
                <a:off x="5757662" y="1141609"/>
                <a:ext cx="235800" cy="19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FF75602-9096-AC3D-0FA8-20EA7547F1F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748662" y="1132609"/>
                  <a:ext cx="2534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0822B80-49E6-15AA-A892-D3A174AF2A2D}"/>
              </a:ext>
            </a:extLst>
          </p:cNvPr>
          <p:cNvGrpSpPr/>
          <p:nvPr/>
        </p:nvGrpSpPr>
        <p:grpSpPr>
          <a:xfrm>
            <a:off x="3086822" y="915889"/>
            <a:ext cx="415080" cy="343080"/>
            <a:chOff x="3086822" y="915889"/>
            <a:chExt cx="41508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744764B-976D-D997-1D89-CE5B7D933290}"/>
                    </a:ext>
                  </a:extLst>
                </p14:cNvPr>
                <p14:cNvContentPartPr/>
                <p14:nvPr/>
              </p14:nvContentPartPr>
              <p14:xfrm>
                <a:off x="3189782" y="1005889"/>
                <a:ext cx="148320" cy="186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744764B-976D-D997-1D89-CE5B7D93329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181142" y="996889"/>
                  <a:ext cx="165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C73C51D-023B-F16C-6903-BA00F264EA2F}"/>
                    </a:ext>
                  </a:extLst>
                </p14:cNvPr>
                <p14:cNvContentPartPr/>
                <p14:nvPr/>
              </p14:nvContentPartPr>
              <p14:xfrm>
                <a:off x="3086822" y="915889"/>
                <a:ext cx="415080" cy="343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C73C51D-023B-F16C-6903-BA00F264EA2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077822" y="906889"/>
                  <a:ext cx="432720" cy="36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DBD5B29-E8A7-E27C-3EA7-B8C26CF09C19}"/>
                  </a:ext>
                </a:extLst>
              </p14:cNvPr>
              <p14:cNvContentPartPr/>
              <p14:nvPr/>
            </p14:nvContentPartPr>
            <p14:xfrm>
              <a:off x="439382" y="1356529"/>
              <a:ext cx="196200" cy="1738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DBD5B29-E8A7-E27C-3EA7-B8C26CF09C1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30742" y="1347889"/>
                <a:ext cx="21384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B841D6E-1573-5B9A-DF91-18395C32A2A7}"/>
              </a:ext>
            </a:extLst>
          </p:cNvPr>
          <p:cNvGrpSpPr/>
          <p:nvPr/>
        </p:nvGrpSpPr>
        <p:grpSpPr>
          <a:xfrm>
            <a:off x="2423702" y="1213969"/>
            <a:ext cx="696960" cy="698760"/>
            <a:chOff x="2423702" y="1213969"/>
            <a:chExt cx="696960" cy="69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D61A12-A6DA-7446-EAAE-ED944BDE282B}"/>
                    </a:ext>
                  </a:extLst>
                </p14:cNvPr>
                <p14:cNvContentPartPr/>
                <p14:nvPr/>
              </p14:nvContentPartPr>
              <p14:xfrm>
                <a:off x="2723582" y="1213969"/>
                <a:ext cx="397080" cy="354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D61A12-A6DA-7446-EAAE-ED944BDE282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714942" y="1205329"/>
                  <a:ext cx="4147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6378C0-6490-B7D1-26E2-AE60FA48FC0C}"/>
                    </a:ext>
                  </a:extLst>
                </p14:cNvPr>
                <p14:cNvContentPartPr/>
                <p14:nvPr/>
              </p14:nvContentPartPr>
              <p14:xfrm>
                <a:off x="2520902" y="1705009"/>
                <a:ext cx="110520" cy="167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6378C0-6490-B7D1-26E2-AE60FA48FC0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511902" y="1696009"/>
                  <a:ext cx="128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A3EB35-0502-11C3-4CBB-34825DA64B36}"/>
                    </a:ext>
                  </a:extLst>
                </p14:cNvPr>
                <p14:cNvContentPartPr/>
                <p14:nvPr/>
              </p14:nvContentPartPr>
              <p14:xfrm>
                <a:off x="2525222" y="1781689"/>
                <a:ext cx="123840" cy="37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A3EB35-0502-11C3-4CBB-34825DA64B3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516582" y="1773049"/>
                  <a:ext cx="141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7147FB4-E5F9-FF9D-EA0F-C8C495DE6EC6}"/>
                    </a:ext>
                  </a:extLst>
                </p14:cNvPr>
                <p14:cNvContentPartPr/>
                <p14:nvPr/>
              </p14:nvContentPartPr>
              <p14:xfrm>
                <a:off x="2423702" y="1641649"/>
                <a:ext cx="310680" cy="271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7147FB4-E5F9-FF9D-EA0F-C8C495DE6EC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415062" y="1632649"/>
                  <a:ext cx="32832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203DD1C-455A-314E-FBFF-98371D44A51C}"/>
              </a:ext>
            </a:extLst>
          </p:cNvPr>
          <p:cNvGrpSpPr/>
          <p:nvPr/>
        </p:nvGrpSpPr>
        <p:grpSpPr>
          <a:xfrm>
            <a:off x="3445382" y="1213609"/>
            <a:ext cx="545040" cy="691920"/>
            <a:chOff x="3445382" y="1213609"/>
            <a:chExt cx="545040" cy="69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88FDAA-7418-5F59-9147-678ABF771975}"/>
                    </a:ext>
                  </a:extLst>
                </p14:cNvPr>
                <p14:cNvContentPartPr/>
                <p14:nvPr/>
              </p14:nvContentPartPr>
              <p14:xfrm>
                <a:off x="3445382" y="1213609"/>
                <a:ext cx="272520" cy="365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88FDAA-7418-5F59-9147-678ABF77197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436742" y="1204609"/>
                  <a:ext cx="2901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122119-B5BF-4CD5-4CA0-49FA5C071035}"/>
                    </a:ext>
                  </a:extLst>
                </p14:cNvPr>
                <p14:cNvContentPartPr/>
                <p14:nvPr/>
              </p14:nvContentPartPr>
              <p14:xfrm>
                <a:off x="3765782" y="1688809"/>
                <a:ext cx="27720" cy="122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122119-B5BF-4CD5-4CA0-49FA5C07103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756782" y="1680169"/>
                  <a:ext cx="45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206402F-B2AB-E66D-4C83-2DAD86D55FDC}"/>
                    </a:ext>
                  </a:extLst>
                </p14:cNvPr>
                <p14:cNvContentPartPr/>
                <p14:nvPr/>
              </p14:nvContentPartPr>
              <p14:xfrm>
                <a:off x="3725822" y="1660009"/>
                <a:ext cx="179640" cy="168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206402F-B2AB-E66D-4C83-2DAD86D55FD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717182" y="1651009"/>
                  <a:ext cx="197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538E485-78CD-837E-E11B-574B005EDE44}"/>
                    </a:ext>
                  </a:extLst>
                </p14:cNvPr>
                <p14:cNvContentPartPr/>
                <p14:nvPr/>
              </p14:nvContentPartPr>
              <p14:xfrm>
                <a:off x="3619982" y="1553089"/>
                <a:ext cx="370440" cy="352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538E485-78CD-837E-E11B-574B005EDE4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610982" y="1544089"/>
                  <a:ext cx="388080" cy="37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1FEF8CC-219B-BC7E-5DED-D92CB22BFDCD}"/>
                  </a:ext>
                </a:extLst>
              </p14:cNvPr>
              <p14:cNvContentPartPr/>
              <p14:nvPr/>
            </p14:nvContentPartPr>
            <p14:xfrm>
              <a:off x="337142" y="1301449"/>
              <a:ext cx="369360" cy="294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1FEF8CC-219B-BC7E-5DED-D92CB22BFDCD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328142" y="1292809"/>
                <a:ext cx="3870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7E8983F-A90B-9CA5-F164-07703D35E7D2}"/>
                  </a:ext>
                </a:extLst>
              </p14:cNvPr>
              <p14:cNvContentPartPr/>
              <p14:nvPr/>
            </p14:nvContentPartPr>
            <p14:xfrm>
              <a:off x="2752742" y="1225489"/>
              <a:ext cx="65880" cy="1911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7E8983F-A90B-9CA5-F164-07703D35E7D2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744102" y="1216849"/>
                <a:ext cx="835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332B54E-8E43-F05C-FDE6-29F9CCF089DE}"/>
                  </a:ext>
                </a:extLst>
              </p14:cNvPr>
              <p14:cNvContentPartPr/>
              <p14:nvPr/>
            </p14:nvContentPartPr>
            <p14:xfrm>
              <a:off x="3586862" y="1232689"/>
              <a:ext cx="145440" cy="113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332B54E-8E43-F05C-FDE6-29F9CCF089DE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3578222" y="1224049"/>
                <a:ext cx="16308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1CA75AE-1947-9C78-6939-89E127D0AA7A}"/>
              </a:ext>
            </a:extLst>
          </p:cNvPr>
          <p:cNvGrpSpPr/>
          <p:nvPr/>
        </p:nvGrpSpPr>
        <p:grpSpPr>
          <a:xfrm>
            <a:off x="3654902" y="1948729"/>
            <a:ext cx="773640" cy="155880"/>
            <a:chOff x="3654902" y="1948729"/>
            <a:chExt cx="77364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DC2641A-D181-46A2-6E14-62A1394EC662}"/>
                    </a:ext>
                  </a:extLst>
                </p14:cNvPr>
                <p14:cNvContentPartPr/>
                <p14:nvPr/>
              </p14:nvContentPartPr>
              <p14:xfrm>
                <a:off x="3654902" y="1973929"/>
                <a:ext cx="100800" cy="130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DC2641A-D181-46A2-6E14-62A1394EC66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645902" y="1965289"/>
                  <a:ext cx="118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0760CE-4254-4C46-D1F8-D1EE21616008}"/>
                    </a:ext>
                  </a:extLst>
                </p14:cNvPr>
                <p14:cNvContentPartPr/>
                <p14:nvPr/>
              </p14:nvContentPartPr>
              <p14:xfrm>
                <a:off x="3800702" y="2020369"/>
                <a:ext cx="138600" cy="16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0760CE-4254-4C46-D1F8-D1EE2161600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791702" y="2011369"/>
                  <a:ext cx="156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CD5B488-1EB6-0BC1-F186-E84F4A46BAFA}"/>
                    </a:ext>
                  </a:extLst>
                </p14:cNvPr>
                <p14:cNvContentPartPr/>
                <p14:nvPr/>
              </p14:nvContentPartPr>
              <p14:xfrm>
                <a:off x="3861542" y="1993369"/>
                <a:ext cx="19800" cy="102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CD5B488-1EB6-0BC1-F186-E84F4A46BAF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852902" y="1984369"/>
                  <a:ext cx="37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5348BB7-EA2F-4F30-5F2E-78092F0F1232}"/>
                    </a:ext>
                  </a:extLst>
                </p14:cNvPr>
                <p14:cNvContentPartPr/>
                <p14:nvPr/>
              </p14:nvContentPartPr>
              <p14:xfrm>
                <a:off x="3966662" y="1969609"/>
                <a:ext cx="86040" cy="1148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5348BB7-EA2F-4F30-5F2E-78092F0F123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958022" y="1960609"/>
                  <a:ext cx="103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C5901F7-CEFF-E1D9-931B-214D723A01E7}"/>
                    </a:ext>
                  </a:extLst>
                </p14:cNvPr>
                <p14:cNvContentPartPr/>
                <p14:nvPr/>
              </p14:nvContentPartPr>
              <p14:xfrm>
                <a:off x="3971342" y="1957009"/>
                <a:ext cx="166680" cy="30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C5901F7-CEFF-E1D9-931B-214D723A01E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962342" y="1948009"/>
                  <a:ext cx="184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82082B8-ECC3-DD34-0B0C-3FA3BFCA8730}"/>
                    </a:ext>
                  </a:extLst>
                </p14:cNvPr>
                <p14:cNvContentPartPr/>
                <p14:nvPr/>
              </p14:nvContentPartPr>
              <p14:xfrm>
                <a:off x="4156382" y="2014249"/>
                <a:ext cx="87840" cy="14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82082B8-ECC3-DD34-0B0C-3FA3BFCA873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147382" y="2005609"/>
                  <a:ext cx="105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793247F-D9A6-90E3-2672-E726E405D5D3}"/>
                    </a:ext>
                  </a:extLst>
                </p14:cNvPr>
                <p14:cNvContentPartPr/>
                <p14:nvPr/>
              </p14:nvContentPartPr>
              <p14:xfrm>
                <a:off x="4141982" y="2065009"/>
                <a:ext cx="122040" cy="14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793247F-D9A6-90E3-2672-E726E405D5D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132982" y="2056009"/>
                  <a:ext cx="139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8DB3333-42FF-2CB3-AEE9-F220B7E556CB}"/>
                    </a:ext>
                  </a:extLst>
                </p14:cNvPr>
                <p14:cNvContentPartPr/>
                <p14:nvPr/>
              </p14:nvContentPartPr>
              <p14:xfrm>
                <a:off x="4286342" y="1948729"/>
                <a:ext cx="115200" cy="144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8DB3333-42FF-2CB3-AEE9-F220B7E556C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277342" y="1939729"/>
                  <a:ext cx="132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792CE92-26A6-6327-4856-3C1781B37018}"/>
                    </a:ext>
                  </a:extLst>
                </p14:cNvPr>
                <p14:cNvContentPartPr/>
                <p14:nvPr/>
              </p14:nvContentPartPr>
              <p14:xfrm>
                <a:off x="4288862" y="2004529"/>
                <a:ext cx="139680" cy="24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792CE92-26A6-6327-4856-3C1781B3701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280222" y="1995889"/>
                  <a:ext cx="1573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C548C73-68D1-9551-311B-EA59E9DF50FC}"/>
              </a:ext>
            </a:extLst>
          </p:cNvPr>
          <p:cNvGrpSpPr/>
          <p:nvPr/>
        </p:nvGrpSpPr>
        <p:grpSpPr>
          <a:xfrm>
            <a:off x="2340902" y="1958449"/>
            <a:ext cx="675360" cy="304560"/>
            <a:chOff x="2340902" y="1958449"/>
            <a:chExt cx="67536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0EAC01-DFA9-BFD5-F73B-B9647171AC3C}"/>
                    </a:ext>
                  </a:extLst>
                </p14:cNvPr>
                <p14:cNvContentPartPr/>
                <p14:nvPr/>
              </p14:nvContentPartPr>
              <p14:xfrm>
                <a:off x="2340902" y="1969969"/>
                <a:ext cx="103680" cy="176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0EAC01-DFA9-BFD5-F73B-B9647171AC3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332262" y="1960969"/>
                  <a:ext cx="121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DFABE87-0FAC-32CB-4458-4F2D5F030FFE}"/>
                    </a:ext>
                  </a:extLst>
                </p14:cNvPr>
                <p14:cNvContentPartPr/>
                <p14:nvPr/>
              </p14:nvContentPartPr>
              <p14:xfrm>
                <a:off x="2471942" y="2064289"/>
                <a:ext cx="115560" cy="14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DFABE87-0FAC-32CB-4458-4F2D5F030FF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462942" y="2055289"/>
                  <a:ext cx="133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B274DD8-FA9D-DEA1-9DB5-32B172A11379}"/>
                    </a:ext>
                  </a:extLst>
                </p14:cNvPr>
                <p14:cNvContentPartPr/>
                <p14:nvPr/>
              </p14:nvContentPartPr>
              <p14:xfrm>
                <a:off x="2512982" y="2032609"/>
                <a:ext cx="38160" cy="111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B274DD8-FA9D-DEA1-9DB5-32B172A1137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503982" y="2023609"/>
                  <a:ext cx="55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CC210BA-FB70-3FA7-24D9-D02D30129E93}"/>
                    </a:ext>
                  </a:extLst>
                </p14:cNvPr>
                <p14:cNvContentPartPr/>
                <p14:nvPr/>
              </p14:nvContentPartPr>
              <p14:xfrm>
                <a:off x="2688662" y="1975369"/>
                <a:ext cx="18360" cy="140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CC210BA-FB70-3FA7-24D9-D02D30129E9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680022" y="1966369"/>
                  <a:ext cx="36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35D35FE-0F35-28AA-AADE-DE17210E6D7D}"/>
                    </a:ext>
                  </a:extLst>
                </p14:cNvPr>
                <p14:cNvContentPartPr/>
                <p14:nvPr/>
              </p14:nvContentPartPr>
              <p14:xfrm>
                <a:off x="2756342" y="2033329"/>
                <a:ext cx="86040" cy="16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35D35FE-0F35-28AA-AADE-DE17210E6D7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747342" y="2024329"/>
                  <a:ext cx="103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0394A2-9660-056C-7CB9-3A1D5E4E1E3C}"/>
                    </a:ext>
                  </a:extLst>
                </p14:cNvPr>
                <p14:cNvContentPartPr/>
                <p14:nvPr/>
              </p14:nvContentPartPr>
              <p14:xfrm>
                <a:off x="2745182" y="2062849"/>
                <a:ext cx="118440" cy="28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0394A2-9660-056C-7CB9-3A1D5E4E1E3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736542" y="2053849"/>
                  <a:ext cx="136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E90C695-DDDB-A286-3EEE-CCFCA430B5DD}"/>
                    </a:ext>
                  </a:extLst>
                </p14:cNvPr>
                <p14:cNvContentPartPr/>
                <p14:nvPr/>
              </p14:nvContentPartPr>
              <p14:xfrm>
                <a:off x="2887022" y="1982209"/>
                <a:ext cx="115920" cy="126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E90C695-DDDB-A286-3EEE-CCFCA430B5D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878382" y="1973209"/>
                  <a:ext cx="133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3A8868-9CBB-20A1-9B03-7B2C0B48531B}"/>
                    </a:ext>
                  </a:extLst>
                </p14:cNvPr>
                <p14:cNvContentPartPr/>
                <p14:nvPr/>
              </p14:nvContentPartPr>
              <p14:xfrm>
                <a:off x="2862182" y="1958449"/>
                <a:ext cx="154080" cy="306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3A8868-9CBB-20A1-9B03-7B2C0B48531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853542" y="1949809"/>
                  <a:ext cx="171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C700443-DE63-F26C-1A0C-F702C6C2E04D}"/>
                    </a:ext>
                  </a:extLst>
                </p14:cNvPr>
                <p14:cNvContentPartPr/>
                <p14:nvPr/>
              </p14:nvContentPartPr>
              <p14:xfrm>
                <a:off x="2862902" y="2180569"/>
                <a:ext cx="153360" cy="18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C700443-DE63-F26C-1A0C-F702C6C2E04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853902" y="2171569"/>
                  <a:ext cx="171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ACDB180-CCDA-05CE-5DC1-DDED54D7080E}"/>
                    </a:ext>
                  </a:extLst>
                </p14:cNvPr>
                <p14:cNvContentPartPr/>
                <p14:nvPr/>
              </p14:nvContentPartPr>
              <p14:xfrm>
                <a:off x="2868662" y="2247529"/>
                <a:ext cx="119880" cy="15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ACDB180-CCDA-05CE-5DC1-DDED54D7080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859662" y="2238889"/>
                  <a:ext cx="13752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FE20994-635D-FDF3-643C-7DA6F14CF68E}"/>
                  </a:ext>
                </a:extLst>
              </p14:cNvPr>
              <p14:cNvContentPartPr/>
              <p14:nvPr/>
            </p14:nvContentPartPr>
            <p14:xfrm>
              <a:off x="6132422" y="1255369"/>
              <a:ext cx="152280" cy="1782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FE20994-635D-FDF3-643C-7DA6F14CF68E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6123422" y="1246729"/>
                <a:ext cx="1699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14B0282F-CAC8-60A0-9248-95410C01BFA3}"/>
                  </a:ext>
                </a:extLst>
              </p14:cNvPr>
              <p14:cNvContentPartPr/>
              <p14:nvPr/>
            </p14:nvContentPartPr>
            <p14:xfrm>
              <a:off x="2017622" y="1739209"/>
              <a:ext cx="262800" cy="1429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14B0282F-CAC8-60A0-9248-95410C01BFA3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2008622" y="1730569"/>
                <a:ext cx="280440" cy="16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1B2F914-F3B4-F206-5078-DE5863499E18}"/>
              </a:ext>
            </a:extLst>
          </p:cNvPr>
          <p:cNvGrpSpPr/>
          <p:nvPr/>
        </p:nvGrpSpPr>
        <p:grpSpPr>
          <a:xfrm>
            <a:off x="208622" y="1590169"/>
            <a:ext cx="853825" cy="404280"/>
            <a:chOff x="208622" y="1590169"/>
            <a:chExt cx="853825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BCDB5A2-69ED-CCB2-7E06-070CE84F1BAA}"/>
                    </a:ext>
                  </a:extLst>
                </p14:cNvPr>
                <p14:cNvContentPartPr/>
                <p14:nvPr/>
              </p14:nvContentPartPr>
              <p14:xfrm>
                <a:off x="251822" y="1648129"/>
                <a:ext cx="99720" cy="144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BCDB5A2-69ED-CCB2-7E06-070CE84F1BA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43182" y="1639489"/>
                  <a:ext cx="117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FCE42FB-8AF5-3DEB-62E2-DA50D005367F}"/>
                    </a:ext>
                  </a:extLst>
                </p14:cNvPr>
                <p14:cNvContentPartPr/>
                <p14:nvPr/>
              </p14:nvContentPartPr>
              <p14:xfrm>
                <a:off x="381782" y="1735969"/>
                <a:ext cx="138960" cy="19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FCE42FB-8AF5-3DEB-62E2-DA50D005367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72782" y="1726969"/>
                  <a:ext cx="156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9491BAA-59DE-4923-6E27-F93D9828C2A6}"/>
                    </a:ext>
                  </a:extLst>
                </p14:cNvPr>
                <p14:cNvContentPartPr/>
                <p14:nvPr/>
              </p14:nvContentPartPr>
              <p14:xfrm>
                <a:off x="628382" y="1620409"/>
                <a:ext cx="86760" cy="155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9491BAA-59DE-4923-6E27-F93D9828C2A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19742" y="1611409"/>
                  <a:ext cx="104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85DA308-5EFF-D3AD-BADB-68A295122BDE}"/>
                    </a:ext>
                  </a:extLst>
                </p14:cNvPr>
                <p14:cNvContentPartPr/>
                <p14:nvPr/>
              </p14:nvContentPartPr>
              <p14:xfrm>
                <a:off x="638822" y="1695649"/>
                <a:ext cx="86760" cy="24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85DA308-5EFF-D3AD-BADB-68A295122BDE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30182" y="1687009"/>
                  <a:ext cx="104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EDD3774-116C-87EB-98FA-0872329DB05D}"/>
                    </a:ext>
                  </a:extLst>
                </p14:cNvPr>
                <p14:cNvContentPartPr/>
                <p14:nvPr/>
              </p14:nvContentPartPr>
              <p14:xfrm>
                <a:off x="208622" y="1856209"/>
                <a:ext cx="133560" cy="127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EDD3774-116C-87EB-98FA-0872329DB05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99982" y="1847209"/>
                  <a:ext cx="151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82A4FD-9A30-B423-2165-A4BAE9789651}"/>
                    </a:ext>
                  </a:extLst>
                </p14:cNvPr>
                <p14:cNvContentPartPr/>
                <p14:nvPr/>
              </p14:nvContentPartPr>
              <p14:xfrm>
                <a:off x="434702" y="1907329"/>
                <a:ext cx="142560" cy="16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82A4FD-9A30-B423-2165-A4BAE978965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26062" y="1898329"/>
                  <a:ext cx="160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C10FC18-F8BA-5E4B-25FE-AD0B0400D877}"/>
                    </a:ext>
                  </a:extLst>
                </p14:cNvPr>
                <p14:cNvContentPartPr/>
                <p14:nvPr/>
              </p14:nvContentPartPr>
              <p14:xfrm>
                <a:off x="666182" y="1875289"/>
                <a:ext cx="20880" cy="96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C10FC18-F8BA-5E4B-25FE-AD0B0400D87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57542" y="1866649"/>
                  <a:ext cx="38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912AE31-853F-F604-BD67-54A018958195}"/>
                    </a:ext>
                  </a:extLst>
                </p14:cNvPr>
                <p14:cNvContentPartPr/>
                <p14:nvPr/>
              </p14:nvContentPartPr>
              <p14:xfrm>
                <a:off x="649622" y="1826329"/>
                <a:ext cx="109440" cy="168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912AE31-853F-F604-BD67-54A01895819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40622" y="1817329"/>
                  <a:ext cx="1270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654C71D-9F61-2968-5A91-570C38111904}"/>
                    </a:ext>
                  </a:extLst>
                </p14:cNvPr>
                <p14:cNvContentPartPr/>
                <p14:nvPr/>
              </p14:nvContentPartPr>
              <p14:xfrm>
                <a:off x="775887" y="1624009"/>
                <a:ext cx="78120" cy="417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654C71D-9F61-2968-5A91-570C3811190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67247" y="1615009"/>
                  <a:ext cx="95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1AF0629-9396-3622-276D-3C794440C256}"/>
                    </a:ext>
                  </a:extLst>
                </p14:cNvPr>
                <p14:cNvContentPartPr/>
                <p14:nvPr/>
              </p14:nvContentPartPr>
              <p14:xfrm>
                <a:off x="773727" y="1715449"/>
                <a:ext cx="57240" cy="446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1AF0629-9396-3622-276D-3C794440C25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64727" y="1706449"/>
                  <a:ext cx="74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0AA46B5-237D-0F13-29FC-AF65428C11FC}"/>
                    </a:ext>
                  </a:extLst>
                </p14:cNvPr>
                <p14:cNvContentPartPr/>
                <p14:nvPr/>
              </p14:nvContentPartPr>
              <p14:xfrm>
                <a:off x="883167" y="1602409"/>
                <a:ext cx="145800" cy="1627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0AA46B5-237D-0F13-29FC-AF65428C11F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74527" y="1593409"/>
                  <a:ext cx="163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E5E4582-144A-C477-A104-0E3340B54F89}"/>
                    </a:ext>
                  </a:extLst>
                </p14:cNvPr>
                <p14:cNvContentPartPr/>
                <p14:nvPr/>
              </p14:nvContentPartPr>
              <p14:xfrm>
                <a:off x="911967" y="1590169"/>
                <a:ext cx="136080" cy="24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E5E4582-144A-C477-A104-0E3340B54F8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02967" y="1581169"/>
                  <a:ext cx="153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E79CFE8-E626-A4F3-7F07-5D263D13A833}"/>
                    </a:ext>
                  </a:extLst>
                </p14:cNvPr>
                <p14:cNvContentPartPr/>
                <p14:nvPr/>
              </p14:nvContentPartPr>
              <p14:xfrm>
                <a:off x="848967" y="1850809"/>
                <a:ext cx="29880" cy="540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E79CFE8-E626-A4F3-7F07-5D263D13A83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40327" y="1841809"/>
                  <a:ext cx="47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EA32530-126D-9494-596E-237853A8F880}"/>
                    </a:ext>
                  </a:extLst>
                </p14:cNvPr>
                <p14:cNvContentPartPr/>
                <p14:nvPr/>
              </p14:nvContentPartPr>
              <p14:xfrm>
                <a:off x="848607" y="1918489"/>
                <a:ext cx="28440" cy="514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EA32530-126D-9494-596E-237853A8F88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39967" y="1909489"/>
                  <a:ext cx="46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37712E0-D4A1-61AF-9C34-A5B47C2CBBDF}"/>
                    </a:ext>
                  </a:extLst>
                </p14:cNvPr>
                <p14:cNvContentPartPr/>
                <p14:nvPr/>
              </p14:nvContentPartPr>
              <p14:xfrm>
                <a:off x="950487" y="1834609"/>
                <a:ext cx="101880" cy="1551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37712E0-D4A1-61AF-9C34-A5B47C2CBBD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41487" y="1825969"/>
                  <a:ext cx="119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812E2E4-AF44-4D72-9B41-700CBCF52EB0}"/>
                    </a:ext>
                  </a:extLst>
                </p14:cNvPr>
                <p14:cNvContentPartPr/>
                <p14:nvPr/>
              </p14:nvContentPartPr>
              <p14:xfrm>
                <a:off x="919887" y="1896169"/>
                <a:ext cx="142560" cy="21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812E2E4-AF44-4D72-9B41-700CBCF52EB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11247" y="1887529"/>
                  <a:ext cx="160200" cy="38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83653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8610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dirty="0">
                <a:solidFill>
                  <a:srgbClr val="0000FF"/>
                </a:solidFill>
                <a:latin typeface="Calibri"/>
                <a:cs typeface="Calibri"/>
              </a:rPr>
              <a:t>Example </a:t>
            </a:r>
            <a:r>
              <a:rPr lang="en-US" sz="4400" spc="-10" dirty="0">
                <a:solidFill>
                  <a:srgbClr val="0000FF"/>
                </a:solidFill>
                <a:latin typeface="Calibri"/>
                <a:cs typeface="Calibri"/>
              </a:rPr>
              <a:t>– Graph Search</a:t>
            </a:r>
            <a:endParaRPr sz="44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CE9F59-363B-27C2-7BEB-ECE5585B5D2E}"/>
              </a:ext>
            </a:extLst>
          </p:cNvPr>
          <p:cNvGrpSpPr/>
          <p:nvPr/>
        </p:nvGrpSpPr>
        <p:grpSpPr>
          <a:xfrm>
            <a:off x="6262606" y="4897578"/>
            <a:ext cx="2830293" cy="1885694"/>
            <a:chOff x="5836107" y="1272171"/>
            <a:chExt cx="2832849" cy="18873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84FCF-B026-4E4B-F6DA-E15AE577B0A2}"/>
              </a:ext>
            </a:extLst>
          </p:cNvPr>
          <p:cNvGrpSpPr/>
          <p:nvPr/>
        </p:nvGrpSpPr>
        <p:grpSpPr>
          <a:xfrm>
            <a:off x="6646117" y="3241063"/>
            <a:ext cx="2156008" cy="320439"/>
            <a:chOff x="6117662" y="2778529"/>
            <a:chExt cx="2371320" cy="3524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C416B3-39D1-F06C-D1C7-CF8FC93D744B}"/>
                </a:ext>
              </a:extLst>
            </p:cNvPr>
            <p:cNvGrpSpPr/>
            <p:nvPr/>
          </p:nvGrpSpPr>
          <p:grpSpPr>
            <a:xfrm>
              <a:off x="6117662" y="2784289"/>
              <a:ext cx="762840" cy="346680"/>
              <a:chOff x="6117662" y="2784289"/>
              <a:chExt cx="762840" cy="346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85AB23DE-0F0D-303B-28D2-55BEA0811E91}"/>
                      </a:ext>
                    </a:extLst>
                  </p14:cNvPr>
                  <p14:cNvContentPartPr/>
                  <p14:nvPr/>
                </p14:nvContentPartPr>
                <p14:xfrm>
                  <a:off x="6117662" y="2784289"/>
                  <a:ext cx="170640" cy="346680"/>
                </p14:xfrm>
              </p:contentPart>
            </mc:Choice>
            <mc:Fallback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85AB23DE-0F0D-303B-28D2-55BEA0811E91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107764" y="2774384"/>
                    <a:ext cx="190040" cy="3660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5FE183E9-19EB-9F93-099B-8CDDE5B99B4D}"/>
                      </a:ext>
                    </a:extLst>
                  </p14:cNvPr>
                  <p14:cNvContentPartPr/>
                  <p14:nvPr/>
                </p14:nvContentPartPr>
                <p14:xfrm>
                  <a:off x="6142502" y="2954209"/>
                  <a:ext cx="137880" cy="64440"/>
                </p14:xfrm>
              </p:contentPart>
            </mc:Choice>
            <mc:Fallback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5FE183E9-19EB-9F93-099B-8CDDE5B99B4D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132597" y="2944326"/>
                    <a:ext cx="157294" cy="838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BA874049-ACFD-8191-F2D8-B257B3E4B904}"/>
                      </a:ext>
                    </a:extLst>
                  </p14:cNvPr>
                  <p14:cNvContentPartPr/>
                  <p14:nvPr/>
                </p14:nvContentPartPr>
                <p14:xfrm>
                  <a:off x="6277862" y="2916409"/>
                  <a:ext cx="114840" cy="10584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BA874049-ACFD-8191-F2D8-B257B3E4B904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268358" y="2906499"/>
                    <a:ext cx="134244" cy="1252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3D772B43-04B2-8D00-73EC-8FA9BB26C491}"/>
                      </a:ext>
                    </a:extLst>
                  </p14:cNvPr>
                  <p14:cNvContentPartPr/>
                  <p14:nvPr/>
                </p14:nvContentPartPr>
                <p14:xfrm>
                  <a:off x="6404942" y="2922529"/>
                  <a:ext cx="106920" cy="80280"/>
                </p14:xfrm>
              </p:contentPart>
            </mc:Choice>
            <mc:Fallback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3D772B43-04B2-8D00-73EC-8FA9BB26C491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6395042" y="2913038"/>
                    <a:ext cx="126324" cy="996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7885AF78-301D-BF23-210E-087A0355FC82}"/>
                      </a:ext>
                    </a:extLst>
                  </p14:cNvPr>
                  <p14:cNvContentPartPr/>
                  <p14:nvPr/>
                </p14:nvContentPartPr>
                <p14:xfrm>
                  <a:off x="6550022" y="2864569"/>
                  <a:ext cx="65520" cy="164880"/>
                </p14:xfrm>
              </p:contentPart>
            </mc:Choice>
            <mc:Fallback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7885AF78-301D-BF23-210E-087A0355FC82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6540492" y="2854660"/>
                    <a:ext cx="84977" cy="1843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15D20CF0-ADC4-428B-0968-68BB707B87AE}"/>
                      </a:ext>
                    </a:extLst>
                  </p14:cNvPr>
                  <p14:cNvContentPartPr/>
                  <p14:nvPr/>
                </p14:nvContentPartPr>
                <p14:xfrm>
                  <a:off x="6756662" y="2955649"/>
                  <a:ext cx="123840" cy="12960"/>
                </p14:xfrm>
              </p:contentPart>
            </mc:Choice>
            <mc:Fallback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15D20CF0-ADC4-428B-0968-68BB707B87A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747166" y="2946224"/>
                    <a:ext cx="143227" cy="322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90532277-C6D0-5B53-A7A0-F13DA10ABCB9}"/>
                      </a:ext>
                    </a:extLst>
                  </p14:cNvPr>
                  <p14:cNvContentPartPr/>
                  <p14:nvPr/>
                </p14:nvContentPartPr>
                <p14:xfrm>
                  <a:off x="6757382" y="2992729"/>
                  <a:ext cx="115920" cy="24120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90532277-C6D0-5B53-A7A0-F13DA10ABCB9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747491" y="2982844"/>
                    <a:ext cx="135306" cy="4349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D535180-5404-BA4A-CD0A-A1AF6980E46A}"/>
                </a:ext>
              </a:extLst>
            </p:cNvPr>
            <p:cNvGrpSpPr/>
            <p:nvPr/>
          </p:nvGrpSpPr>
          <p:grpSpPr>
            <a:xfrm>
              <a:off x="7069862" y="2778529"/>
              <a:ext cx="1419120" cy="339120"/>
              <a:chOff x="7069862" y="2778529"/>
              <a:chExt cx="1419120" cy="339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2316BF41-6182-F113-17F8-942082AD89BB}"/>
                      </a:ext>
                    </a:extLst>
                  </p14:cNvPr>
                  <p14:cNvContentPartPr/>
                  <p14:nvPr/>
                </p14:nvContentPartPr>
                <p14:xfrm>
                  <a:off x="7069862" y="2867449"/>
                  <a:ext cx="128880" cy="250200"/>
                </p14:xfrm>
              </p:contentPart>
            </mc:Choice>
            <mc:Fallback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2316BF41-6182-F113-17F8-942082AD89BB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7059948" y="2857552"/>
                    <a:ext cx="148311" cy="2695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FCA5F4DD-B2A8-3238-7917-CBB24ADA813F}"/>
                      </a:ext>
                    </a:extLst>
                  </p14:cNvPr>
                  <p14:cNvContentPartPr/>
                  <p14:nvPr/>
                </p14:nvContentPartPr>
                <p14:xfrm>
                  <a:off x="7265342" y="2863849"/>
                  <a:ext cx="136440" cy="147960"/>
                </p14:xfrm>
              </p:contentPart>
            </mc:Choice>
            <mc:Fallback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FCA5F4DD-B2A8-3238-7917-CBB24ADA813F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7255455" y="2853932"/>
                    <a:ext cx="155818" cy="1673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E9F5DB22-3213-1214-D2CD-7CCCD9DAE567}"/>
                      </a:ext>
                    </a:extLst>
                  </p14:cNvPr>
                  <p14:cNvContentPartPr/>
                  <p14:nvPr/>
                </p14:nvContentPartPr>
                <p14:xfrm>
                  <a:off x="7403582" y="2877889"/>
                  <a:ext cx="140760" cy="98640"/>
                </p14:xfrm>
              </p:contentPart>
            </mc:Choice>
            <mc:Fallback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E9F5DB22-3213-1214-D2CD-7CCCD9DAE567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7393697" y="2867985"/>
                    <a:ext cx="160134" cy="1180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DE7D3828-C132-681E-996E-D4CBBEBC7FD9}"/>
                      </a:ext>
                    </a:extLst>
                  </p14:cNvPr>
                  <p14:cNvContentPartPr/>
                  <p14:nvPr/>
                </p14:nvContentPartPr>
                <p14:xfrm>
                  <a:off x="7564142" y="2823889"/>
                  <a:ext cx="64440" cy="200160"/>
                </p14:xfrm>
              </p:contentPart>
            </mc:Choice>
            <mc:Fallback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DE7D3828-C132-681E-996E-D4CBBEBC7FD9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7554654" y="2814000"/>
                    <a:ext cx="83812" cy="2195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6629EF91-58A6-EC67-F5BB-92BDF985C632}"/>
                      </a:ext>
                    </a:extLst>
                  </p14:cNvPr>
                  <p14:cNvContentPartPr/>
                  <p14:nvPr/>
                </p14:nvContentPartPr>
                <p14:xfrm>
                  <a:off x="7702742" y="2913529"/>
                  <a:ext cx="142560" cy="14400"/>
                </p14:xfrm>
              </p:contentPart>
            </mc:Choice>
            <mc:Fallback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6629EF91-58A6-EC67-F5BB-92BDF985C632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7692842" y="2904188"/>
                    <a:ext cx="161964" cy="334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8FE7B7E6-376B-4B12-DEB1-6BAFDFE29DD4}"/>
                      </a:ext>
                    </a:extLst>
                  </p14:cNvPr>
                  <p14:cNvContentPartPr/>
                  <p14:nvPr/>
                </p14:nvContentPartPr>
                <p14:xfrm>
                  <a:off x="7766822" y="2879329"/>
                  <a:ext cx="47880" cy="157320"/>
                </p14:xfrm>
              </p:contentPart>
            </mc:Choice>
            <mc:Fallback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8FE7B7E6-376B-4B12-DEB1-6BAFDFE29DD4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7756929" y="2869842"/>
                    <a:ext cx="67269" cy="176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B3C460E0-0A12-61E6-E609-7DA8126D0E3A}"/>
                      </a:ext>
                    </a:extLst>
                  </p14:cNvPr>
                  <p14:cNvContentPartPr/>
                  <p14:nvPr/>
                </p14:nvContentPartPr>
                <p14:xfrm>
                  <a:off x="7952942" y="2778529"/>
                  <a:ext cx="167040" cy="210240"/>
                </p14:xfrm>
              </p:contentPart>
            </mc:Choice>
            <mc:Fallback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B3C460E0-0A12-61E6-E609-7DA8126D0E3A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943046" y="2769027"/>
                    <a:ext cx="186436" cy="2296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E97254DC-DB4F-D229-2B6B-A3C5D9D71312}"/>
                      </a:ext>
                    </a:extLst>
                  </p14:cNvPr>
                  <p14:cNvContentPartPr/>
                  <p14:nvPr/>
                </p14:nvContentPartPr>
                <p14:xfrm>
                  <a:off x="8117822" y="2847649"/>
                  <a:ext cx="130320" cy="157320"/>
                </p14:xfrm>
              </p:contentPart>
            </mc:Choice>
            <mc:Fallback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E97254DC-DB4F-D229-2B6B-A3C5D9D71312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8107949" y="2837742"/>
                    <a:ext cx="149671" cy="1767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0FEE1174-0384-1A10-C846-B173FFDA52EA}"/>
                      </a:ext>
                    </a:extLst>
                  </p14:cNvPr>
                  <p14:cNvContentPartPr/>
                  <p14:nvPr/>
                </p14:nvContentPartPr>
                <p14:xfrm>
                  <a:off x="8267582" y="2882569"/>
                  <a:ext cx="129960" cy="105120"/>
                </p14:xfrm>
              </p:contentPart>
            </mc:Choice>
            <mc:Fallback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FEE1174-0384-1A10-C846-B173FFDA52EA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257677" y="2872652"/>
                    <a:ext cx="149375" cy="1245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60" name="Ink 59">
                    <a:extLst>
                      <a:ext uri="{FF2B5EF4-FFF2-40B4-BE49-F238E27FC236}">
                        <a16:creationId xmlns:a16="http://schemas.microsoft.com/office/drawing/2014/main" id="{ED9F8F2A-3A1C-8940-8FD5-503286BCEA29}"/>
                      </a:ext>
                    </a:extLst>
                  </p14:cNvPr>
                  <p14:cNvContentPartPr/>
                  <p14:nvPr/>
                </p14:nvContentPartPr>
                <p14:xfrm>
                  <a:off x="8386382" y="2804089"/>
                  <a:ext cx="102600" cy="238680"/>
                </p14:xfrm>
              </p:contentPart>
            </mc:Choice>
            <mc:Fallback>
              <p:pic>
                <p:nvPicPr>
                  <p:cNvPr id="60" name="Ink 59">
                    <a:extLst>
                      <a:ext uri="{FF2B5EF4-FFF2-40B4-BE49-F238E27FC236}">
                        <a16:creationId xmlns:a16="http://schemas.microsoft.com/office/drawing/2014/main" id="{ED9F8F2A-3A1C-8940-8FD5-503286BCEA29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376875" y="2794193"/>
                    <a:ext cx="122011" cy="25807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F8F6C8-9A3D-9502-3C2F-E7E5CAFEBD9A}"/>
              </a:ext>
            </a:extLst>
          </p:cNvPr>
          <p:cNvGrpSpPr/>
          <p:nvPr/>
        </p:nvGrpSpPr>
        <p:grpSpPr>
          <a:xfrm>
            <a:off x="6646117" y="3622818"/>
            <a:ext cx="2127241" cy="1204117"/>
            <a:chOff x="5970782" y="3400249"/>
            <a:chExt cx="3172320" cy="179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695296-03C4-26EA-AC49-1F93947FA8E1}"/>
                    </a:ext>
                  </a:extLst>
                </p14:cNvPr>
                <p14:cNvContentPartPr/>
                <p14:nvPr/>
              </p14:nvContentPartPr>
              <p14:xfrm>
                <a:off x="6078782" y="3530209"/>
                <a:ext cx="2628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695296-03C4-26EA-AC49-1F93947FA8E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065374" y="3517323"/>
                  <a:ext cx="52560" cy="2142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2A7423-B98E-DC3D-9555-8BFBF3737737}"/>
                    </a:ext>
                  </a:extLst>
                </p14:cNvPr>
                <p14:cNvContentPartPr/>
                <p14:nvPr/>
              </p14:nvContentPartPr>
              <p14:xfrm>
                <a:off x="5970782" y="3507529"/>
                <a:ext cx="179640" cy="37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2A7423-B98E-DC3D-9555-8BFBF37377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57376" y="3494752"/>
                  <a:ext cx="205916" cy="638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C9E7B0A-D8D2-818A-CB46-2929EFBCBDAB}"/>
                    </a:ext>
                  </a:extLst>
                </p14:cNvPr>
                <p14:cNvContentPartPr/>
                <p14:nvPr/>
              </p14:nvContentPartPr>
              <p14:xfrm>
                <a:off x="6147182" y="3614449"/>
                <a:ext cx="156960" cy="104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C9E7B0A-D8D2-818A-CB46-2929EFBCBD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34281" y="3601042"/>
                  <a:ext cx="183299" cy="1303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875BDEF-41FB-5367-4BCD-41F737FDA0F1}"/>
                    </a:ext>
                  </a:extLst>
                </p14:cNvPr>
                <p14:cNvContentPartPr/>
                <p14:nvPr/>
              </p14:nvContentPartPr>
              <p14:xfrm>
                <a:off x="6355622" y="3615169"/>
                <a:ext cx="86760" cy="86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875BDEF-41FB-5367-4BCD-41F737FDA0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342769" y="3602316"/>
                  <a:ext cx="113002" cy="1130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EFD06D7-5007-1D5D-C80C-D7E1778C3345}"/>
                    </a:ext>
                  </a:extLst>
                </p14:cNvPr>
                <p14:cNvContentPartPr/>
                <p14:nvPr/>
              </p14:nvContentPartPr>
              <p14:xfrm>
                <a:off x="6687542" y="3610129"/>
                <a:ext cx="28080" cy="219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EFD06D7-5007-1D5D-C80C-D7E1778C334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74582" y="3596717"/>
                  <a:ext cx="54540" cy="246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C3A3555-0729-54F0-E61C-3AB00F53C94F}"/>
                    </a:ext>
                  </a:extLst>
                </p14:cNvPr>
                <p14:cNvContentPartPr/>
                <p14:nvPr/>
              </p14:nvContentPartPr>
              <p14:xfrm>
                <a:off x="6688622" y="3558649"/>
                <a:ext cx="117360" cy="98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C3A3555-0729-54F0-E61C-3AB00F53C94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75225" y="3545296"/>
                  <a:ext cx="143619" cy="124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EBE59F8-0471-9CE8-F959-DC9CF1D35902}"/>
                    </a:ext>
                  </a:extLst>
                </p14:cNvPr>
                <p14:cNvContentPartPr/>
                <p14:nvPr/>
              </p14:nvContentPartPr>
              <p14:xfrm>
                <a:off x="6860342" y="3586729"/>
                <a:ext cx="190080" cy="112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EBE59F8-0471-9CE8-F959-DC9CF1D3590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46918" y="3573912"/>
                  <a:ext cx="216391" cy="138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F94FDC3-1179-1E33-0FC7-AD945AB8B2AE}"/>
                    </a:ext>
                  </a:extLst>
                </p14:cNvPr>
                <p14:cNvContentPartPr/>
                <p14:nvPr/>
              </p14:nvContentPartPr>
              <p14:xfrm>
                <a:off x="7065902" y="3531289"/>
                <a:ext cx="28080" cy="151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F94FDC3-1179-1E33-0FC7-AD945AB8B2A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52402" y="3517885"/>
                  <a:ext cx="54540" cy="1774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5DF27E-00BD-47D2-4AF5-DF9B9EAC560E}"/>
                    </a:ext>
                  </a:extLst>
                </p14:cNvPr>
                <p14:cNvContentPartPr/>
                <p14:nvPr/>
              </p14:nvContentPartPr>
              <p14:xfrm>
                <a:off x="7130342" y="3531289"/>
                <a:ext cx="91800" cy="164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5DF27E-00BD-47D2-4AF5-DF9B9EAC56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17458" y="3517862"/>
                  <a:ext cx="118105" cy="1911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160065-2244-5F9A-8D17-51226704EE87}"/>
                    </a:ext>
                  </a:extLst>
                </p14:cNvPr>
                <p14:cNvContentPartPr/>
                <p14:nvPr/>
              </p14:nvContentPartPr>
              <p14:xfrm>
                <a:off x="7013342" y="3550729"/>
                <a:ext cx="108000" cy="18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160065-2244-5F9A-8D17-51226704EE8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000510" y="3537615"/>
                  <a:ext cx="134198" cy="440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A24FFA6-3687-BD0D-E7E1-5B57B4B0A350}"/>
                    </a:ext>
                  </a:extLst>
                </p14:cNvPr>
                <p14:cNvContentPartPr/>
                <p14:nvPr/>
              </p14:nvContentPartPr>
              <p14:xfrm>
                <a:off x="7280102" y="3583129"/>
                <a:ext cx="64080" cy="100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A24FFA6-3687-BD0D-E7E1-5B57B4B0A35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67286" y="3569701"/>
                  <a:ext cx="90246" cy="126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687C9F-851F-DAEC-D6AF-BA83550032F8}"/>
                    </a:ext>
                  </a:extLst>
                </p14:cNvPr>
                <p14:cNvContentPartPr/>
                <p14:nvPr/>
              </p14:nvContentPartPr>
              <p14:xfrm>
                <a:off x="7652342" y="3480529"/>
                <a:ext cx="63360" cy="209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687C9F-851F-DAEC-D6AF-BA83550032F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38918" y="3467635"/>
                  <a:ext cx="89671" cy="2358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48BAAF1-1195-2AFE-B697-3E3945C4D223}"/>
                    </a:ext>
                  </a:extLst>
                </p14:cNvPr>
                <p14:cNvContentPartPr/>
                <p14:nvPr/>
              </p14:nvContentPartPr>
              <p14:xfrm>
                <a:off x="7630742" y="3560089"/>
                <a:ext cx="209880" cy="127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48BAAF1-1195-2AFE-B697-3E3945C4D22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617323" y="3546665"/>
                  <a:ext cx="236182" cy="154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92209DB-F974-D97A-10BD-0F81083D05DC}"/>
                    </a:ext>
                  </a:extLst>
                </p14:cNvPr>
                <p14:cNvContentPartPr/>
                <p14:nvPr/>
              </p14:nvContentPartPr>
              <p14:xfrm>
                <a:off x="8044382" y="3566209"/>
                <a:ext cx="151560" cy="352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92209DB-F974-D97A-10BD-0F81083D05D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31529" y="3553321"/>
                  <a:ext cx="177802" cy="379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EF0440-4CA2-CF38-A762-5E24807B83E7}"/>
                    </a:ext>
                  </a:extLst>
                </p14:cNvPr>
                <p14:cNvContentPartPr/>
                <p14:nvPr/>
              </p14:nvContentPartPr>
              <p14:xfrm>
                <a:off x="8233742" y="3558649"/>
                <a:ext cx="72000" cy="107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EF0440-4CA2-CF38-A762-5E24807B83E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20309" y="3545261"/>
                  <a:ext cx="98328" cy="1338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A71E28D-3A13-7910-145A-BBB202B5A7D2}"/>
                    </a:ext>
                  </a:extLst>
                </p14:cNvPr>
                <p14:cNvContentPartPr/>
                <p14:nvPr/>
              </p14:nvContentPartPr>
              <p14:xfrm>
                <a:off x="8355422" y="3400249"/>
                <a:ext cx="238680" cy="291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A71E28D-3A13-7910-145A-BBB202B5A7D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42549" y="3386832"/>
                  <a:ext cx="264962" cy="31825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9C2A535-29E8-BE91-9937-715D54009BA2}"/>
                </a:ext>
              </a:extLst>
            </p:cNvPr>
            <p:cNvGrpSpPr/>
            <p:nvPr/>
          </p:nvGrpSpPr>
          <p:grpSpPr>
            <a:xfrm>
              <a:off x="8612822" y="3608329"/>
              <a:ext cx="49680" cy="127440"/>
              <a:chOff x="8612822" y="3608329"/>
              <a:chExt cx="49680" cy="1274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1B515B03-0978-5D31-1495-896310349C35}"/>
                      </a:ext>
                    </a:extLst>
                  </p14:cNvPr>
                  <p14:cNvContentPartPr/>
                  <p14:nvPr/>
                </p14:nvContentPartPr>
                <p14:xfrm>
                  <a:off x="8612822" y="3608329"/>
                  <a:ext cx="38520" cy="44640"/>
                </p14:xfrm>
              </p:contentPart>
            </mc:Choice>
            <mc:Fallback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1B515B03-0978-5D31-1495-896310349C35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599447" y="3594883"/>
                    <a:ext cx="64735" cy="709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7DB3131B-9596-F489-14D8-B31770715E53}"/>
                      </a:ext>
                    </a:extLst>
                  </p14:cNvPr>
                  <p14:cNvContentPartPr/>
                  <p14:nvPr/>
                </p14:nvContentPartPr>
                <p14:xfrm>
                  <a:off x="8618582" y="3695089"/>
                  <a:ext cx="43920" cy="40680"/>
                </p14:xfrm>
              </p:contentPart>
            </mc:Choice>
            <mc:Fallback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7DB3131B-9596-F489-14D8-B31770715E53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8605192" y="3682243"/>
                    <a:ext cx="70165" cy="6690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1131B4-9863-1F13-B47C-626E16FD7BF1}"/>
                    </a:ext>
                  </a:extLst>
                </p14:cNvPr>
                <p14:cNvContentPartPr/>
                <p14:nvPr/>
              </p14:nvContentPartPr>
              <p14:xfrm>
                <a:off x="6026582" y="4047529"/>
                <a:ext cx="165240" cy="167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1131B4-9863-1F13-B47C-626E16FD7BF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13170" y="4034130"/>
                  <a:ext cx="191528" cy="19402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6310D7C-088D-8CAD-1ED5-7452B8B950C2}"/>
                </a:ext>
              </a:extLst>
            </p:cNvPr>
            <p:cNvGrpSpPr/>
            <p:nvPr/>
          </p:nvGrpSpPr>
          <p:grpSpPr>
            <a:xfrm>
              <a:off x="6373622" y="3982729"/>
              <a:ext cx="1094040" cy="196920"/>
              <a:chOff x="6373622" y="3982729"/>
              <a:chExt cx="1094040" cy="1969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32441199-DD15-571D-4473-60D470D308A8}"/>
                      </a:ext>
                    </a:extLst>
                  </p14:cNvPr>
                  <p14:cNvContentPartPr/>
                  <p14:nvPr/>
                </p14:nvContentPartPr>
                <p14:xfrm>
                  <a:off x="6373622" y="3989209"/>
                  <a:ext cx="130320" cy="190440"/>
                </p14:xfrm>
              </p:contentPart>
            </mc:Choice>
            <mc:Fallback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32441199-DD15-571D-4473-60D470D308A8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6360215" y="3975798"/>
                    <a:ext cx="156599" cy="2167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013B2C00-02F6-9368-6D21-C88A9742DC7D}"/>
                      </a:ext>
                    </a:extLst>
                  </p14:cNvPr>
                  <p14:cNvContentPartPr/>
                  <p14:nvPr/>
                </p14:nvContentPartPr>
                <p14:xfrm>
                  <a:off x="6606542" y="4105129"/>
                  <a:ext cx="213840" cy="18720"/>
                </p14:xfrm>
              </p:contentPart>
            </mc:Choice>
            <mc:Fallback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013B2C00-02F6-9368-6D21-C88A9742DC7D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6593679" y="4091758"/>
                    <a:ext cx="240101" cy="449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2F1FC731-ABE1-75CA-4371-D71251AE5ECD}"/>
                      </a:ext>
                    </a:extLst>
                  </p14:cNvPr>
                  <p14:cNvContentPartPr/>
                  <p14:nvPr/>
                </p14:nvContentPartPr>
                <p14:xfrm>
                  <a:off x="7008662" y="3982729"/>
                  <a:ext cx="150120" cy="175680"/>
                </p14:xfrm>
              </p:contentPart>
            </mc:Choice>
            <mc:Fallback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2F1FC731-ABE1-75CA-4371-D71251AE5ECD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6995258" y="3969298"/>
                    <a:ext cx="176391" cy="2020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8BA839B0-7FA6-0DDC-CCBE-F0A3881A2B28}"/>
                      </a:ext>
                    </a:extLst>
                  </p14:cNvPr>
                  <p14:cNvContentPartPr/>
                  <p14:nvPr/>
                </p14:nvContentPartPr>
                <p14:xfrm>
                  <a:off x="7035662" y="4074529"/>
                  <a:ext cx="127080" cy="29160"/>
                </p14:xfrm>
              </p:contentPart>
            </mc:Choice>
            <mc:Fallback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8BA839B0-7FA6-0DDC-CCBE-F0A3881A2B28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7022257" y="4061029"/>
                    <a:ext cx="153354" cy="556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D82DE09C-EFA0-EF36-F4BB-0E2EA347EB98}"/>
                      </a:ext>
                    </a:extLst>
                  </p14:cNvPr>
                  <p14:cNvContentPartPr/>
                  <p14:nvPr/>
                </p14:nvContentPartPr>
                <p14:xfrm>
                  <a:off x="7260662" y="4100809"/>
                  <a:ext cx="207000" cy="16200"/>
                </p14:xfrm>
              </p:contentPart>
            </mc:Choice>
            <mc:Fallback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D82DE09C-EFA0-EF36-F4BB-0E2EA347EB98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7247792" y="4087309"/>
                    <a:ext cx="233277" cy="426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3AC84B-C8C6-97A0-B866-D57F79FDA33C}"/>
                    </a:ext>
                  </a:extLst>
                </p14:cNvPr>
                <p14:cNvContentPartPr/>
                <p14:nvPr/>
              </p14:nvContentPartPr>
              <p14:xfrm>
                <a:off x="7629662" y="3953929"/>
                <a:ext cx="218880" cy="300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3AC84B-C8C6-97A0-B866-D57F79FDA33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16787" y="3941039"/>
                  <a:ext cx="245167" cy="32655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675FFF1-575A-348B-D1D7-CC5DB8E6BF85}"/>
                </a:ext>
              </a:extLst>
            </p:cNvPr>
            <p:cNvGrpSpPr/>
            <p:nvPr/>
          </p:nvGrpSpPr>
          <p:grpSpPr>
            <a:xfrm>
              <a:off x="6321062" y="4262449"/>
              <a:ext cx="791280" cy="193680"/>
              <a:chOff x="6321062" y="4262449"/>
              <a:chExt cx="791280" cy="193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7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5C7473C7-FB6E-1CB1-1B4A-1068F5A8B22B}"/>
                      </a:ext>
                    </a:extLst>
                  </p14:cNvPr>
                  <p14:cNvContentPartPr/>
                  <p14:nvPr/>
                </p14:nvContentPartPr>
                <p14:xfrm>
                  <a:off x="6321062" y="4340209"/>
                  <a:ext cx="197280" cy="96480"/>
                </p14:xfrm>
              </p:contentPart>
            </mc:Choice>
            <mc:Fallback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5C7473C7-FB6E-1CB1-1B4A-1068F5A8B22B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6307660" y="4326809"/>
                    <a:ext cx="223548" cy="1227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9">
                <p14:nvContentPartPr>
                  <p14:cNvPr id="91" name="Ink 90">
                    <a:extLst>
                      <a:ext uri="{FF2B5EF4-FFF2-40B4-BE49-F238E27FC236}">
                        <a16:creationId xmlns:a16="http://schemas.microsoft.com/office/drawing/2014/main" id="{89BF0941-30C0-8C09-FC40-DDDCB70D7D4C}"/>
                      </a:ext>
                    </a:extLst>
                  </p14:cNvPr>
                  <p14:cNvContentPartPr/>
                  <p14:nvPr/>
                </p14:nvContentPartPr>
                <p14:xfrm>
                  <a:off x="6612662" y="4262449"/>
                  <a:ext cx="198720" cy="175680"/>
                </p14:xfrm>
              </p:contentPart>
            </mc:Choice>
            <mc:Fallback>
              <p:pic>
                <p:nvPicPr>
                  <p:cNvPr id="91" name="Ink 90">
                    <a:extLst>
                      <a:ext uri="{FF2B5EF4-FFF2-40B4-BE49-F238E27FC236}">
                        <a16:creationId xmlns:a16="http://schemas.microsoft.com/office/drawing/2014/main" id="{89BF0941-30C0-8C09-FC40-DDDCB70D7D4C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6599235" y="4249018"/>
                    <a:ext cx="225037" cy="2020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1">
                <p14:nvContentPartPr>
                  <p14:cNvPr id="92" name="Ink 91">
                    <a:extLst>
                      <a:ext uri="{FF2B5EF4-FFF2-40B4-BE49-F238E27FC236}">
                        <a16:creationId xmlns:a16="http://schemas.microsoft.com/office/drawing/2014/main" id="{9085B331-E0B8-2DED-DFCA-85BAB06C97A0}"/>
                      </a:ext>
                    </a:extLst>
                  </p14:cNvPr>
                  <p14:cNvContentPartPr/>
                  <p14:nvPr/>
                </p14:nvContentPartPr>
                <p14:xfrm>
                  <a:off x="6852782" y="4330489"/>
                  <a:ext cx="90720" cy="125640"/>
                </p14:xfrm>
              </p:contentPart>
            </mc:Choice>
            <mc:Fallback>
              <p:pic>
                <p:nvPicPr>
                  <p:cNvPr id="92" name="Ink 91">
                    <a:extLst>
                      <a:ext uri="{FF2B5EF4-FFF2-40B4-BE49-F238E27FC236}">
                        <a16:creationId xmlns:a16="http://schemas.microsoft.com/office/drawing/2014/main" id="{9085B331-E0B8-2DED-DFCA-85BAB06C97A0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6839362" y="4317603"/>
                    <a:ext cx="117023" cy="15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3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D0316282-F6C8-E216-08F2-4B01C96D69A6}"/>
                      </a:ext>
                    </a:extLst>
                  </p14:cNvPr>
                  <p14:cNvContentPartPr/>
                  <p14:nvPr/>
                </p14:nvContentPartPr>
                <p14:xfrm>
                  <a:off x="7031702" y="4270009"/>
                  <a:ext cx="29520" cy="176040"/>
                </p14:xfrm>
              </p:contentPart>
            </mc:Choice>
            <mc:Fallback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D0316282-F6C8-E216-08F2-4B01C96D69A6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7018284" y="4257128"/>
                    <a:ext cx="55820" cy="2023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5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982C9458-3B23-9007-AD4F-6102F61A065B}"/>
                      </a:ext>
                    </a:extLst>
                  </p14:cNvPr>
                  <p14:cNvContentPartPr/>
                  <p14:nvPr/>
                </p14:nvContentPartPr>
                <p14:xfrm>
                  <a:off x="7009382" y="4340929"/>
                  <a:ext cx="102960" cy="34920"/>
                </p14:xfrm>
              </p:contentPart>
            </mc:Choice>
            <mc:Fallback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982C9458-3B23-9007-AD4F-6102F61A065B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6995976" y="4327702"/>
                    <a:ext cx="129236" cy="6084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9ED3EB9-B463-F27B-CE34-D963E9DEB73C}"/>
                </a:ext>
              </a:extLst>
            </p:cNvPr>
            <p:cNvGrpSpPr/>
            <p:nvPr/>
          </p:nvGrpSpPr>
          <p:grpSpPr>
            <a:xfrm>
              <a:off x="7255622" y="4314289"/>
              <a:ext cx="386640" cy="208800"/>
              <a:chOff x="7255622" y="4314289"/>
              <a:chExt cx="386640" cy="208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97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F55F7EA6-EEA6-ABCD-4046-6634ED244950}"/>
                      </a:ext>
                    </a:extLst>
                  </p14:cNvPr>
                  <p14:cNvContentPartPr/>
                  <p14:nvPr/>
                </p14:nvContentPartPr>
                <p14:xfrm>
                  <a:off x="7268222" y="4398889"/>
                  <a:ext cx="87120" cy="3960"/>
                </p14:xfrm>
              </p:contentPart>
            </mc:Choice>
            <mc:Fallback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F55F7EA6-EEA6-ABCD-4046-6634ED244950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7254860" y="4387009"/>
                    <a:ext cx="113309" cy="282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9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C86D54C6-AF66-5AEC-1574-12F8A1B237B9}"/>
                      </a:ext>
                    </a:extLst>
                  </p14:cNvPr>
                  <p14:cNvContentPartPr/>
                  <p14:nvPr/>
                </p14:nvContentPartPr>
                <p14:xfrm>
                  <a:off x="7255622" y="4435249"/>
                  <a:ext cx="116280" cy="12600"/>
                </p14:xfrm>
              </p:contentPart>
            </mc:Choice>
            <mc:Fallback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C86D54C6-AF66-5AEC-1574-12F8A1B237B9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7242226" y="4421553"/>
                    <a:ext cx="142537" cy="394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1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00E1E4EE-E867-8061-EB8D-A0BB9ACBC1FB}"/>
                      </a:ext>
                    </a:extLst>
                  </p14:cNvPr>
                  <p14:cNvContentPartPr/>
                  <p14:nvPr/>
                </p14:nvContentPartPr>
                <p14:xfrm>
                  <a:off x="7495382" y="4314289"/>
                  <a:ext cx="146880" cy="208800"/>
                </p14:xfrm>
              </p:contentPart>
            </mc:Choice>
            <mc:Fallback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00E1E4EE-E867-8061-EB8D-A0BB9ACBC1FB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7481981" y="4300870"/>
                    <a:ext cx="173147" cy="23510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DF64A8-65C5-458F-772D-40183DC8106D}"/>
                    </a:ext>
                  </a:extLst>
                </p14:cNvPr>
                <p14:cNvContentPartPr/>
                <p14:nvPr/>
              </p14:nvContentPartPr>
              <p14:xfrm>
                <a:off x="6024062" y="4687609"/>
                <a:ext cx="172440" cy="138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DF64A8-65C5-458F-772D-40183DC810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10674" y="4674214"/>
                  <a:ext cx="198681" cy="164495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814F8E6-769A-CB84-DB5D-5A00986CCB7E}"/>
                </a:ext>
              </a:extLst>
            </p:cNvPr>
            <p:cNvGrpSpPr/>
            <p:nvPr/>
          </p:nvGrpSpPr>
          <p:grpSpPr>
            <a:xfrm>
              <a:off x="6303062" y="4610569"/>
              <a:ext cx="1642680" cy="557280"/>
              <a:chOff x="6303062" y="4610569"/>
              <a:chExt cx="1642680" cy="5572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05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F757A379-0942-DAA4-718C-0CD3F88BDDE7}"/>
                      </a:ext>
                    </a:extLst>
                  </p14:cNvPr>
                  <p14:cNvContentPartPr/>
                  <p14:nvPr/>
                </p14:nvContentPartPr>
                <p14:xfrm>
                  <a:off x="6377942" y="4610569"/>
                  <a:ext cx="113400" cy="194040"/>
                </p14:xfrm>
              </p:contentPart>
            </mc:Choice>
            <mc:Fallback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F757A379-0942-DAA4-718C-0CD3F88BDDE7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6365104" y="4597704"/>
                    <a:ext cx="139610" cy="2203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7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35F3038F-3CA1-975B-5AEC-B1C5D8A9178C}"/>
                      </a:ext>
                    </a:extLst>
                  </p14:cNvPr>
                  <p14:cNvContentPartPr/>
                  <p14:nvPr/>
                </p14:nvContentPartPr>
                <p14:xfrm>
                  <a:off x="6574142" y="4726849"/>
                  <a:ext cx="173520" cy="23400"/>
                </p14:xfrm>
              </p:contentPart>
            </mc:Choice>
            <mc:Fallback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35F3038F-3CA1-975B-5AEC-B1C5D8A9178C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6560712" y="4713554"/>
                    <a:ext cx="199843" cy="494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9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CD621E72-CE37-A9CD-43F9-DC5C500980E9}"/>
                      </a:ext>
                    </a:extLst>
                  </p14:cNvPr>
                  <p14:cNvContentPartPr/>
                  <p14:nvPr/>
                </p14:nvContentPartPr>
                <p14:xfrm>
                  <a:off x="6843422" y="4665649"/>
                  <a:ext cx="25200" cy="125640"/>
                </p14:xfrm>
              </p:contentPart>
            </mc:Choice>
            <mc:Fallback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CD621E72-CE37-A9CD-43F9-DC5C500980E9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6830018" y="4652226"/>
                    <a:ext cx="51472" cy="15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1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B6A6047A-E97F-2F65-4440-F307663F99BA}"/>
                      </a:ext>
                    </a:extLst>
                  </p14:cNvPr>
                  <p14:cNvContentPartPr/>
                  <p14:nvPr/>
                </p14:nvContentPartPr>
                <p14:xfrm>
                  <a:off x="6824342" y="4656289"/>
                  <a:ext cx="141120" cy="158400"/>
                </p14:xfrm>
              </p:contentPart>
            </mc:Choice>
            <mc:Fallback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B6A6047A-E97F-2F65-4440-F307663F99BA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6810928" y="4642865"/>
                    <a:ext cx="167412" cy="184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3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316F0FD8-0C48-41C7-9B6D-31A8468B2D45}"/>
                      </a:ext>
                    </a:extLst>
                  </p14:cNvPr>
                  <p14:cNvContentPartPr/>
                  <p14:nvPr/>
                </p14:nvContentPartPr>
                <p14:xfrm>
                  <a:off x="7058702" y="4745569"/>
                  <a:ext cx="134280" cy="10080"/>
                </p14:xfrm>
              </p:contentPart>
            </mc:Choice>
            <mc:Fallback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316F0FD8-0C48-41C7-9B6D-31A8468B2D45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7045274" y="4732306"/>
                    <a:ext cx="160599" cy="360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5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AF7711A4-D611-2C99-BEA0-36CD2C4AB45E}"/>
                      </a:ext>
                    </a:extLst>
                  </p14:cNvPr>
                  <p14:cNvContentPartPr/>
                  <p14:nvPr/>
                </p14:nvContentPartPr>
                <p14:xfrm>
                  <a:off x="7265702" y="4637569"/>
                  <a:ext cx="104400" cy="191880"/>
                </p14:xfrm>
              </p:contentPart>
            </mc:Choice>
            <mc:Fallback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AF7711A4-D611-2C99-BEA0-36CD2C4AB45E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7252853" y="4624170"/>
                    <a:ext cx="130634" cy="2181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7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56D49460-8C02-457F-6B11-3D15D5D75462}"/>
                      </a:ext>
                    </a:extLst>
                  </p14:cNvPr>
                  <p14:cNvContentPartPr/>
                  <p14:nvPr/>
                </p14:nvContentPartPr>
                <p14:xfrm>
                  <a:off x="7258142" y="4722169"/>
                  <a:ext cx="156960" cy="54720"/>
                </p14:xfrm>
              </p:contentPart>
            </mc:Choice>
            <mc:Fallback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56D49460-8C02-457F-6B11-3D15D5D75462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7245285" y="4708757"/>
                    <a:ext cx="183209" cy="810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9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47A528F7-5E71-F06A-47D8-C9EE2A74B6B8}"/>
                      </a:ext>
                    </a:extLst>
                  </p14:cNvPr>
                  <p14:cNvContentPartPr/>
                  <p14:nvPr/>
                </p14:nvContentPartPr>
                <p14:xfrm>
                  <a:off x="7482062" y="4738009"/>
                  <a:ext cx="177120" cy="19080"/>
                </p14:xfrm>
              </p:contentPart>
            </mc:Choice>
            <mc:Fallback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47A528F7-5E71-F06A-47D8-C9EE2A74B6B8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7468644" y="4724759"/>
                    <a:ext cx="203420" cy="45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1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EEA105D0-4FB6-0481-4FE4-9E606D9F8268}"/>
                      </a:ext>
                    </a:extLst>
                  </p14:cNvPr>
                  <p14:cNvContentPartPr/>
                  <p14:nvPr/>
                </p14:nvContentPartPr>
                <p14:xfrm>
                  <a:off x="7730822" y="4646929"/>
                  <a:ext cx="214920" cy="283320"/>
                </p14:xfrm>
              </p:contentPart>
            </mc:Choice>
            <mc:Fallback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EEA105D0-4FB6-0481-4FE4-9E606D9F8268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7717389" y="4633514"/>
                    <a:ext cx="241248" cy="3096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3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71283DCF-0188-C6D4-B21A-25B6717B0A85}"/>
                      </a:ext>
                    </a:extLst>
                  </p14:cNvPr>
                  <p14:cNvContentPartPr/>
                  <p14:nvPr/>
                </p14:nvContentPartPr>
                <p14:xfrm>
                  <a:off x="6303062" y="5046889"/>
                  <a:ext cx="154800" cy="25200"/>
                </p14:xfrm>
              </p:contentPart>
            </mc:Choice>
            <mc:Fallback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71283DCF-0188-C6D4-B21A-25B6717B0A85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6289671" y="5033485"/>
                    <a:ext cx="181046" cy="514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5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71D040F7-3882-BB7B-F419-8A9BADA1C70C}"/>
                      </a:ext>
                    </a:extLst>
                  </p14:cNvPr>
                  <p14:cNvContentPartPr/>
                  <p14:nvPr/>
                </p14:nvContentPartPr>
                <p14:xfrm>
                  <a:off x="6389462" y="5032489"/>
                  <a:ext cx="102240" cy="94680"/>
                </p14:xfrm>
              </p:contentPart>
            </mc:Choice>
            <mc:Fallback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71D040F7-3882-BB7B-F419-8A9BADA1C70C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6376615" y="5019116"/>
                    <a:ext cx="128469" cy="1208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7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1B5D4A58-38BC-5623-CEA2-1346D1FD0CCB}"/>
                      </a:ext>
                    </a:extLst>
                  </p14:cNvPr>
                  <p14:cNvContentPartPr/>
                  <p14:nvPr/>
                </p14:nvContentPartPr>
                <p14:xfrm>
                  <a:off x="6562622" y="4949329"/>
                  <a:ext cx="177120" cy="166320"/>
                </p14:xfrm>
              </p:contentPart>
            </mc:Choice>
            <mc:Fallback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1B5D4A58-38BC-5623-CEA2-1346D1FD0CCB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6549244" y="4936453"/>
                    <a:ext cx="203340" cy="19260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9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7686273B-0937-2EFF-7D08-B1BFC76D3B4D}"/>
                      </a:ext>
                    </a:extLst>
                  </p14:cNvPr>
                  <p14:cNvContentPartPr/>
                  <p14:nvPr/>
                </p14:nvContentPartPr>
                <p14:xfrm>
                  <a:off x="6708422" y="5039689"/>
                  <a:ext cx="114840" cy="101520"/>
                </p14:xfrm>
              </p:contentPart>
            </mc:Choice>
            <mc:Fallback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7686273B-0937-2EFF-7D08-B1BFC76D3B4D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6695543" y="5026331"/>
                    <a:ext cx="141135" cy="1277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1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B7EB120B-3618-976B-650B-F44B6AFC02B4}"/>
                      </a:ext>
                    </a:extLst>
                  </p14:cNvPr>
                  <p14:cNvContentPartPr/>
                  <p14:nvPr/>
                </p14:nvContentPartPr>
                <p14:xfrm>
                  <a:off x="6841262" y="5043649"/>
                  <a:ext cx="88200" cy="70200"/>
                </p14:xfrm>
              </p:contentPart>
            </mc:Choice>
            <mc:Fallback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B7EB120B-3618-976B-650B-F44B6AFC02B4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6827898" y="5030788"/>
                    <a:ext cx="114393" cy="964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3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0B8CF080-B5D9-7791-BFC1-B7307BEF8FB3}"/>
                      </a:ext>
                    </a:extLst>
                  </p14:cNvPr>
                  <p14:cNvContentPartPr/>
                  <p14:nvPr/>
                </p14:nvContentPartPr>
                <p14:xfrm>
                  <a:off x="7006502" y="4947169"/>
                  <a:ext cx="36360" cy="220680"/>
                </p14:xfrm>
              </p:contentPart>
            </mc:Choice>
            <mc:Fallback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0B8CF080-B5D9-7791-BFC1-B7307BEF8FB3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6993134" y="4933746"/>
                    <a:ext cx="62561" cy="2469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5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0F374EB0-7DF6-237B-5695-0C8EF987A035}"/>
                      </a:ext>
                    </a:extLst>
                  </p14:cNvPr>
                  <p14:cNvContentPartPr/>
                  <p14:nvPr/>
                </p14:nvContentPartPr>
                <p14:xfrm>
                  <a:off x="7007222" y="5024929"/>
                  <a:ext cx="57600" cy="14040"/>
                </p14:xfrm>
              </p:contentPart>
            </mc:Choice>
            <mc:Fallback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0F374EB0-7DF6-237B-5695-0C8EF987A035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6993889" y="5011429"/>
                    <a:ext cx="83733" cy="405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7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4D26C304-D9B5-C5CF-AA23-58843FC3AED2}"/>
                      </a:ext>
                    </a:extLst>
                  </p14:cNvPr>
                  <p14:cNvContentPartPr/>
                  <p14:nvPr/>
                </p14:nvContentPartPr>
                <p14:xfrm>
                  <a:off x="6844502" y="5034649"/>
                  <a:ext cx="57240" cy="33840"/>
                </p14:xfrm>
              </p:contentPart>
            </mc:Choice>
            <mc:Fallback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4D26C304-D9B5-C5CF-AA23-58843FC3AED2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6831663" y="5021430"/>
                    <a:ext cx="83453" cy="597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9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2A9B00B1-19E5-B09F-D838-BB7BD1C8BC9D}"/>
                      </a:ext>
                    </a:extLst>
                  </p14:cNvPr>
                  <p14:cNvContentPartPr/>
                  <p14:nvPr/>
                </p14:nvContentPartPr>
                <p14:xfrm>
                  <a:off x="7210262" y="5073169"/>
                  <a:ext cx="95760" cy="29880"/>
                </p14:xfrm>
              </p:contentPart>
            </mc:Choice>
            <mc:Fallback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2A9B00B1-19E5-B09F-D838-BB7BD1C8BC9D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7196888" y="5059830"/>
                    <a:ext cx="121974" cy="560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1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11BAB068-2652-5E68-F919-04A3B1EE00D6}"/>
                      </a:ext>
                    </a:extLst>
                  </p14:cNvPr>
                  <p14:cNvContentPartPr/>
                  <p14:nvPr/>
                </p14:nvContentPartPr>
                <p14:xfrm>
                  <a:off x="7219622" y="5100529"/>
                  <a:ext cx="153720" cy="24480"/>
                </p14:xfrm>
              </p:contentPart>
            </mc:Choice>
            <mc:Fallback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11BAB068-2652-5E68-F919-04A3B1EE00D6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7206185" y="5087225"/>
                    <a:ext cx="180057" cy="505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3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A1FD9315-EBD0-AD1D-A492-97BBB79F37BD}"/>
                      </a:ext>
                    </a:extLst>
                  </p14:cNvPr>
                  <p14:cNvContentPartPr/>
                  <p14:nvPr/>
                </p14:nvContentPartPr>
                <p14:xfrm>
                  <a:off x="7478102" y="4961569"/>
                  <a:ext cx="152640" cy="170640"/>
                </p14:xfrm>
              </p:contentPart>
            </mc:Choice>
            <mc:Fallback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A1FD9315-EBD0-AD1D-A492-97BBB79F37BD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7464713" y="4948154"/>
                    <a:ext cx="178883" cy="1969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5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45A6B5D7-ABA5-FF79-25BC-119973076FCB}"/>
                      </a:ext>
                    </a:extLst>
                  </p14:cNvPr>
                  <p14:cNvContentPartPr/>
                  <p14:nvPr/>
                </p14:nvContentPartPr>
                <p14:xfrm>
                  <a:off x="7510862" y="5020249"/>
                  <a:ext cx="174240" cy="27720"/>
                </p14:xfrm>
              </p:contentPart>
            </mc:Choice>
            <mc:Fallback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45A6B5D7-ABA5-FF79-25BC-119973076FCB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7497995" y="5007455"/>
                    <a:ext cx="200510" cy="5384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CCA5A5D-0BB9-5039-AC43-833B8D9FAD08}"/>
                </a:ext>
              </a:extLst>
            </p:cNvPr>
            <p:cNvGrpSpPr/>
            <p:nvPr/>
          </p:nvGrpSpPr>
          <p:grpSpPr>
            <a:xfrm>
              <a:off x="7963382" y="4650169"/>
              <a:ext cx="1179720" cy="545760"/>
              <a:chOff x="7963382" y="4650169"/>
              <a:chExt cx="1179720" cy="5457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47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EA855E33-8A93-47FC-F1D9-E92E6EF888B1}"/>
                      </a:ext>
                    </a:extLst>
                  </p14:cNvPr>
                  <p14:cNvContentPartPr/>
                  <p14:nvPr/>
                </p14:nvContentPartPr>
                <p14:xfrm>
                  <a:off x="7963382" y="4650169"/>
                  <a:ext cx="176760" cy="545760"/>
                </p14:xfrm>
              </p:contentPart>
            </mc:Choice>
            <mc:Fallback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EA855E33-8A93-47FC-F1D9-E92E6EF888B1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7949991" y="4636753"/>
                    <a:ext cx="203006" cy="5720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9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2E5DE682-5610-0028-C76C-7B09CF698C25}"/>
                      </a:ext>
                    </a:extLst>
                  </p14:cNvPr>
                  <p14:cNvContentPartPr/>
                  <p14:nvPr/>
                </p14:nvContentPartPr>
                <p14:xfrm>
                  <a:off x="8180462" y="4862929"/>
                  <a:ext cx="107280" cy="124560"/>
                </p14:xfrm>
              </p:contentPart>
            </mc:Choice>
            <mc:Fallback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2E5DE682-5610-0028-C76C-7B09CF698C25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8167052" y="4850099"/>
                    <a:ext cx="133564" cy="1507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1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E5D1A138-C280-DF1D-F3B6-C2C042944989}"/>
                      </a:ext>
                    </a:extLst>
                  </p14:cNvPr>
                  <p14:cNvContentPartPr/>
                  <p14:nvPr/>
                </p14:nvContentPartPr>
                <p14:xfrm>
                  <a:off x="8345342" y="4867249"/>
                  <a:ext cx="28440" cy="218160"/>
                </p14:xfrm>
              </p:contentPart>
            </mc:Choice>
            <mc:Fallback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E5D1A138-C280-DF1D-F3B6-C2C042944989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8332702" y="4853816"/>
                    <a:ext cx="54247" cy="2444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3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38B4AB66-E61E-40B2-0E93-1834308EAF68}"/>
                      </a:ext>
                    </a:extLst>
                  </p14:cNvPr>
                  <p14:cNvContentPartPr/>
                  <p14:nvPr/>
                </p14:nvContentPartPr>
                <p14:xfrm>
                  <a:off x="8341022" y="4847089"/>
                  <a:ext cx="67680" cy="96120"/>
                </p14:xfrm>
              </p:contentPart>
            </mc:Choice>
            <mc:Fallback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38B4AB66-E61E-40B2-0E93-1834308EAF68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8327593" y="4833664"/>
                    <a:ext cx="94000" cy="1224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5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1B4FEB4D-EDED-C9C1-A80B-0643A5442C36}"/>
                      </a:ext>
                    </a:extLst>
                  </p14:cNvPr>
                  <p14:cNvContentPartPr/>
                  <p14:nvPr/>
                </p14:nvContentPartPr>
                <p14:xfrm>
                  <a:off x="8456582" y="4782649"/>
                  <a:ext cx="46440" cy="189720"/>
                </p14:xfrm>
              </p:contentPart>
            </mc:Choice>
            <mc:Fallback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1B4FEB4D-EDED-C9C1-A80B-0643A5442C36}"/>
                      </a:ext>
                    </a:extLst>
                  </p:cNvPr>
                  <p:cNvPicPr/>
                  <p:nvPr/>
                </p:nvPicPr>
                <p:blipFill>
                  <a:blip r:embed="rId156"/>
                  <a:stretch>
                    <a:fillRect/>
                  </a:stretch>
                </p:blipFill>
                <p:spPr>
                  <a:xfrm>
                    <a:off x="8443237" y="4769213"/>
                    <a:ext cx="72596" cy="2160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7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76A0EDC7-8D85-C56F-0CBD-452517BF7889}"/>
                      </a:ext>
                    </a:extLst>
                  </p14:cNvPr>
                  <p14:cNvContentPartPr/>
                  <p14:nvPr/>
                </p14:nvContentPartPr>
                <p14:xfrm>
                  <a:off x="8434982" y="4866889"/>
                  <a:ext cx="127800" cy="106200"/>
                </p14:xfrm>
              </p:contentPart>
            </mc:Choice>
            <mc:Fallback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76A0EDC7-8D85-C56F-0CBD-452517BF7889}"/>
                      </a:ext>
                    </a:extLst>
                  </p:cNvPr>
                  <p:cNvPicPr/>
                  <p:nvPr/>
                </p:nvPicPr>
                <p:blipFill>
                  <a:blip r:embed="rId158"/>
                  <a:stretch>
                    <a:fillRect/>
                  </a:stretch>
                </p:blipFill>
                <p:spPr>
                  <a:xfrm>
                    <a:off x="8421558" y="4853480"/>
                    <a:ext cx="154112" cy="1324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9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F3AE526F-BB25-474F-A891-B13F0742ADCC}"/>
                      </a:ext>
                    </a:extLst>
                  </p14:cNvPr>
                  <p14:cNvContentPartPr/>
                  <p14:nvPr/>
                </p14:nvContentPartPr>
                <p14:xfrm>
                  <a:off x="8545142" y="4779409"/>
                  <a:ext cx="28440" cy="39600"/>
                </p14:xfrm>
              </p:contentPart>
            </mc:Choice>
            <mc:Fallback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F3AE526F-BB25-474F-A891-B13F0742ADCC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8531727" y="4766031"/>
                    <a:ext cx="54734" cy="658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1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8E8C3664-27FD-3F7A-1DE8-7A1EBE34B65D}"/>
                      </a:ext>
                    </a:extLst>
                  </p14:cNvPr>
                  <p14:cNvContentPartPr/>
                  <p14:nvPr/>
                </p14:nvContentPartPr>
                <p14:xfrm>
                  <a:off x="8605262" y="4862929"/>
                  <a:ext cx="205920" cy="97200"/>
                </p14:xfrm>
              </p:contentPart>
            </mc:Choice>
            <mc:Fallback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8E8C3664-27FD-3F7A-1DE8-7A1EBE34B65D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8591856" y="4849577"/>
                    <a:ext cx="232196" cy="1233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3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253AFC42-C8CD-7D08-70A1-1A383FBA505D}"/>
                      </a:ext>
                    </a:extLst>
                  </p14:cNvPr>
                  <p14:cNvContentPartPr/>
                  <p14:nvPr/>
                </p14:nvContentPartPr>
                <p14:xfrm>
                  <a:off x="8832782" y="4725409"/>
                  <a:ext cx="310320" cy="261000"/>
                </p14:xfrm>
              </p:contentPart>
            </mc:Choice>
            <mc:Fallback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253AFC42-C8CD-7D08-70A1-1A383FBA505D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8819360" y="4712011"/>
                    <a:ext cx="336627" cy="287261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5909C3-95EA-9315-9D8D-F503F7462293}"/>
              </a:ext>
            </a:extLst>
          </p:cNvPr>
          <p:cNvGrpSpPr/>
          <p:nvPr/>
        </p:nvGrpSpPr>
        <p:grpSpPr>
          <a:xfrm>
            <a:off x="205742" y="867289"/>
            <a:ext cx="771120" cy="417600"/>
            <a:chOff x="205742" y="867289"/>
            <a:chExt cx="77112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1CF446-B4D8-43B6-C7BF-00543A096BAD}"/>
                    </a:ext>
                  </a:extLst>
                </p14:cNvPr>
                <p14:cNvContentPartPr/>
                <p14:nvPr/>
              </p14:nvContentPartPr>
              <p14:xfrm>
                <a:off x="247862" y="881689"/>
                <a:ext cx="48600" cy="29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1CF446-B4D8-43B6-C7BF-00543A096BA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38862" y="873049"/>
                  <a:ext cx="662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2E984F-E3E9-B0BF-B986-CC53435BB0D7}"/>
                    </a:ext>
                  </a:extLst>
                </p14:cNvPr>
                <p14:cNvContentPartPr/>
                <p14:nvPr/>
              </p14:nvContentPartPr>
              <p14:xfrm>
                <a:off x="205742" y="867289"/>
                <a:ext cx="159840" cy="42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2E984F-E3E9-B0BF-B986-CC53435BB0D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97102" y="858289"/>
                  <a:ext cx="177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73E77D-7DFB-4769-A50A-DCD5B70F4FC3}"/>
                    </a:ext>
                  </a:extLst>
                </p14:cNvPr>
                <p14:cNvContentPartPr/>
                <p14:nvPr/>
              </p14:nvContentPartPr>
              <p14:xfrm>
                <a:off x="212942" y="1023529"/>
                <a:ext cx="115200" cy="20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73E77D-7DFB-4769-A50A-DCD5B70F4FC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3942" y="1014529"/>
                  <a:ext cx="132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9EC97E-C013-0372-77B5-EE1F8E738935}"/>
                    </a:ext>
                  </a:extLst>
                </p14:cNvPr>
                <p14:cNvContentPartPr/>
                <p14:nvPr/>
              </p14:nvContentPartPr>
              <p14:xfrm>
                <a:off x="321302" y="1026409"/>
                <a:ext cx="115200" cy="9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9EC97E-C013-0372-77B5-EE1F8E73893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2302" y="1017769"/>
                  <a:ext cx="132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7372A6-3FF1-D282-EFAD-ADA9AD31CB2C}"/>
                    </a:ext>
                  </a:extLst>
                </p14:cNvPr>
                <p14:cNvContentPartPr/>
                <p14:nvPr/>
              </p14:nvContentPartPr>
              <p14:xfrm>
                <a:off x="480422" y="1040449"/>
                <a:ext cx="28800" cy="101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7372A6-3FF1-D282-EFAD-ADA9AD31CB2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71782" y="1031449"/>
                  <a:ext cx="46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0801BC-7821-F3AB-BD44-ADB218719A2B}"/>
                    </a:ext>
                  </a:extLst>
                </p14:cNvPr>
                <p14:cNvContentPartPr/>
                <p14:nvPr/>
              </p14:nvContentPartPr>
              <p14:xfrm>
                <a:off x="471782" y="934969"/>
                <a:ext cx="37080" cy="34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0801BC-7821-F3AB-BD44-ADB218719A2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63142" y="926329"/>
                  <a:ext cx="54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8D771A3-06E3-033E-43F2-4A574C64A684}"/>
                    </a:ext>
                  </a:extLst>
                </p14:cNvPr>
                <p14:cNvContentPartPr/>
                <p14:nvPr/>
              </p14:nvContentPartPr>
              <p14:xfrm>
                <a:off x="568982" y="1008769"/>
                <a:ext cx="225720" cy="276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8D771A3-06E3-033E-43F2-4A574C64A68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0342" y="1000129"/>
                  <a:ext cx="2433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831256-83EA-0954-E954-DC84B6C7A963}"/>
                    </a:ext>
                  </a:extLst>
                </p14:cNvPr>
                <p14:cNvContentPartPr/>
                <p14:nvPr/>
              </p14:nvContentPartPr>
              <p14:xfrm>
                <a:off x="819542" y="1001569"/>
                <a:ext cx="123840" cy="136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5831256-83EA-0954-E954-DC84B6C7A96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0542" y="992929"/>
                  <a:ext cx="141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606EC8-2E64-9D63-5DCC-4551EF4D2CD1}"/>
                    </a:ext>
                  </a:extLst>
                </p14:cNvPr>
                <p14:cNvContentPartPr/>
                <p14:nvPr/>
              </p14:nvContentPartPr>
              <p14:xfrm>
                <a:off x="255782" y="1195249"/>
                <a:ext cx="410040" cy="34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D606EC8-2E64-9D63-5DCC-4551EF4D2CD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46782" y="1186609"/>
                  <a:ext cx="42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C4550D-21B9-B4DF-4621-74306EC664BC}"/>
                    </a:ext>
                  </a:extLst>
                </p14:cNvPr>
                <p14:cNvContentPartPr/>
                <p14:nvPr/>
              </p14:nvContentPartPr>
              <p14:xfrm>
                <a:off x="878222" y="1202809"/>
                <a:ext cx="98640" cy="1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C4550D-21B9-B4DF-4621-74306EC664B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9582" y="1194169"/>
                  <a:ext cx="1162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0C9D03C-93C1-9A0A-5B4A-7BB969C7DD7E}"/>
              </a:ext>
            </a:extLst>
          </p:cNvPr>
          <p:cNvGrpSpPr/>
          <p:nvPr/>
        </p:nvGrpSpPr>
        <p:grpSpPr>
          <a:xfrm>
            <a:off x="5734262" y="787009"/>
            <a:ext cx="1000080" cy="437400"/>
            <a:chOff x="5734262" y="787009"/>
            <a:chExt cx="100008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115C7F-A379-0BBB-4A58-694B810EE557}"/>
                    </a:ext>
                  </a:extLst>
                </p14:cNvPr>
                <p14:cNvContentPartPr/>
                <p14:nvPr/>
              </p14:nvContentPartPr>
              <p14:xfrm>
                <a:off x="5754782" y="882769"/>
                <a:ext cx="14760" cy="169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115C7F-A379-0BBB-4A58-694B810EE55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746142" y="874129"/>
                  <a:ext cx="3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D54C2C-CC5B-1E92-7215-9700BFD46D7D}"/>
                    </a:ext>
                  </a:extLst>
                </p14:cNvPr>
                <p14:cNvContentPartPr/>
                <p14:nvPr/>
              </p14:nvContentPartPr>
              <p14:xfrm>
                <a:off x="5734262" y="872689"/>
                <a:ext cx="111600" cy="39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D54C2C-CC5B-1E92-7215-9700BFD46D7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725262" y="863689"/>
                  <a:ext cx="129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B0D236-ACF6-EFB4-8F58-53C6F6AB4182}"/>
                    </a:ext>
                  </a:extLst>
                </p14:cNvPr>
                <p14:cNvContentPartPr/>
                <p14:nvPr/>
              </p14:nvContentPartPr>
              <p14:xfrm>
                <a:off x="5756942" y="955849"/>
                <a:ext cx="82440" cy="20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B0D236-ACF6-EFB4-8F58-53C6F6AB418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48302" y="947209"/>
                  <a:ext cx="100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60FC49-3358-89C9-6726-0B2D96D7646C}"/>
                    </a:ext>
                  </a:extLst>
                </p14:cNvPr>
                <p14:cNvContentPartPr/>
                <p14:nvPr/>
              </p14:nvContentPartPr>
              <p14:xfrm>
                <a:off x="5767022" y="1039009"/>
                <a:ext cx="118080" cy="27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60FC49-3358-89C9-6726-0B2D96D7646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758022" y="1030369"/>
                  <a:ext cx="135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042728-D4C4-1F98-D6B4-0877FE891D6B}"/>
                    </a:ext>
                  </a:extLst>
                </p14:cNvPr>
                <p14:cNvContentPartPr/>
                <p14:nvPr/>
              </p14:nvContentPartPr>
              <p14:xfrm>
                <a:off x="5906342" y="945769"/>
                <a:ext cx="61920" cy="103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042728-D4C4-1F98-D6B4-0877FE891D6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897702" y="937129"/>
                  <a:ext cx="79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C47F60E-AAA7-47D2-367D-9366DE80A4C1}"/>
                    </a:ext>
                  </a:extLst>
                </p14:cNvPr>
                <p14:cNvContentPartPr/>
                <p14:nvPr/>
              </p14:nvContentPartPr>
              <p14:xfrm>
                <a:off x="5905622" y="946129"/>
                <a:ext cx="113760" cy="137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C47F60E-AAA7-47D2-367D-9366DE80A4C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896982" y="937129"/>
                  <a:ext cx="131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321050F-0F1E-249D-10C1-E5A95780B226}"/>
                    </a:ext>
                  </a:extLst>
                </p14:cNvPr>
                <p14:cNvContentPartPr/>
                <p14:nvPr/>
              </p14:nvContentPartPr>
              <p14:xfrm>
                <a:off x="6052502" y="963049"/>
                <a:ext cx="75960" cy="261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321050F-0F1E-249D-10C1-E5A95780B22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43862" y="954049"/>
                  <a:ext cx="93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B11C86-84F5-9B9F-C616-036EA86BC2AC}"/>
                    </a:ext>
                  </a:extLst>
                </p14:cNvPr>
                <p14:cNvContentPartPr/>
                <p14:nvPr/>
              </p14:nvContentPartPr>
              <p14:xfrm>
                <a:off x="6051422" y="931009"/>
                <a:ext cx="64440" cy="109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B11C86-84F5-9B9F-C616-036EA86BC2A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042422" y="922369"/>
                  <a:ext cx="82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78AD2CB-8BF2-FD27-72A0-FBB45B73BDBA}"/>
                    </a:ext>
                  </a:extLst>
                </p14:cNvPr>
                <p14:cNvContentPartPr/>
                <p14:nvPr/>
              </p14:nvContentPartPr>
              <p14:xfrm>
                <a:off x="6167342" y="839209"/>
                <a:ext cx="23040" cy="197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78AD2CB-8BF2-FD27-72A0-FBB45B73BDB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158702" y="830209"/>
                  <a:ext cx="40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BAEB5C4-9E7B-B0F7-A812-68E8CBF11576}"/>
                    </a:ext>
                  </a:extLst>
                </p14:cNvPr>
                <p14:cNvContentPartPr/>
                <p14:nvPr/>
              </p14:nvContentPartPr>
              <p14:xfrm>
                <a:off x="6215222" y="958729"/>
                <a:ext cx="82440" cy="95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BAEB5C4-9E7B-B0F7-A812-68E8CBF1157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06222" y="949729"/>
                  <a:ext cx="100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89612F5-325B-62B4-4DC0-301D15E9DF5B}"/>
                    </a:ext>
                  </a:extLst>
                </p14:cNvPr>
                <p14:cNvContentPartPr/>
                <p14:nvPr/>
              </p14:nvContentPartPr>
              <p14:xfrm>
                <a:off x="6294062" y="961609"/>
                <a:ext cx="153720" cy="81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89612F5-325B-62B4-4DC0-301D15E9DF5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285422" y="952969"/>
                  <a:ext cx="171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8A965AD-6E6D-97D8-A060-696139CE31CE}"/>
                    </a:ext>
                  </a:extLst>
                </p14:cNvPr>
                <p14:cNvContentPartPr/>
                <p14:nvPr/>
              </p14:nvContentPartPr>
              <p14:xfrm>
                <a:off x="6464702" y="980689"/>
                <a:ext cx="144360" cy="68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8A965AD-6E6D-97D8-A060-696139CE31C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456062" y="972049"/>
                  <a:ext cx="162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3C9DF73-30E4-1172-31BB-465068710114}"/>
                    </a:ext>
                  </a:extLst>
                </p14:cNvPr>
                <p14:cNvContentPartPr/>
                <p14:nvPr/>
              </p14:nvContentPartPr>
              <p14:xfrm>
                <a:off x="6595022" y="787009"/>
                <a:ext cx="139320" cy="268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3C9DF73-30E4-1172-31BB-46506871011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586022" y="778369"/>
                  <a:ext cx="1569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B0D93E5-670C-E2AF-8724-81309DCC145A}"/>
                    </a:ext>
                  </a:extLst>
                </p14:cNvPr>
                <p14:cNvContentPartPr/>
                <p14:nvPr/>
              </p14:nvContentPartPr>
              <p14:xfrm>
                <a:off x="6155102" y="1080769"/>
                <a:ext cx="523440" cy="47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B0D93E5-670C-E2AF-8724-81309DCC145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146102" y="1071769"/>
                  <a:ext cx="541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FF75602-9096-AC3D-0FA8-20EA7547F1FA}"/>
                    </a:ext>
                  </a:extLst>
                </p14:cNvPr>
                <p14:cNvContentPartPr/>
                <p14:nvPr/>
              </p14:nvContentPartPr>
              <p14:xfrm>
                <a:off x="5757662" y="1141609"/>
                <a:ext cx="235800" cy="19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FF75602-9096-AC3D-0FA8-20EA7547F1F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748662" y="1132609"/>
                  <a:ext cx="2534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0822B80-49E6-15AA-A892-D3A174AF2A2D}"/>
              </a:ext>
            </a:extLst>
          </p:cNvPr>
          <p:cNvGrpSpPr/>
          <p:nvPr/>
        </p:nvGrpSpPr>
        <p:grpSpPr>
          <a:xfrm>
            <a:off x="3086822" y="915889"/>
            <a:ext cx="415080" cy="343080"/>
            <a:chOff x="3086822" y="915889"/>
            <a:chExt cx="41508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744764B-976D-D997-1D89-CE5B7D933290}"/>
                    </a:ext>
                  </a:extLst>
                </p14:cNvPr>
                <p14:cNvContentPartPr/>
                <p14:nvPr/>
              </p14:nvContentPartPr>
              <p14:xfrm>
                <a:off x="3189782" y="1005889"/>
                <a:ext cx="148320" cy="186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744764B-976D-D997-1D89-CE5B7D93329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181142" y="996889"/>
                  <a:ext cx="165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C73C51D-023B-F16C-6903-BA00F264EA2F}"/>
                    </a:ext>
                  </a:extLst>
                </p14:cNvPr>
                <p14:cNvContentPartPr/>
                <p14:nvPr/>
              </p14:nvContentPartPr>
              <p14:xfrm>
                <a:off x="3086822" y="915889"/>
                <a:ext cx="415080" cy="343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C73C51D-023B-F16C-6903-BA00F264EA2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077822" y="906889"/>
                  <a:ext cx="432720" cy="36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DBD5B29-E8A7-E27C-3EA7-B8C26CF09C19}"/>
                  </a:ext>
                </a:extLst>
              </p14:cNvPr>
              <p14:cNvContentPartPr/>
              <p14:nvPr/>
            </p14:nvContentPartPr>
            <p14:xfrm>
              <a:off x="439382" y="1356529"/>
              <a:ext cx="196200" cy="1738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DBD5B29-E8A7-E27C-3EA7-B8C26CF09C1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30742" y="1347889"/>
                <a:ext cx="21384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B841D6E-1573-5B9A-DF91-18395C32A2A7}"/>
              </a:ext>
            </a:extLst>
          </p:cNvPr>
          <p:cNvGrpSpPr/>
          <p:nvPr/>
        </p:nvGrpSpPr>
        <p:grpSpPr>
          <a:xfrm>
            <a:off x="2423702" y="1213969"/>
            <a:ext cx="696960" cy="698760"/>
            <a:chOff x="2423702" y="1213969"/>
            <a:chExt cx="696960" cy="69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D61A12-A6DA-7446-EAAE-ED944BDE282B}"/>
                    </a:ext>
                  </a:extLst>
                </p14:cNvPr>
                <p14:cNvContentPartPr/>
                <p14:nvPr/>
              </p14:nvContentPartPr>
              <p14:xfrm>
                <a:off x="2723582" y="1213969"/>
                <a:ext cx="397080" cy="354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D61A12-A6DA-7446-EAAE-ED944BDE282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714942" y="1205329"/>
                  <a:ext cx="4147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6378C0-6490-B7D1-26E2-AE60FA48FC0C}"/>
                    </a:ext>
                  </a:extLst>
                </p14:cNvPr>
                <p14:cNvContentPartPr/>
                <p14:nvPr/>
              </p14:nvContentPartPr>
              <p14:xfrm>
                <a:off x="2520902" y="1705009"/>
                <a:ext cx="110520" cy="167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6378C0-6490-B7D1-26E2-AE60FA48FC0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511902" y="1696009"/>
                  <a:ext cx="128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A3EB35-0502-11C3-4CBB-34825DA64B36}"/>
                    </a:ext>
                  </a:extLst>
                </p14:cNvPr>
                <p14:cNvContentPartPr/>
                <p14:nvPr/>
              </p14:nvContentPartPr>
              <p14:xfrm>
                <a:off x="2525222" y="1781689"/>
                <a:ext cx="123840" cy="37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A3EB35-0502-11C3-4CBB-34825DA64B3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516582" y="1773049"/>
                  <a:ext cx="141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7147FB4-E5F9-FF9D-EA0F-C8C495DE6EC6}"/>
                    </a:ext>
                  </a:extLst>
                </p14:cNvPr>
                <p14:cNvContentPartPr/>
                <p14:nvPr/>
              </p14:nvContentPartPr>
              <p14:xfrm>
                <a:off x="2423702" y="1641649"/>
                <a:ext cx="310680" cy="271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7147FB4-E5F9-FF9D-EA0F-C8C495DE6EC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415062" y="1632649"/>
                  <a:ext cx="32832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203DD1C-455A-314E-FBFF-98371D44A51C}"/>
              </a:ext>
            </a:extLst>
          </p:cNvPr>
          <p:cNvGrpSpPr/>
          <p:nvPr/>
        </p:nvGrpSpPr>
        <p:grpSpPr>
          <a:xfrm>
            <a:off x="3445382" y="1213609"/>
            <a:ext cx="545040" cy="691920"/>
            <a:chOff x="3445382" y="1213609"/>
            <a:chExt cx="545040" cy="69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88FDAA-7418-5F59-9147-678ABF771975}"/>
                    </a:ext>
                  </a:extLst>
                </p14:cNvPr>
                <p14:cNvContentPartPr/>
                <p14:nvPr/>
              </p14:nvContentPartPr>
              <p14:xfrm>
                <a:off x="3445382" y="1213609"/>
                <a:ext cx="272520" cy="365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88FDAA-7418-5F59-9147-678ABF77197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436742" y="1204609"/>
                  <a:ext cx="2901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122119-B5BF-4CD5-4CA0-49FA5C071035}"/>
                    </a:ext>
                  </a:extLst>
                </p14:cNvPr>
                <p14:cNvContentPartPr/>
                <p14:nvPr/>
              </p14:nvContentPartPr>
              <p14:xfrm>
                <a:off x="3765782" y="1688809"/>
                <a:ext cx="27720" cy="122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122119-B5BF-4CD5-4CA0-49FA5C07103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756782" y="1680169"/>
                  <a:ext cx="45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206402F-B2AB-E66D-4C83-2DAD86D55FDC}"/>
                    </a:ext>
                  </a:extLst>
                </p14:cNvPr>
                <p14:cNvContentPartPr/>
                <p14:nvPr/>
              </p14:nvContentPartPr>
              <p14:xfrm>
                <a:off x="3725822" y="1660009"/>
                <a:ext cx="179640" cy="168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206402F-B2AB-E66D-4C83-2DAD86D55FD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717182" y="1651009"/>
                  <a:ext cx="197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538E485-78CD-837E-E11B-574B005EDE44}"/>
                    </a:ext>
                  </a:extLst>
                </p14:cNvPr>
                <p14:cNvContentPartPr/>
                <p14:nvPr/>
              </p14:nvContentPartPr>
              <p14:xfrm>
                <a:off x="3619982" y="1553089"/>
                <a:ext cx="370440" cy="352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538E485-78CD-837E-E11B-574B005EDE4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610982" y="1544089"/>
                  <a:ext cx="388080" cy="37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1FEF8CC-219B-BC7E-5DED-D92CB22BFDCD}"/>
                  </a:ext>
                </a:extLst>
              </p14:cNvPr>
              <p14:cNvContentPartPr/>
              <p14:nvPr/>
            </p14:nvContentPartPr>
            <p14:xfrm>
              <a:off x="337142" y="1301449"/>
              <a:ext cx="369360" cy="294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1FEF8CC-219B-BC7E-5DED-D92CB22BFDCD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328142" y="1292809"/>
                <a:ext cx="3870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7E8983F-A90B-9CA5-F164-07703D35E7D2}"/>
                  </a:ext>
                </a:extLst>
              </p14:cNvPr>
              <p14:cNvContentPartPr/>
              <p14:nvPr/>
            </p14:nvContentPartPr>
            <p14:xfrm>
              <a:off x="2752742" y="1225489"/>
              <a:ext cx="65880" cy="1911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7E8983F-A90B-9CA5-F164-07703D35E7D2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744102" y="1216849"/>
                <a:ext cx="835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332B54E-8E43-F05C-FDE6-29F9CCF089DE}"/>
                  </a:ext>
                </a:extLst>
              </p14:cNvPr>
              <p14:cNvContentPartPr/>
              <p14:nvPr/>
            </p14:nvContentPartPr>
            <p14:xfrm>
              <a:off x="3586862" y="1232689"/>
              <a:ext cx="145440" cy="113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332B54E-8E43-F05C-FDE6-29F9CCF089DE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3578222" y="1224049"/>
                <a:ext cx="16308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1CA75AE-1947-9C78-6939-89E127D0AA7A}"/>
              </a:ext>
            </a:extLst>
          </p:cNvPr>
          <p:cNvGrpSpPr/>
          <p:nvPr/>
        </p:nvGrpSpPr>
        <p:grpSpPr>
          <a:xfrm>
            <a:off x="3654902" y="1948729"/>
            <a:ext cx="773640" cy="155880"/>
            <a:chOff x="3654902" y="1948729"/>
            <a:chExt cx="77364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DC2641A-D181-46A2-6E14-62A1394EC662}"/>
                    </a:ext>
                  </a:extLst>
                </p14:cNvPr>
                <p14:cNvContentPartPr/>
                <p14:nvPr/>
              </p14:nvContentPartPr>
              <p14:xfrm>
                <a:off x="3654902" y="1973929"/>
                <a:ext cx="100800" cy="130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DC2641A-D181-46A2-6E14-62A1394EC66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645902" y="1965289"/>
                  <a:ext cx="118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0760CE-4254-4C46-D1F8-D1EE21616008}"/>
                    </a:ext>
                  </a:extLst>
                </p14:cNvPr>
                <p14:cNvContentPartPr/>
                <p14:nvPr/>
              </p14:nvContentPartPr>
              <p14:xfrm>
                <a:off x="3800702" y="2020369"/>
                <a:ext cx="138600" cy="16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0760CE-4254-4C46-D1F8-D1EE2161600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791702" y="2011369"/>
                  <a:ext cx="156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CD5B488-1EB6-0BC1-F186-E84F4A46BAFA}"/>
                    </a:ext>
                  </a:extLst>
                </p14:cNvPr>
                <p14:cNvContentPartPr/>
                <p14:nvPr/>
              </p14:nvContentPartPr>
              <p14:xfrm>
                <a:off x="3861542" y="1993369"/>
                <a:ext cx="19800" cy="102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CD5B488-1EB6-0BC1-F186-E84F4A46BAF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852902" y="1984369"/>
                  <a:ext cx="37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5348BB7-EA2F-4F30-5F2E-78092F0F1232}"/>
                    </a:ext>
                  </a:extLst>
                </p14:cNvPr>
                <p14:cNvContentPartPr/>
                <p14:nvPr/>
              </p14:nvContentPartPr>
              <p14:xfrm>
                <a:off x="3966662" y="1969609"/>
                <a:ext cx="86040" cy="1148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5348BB7-EA2F-4F30-5F2E-78092F0F123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958022" y="1960609"/>
                  <a:ext cx="103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C5901F7-CEFF-E1D9-931B-214D723A01E7}"/>
                    </a:ext>
                  </a:extLst>
                </p14:cNvPr>
                <p14:cNvContentPartPr/>
                <p14:nvPr/>
              </p14:nvContentPartPr>
              <p14:xfrm>
                <a:off x="3971342" y="1957009"/>
                <a:ext cx="166680" cy="30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C5901F7-CEFF-E1D9-931B-214D723A01E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962342" y="1948009"/>
                  <a:ext cx="184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82082B8-ECC3-DD34-0B0C-3FA3BFCA8730}"/>
                    </a:ext>
                  </a:extLst>
                </p14:cNvPr>
                <p14:cNvContentPartPr/>
                <p14:nvPr/>
              </p14:nvContentPartPr>
              <p14:xfrm>
                <a:off x="4156382" y="2014249"/>
                <a:ext cx="87840" cy="14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82082B8-ECC3-DD34-0B0C-3FA3BFCA873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147382" y="2005609"/>
                  <a:ext cx="105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793247F-D9A6-90E3-2672-E726E405D5D3}"/>
                    </a:ext>
                  </a:extLst>
                </p14:cNvPr>
                <p14:cNvContentPartPr/>
                <p14:nvPr/>
              </p14:nvContentPartPr>
              <p14:xfrm>
                <a:off x="4141982" y="2065009"/>
                <a:ext cx="122040" cy="14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793247F-D9A6-90E3-2672-E726E405D5D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132982" y="2056009"/>
                  <a:ext cx="139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8DB3333-42FF-2CB3-AEE9-F220B7E556CB}"/>
                    </a:ext>
                  </a:extLst>
                </p14:cNvPr>
                <p14:cNvContentPartPr/>
                <p14:nvPr/>
              </p14:nvContentPartPr>
              <p14:xfrm>
                <a:off x="4286342" y="1948729"/>
                <a:ext cx="115200" cy="144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8DB3333-42FF-2CB3-AEE9-F220B7E556C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277342" y="1939729"/>
                  <a:ext cx="132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792CE92-26A6-6327-4856-3C1781B37018}"/>
                    </a:ext>
                  </a:extLst>
                </p14:cNvPr>
                <p14:cNvContentPartPr/>
                <p14:nvPr/>
              </p14:nvContentPartPr>
              <p14:xfrm>
                <a:off x="4288862" y="2004529"/>
                <a:ext cx="139680" cy="24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792CE92-26A6-6327-4856-3C1781B3701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280222" y="1995889"/>
                  <a:ext cx="1573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C548C73-68D1-9551-311B-EA59E9DF50FC}"/>
              </a:ext>
            </a:extLst>
          </p:cNvPr>
          <p:cNvGrpSpPr/>
          <p:nvPr/>
        </p:nvGrpSpPr>
        <p:grpSpPr>
          <a:xfrm>
            <a:off x="2340902" y="1958449"/>
            <a:ext cx="675360" cy="187560"/>
            <a:chOff x="2340902" y="1958449"/>
            <a:chExt cx="67536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0EAC01-DFA9-BFD5-F73B-B9647171AC3C}"/>
                    </a:ext>
                  </a:extLst>
                </p14:cNvPr>
                <p14:cNvContentPartPr/>
                <p14:nvPr/>
              </p14:nvContentPartPr>
              <p14:xfrm>
                <a:off x="2340902" y="1969969"/>
                <a:ext cx="103680" cy="176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0EAC01-DFA9-BFD5-F73B-B9647171AC3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332262" y="1960969"/>
                  <a:ext cx="121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DFABE87-0FAC-32CB-4458-4F2D5F030FFE}"/>
                    </a:ext>
                  </a:extLst>
                </p14:cNvPr>
                <p14:cNvContentPartPr/>
                <p14:nvPr/>
              </p14:nvContentPartPr>
              <p14:xfrm>
                <a:off x="2471942" y="2064289"/>
                <a:ext cx="115560" cy="14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DFABE87-0FAC-32CB-4458-4F2D5F030FF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462942" y="2055289"/>
                  <a:ext cx="133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B274DD8-FA9D-DEA1-9DB5-32B172A11379}"/>
                    </a:ext>
                  </a:extLst>
                </p14:cNvPr>
                <p14:cNvContentPartPr/>
                <p14:nvPr/>
              </p14:nvContentPartPr>
              <p14:xfrm>
                <a:off x="2512982" y="2032609"/>
                <a:ext cx="38160" cy="111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B274DD8-FA9D-DEA1-9DB5-32B172A1137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503982" y="2023609"/>
                  <a:ext cx="55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CC210BA-FB70-3FA7-24D9-D02D30129E93}"/>
                    </a:ext>
                  </a:extLst>
                </p14:cNvPr>
                <p14:cNvContentPartPr/>
                <p14:nvPr/>
              </p14:nvContentPartPr>
              <p14:xfrm>
                <a:off x="2688662" y="1975369"/>
                <a:ext cx="18360" cy="140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CC210BA-FB70-3FA7-24D9-D02D30129E9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680022" y="1966369"/>
                  <a:ext cx="36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35D35FE-0F35-28AA-AADE-DE17210E6D7D}"/>
                    </a:ext>
                  </a:extLst>
                </p14:cNvPr>
                <p14:cNvContentPartPr/>
                <p14:nvPr/>
              </p14:nvContentPartPr>
              <p14:xfrm>
                <a:off x="2756342" y="2033329"/>
                <a:ext cx="86040" cy="16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35D35FE-0F35-28AA-AADE-DE17210E6D7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747342" y="2024329"/>
                  <a:ext cx="103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0394A2-9660-056C-7CB9-3A1D5E4E1E3C}"/>
                    </a:ext>
                  </a:extLst>
                </p14:cNvPr>
                <p14:cNvContentPartPr/>
                <p14:nvPr/>
              </p14:nvContentPartPr>
              <p14:xfrm>
                <a:off x="2745182" y="2062849"/>
                <a:ext cx="118440" cy="28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0394A2-9660-056C-7CB9-3A1D5E4E1E3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736542" y="2053849"/>
                  <a:ext cx="136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E90C695-DDDB-A286-3EEE-CCFCA430B5DD}"/>
                    </a:ext>
                  </a:extLst>
                </p14:cNvPr>
                <p14:cNvContentPartPr/>
                <p14:nvPr/>
              </p14:nvContentPartPr>
              <p14:xfrm>
                <a:off x="2887022" y="1982209"/>
                <a:ext cx="115920" cy="126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E90C695-DDDB-A286-3EEE-CCFCA430B5D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878382" y="1973209"/>
                  <a:ext cx="133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3A8868-9CBB-20A1-9B03-7B2C0B48531B}"/>
                    </a:ext>
                  </a:extLst>
                </p14:cNvPr>
                <p14:cNvContentPartPr/>
                <p14:nvPr/>
              </p14:nvContentPartPr>
              <p14:xfrm>
                <a:off x="2862182" y="1958449"/>
                <a:ext cx="154080" cy="306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3A8868-9CBB-20A1-9B03-7B2C0B48531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853542" y="1949809"/>
                  <a:ext cx="17172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FE20994-635D-FDF3-643C-7DA6F14CF68E}"/>
                  </a:ext>
                </a:extLst>
              </p14:cNvPr>
              <p14:cNvContentPartPr/>
              <p14:nvPr/>
            </p14:nvContentPartPr>
            <p14:xfrm>
              <a:off x="6132422" y="1255369"/>
              <a:ext cx="152280" cy="1782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FE20994-635D-FDF3-643C-7DA6F14CF68E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6123422" y="1246729"/>
                <a:ext cx="16992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ABF3848-7303-9B29-CCAB-D7F08F67A206}"/>
              </a:ext>
            </a:extLst>
          </p:cNvPr>
          <p:cNvGrpSpPr/>
          <p:nvPr/>
        </p:nvGrpSpPr>
        <p:grpSpPr>
          <a:xfrm>
            <a:off x="208622" y="1620409"/>
            <a:ext cx="550440" cy="374040"/>
            <a:chOff x="208622" y="1620409"/>
            <a:chExt cx="55044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BCDB5A2-69ED-CCB2-7E06-070CE84F1BAA}"/>
                    </a:ext>
                  </a:extLst>
                </p14:cNvPr>
                <p14:cNvContentPartPr/>
                <p14:nvPr/>
              </p14:nvContentPartPr>
              <p14:xfrm>
                <a:off x="251822" y="1648129"/>
                <a:ext cx="99720" cy="144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BCDB5A2-69ED-CCB2-7E06-070CE84F1BA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43182" y="1639489"/>
                  <a:ext cx="117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FCE42FB-8AF5-3DEB-62E2-DA50D005367F}"/>
                    </a:ext>
                  </a:extLst>
                </p14:cNvPr>
                <p14:cNvContentPartPr/>
                <p14:nvPr/>
              </p14:nvContentPartPr>
              <p14:xfrm>
                <a:off x="381782" y="1735969"/>
                <a:ext cx="138960" cy="19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FCE42FB-8AF5-3DEB-62E2-DA50D005367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72782" y="1726969"/>
                  <a:ext cx="156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9491BAA-59DE-4923-6E27-F93D9828C2A6}"/>
                    </a:ext>
                  </a:extLst>
                </p14:cNvPr>
                <p14:cNvContentPartPr/>
                <p14:nvPr/>
              </p14:nvContentPartPr>
              <p14:xfrm>
                <a:off x="628382" y="1620409"/>
                <a:ext cx="86760" cy="155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9491BAA-59DE-4923-6E27-F93D9828C2A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19742" y="1611409"/>
                  <a:ext cx="104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85DA308-5EFF-D3AD-BADB-68A295122BDE}"/>
                    </a:ext>
                  </a:extLst>
                </p14:cNvPr>
                <p14:cNvContentPartPr/>
                <p14:nvPr/>
              </p14:nvContentPartPr>
              <p14:xfrm>
                <a:off x="638822" y="1695649"/>
                <a:ext cx="86760" cy="24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85DA308-5EFF-D3AD-BADB-68A295122BD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30182" y="1687009"/>
                  <a:ext cx="104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EDD3774-116C-87EB-98FA-0872329DB05D}"/>
                    </a:ext>
                  </a:extLst>
                </p14:cNvPr>
                <p14:cNvContentPartPr/>
                <p14:nvPr/>
              </p14:nvContentPartPr>
              <p14:xfrm>
                <a:off x="208622" y="1856209"/>
                <a:ext cx="133560" cy="127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EDD3774-116C-87EB-98FA-0872329DB05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99982" y="1847209"/>
                  <a:ext cx="151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82A4FD-9A30-B423-2165-A4BAE9789651}"/>
                    </a:ext>
                  </a:extLst>
                </p14:cNvPr>
                <p14:cNvContentPartPr/>
                <p14:nvPr/>
              </p14:nvContentPartPr>
              <p14:xfrm>
                <a:off x="434702" y="1907329"/>
                <a:ext cx="142560" cy="16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82A4FD-9A30-B423-2165-A4BAE978965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26062" y="1898329"/>
                  <a:ext cx="160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C10FC18-F8BA-5E4B-25FE-AD0B0400D877}"/>
                    </a:ext>
                  </a:extLst>
                </p14:cNvPr>
                <p14:cNvContentPartPr/>
                <p14:nvPr/>
              </p14:nvContentPartPr>
              <p14:xfrm>
                <a:off x="666182" y="1875289"/>
                <a:ext cx="20880" cy="96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C10FC18-F8BA-5E4B-25FE-AD0B0400D87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57542" y="1866649"/>
                  <a:ext cx="38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912AE31-853F-F604-BD67-54A018958195}"/>
                    </a:ext>
                  </a:extLst>
                </p14:cNvPr>
                <p14:cNvContentPartPr/>
                <p14:nvPr/>
              </p14:nvContentPartPr>
              <p14:xfrm>
                <a:off x="649622" y="1826329"/>
                <a:ext cx="109440" cy="168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912AE31-853F-F604-BD67-54A01895819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40622" y="1817329"/>
                  <a:ext cx="12708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3BBAFAE-A402-C264-1F6E-499EF0BA5AE0}"/>
              </a:ext>
            </a:extLst>
          </p:cNvPr>
          <p:cNvGrpSpPr/>
          <p:nvPr/>
        </p:nvGrpSpPr>
        <p:grpSpPr>
          <a:xfrm>
            <a:off x="2377262" y="2212609"/>
            <a:ext cx="340920" cy="712440"/>
            <a:chOff x="2377262" y="2212609"/>
            <a:chExt cx="340920" cy="7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C7E11A-63B6-EE6D-21A6-77B1888234EE}"/>
                    </a:ext>
                  </a:extLst>
                </p14:cNvPr>
                <p14:cNvContentPartPr/>
                <p14:nvPr/>
              </p14:nvContentPartPr>
              <p14:xfrm>
                <a:off x="2561582" y="2212609"/>
                <a:ext cx="58320" cy="357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C7E11A-63B6-EE6D-21A6-77B1888234E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552942" y="2203609"/>
                  <a:ext cx="75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DD93D40-E1CC-07C4-E81A-4B79A305A1A0}"/>
                    </a:ext>
                  </a:extLst>
                </p14:cNvPr>
                <p14:cNvContentPartPr/>
                <p14:nvPr/>
              </p14:nvContentPartPr>
              <p14:xfrm>
                <a:off x="2490662" y="2661169"/>
                <a:ext cx="149760" cy="257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DD93D40-E1CC-07C4-E81A-4B79A305A1A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481662" y="2652529"/>
                  <a:ext cx="1674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72D95DD-E359-445D-AADF-B71C6559F3E7}"/>
                    </a:ext>
                  </a:extLst>
                </p14:cNvPr>
                <p14:cNvContentPartPr/>
                <p14:nvPr/>
              </p14:nvContentPartPr>
              <p14:xfrm>
                <a:off x="2377262" y="2605729"/>
                <a:ext cx="340920" cy="319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72D95DD-E359-445D-AADF-B71C6559F3E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368622" y="2596729"/>
                  <a:ext cx="358560" cy="33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6C98F581-39F2-774D-3901-4CEB8350FFEE}"/>
                  </a:ext>
                </a:extLst>
              </p14:cNvPr>
              <p14:cNvContentPartPr/>
              <p14:nvPr/>
            </p14:nvContentPartPr>
            <p14:xfrm>
              <a:off x="129062" y="1643449"/>
              <a:ext cx="697320" cy="1425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6C98F581-39F2-774D-3901-4CEB8350FFEE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20422" y="1634449"/>
                <a:ext cx="714960" cy="16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7D38B2B-7C1E-2D87-DD14-27A4B2B87FF9}"/>
              </a:ext>
            </a:extLst>
          </p:cNvPr>
          <p:cNvGrpSpPr/>
          <p:nvPr/>
        </p:nvGrpSpPr>
        <p:grpSpPr>
          <a:xfrm>
            <a:off x="850502" y="1611769"/>
            <a:ext cx="231120" cy="138960"/>
            <a:chOff x="850502" y="1611769"/>
            <a:chExt cx="23112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2C568DC-65B5-6EA0-A423-96A6D2EBEA5A}"/>
                    </a:ext>
                  </a:extLst>
                </p14:cNvPr>
                <p14:cNvContentPartPr/>
                <p14:nvPr/>
              </p14:nvContentPartPr>
              <p14:xfrm>
                <a:off x="850502" y="1626169"/>
                <a:ext cx="34560" cy="46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2C568DC-65B5-6EA0-A423-96A6D2EBEA5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41862" y="1617529"/>
                  <a:ext cx="522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4C6886F-B5C4-0B19-8F9E-E39FE0F9D42A}"/>
                    </a:ext>
                  </a:extLst>
                </p14:cNvPr>
                <p14:cNvContentPartPr/>
                <p14:nvPr/>
              </p14:nvContentPartPr>
              <p14:xfrm>
                <a:off x="859862" y="1729129"/>
                <a:ext cx="29880" cy="21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4C6886F-B5C4-0B19-8F9E-E39FE0F9D42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51222" y="1720489"/>
                  <a:ext cx="47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B463A50-3C95-D0E7-3D73-9537ACB6DADB}"/>
                    </a:ext>
                  </a:extLst>
                </p14:cNvPr>
                <p14:cNvContentPartPr/>
                <p14:nvPr/>
              </p14:nvContentPartPr>
              <p14:xfrm>
                <a:off x="978662" y="1611769"/>
                <a:ext cx="56520" cy="118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B463A50-3C95-D0E7-3D73-9537ACB6DAD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70022" y="1602769"/>
                  <a:ext cx="74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4E01538-47FE-8849-581A-11116562B455}"/>
                    </a:ext>
                  </a:extLst>
                </p14:cNvPr>
                <p14:cNvContentPartPr/>
                <p14:nvPr/>
              </p14:nvContentPartPr>
              <p14:xfrm>
                <a:off x="984062" y="1612849"/>
                <a:ext cx="97560" cy="18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4E01538-47FE-8849-581A-11116562B45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75422" y="1604209"/>
                  <a:ext cx="1152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10F2739-3B4A-D5B8-B828-B1DB8ABA0134}"/>
                  </a:ext>
                </a:extLst>
              </p14:cNvPr>
              <p14:cNvContentPartPr/>
              <p14:nvPr/>
            </p14:nvContentPartPr>
            <p14:xfrm>
              <a:off x="2346662" y="2288209"/>
              <a:ext cx="103320" cy="20484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10F2739-3B4A-D5B8-B828-B1DB8ABA0134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2337662" y="2279569"/>
                <a:ext cx="120960" cy="22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E717F49-0C87-A6C6-A957-7AFCECF5EA57}"/>
              </a:ext>
            </a:extLst>
          </p:cNvPr>
          <p:cNvGrpSpPr/>
          <p:nvPr/>
        </p:nvGrpSpPr>
        <p:grpSpPr>
          <a:xfrm>
            <a:off x="2325062" y="2999929"/>
            <a:ext cx="704880" cy="169560"/>
            <a:chOff x="2325062" y="2999929"/>
            <a:chExt cx="70488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7B27694-39A0-A7C7-2BFF-410A80EE3056}"/>
                    </a:ext>
                  </a:extLst>
                </p14:cNvPr>
                <p14:cNvContentPartPr/>
                <p14:nvPr/>
              </p14:nvContentPartPr>
              <p14:xfrm>
                <a:off x="2325062" y="2999929"/>
                <a:ext cx="113400" cy="160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7B27694-39A0-A7C7-2BFF-410A80EE305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316062" y="2990929"/>
                  <a:ext cx="131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B3E2003-32AD-99CA-A728-DBF0516F60FE}"/>
                    </a:ext>
                  </a:extLst>
                </p14:cNvPr>
                <p14:cNvContentPartPr/>
                <p14:nvPr/>
              </p14:nvContentPartPr>
              <p14:xfrm>
                <a:off x="2483102" y="3077329"/>
                <a:ext cx="127080" cy="183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B3E2003-32AD-99CA-A728-DBF0516F60F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474462" y="3068329"/>
                  <a:ext cx="144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1366177-5171-419A-D5EC-17885FAE6DCE}"/>
                    </a:ext>
                  </a:extLst>
                </p14:cNvPr>
                <p14:cNvContentPartPr/>
                <p14:nvPr/>
              </p14:nvContentPartPr>
              <p14:xfrm>
                <a:off x="2537102" y="3057529"/>
                <a:ext cx="36360" cy="1119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1366177-5171-419A-D5EC-17885FAE6DC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528462" y="3048889"/>
                  <a:ext cx="540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41FDF7B-F76E-D49A-5C03-76D85A3F7E31}"/>
                    </a:ext>
                  </a:extLst>
                </p14:cNvPr>
                <p14:cNvContentPartPr/>
                <p14:nvPr/>
              </p14:nvContentPartPr>
              <p14:xfrm>
                <a:off x="2644022" y="3018649"/>
                <a:ext cx="102240" cy="123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41FDF7B-F76E-D49A-5C03-76D85A3F7E3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635382" y="3009649"/>
                  <a:ext cx="119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20CD0EF-0E9A-5D5F-A7A6-CE57FE6EEA29}"/>
                    </a:ext>
                  </a:extLst>
                </p14:cNvPr>
                <p14:cNvContentPartPr/>
                <p14:nvPr/>
              </p14:nvContentPartPr>
              <p14:xfrm>
                <a:off x="2775062" y="3083449"/>
                <a:ext cx="96840" cy="64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20CD0EF-0E9A-5D5F-A7A6-CE57FE6EEA2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766062" y="3074449"/>
                  <a:ext cx="114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D9127AC-5566-BBD0-87E2-A9B5D879A2F7}"/>
                    </a:ext>
                  </a:extLst>
                </p14:cNvPr>
                <p14:cNvContentPartPr/>
                <p14:nvPr/>
              </p14:nvContentPartPr>
              <p14:xfrm>
                <a:off x="2801342" y="3109009"/>
                <a:ext cx="106200" cy="25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D9127AC-5566-BBD0-87E2-A9B5D879A2F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792702" y="3100009"/>
                  <a:ext cx="123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956E57A-57DA-7819-8D8D-6190D551C907}"/>
                    </a:ext>
                  </a:extLst>
                </p14:cNvPr>
                <p14:cNvContentPartPr/>
                <p14:nvPr/>
              </p14:nvContentPartPr>
              <p14:xfrm>
                <a:off x="2907182" y="3001729"/>
                <a:ext cx="122760" cy="1659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956E57A-57DA-7819-8D8D-6190D551C90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898182" y="2993089"/>
                  <a:ext cx="1404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2D616D7-C2A3-FF73-0ACE-471E621612DD}"/>
              </a:ext>
            </a:extLst>
          </p:cNvPr>
          <p:cNvGrpSpPr/>
          <p:nvPr/>
        </p:nvGrpSpPr>
        <p:grpSpPr>
          <a:xfrm>
            <a:off x="4291022" y="2122249"/>
            <a:ext cx="112320" cy="82800"/>
            <a:chOff x="4291022" y="2122249"/>
            <a:chExt cx="11232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98FCBE7-5CFF-DC63-A144-7857E687F2F8}"/>
                    </a:ext>
                  </a:extLst>
                </p14:cNvPr>
                <p14:cNvContentPartPr/>
                <p14:nvPr/>
              </p14:nvContentPartPr>
              <p14:xfrm>
                <a:off x="4323422" y="2122249"/>
                <a:ext cx="79920" cy="19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98FCBE7-5CFF-DC63-A144-7857E687F2F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314422" y="2113249"/>
                  <a:ext cx="97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3D3F64D-351E-99F5-4B23-BE854984F1A8}"/>
                    </a:ext>
                  </a:extLst>
                </p14:cNvPr>
                <p14:cNvContentPartPr/>
                <p14:nvPr/>
              </p14:nvContentPartPr>
              <p14:xfrm>
                <a:off x="4291022" y="2192089"/>
                <a:ext cx="88560" cy="129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3D3F64D-351E-99F5-4B23-BE854984F1A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282382" y="2183089"/>
                  <a:ext cx="1062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C63A621-75D2-EDFA-DD14-46B602F04389}"/>
              </a:ext>
            </a:extLst>
          </p:cNvPr>
          <p:cNvGrpSpPr/>
          <p:nvPr/>
        </p:nvGrpSpPr>
        <p:grpSpPr>
          <a:xfrm>
            <a:off x="129782" y="1855849"/>
            <a:ext cx="1106280" cy="497160"/>
            <a:chOff x="129782" y="1855849"/>
            <a:chExt cx="1106280" cy="49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E0301E5-A15F-EE9F-265D-7C6736AC20D0}"/>
                    </a:ext>
                  </a:extLst>
                </p14:cNvPr>
                <p14:cNvContentPartPr/>
                <p14:nvPr/>
              </p14:nvContentPartPr>
              <p14:xfrm>
                <a:off x="129782" y="2077249"/>
                <a:ext cx="133560" cy="165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E0301E5-A15F-EE9F-265D-7C6736AC20D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21142" y="2068249"/>
                  <a:ext cx="151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72DE9A6-2FB0-6238-37B6-97B82FB0B87A}"/>
                    </a:ext>
                  </a:extLst>
                </p14:cNvPr>
                <p14:cNvContentPartPr/>
                <p14:nvPr/>
              </p14:nvContentPartPr>
              <p14:xfrm>
                <a:off x="286382" y="2154289"/>
                <a:ext cx="129960" cy="32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72DE9A6-2FB0-6238-37B6-97B82FB0B87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77382" y="2145289"/>
                  <a:ext cx="147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C71CF32-8711-B8EA-9E04-38CB1F30124B}"/>
                    </a:ext>
                  </a:extLst>
                </p14:cNvPr>
                <p14:cNvContentPartPr/>
                <p14:nvPr/>
              </p14:nvContentPartPr>
              <p14:xfrm>
                <a:off x="451262" y="2101369"/>
                <a:ext cx="102600" cy="1620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C71CF32-8711-B8EA-9E04-38CB1F30124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42262" y="2092369"/>
                  <a:ext cx="120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6FF379B-8A27-1FAD-7A05-CFF41DAAD767}"/>
                    </a:ext>
                  </a:extLst>
                </p14:cNvPr>
                <p14:cNvContentPartPr/>
                <p14:nvPr/>
              </p14:nvContentPartPr>
              <p14:xfrm>
                <a:off x="451262" y="2186329"/>
                <a:ext cx="119160" cy="42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6FF379B-8A27-1FAD-7A05-CFF41DAAD76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42622" y="2177689"/>
                  <a:ext cx="136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D33BA96-932E-9221-5DA3-720C8A0ABC34}"/>
                    </a:ext>
                  </a:extLst>
                </p14:cNvPr>
                <p14:cNvContentPartPr/>
                <p14:nvPr/>
              </p14:nvContentPartPr>
              <p14:xfrm>
                <a:off x="629462" y="2141329"/>
                <a:ext cx="112680" cy="190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D33BA96-932E-9221-5DA3-720C8A0ABC3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20462" y="2132329"/>
                  <a:ext cx="130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02798F4-B1E6-3651-530F-BA521840C861}"/>
                    </a:ext>
                  </a:extLst>
                </p14:cNvPr>
                <p14:cNvContentPartPr/>
                <p14:nvPr/>
              </p14:nvContentPartPr>
              <p14:xfrm>
                <a:off x="775262" y="2041969"/>
                <a:ext cx="154080" cy="311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02798F4-B1E6-3651-530F-BA521840C86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66622" y="2032969"/>
                  <a:ext cx="1717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7207D17-838B-D9E0-4DA3-0066AE463B0E}"/>
                    </a:ext>
                  </a:extLst>
                </p14:cNvPr>
                <p14:cNvContentPartPr/>
                <p14:nvPr/>
              </p14:nvContentPartPr>
              <p14:xfrm>
                <a:off x="858422" y="1862329"/>
                <a:ext cx="25200" cy="21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7207D17-838B-D9E0-4DA3-0066AE463B0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49782" y="1853329"/>
                  <a:ext cx="42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322460F-67DE-9074-AFC5-953C63D2A858}"/>
                    </a:ext>
                  </a:extLst>
                </p14:cNvPr>
                <p14:cNvContentPartPr/>
                <p14:nvPr/>
              </p14:nvContentPartPr>
              <p14:xfrm>
                <a:off x="839342" y="1930729"/>
                <a:ext cx="41760" cy="37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322460F-67DE-9074-AFC5-953C63D2A85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30342" y="1921729"/>
                  <a:ext cx="59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508C748-3045-1B1E-84E2-18EA1907E6A2}"/>
                    </a:ext>
                  </a:extLst>
                </p14:cNvPr>
                <p14:cNvContentPartPr/>
                <p14:nvPr/>
              </p14:nvContentPartPr>
              <p14:xfrm>
                <a:off x="959222" y="1855849"/>
                <a:ext cx="94680" cy="136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508C748-3045-1B1E-84E2-18EA1907E6A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50222" y="1846849"/>
                  <a:ext cx="112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059F63D-CD7D-5F34-4110-99EE01E857CF}"/>
                    </a:ext>
                  </a:extLst>
                </p14:cNvPr>
                <p14:cNvContentPartPr/>
                <p14:nvPr/>
              </p14:nvContentPartPr>
              <p14:xfrm>
                <a:off x="959582" y="1906249"/>
                <a:ext cx="131040" cy="27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059F63D-CD7D-5F34-4110-99EE01E857C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50942" y="1897609"/>
                  <a:ext cx="148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ABD7B05-BFDA-F7B1-CA66-9544325D9E11}"/>
                    </a:ext>
                  </a:extLst>
                </p14:cNvPr>
                <p14:cNvContentPartPr/>
                <p14:nvPr/>
              </p14:nvContentPartPr>
              <p14:xfrm>
                <a:off x="996302" y="2079769"/>
                <a:ext cx="31320" cy="21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ABD7B05-BFDA-F7B1-CA66-9544325D9E1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87662" y="2071129"/>
                  <a:ext cx="48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1E5416C-865C-0454-A184-E3ABB78EB796}"/>
                    </a:ext>
                  </a:extLst>
                </p14:cNvPr>
                <p14:cNvContentPartPr/>
                <p14:nvPr/>
              </p14:nvContentPartPr>
              <p14:xfrm>
                <a:off x="1003142" y="2163289"/>
                <a:ext cx="46080" cy="35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1E5416C-865C-0454-A184-E3ABB78EB79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94142" y="2154649"/>
                  <a:ext cx="63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1C27E65-3D9A-F7AE-946F-9840204BEAE6}"/>
                    </a:ext>
                  </a:extLst>
                </p14:cNvPr>
                <p14:cNvContentPartPr/>
                <p14:nvPr/>
              </p14:nvContentPartPr>
              <p14:xfrm>
                <a:off x="1083782" y="2036929"/>
                <a:ext cx="152280" cy="1940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1C27E65-3D9A-F7AE-946F-9840204BEAE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74782" y="2028289"/>
                  <a:ext cx="16992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06B48C9-A7FE-AD1A-72C3-9FB2DD64C9A4}"/>
              </a:ext>
            </a:extLst>
          </p:cNvPr>
          <p:cNvGrpSpPr/>
          <p:nvPr/>
        </p:nvGrpSpPr>
        <p:grpSpPr>
          <a:xfrm>
            <a:off x="6151502" y="1533649"/>
            <a:ext cx="128160" cy="181440"/>
            <a:chOff x="6151502" y="1533649"/>
            <a:chExt cx="128160" cy="1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B4C5CC8-2A4F-7E98-EF1F-46B08E892259}"/>
                    </a:ext>
                  </a:extLst>
                </p14:cNvPr>
                <p14:cNvContentPartPr/>
                <p14:nvPr/>
              </p14:nvContentPartPr>
              <p14:xfrm>
                <a:off x="6151502" y="1533649"/>
                <a:ext cx="128160" cy="181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B4C5CC8-2A4F-7E98-EF1F-46B08E89225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142862" y="1524649"/>
                  <a:ext cx="145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96FCD43-FDD5-9B23-6479-51CE59CD1F92}"/>
                    </a:ext>
                  </a:extLst>
                </p14:cNvPr>
                <p14:cNvContentPartPr/>
                <p14:nvPr/>
              </p14:nvContentPartPr>
              <p14:xfrm>
                <a:off x="6167702" y="1618249"/>
                <a:ext cx="67680" cy="190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96FCD43-FDD5-9B23-6479-51CE59CD1F9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158702" y="1609249"/>
                  <a:ext cx="8532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C7048C4-C9B3-3F56-03FA-9FD8861BAD5E}"/>
              </a:ext>
            </a:extLst>
          </p:cNvPr>
          <p:cNvGrpSpPr/>
          <p:nvPr/>
        </p:nvGrpSpPr>
        <p:grpSpPr>
          <a:xfrm>
            <a:off x="4129022" y="1584049"/>
            <a:ext cx="393120" cy="187200"/>
            <a:chOff x="4129022" y="1584049"/>
            <a:chExt cx="393120" cy="18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4617712-E8BD-EA17-F8E3-223B4929F870}"/>
                    </a:ext>
                  </a:extLst>
                </p14:cNvPr>
                <p14:cNvContentPartPr/>
                <p14:nvPr/>
              </p14:nvContentPartPr>
              <p14:xfrm>
                <a:off x="4262582" y="1652089"/>
                <a:ext cx="11160" cy="6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4617712-E8BD-EA17-F8E3-223B4929F87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253942" y="1643089"/>
                  <a:ext cx="28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0D335A0-FED1-29EB-BD45-134075A37D3E}"/>
                    </a:ext>
                  </a:extLst>
                </p14:cNvPr>
                <p14:cNvContentPartPr/>
                <p14:nvPr/>
              </p14:nvContentPartPr>
              <p14:xfrm>
                <a:off x="4260062" y="1662529"/>
                <a:ext cx="24840" cy="5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0D335A0-FED1-29EB-BD45-134075A37D3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251422" y="1653889"/>
                  <a:ext cx="42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6A3175C-1ECD-BA37-1A7E-510A65ECC085}"/>
                    </a:ext>
                  </a:extLst>
                </p14:cNvPr>
                <p14:cNvContentPartPr/>
                <p14:nvPr/>
              </p14:nvContentPartPr>
              <p14:xfrm>
                <a:off x="4158542" y="1658209"/>
                <a:ext cx="363600" cy="27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6A3175C-1ECD-BA37-1A7E-510A65ECC08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149542" y="1649209"/>
                  <a:ext cx="381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7179A92-5FA2-73B6-515A-3A594F4EA0ED}"/>
                    </a:ext>
                  </a:extLst>
                </p14:cNvPr>
                <p14:cNvContentPartPr/>
                <p14:nvPr/>
              </p14:nvContentPartPr>
              <p14:xfrm>
                <a:off x="4147742" y="1584049"/>
                <a:ext cx="110160" cy="1101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7179A92-5FA2-73B6-515A-3A594F4EA0E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139102" y="1575409"/>
                  <a:ext cx="127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F81081C-452F-7FD1-B527-E183EC905C26}"/>
                    </a:ext>
                  </a:extLst>
                </p14:cNvPr>
                <p14:cNvContentPartPr/>
                <p14:nvPr/>
              </p14:nvContentPartPr>
              <p14:xfrm>
                <a:off x="4129022" y="1700689"/>
                <a:ext cx="141480" cy="705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F81081C-452F-7FD1-B527-E183EC905C2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120382" y="1691689"/>
                  <a:ext cx="1591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A84BEA74-0DA9-8626-7E2C-89736D25DE25}"/>
              </a:ext>
            </a:extLst>
          </p:cNvPr>
          <p:cNvGrpSpPr/>
          <p:nvPr/>
        </p:nvGrpSpPr>
        <p:grpSpPr>
          <a:xfrm>
            <a:off x="3594062" y="2369929"/>
            <a:ext cx="2496600" cy="3302063"/>
            <a:chOff x="3594062" y="2369929"/>
            <a:chExt cx="2496600" cy="3302063"/>
          </a:xfrm>
        </p:grpSpPr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AA6C7CE3-0343-B353-E120-7F8B1BB76AF5}"/>
                </a:ext>
              </a:extLst>
            </p:cNvPr>
            <p:cNvGrpSpPr/>
            <p:nvPr/>
          </p:nvGrpSpPr>
          <p:grpSpPr>
            <a:xfrm>
              <a:off x="3686222" y="2369929"/>
              <a:ext cx="2404440" cy="2115360"/>
              <a:chOff x="3686222" y="2369929"/>
              <a:chExt cx="2404440" cy="2115360"/>
            </a:xfrm>
          </p:grpSpPr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85CCE1CD-7F6A-204E-5A06-4B451558842A}"/>
                  </a:ext>
                </a:extLst>
              </p:cNvPr>
              <p:cNvGrpSpPr/>
              <p:nvPr/>
            </p:nvGrpSpPr>
            <p:grpSpPr>
              <a:xfrm>
                <a:off x="5010662" y="2437969"/>
                <a:ext cx="382320" cy="128520"/>
                <a:chOff x="5010662" y="2437969"/>
                <a:chExt cx="382320" cy="12852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371">
                  <p14:nvContentPartPr>
                    <p14:cNvPr id="233" name="Ink 232">
                      <a:extLst>
                        <a:ext uri="{FF2B5EF4-FFF2-40B4-BE49-F238E27FC236}">
                          <a16:creationId xmlns:a16="http://schemas.microsoft.com/office/drawing/2014/main" id="{1C6585E9-420B-47C0-CAA0-63C5A4AE9B5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10662" y="2437969"/>
                    <a:ext cx="64080" cy="119160"/>
                  </p14:xfrm>
                </p:contentPart>
              </mc:Choice>
              <mc:Fallback>
                <p:pic>
                  <p:nvPicPr>
                    <p:cNvPr id="233" name="Ink 232">
                      <a:extLst>
                        <a:ext uri="{FF2B5EF4-FFF2-40B4-BE49-F238E27FC236}">
                          <a16:creationId xmlns:a16="http://schemas.microsoft.com/office/drawing/2014/main" id="{1C6585E9-420B-47C0-CAA0-63C5A4AE9B52}"/>
                        </a:ext>
                      </a:extLst>
                    </p:cNvPr>
                    <p:cNvPicPr/>
                    <p:nvPr/>
                  </p:nvPicPr>
                  <p:blipFill>
                    <a:blip r:embed="rId372"/>
                    <a:stretch>
                      <a:fillRect/>
                    </a:stretch>
                  </p:blipFill>
                  <p:spPr>
                    <a:xfrm>
                      <a:off x="5002022" y="2429329"/>
                      <a:ext cx="81720" cy="136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73">
                  <p14:nvContentPartPr>
                    <p14:cNvPr id="234" name="Ink 233">
                      <a:extLst>
                        <a:ext uri="{FF2B5EF4-FFF2-40B4-BE49-F238E27FC236}">
                          <a16:creationId xmlns:a16="http://schemas.microsoft.com/office/drawing/2014/main" id="{873ED709-9AA1-9799-FC72-C78BC316563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116502" y="2478649"/>
                    <a:ext cx="276480" cy="87840"/>
                  </p14:xfrm>
                </p:contentPart>
              </mc:Choice>
              <mc:Fallback>
                <p:pic>
                  <p:nvPicPr>
                    <p:cNvPr id="234" name="Ink 233">
                      <a:extLst>
                        <a:ext uri="{FF2B5EF4-FFF2-40B4-BE49-F238E27FC236}">
                          <a16:creationId xmlns:a16="http://schemas.microsoft.com/office/drawing/2014/main" id="{873ED709-9AA1-9799-FC72-C78BC3165632}"/>
                        </a:ext>
                      </a:extLst>
                    </p:cNvPr>
                    <p:cNvPicPr/>
                    <p:nvPr/>
                  </p:nvPicPr>
                  <p:blipFill>
                    <a:blip r:embed="rId374"/>
                    <a:stretch>
                      <a:fillRect/>
                    </a:stretch>
                  </p:blipFill>
                  <p:spPr>
                    <a:xfrm>
                      <a:off x="5107862" y="2470009"/>
                      <a:ext cx="294120" cy="1054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248" name="Group 247">
                <a:extLst>
                  <a:ext uri="{FF2B5EF4-FFF2-40B4-BE49-F238E27FC236}">
                    <a16:creationId xmlns:a16="http://schemas.microsoft.com/office/drawing/2014/main" id="{C8E973B2-C3A2-2B96-D76C-68E92AD9F709}"/>
                  </a:ext>
                </a:extLst>
              </p:cNvPr>
              <p:cNvGrpSpPr/>
              <p:nvPr/>
            </p:nvGrpSpPr>
            <p:grpSpPr>
              <a:xfrm>
                <a:off x="3745982" y="2369929"/>
                <a:ext cx="1060200" cy="227160"/>
                <a:chOff x="3745982" y="2369929"/>
                <a:chExt cx="1060200" cy="22716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375">
                  <p14:nvContentPartPr>
                    <p14:cNvPr id="227" name="Ink 226">
                      <a:extLst>
                        <a:ext uri="{FF2B5EF4-FFF2-40B4-BE49-F238E27FC236}">
                          <a16:creationId xmlns:a16="http://schemas.microsoft.com/office/drawing/2014/main" id="{62FD6D0F-ECBD-28E6-073C-7B2F57146A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745982" y="2435449"/>
                    <a:ext cx="156600" cy="155160"/>
                  </p14:xfrm>
                </p:contentPart>
              </mc:Choice>
              <mc:Fallback>
                <p:pic>
                  <p:nvPicPr>
                    <p:cNvPr id="227" name="Ink 226">
                      <a:extLst>
                        <a:ext uri="{FF2B5EF4-FFF2-40B4-BE49-F238E27FC236}">
                          <a16:creationId xmlns:a16="http://schemas.microsoft.com/office/drawing/2014/main" id="{62FD6D0F-ECBD-28E6-073C-7B2F57146A74}"/>
                        </a:ext>
                      </a:extLst>
                    </p:cNvPr>
                    <p:cNvPicPr/>
                    <p:nvPr/>
                  </p:nvPicPr>
                  <p:blipFill>
                    <a:blip r:embed="rId376"/>
                    <a:stretch>
                      <a:fillRect/>
                    </a:stretch>
                  </p:blipFill>
                  <p:spPr>
                    <a:xfrm>
                      <a:off x="3737342" y="2426449"/>
                      <a:ext cx="174240" cy="172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77">
                  <p14:nvContentPartPr>
                    <p14:cNvPr id="228" name="Ink 227">
                      <a:extLst>
                        <a:ext uri="{FF2B5EF4-FFF2-40B4-BE49-F238E27FC236}">
                          <a16:creationId xmlns:a16="http://schemas.microsoft.com/office/drawing/2014/main" id="{8E3B3BC5-FE20-66FF-DF6F-1827DB10F25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104182" y="2449129"/>
                    <a:ext cx="21960" cy="100440"/>
                  </p14:xfrm>
                </p:contentPart>
              </mc:Choice>
              <mc:Fallback>
                <p:pic>
                  <p:nvPicPr>
                    <p:cNvPr id="228" name="Ink 227">
                      <a:extLst>
                        <a:ext uri="{FF2B5EF4-FFF2-40B4-BE49-F238E27FC236}">
                          <a16:creationId xmlns:a16="http://schemas.microsoft.com/office/drawing/2014/main" id="{8E3B3BC5-FE20-66FF-DF6F-1827DB10F251}"/>
                        </a:ext>
                      </a:extLst>
                    </p:cNvPr>
                    <p:cNvPicPr/>
                    <p:nvPr/>
                  </p:nvPicPr>
                  <p:blipFill>
                    <a:blip r:embed="rId378"/>
                    <a:stretch>
                      <a:fillRect/>
                    </a:stretch>
                  </p:blipFill>
                  <p:spPr>
                    <a:xfrm>
                      <a:off x="4095542" y="2440489"/>
                      <a:ext cx="39600" cy="118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79">
                  <p14:nvContentPartPr>
                    <p14:cNvPr id="229" name="Ink 228">
                      <a:extLst>
                        <a:ext uri="{FF2B5EF4-FFF2-40B4-BE49-F238E27FC236}">
                          <a16:creationId xmlns:a16="http://schemas.microsoft.com/office/drawing/2014/main" id="{D49D574A-5DF1-BC3C-5324-FD698523351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98422" y="2419969"/>
                    <a:ext cx="152280" cy="172800"/>
                  </p14:xfrm>
                </p:contentPart>
              </mc:Choice>
              <mc:Fallback>
                <p:pic>
                  <p:nvPicPr>
                    <p:cNvPr id="229" name="Ink 228">
                      <a:extLst>
                        <a:ext uri="{FF2B5EF4-FFF2-40B4-BE49-F238E27FC236}">
                          <a16:creationId xmlns:a16="http://schemas.microsoft.com/office/drawing/2014/main" id="{D49D574A-5DF1-BC3C-5324-FD6985233511}"/>
                        </a:ext>
                      </a:extLst>
                    </p:cNvPr>
                    <p:cNvPicPr/>
                    <p:nvPr/>
                  </p:nvPicPr>
                  <p:blipFill>
                    <a:blip r:embed="rId380"/>
                    <a:stretch>
                      <a:fillRect/>
                    </a:stretch>
                  </p:blipFill>
                  <p:spPr>
                    <a:xfrm>
                      <a:off x="4089422" y="2411329"/>
                      <a:ext cx="169920" cy="1904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81">
                  <p14:nvContentPartPr>
                    <p14:cNvPr id="230" name="Ink 229">
                      <a:extLst>
                        <a:ext uri="{FF2B5EF4-FFF2-40B4-BE49-F238E27FC236}">
                          <a16:creationId xmlns:a16="http://schemas.microsoft.com/office/drawing/2014/main" id="{25E1999B-2D87-8989-52DF-39F392D9F92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93622" y="2388289"/>
                    <a:ext cx="180720" cy="208800"/>
                  </p14:xfrm>
                </p:contentPart>
              </mc:Choice>
              <mc:Fallback>
                <p:pic>
                  <p:nvPicPr>
                    <p:cNvPr id="230" name="Ink 229">
                      <a:extLst>
                        <a:ext uri="{FF2B5EF4-FFF2-40B4-BE49-F238E27FC236}">
                          <a16:creationId xmlns:a16="http://schemas.microsoft.com/office/drawing/2014/main" id="{25E1999B-2D87-8989-52DF-39F392D9F927}"/>
                        </a:ext>
                      </a:extLst>
                    </p:cNvPr>
                    <p:cNvPicPr/>
                    <p:nvPr/>
                  </p:nvPicPr>
                  <p:blipFill>
                    <a:blip r:embed="rId382"/>
                    <a:stretch>
                      <a:fillRect/>
                    </a:stretch>
                  </p:blipFill>
                  <p:spPr>
                    <a:xfrm>
                      <a:off x="4384622" y="2379289"/>
                      <a:ext cx="198360" cy="2264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83">
                  <p14:nvContentPartPr>
                    <p14:cNvPr id="231" name="Ink 230">
                      <a:extLst>
                        <a:ext uri="{FF2B5EF4-FFF2-40B4-BE49-F238E27FC236}">
                          <a16:creationId xmlns:a16="http://schemas.microsoft.com/office/drawing/2014/main" id="{0AD2804B-5012-1E5C-EC16-E6E7C9C6481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582262" y="2457409"/>
                    <a:ext cx="123480" cy="118080"/>
                  </p14:xfrm>
                </p:contentPart>
              </mc:Choice>
              <mc:Fallback>
                <p:pic>
                  <p:nvPicPr>
                    <p:cNvPr id="231" name="Ink 230">
                      <a:extLst>
                        <a:ext uri="{FF2B5EF4-FFF2-40B4-BE49-F238E27FC236}">
                          <a16:creationId xmlns:a16="http://schemas.microsoft.com/office/drawing/2014/main" id="{0AD2804B-5012-1E5C-EC16-E6E7C9C6481E}"/>
                        </a:ext>
                      </a:extLst>
                    </p:cNvPr>
                    <p:cNvPicPr/>
                    <p:nvPr/>
                  </p:nvPicPr>
                  <p:blipFill>
                    <a:blip r:embed="rId384"/>
                    <a:stretch>
                      <a:fillRect/>
                    </a:stretch>
                  </p:blipFill>
                  <p:spPr>
                    <a:xfrm>
                      <a:off x="4573622" y="2448769"/>
                      <a:ext cx="141120" cy="135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85">
                  <p14:nvContentPartPr>
                    <p14:cNvPr id="232" name="Ink 231">
                      <a:extLst>
                        <a:ext uri="{FF2B5EF4-FFF2-40B4-BE49-F238E27FC236}">
                          <a16:creationId xmlns:a16="http://schemas.microsoft.com/office/drawing/2014/main" id="{C8BF3C69-128D-E44E-C26F-70CE2CF6DDA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684502" y="2445889"/>
                    <a:ext cx="121680" cy="140040"/>
                  </p14:xfrm>
                </p:contentPart>
              </mc:Choice>
              <mc:Fallback>
                <p:pic>
                  <p:nvPicPr>
                    <p:cNvPr id="232" name="Ink 231">
                      <a:extLst>
                        <a:ext uri="{FF2B5EF4-FFF2-40B4-BE49-F238E27FC236}">
                          <a16:creationId xmlns:a16="http://schemas.microsoft.com/office/drawing/2014/main" id="{C8BF3C69-128D-E44E-C26F-70CE2CF6DDA8}"/>
                        </a:ext>
                      </a:extLst>
                    </p:cNvPr>
                    <p:cNvPicPr/>
                    <p:nvPr/>
                  </p:nvPicPr>
                  <p:blipFill>
                    <a:blip r:embed="rId386"/>
                    <a:stretch>
                      <a:fillRect/>
                    </a:stretch>
                  </p:blipFill>
                  <p:spPr>
                    <a:xfrm>
                      <a:off x="4675862" y="2436889"/>
                      <a:ext cx="139320" cy="157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87">
                  <p14:nvContentPartPr>
                    <p14:cNvPr id="246" name="Ink 245">
                      <a:extLst>
                        <a:ext uri="{FF2B5EF4-FFF2-40B4-BE49-F238E27FC236}">
                          <a16:creationId xmlns:a16="http://schemas.microsoft.com/office/drawing/2014/main" id="{3EDB1593-BB5A-9D0B-F0EE-F3C25404554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994742" y="2386849"/>
                    <a:ext cx="38520" cy="53640"/>
                  </p14:xfrm>
                </p:contentPart>
              </mc:Choice>
              <mc:Fallback>
                <p:pic>
                  <p:nvPicPr>
                    <p:cNvPr id="246" name="Ink 245">
                      <a:extLst>
                        <a:ext uri="{FF2B5EF4-FFF2-40B4-BE49-F238E27FC236}">
                          <a16:creationId xmlns:a16="http://schemas.microsoft.com/office/drawing/2014/main" id="{3EDB1593-BB5A-9D0B-F0EE-F3C254045543}"/>
                        </a:ext>
                      </a:extLst>
                    </p:cNvPr>
                    <p:cNvPicPr/>
                    <p:nvPr/>
                  </p:nvPicPr>
                  <p:blipFill>
                    <a:blip r:embed="rId388"/>
                    <a:stretch>
                      <a:fillRect/>
                    </a:stretch>
                  </p:blipFill>
                  <p:spPr>
                    <a:xfrm>
                      <a:off x="3985742" y="2377849"/>
                      <a:ext cx="56160" cy="712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89">
                  <p14:nvContentPartPr>
                    <p14:cNvPr id="247" name="Ink 246">
                      <a:extLst>
                        <a:ext uri="{FF2B5EF4-FFF2-40B4-BE49-F238E27FC236}">
                          <a16:creationId xmlns:a16="http://schemas.microsoft.com/office/drawing/2014/main" id="{2D3D3D9D-262A-C04D-C8DD-833BAA28F32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242422" y="2369929"/>
                    <a:ext cx="59760" cy="29880"/>
                  </p14:xfrm>
                </p:contentPart>
              </mc:Choice>
              <mc:Fallback>
                <p:pic>
                  <p:nvPicPr>
                    <p:cNvPr id="247" name="Ink 246">
                      <a:extLst>
                        <a:ext uri="{FF2B5EF4-FFF2-40B4-BE49-F238E27FC236}">
                          <a16:creationId xmlns:a16="http://schemas.microsoft.com/office/drawing/2014/main" id="{2D3D3D9D-262A-C04D-C8DD-833BAA28F322}"/>
                        </a:ext>
                      </a:extLst>
                    </p:cNvPr>
                    <p:cNvPicPr/>
                    <p:nvPr/>
                  </p:nvPicPr>
                  <p:blipFill>
                    <a:blip r:embed="rId390"/>
                    <a:stretch>
                      <a:fillRect/>
                    </a:stretch>
                  </p:blipFill>
                  <p:spPr>
                    <a:xfrm>
                      <a:off x="4233782" y="2360929"/>
                      <a:ext cx="77400" cy="47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253" name="Group 252">
                <a:extLst>
                  <a:ext uri="{FF2B5EF4-FFF2-40B4-BE49-F238E27FC236}">
                    <a16:creationId xmlns:a16="http://schemas.microsoft.com/office/drawing/2014/main" id="{E2C9193B-EF69-CB4A-025A-7B1E61C0D6A6}"/>
                  </a:ext>
                </a:extLst>
              </p:cNvPr>
              <p:cNvGrpSpPr/>
              <p:nvPr/>
            </p:nvGrpSpPr>
            <p:grpSpPr>
              <a:xfrm>
                <a:off x="5045942" y="2685289"/>
                <a:ext cx="342360" cy="212400"/>
                <a:chOff x="5045942" y="2685289"/>
                <a:chExt cx="342360" cy="21240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391">
                  <p14:nvContentPartPr>
                    <p14:cNvPr id="249" name="Ink 248">
                      <a:extLst>
                        <a:ext uri="{FF2B5EF4-FFF2-40B4-BE49-F238E27FC236}">
                          <a16:creationId xmlns:a16="http://schemas.microsoft.com/office/drawing/2014/main" id="{8001ABFC-C78B-91F1-441C-9D4E88997A7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143502" y="2730649"/>
                    <a:ext cx="147240" cy="167040"/>
                  </p14:xfrm>
                </p:contentPart>
              </mc:Choice>
              <mc:Fallback>
                <p:pic>
                  <p:nvPicPr>
                    <p:cNvPr id="249" name="Ink 248">
                      <a:extLst>
                        <a:ext uri="{FF2B5EF4-FFF2-40B4-BE49-F238E27FC236}">
                          <a16:creationId xmlns:a16="http://schemas.microsoft.com/office/drawing/2014/main" id="{8001ABFC-C78B-91F1-441C-9D4E88997A77}"/>
                        </a:ext>
                      </a:extLst>
                    </p:cNvPr>
                    <p:cNvPicPr/>
                    <p:nvPr/>
                  </p:nvPicPr>
                  <p:blipFill>
                    <a:blip r:embed="rId392"/>
                    <a:stretch>
                      <a:fillRect/>
                    </a:stretch>
                  </p:blipFill>
                  <p:spPr>
                    <a:xfrm>
                      <a:off x="5134862" y="2722009"/>
                      <a:ext cx="164880" cy="184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93">
                  <p14:nvContentPartPr>
                    <p14:cNvPr id="250" name="Ink 249">
                      <a:extLst>
                        <a:ext uri="{FF2B5EF4-FFF2-40B4-BE49-F238E27FC236}">
                          <a16:creationId xmlns:a16="http://schemas.microsoft.com/office/drawing/2014/main" id="{8BF094A0-2C3B-2BD3-E1DF-030C38A7261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161142" y="2796529"/>
                    <a:ext cx="101160" cy="41760"/>
                  </p14:xfrm>
                </p:contentPart>
              </mc:Choice>
              <mc:Fallback>
                <p:pic>
                  <p:nvPicPr>
                    <p:cNvPr id="250" name="Ink 249">
                      <a:extLst>
                        <a:ext uri="{FF2B5EF4-FFF2-40B4-BE49-F238E27FC236}">
                          <a16:creationId xmlns:a16="http://schemas.microsoft.com/office/drawing/2014/main" id="{8BF094A0-2C3B-2BD3-E1DF-030C38A72614}"/>
                        </a:ext>
                      </a:extLst>
                    </p:cNvPr>
                    <p:cNvPicPr/>
                    <p:nvPr/>
                  </p:nvPicPr>
                  <p:blipFill>
                    <a:blip r:embed="rId394"/>
                    <a:stretch>
                      <a:fillRect/>
                    </a:stretch>
                  </p:blipFill>
                  <p:spPr>
                    <a:xfrm>
                      <a:off x="5152142" y="2787529"/>
                      <a:ext cx="118800" cy="594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95">
                  <p14:nvContentPartPr>
                    <p14:cNvPr id="251" name="Ink 250">
                      <a:extLst>
                        <a:ext uri="{FF2B5EF4-FFF2-40B4-BE49-F238E27FC236}">
                          <a16:creationId xmlns:a16="http://schemas.microsoft.com/office/drawing/2014/main" id="{9CA36F19-1885-CBF6-D195-95F41883416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45942" y="2693929"/>
                    <a:ext cx="50760" cy="33480"/>
                  </p14:xfrm>
                </p:contentPart>
              </mc:Choice>
              <mc:Fallback>
                <p:pic>
                  <p:nvPicPr>
                    <p:cNvPr id="251" name="Ink 250">
                      <a:extLst>
                        <a:ext uri="{FF2B5EF4-FFF2-40B4-BE49-F238E27FC236}">
                          <a16:creationId xmlns:a16="http://schemas.microsoft.com/office/drawing/2014/main" id="{9CA36F19-1885-CBF6-D195-95F41883416F}"/>
                        </a:ext>
                      </a:extLst>
                    </p:cNvPr>
                    <p:cNvPicPr/>
                    <p:nvPr/>
                  </p:nvPicPr>
                  <p:blipFill>
                    <a:blip r:embed="rId396"/>
                    <a:stretch>
                      <a:fillRect/>
                    </a:stretch>
                  </p:blipFill>
                  <p:spPr>
                    <a:xfrm>
                      <a:off x="5037302" y="2685289"/>
                      <a:ext cx="68400" cy="51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97">
                  <p14:nvContentPartPr>
                    <p14:cNvPr id="252" name="Ink 251">
                      <a:extLst>
                        <a:ext uri="{FF2B5EF4-FFF2-40B4-BE49-F238E27FC236}">
                          <a16:creationId xmlns:a16="http://schemas.microsoft.com/office/drawing/2014/main" id="{9EFD56DA-9DCC-85E0-FC0E-6FB8978B072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312342" y="2685289"/>
                    <a:ext cx="75960" cy="44280"/>
                  </p14:xfrm>
                </p:contentPart>
              </mc:Choice>
              <mc:Fallback>
                <p:pic>
                  <p:nvPicPr>
                    <p:cNvPr id="252" name="Ink 251">
                      <a:extLst>
                        <a:ext uri="{FF2B5EF4-FFF2-40B4-BE49-F238E27FC236}">
                          <a16:creationId xmlns:a16="http://schemas.microsoft.com/office/drawing/2014/main" id="{9EFD56DA-9DCC-85E0-FC0E-6FB8978B0728}"/>
                        </a:ext>
                      </a:extLst>
                    </p:cNvPr>
                    <p:cNvPicPr/>
                    <p:nvPr/>
                  </p:nvPicPr>
                  <p:blipFill>
                    <a:blip r:embed="rId398"/>
                    <a:stretch>
                      <a:fillRect/>
                    </a:stretch>
                  </p:blipFill>
                  <p:spPr>
                    <a:xfrm>
                      <a:off x="5303702" y="2676649"/>
                      <a:ext cx="93600" cy="619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399">
                <p14:nvContentPartPr>
                  <p14:cNvPr id="254" name="Ink 253">
                    <a:extLst>
                      <a:ext uri="{FF2B5EF4-FFF2-40B4-BE49-F238E27FC236}">
                        <a16:creationId xmlns:a16="http://schemas.microsoft.com/office/drawing/2014/main" id="{68FCEB05-EF6A-1DED-E96A-3C61F15238EB}"/>
                      </a:ext>
                    </a:extLst>
                  </p14:cNvPr>
                  <p14:cNvContentPartPr/>
                  <p14:nvPr/>
                </p14:nvContentPartPr>
                <p14:xfrm>
                  <a:off x="5443022" y="2859889"/>
                  <a:ext cx="27360" cy="34200"/>
                </p14:xfrm>
              </p:contentPart>
            </mc:Choice>
            <mc:Fallback>
              <p:pic>
                <p:nvPicPr>
                  <p:cNvPr id="254" name="Ink 253">
                    <a:extLst>
                      <a:ext uri="{FF2B5EF4-FFF2-40B4-BE49-F238E27FC236}">
                        <a16:creationId xmlns:a16="http://schemas.microsoft.com/office/drawing/2014/main" id="{68FCEB05-EF6A-1DED-E96A-3C61F15238EB}"/>
                      </a:ext>
                    </a:extLst>
                  </p:cNvPr>
                  <p:cNvPicPr/>
                  <p:nvPr/>
                </p:nvPicPr>
                <p:blipFill>
                  <a:blip r:embed="rId400"/>
                  <a:stretch>
                    <a:fillRect/>
                  </a:stretch>
                </p:blipFill>
                <p:spPr>
                  <a:xfrm>
                    <a:off x="5434022" y="2851249"/>
                    <a:ext cx="45000" cy="5184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278" name="Group 277">
                <a:extLst>
                  <a:ext uri="{FF2B5EF4-FFF2-40B4-BE49-F238E27FC236}">
                    <a16:creationId xmlns:a16="http://schemas.microsoft.com/office/drawing/2014/main" id="{89D4DD3F-71FA-3837-170B-28743E9C4330}"/>
                  </a:ext>
                </a:extLst>
              </p:cNvPr>
              <p:cNvGrpSpPr/>
              <p:nvPr/>
            </p:nvGrpSpPr>
            <p:grpSpPr>
              <a:xfrm>
                <a:off x="3701702" y="2758009"/>
                <a:ext cx="1272600" cy="422280"/>
                <a:chOff x="3701702" y="2758009"/>
                <a:chExt cx="1272600" cy="42228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401">
                  <p14:nvContentPartPr>
                    <p14:cNvPr id="237" name="Ink 236">
                      <a:extLst>
                        <a:ext uri="{FF2B5EF4-FFF2-40B4-BE49-F238E27FC236}">
                          <a16:creationId xmlns:a16="http://schemas.microsoft.com/office/drawing/2014/main" id="{EE051DE0-B3DB-9D8D-6570-680475006CF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784502" y="2758009"/>
                    <a:ext cx="121680" cy="161640"/>
                  </p14:xfrm>
                </p:contentPart>
              </mc:Choice>
              <mc:Fallback>
                <p:pic>
                  <p:nvPicPr>
                    <p:cNvPr id="237" name="Ink 236">
                      <a:extLst>
                        <a:ext uri="{FF2B5EF4-FFF2-40B4-BE49-F238E27FC236}">
                          <a16:creationId xmlns:a16="http://schemas.microsoft.com/office/drawing/2014/main" id="{EE051DE0-B3DB-9D8D-6570-680475006CFF}"/>
                        </a:ext>
                      </a:extLst>
                    </p:cNvPr>
                    <p:cNvPicPr/>
                    <p:nvPr/>
                  </p:nvPicPr>
                  <p:blipFill>
                    <a:blip r:embed="rId402"/>
                    <a:stretch>
                      <a:fillRect/>
                    </a:stretch>
                  </p:blipFill>
                  <p:spPr>
                    <a:xfrm>
                      <a:off x="3775862" y="2749369"/>
                      <a:ext cx="139320" cy="1792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03">
                  <p14:nvContentPartPr>
                    <p14:cNvPr id="238" name="Ink 237">
                      <a:extLst>
                        <a:ext uri="{FF2B5EF4-FFF2-40B4-BE49-F238E27FC236}">
                          <a16:creationId xmlns:a16="http://schemas.microsoft.com/office/drawing/2014/main" id="{67472BE1-E6A1-7CAB-3DF1-0B8CC4E1CC5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934622" y="2824969"/>
                    <a:ext cx="109440" cy="82440"/>
                  </p14:xfrm>
                </p:contentPart>
              </mc:Choice>
              <mc:Fallback>
                <p:pic>
                  <p:nvPicPr>
                    <p:cNvPr id="238" name="Ink 237">
                      <a:extLst>
                        <a:ext uri="{FF2B5EF4-FFF2-40B4-BE49-F238E27FC236}">
                          <a16:creationId xmlns:a16="http://schemas.microsoft.com/office/drawing/2014/main" id="{67472BE1-E6A1-7CAB-3DF1-0B8CC4E1CC5B}"/>
                        </a:ext>
                      </a:extLst>
                    </p:cNvPr>
                    <p:cNvPicPr/>
                    <p:nvPr/>
                  </p:nvPicPr>
                  <p:blipFill>
                    <a:blip r:embed="rId404"/>
                    <a:stretch>
                      <a:fillRect/>
                    </a:stretch>
                  </p:blipFill>
                  <p:spPr>
                    <a:xfrm>
                      <a:off x="3925982" y="2816329"/>
                      <a:ext cx="127080" cy="100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05">
                  <p14:nvContentPartPr>
                    <p14:cNvPr id="239" name="Ink 238">
                      <a:extLst>
                        <a:ext uri="{FF2B5EF4-FFF2-40B4-BE49-F238E27FC236}">
                          <a16:creationId xmlns:a16="http://schemas.microsoft.com/office/drawing/2014/main" id="{08AB4C0A-58AC-374E-F271-E743A9EE272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69622" y="2819929"/>
                    <a:ext cx="193320" cy="84600"/>
                  </p14:xfrm>
                </p:contentPart>
              </mc:Choice>
              <mc:Fallback>
                <p:pic>
                  <p:nvPicPr>
                    <p:cNvPr id="239" name="Ink 238">
                      <a:extLst>
                        <a:ext uri="{FF2B5EF4-FFF2-40B4-BE49-F238E27FC236}">
                          <a16:creationId xmlns:a16="http://schemas.microsoft.com/office/drawing/2014/main" id="{08AB4C0A-58AC-374E-F271-E743A9EE2721}"/>
                        </a:ext>
                      </a:extLst>
                    </p:cNvPr>
                    <p:cNvPicPr/>
                    <p:nvPr/>
                  </p:nvPicPr>
                  <p:blipFill>
                    <a:blip r:embed="rId406"/>
                    <a:stretch>
                      <a:fillRect/>
                    </a:stretch>
                  </p:blipFill>
                  <p:spPr>
                    <a:xfrm>
                      <a:off x="4060982" y="2810929"/>
                      <a:ext cx="210960" cy="1022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07">
                  <p14:nvContentPartPr>
                    <p14:cNvPr id="241" name="Ink 240">
                      <a:extLst>
                        <a:ext uri="{FF2B5EF4-FFF2-40B4-BE49-F238E27FC236}">
                          <a16:creationId xmlns:a16="http://schemas.microsoft.com/office/drawing/2014/main" id="{46558C50-D5F5-2C5A-09DF-87608479CF2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280942" y="2786809"/>
                    <a:ext cx="149760" cy="114120"/>
                  </p14:xfrm>
                </p:contentPart>
              </mc:Choice>
              <mc:Fallback>
                <p:pic>
                  <p:nvPicPr>
                    <p:cNvPr id="241" name="Ink 240">
                      <a:extLst>
                        <a:ext uri="{FF2B5EF4-FFF2-40B4-BE49-F238E27FC236}">
                          <a16:creationId xmlns:a16="http://schemas.microsoft.com/office/drawing/2014/main" id="{46558C50-D5F5-2C5A-09DF-87608479CF24}"/>
                        </a:ext>
                      </a:extLst>
                    </p:cNvPr>
                    <p:cNvPicPr/>
                    <p:nvPr/>
                  </p:nvPicPr>
                  <p:blipFill>
                    <a:blip r:embed="rId408"/>
                    <a:stretch>
                      <a:fillRect/>
                    </a:stretch>
                  </p:blipFill>
                  <p:spPr>
                    <a:xfrm>
                      <a:off x="4272302" y="2777809"/>
                      <a:ext cx="167400" cy="1317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09">
                  <p14:nvContentPartPr>
                    <p14:cNvPr id="242" name="Ink 241">
                      <a:extLst>
                        <a:ext uri="{FF2B5EF4-FFF2-40B4-BE49-F238E27FC236}">
                          <a16:creationId xmlns:a16="http://schemas.microsoft.com/office/drawing/2014/main" id="{F5AEA6C4-D650-8F4F-DD48-A52215D8328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446182" y="2797249"/>
                    <a:ext cx="100080" cy="120960"/>
                  </p14:xfrm>
                </p:contentPart>
              </mc:Choice>
              <mc:Fallback>
                <p:pic>
                  <p:nvPicPr>
                    <p:cNvPr id="242" name="Ink 241">
                      <a:extLst>
                        <a:ext uri="{FF2B5EF4-FFF2-40B4-BE49-F238E27FC236}">
                          <a16:creationId xmlns:a16="http://schemas.microsoft.com/office/drawing/2014/main" id="{F5AEA6C4-D650-8F4F-DD48-A52215D83287}"/>
                        </a:ext>
                      </a:extLst>
                    </p:cNvPr>
                    <p:cNvPicPr/>
                    <p:nvPr/>
                  </p:nvPicPr>
                  <p:blipFill>
                    <a:blip r:embed="rId410"/>
                    <a:stretch>
                      <a:fillRect/>
                    </a:stretch>
                  </p:blipFill>
                  <p:spPr>
                    <a:xfrm>
                      <a:off x="4437542" y="2788249"/>
                      <a:ext cx="117720" cy="138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11">
                  <p14:nvContentPartPr>
                    <p14:cNvPr id="243" name="Ink 242">
                      <a:extLst>
                        <a:ext uri="{FF2B5EF4-FFF2-40B4-BE49-F238E27FC236}">
                          <a16:creationId xmlns:a16="http://schemas.microsoft.com/office/drawing/2014/main" id="{417FB601-FCCB-A193-F799-A1ECA006795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597382" y="2824969"/>
                    <a:ext cx="79200" cy="72360"/>
                  </p14:xfrm>
                </p:contentPart>
              </mc:Choice>
              <mc:Fallback>
                <p:pic>
                  <p:nvPicPr>
                    <p:cNvPr id="243" name="Ink 242">
                      <a:extLst>
                        <a:ext uri="{FF2B5EF4-FFF2-40B4-BE49-F238E27FC236}">
                          <a16:creationId xmlns:a16="http://schemas.microsoft.com/office/drawing/2014/main" id="{417FB601-FCCB-A193-F799-A1ECA006795F}"/>
                        </a:ext>
                      </a:extLst>
                    </p:cNvPr>
                    <p:cNvPicPr/>
                    <p:nvPr/>
                  </p:nvPicPr>
                  <p:blipFill>
                    <a:blip r:embed="rId412"/>
                    <a:stretch>
                      <a:fillRect/>
                    </a:stretch>
                  </p:blipFill>
                  <p:spPr>
                    <a:xfrm>
                      <a:off x="4588382" y="2815969"/>
                      <a:ext cx="96840" cy="90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13">
                  <p14:nvContentPartPr>
                    <p14:cNvPr id="244" name="Ink 243">
                      <a:extLst>
                        <a:ext uri="{FF2B5EF4-FFF2-40B4-BE49-F238E27FC236}">
                          <a16:creationId xmlns:a16="http://schemas.microsoft.com/office/drawing/2014/main" id="{9EC8A912-919E-55C9-FE01-A4758681A0E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637702" y="2797969"/>
                    <a:ext cx="126720" cy="73080"/>
                  </p14:xfrm>
                </p:contentPart>
              </mc:Choice>
              <mc:Fallback>
                <p:pic>
                  <p:nvPicPr>
                    <p:cNvPr id="244" name="Ink 243">
                      <a:extLst>
                        <a:ext uri="{FF2B5EF4-FFF2-40B4-BE49-F238E27FC236}">
                          <a16:creationId xmlns:a16="http://schemas.microsoft.com/office/drawing/2014/main" id="{9EC8A912-919E-55C9-FE01-A4758681A0E2}"/>
                        </a:ext>
                      </a:extLst>
                    </p:cNvPr>
                    <p:cNvPicPr/>
                    <p:nvPr/>
                  </p:nvPicPr>
                  <p:blipFill>
                    <a:blip r:embed="rId414"/>
                    <a:stretch>
                      <a:fillRect/>
                    </a:stretch>
                  </p:blipFill>
                  <p:spPr>
                    <a:xfrm>
                      <a:off x="4628702" y="2789329"/>
                      <a:ext cx="144360" cy="90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15">
                  <p14:nvContentPartPr>
                    <p14:cNvPr id="258" name="Ink 257">
                      <a:extLst>
                        <a:ext uri="{FF2B5EF4-FFF2-40B4-BE49-F238E27FC236}">
                          <a16:creationId xmlns:a16="http://schemas.microsoft.com/office/drawing/2014/main" id="{EF586E11-C217-BFBD-94B8-C63BB84EC37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701702" y="3011089"/>
                    <a:ext cx="130680" cy="155160"/>
                  </p14:xfrm>
                </p:contentPart>
              </mc:Choice>
              <mc:Fallback>
                <p:pic>
                  <p:nvPicPr>
                    <p:cNvPr id="258" name="Ink 257">
                      <a:extLst>
                        <a:ext uri="{FF2B5EF4-FFF2-40B4-BE49-F238E27FC236}">
                          <a16:creationId xmlns:a16="http://schemas.microsoft.com/office/drawing/2014/main" id="{EF586E11-C217-BFBD-94B8-C63BB84EC37F}"/>
                        </a:ext>
                      </a:extLst>
                    </p:cNvPr>
                    <p:cNvPicPr/>
                    <p:nvPr/>
                  </p:nvPicPr>
                  <p:blipFill>
                    <a:blip r:embed="rId416"/>
                    <a:stretch>
                      <a:fillRect/>
                    </a:stretch>
                  </p:blipFill>
                  <p:spPr>
                    <a:xfrm>
                      <a:off x="3692702" y="3002449"/>
                      <a:ext cx="148320" cy="172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17">
                  <p14:nvContentPartPr>
                    <p14:cNvPr id="259" name="Ink 258">
                      <a:extLst>
                        <a:ext uri="{FF2B5EF4-FFF2-40B4-BE49-F238E27FC236}">
                          <a16:creationId xmlns:a16="http://schemas.microsoft.com/office/drawing/2014/main" id="{8AAEAC8E-A0DE-9E93-F53A-E7977DCA40D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836702" y="3008929"/>
                    <a:ext cx="44640" cy="34200"/>
                  </p14:xfrm>
                </p:contentPart>
              </mc:Choice>
              <mc:Fallback>
                <p:pic>
                  <p:nvPicPr>
                    <p:cNvPr id="259" name="Ink 258">
                      <a:extLst>
                        <a:ext uri="{FF2B5EF4-FFF2-40B4-BE49-F238E27FC236}">
                          <a16:creationId xmlns:a16="http://schemas.microsoft.com/office/drawing/2014/main" id="{8AAEAC8E-A0DE-9E93-F53A-E7977DCA40D8}"/>
                        </a:ext>
                      </a:extLst>
                    </p:cNvPr>
                    <p:cNvPicPr/>
                    <p:nvPr/>
                  </p:nvPicPr>
                  <p:blipFill>
                    <a:blip r:embed="rId418"/>
                    <a:stretch>
                      <a:fillRect/>
                    </a:stretch>
                  </p:blipFill>
                  <p:spPr>
                    <a:xfrm>
                      <a:off x="3827702" y="2999929"/>
                      <a:ext cx="62280" cy="51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19">
                  <p14:nvContentPartPr>
                    <p14:cNvPr id="260" name="Ink 259">
                      <a:extLst>
                        <a:ext uri="{FF2B5EF4-FFF2-40B4-BE49-F238E27FC236}">
                          <a16:creationId xmlns:a16="http://schemas.microsoft.com/office/drawing/2014/main" id="{D22BDD99-4881-1450-A225-1D562923892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878462" y="3078049"/>
                    <a:ext cx="115920" cy="102240"/>
                  </p14:xfrm>
                </p:contentPart>
              </mc:Choice>
              <mc:Fallback>
                <p:pic>
                  <p:nvPicPr>
                    <p:cNvPr id="260" name="Ink 259">
                      <a:extLst>
                        <a:ext uri="{FF2B5EF4-FFF2-40B4-BE49-F238E27FC236}">
                          <a16:creationId xmlns:a16="http://schemas.microsoft.com/office/drawing/2014/main" id="{D22BDD99-4881-1450-A225-1D562923892E}"/>
                        </a:ext>
                      </a:extLst>
                    </p:cNvPr>
                    <p:cNvPicPr/>
                    <p:nvPr/>
                  </p:nvPicPr>
                  <p:blipFill>
                    <a:blip r:embed="rId420"/>
                    <a:stretch>
                      <a:fillRect/>
                    </a:stretch>
                  </p:blipFill>
                  <p:spPr>
                    <a:xfrm>
                      <a:off x="3869822" y="3069049"/>
                      <a:ext cx="133560" cy="119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21">
                  <p14:nvContentPartPr>
                    <p14:cNvPr id="261" name="Ink 260">
                      <a:extLst>
                        <a:ext uri="{FF2B5EF4-FFF2-40B4-BE49-F238E27FC236}">
                          <a16:creationId xmlns:a16="http://schemas.microsoft.com/office/drawing/2014/main" id="{31E205EC-B937-0EE4-5341-84D129D4D82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22102" y="3063649"/>
                    <a:ext cx="200520" cy="94680"/>
                  </p14:xfrm>
                </p:contentPart>
              </mc:Choice>
              <mc:Fallback>
                <p:pic>
                  <p:nvPicPr>
                    <p:cNvPr id="261" name="Ink 260">
                      <a:extLst>
                        <a:ext uri="{FF2B5EF4-FFF2-40B4-BE49-F238E27FC236}">
                          <a16:creationId xmlns:a16="http://schemas.microsoft.com/office/drawing/2014/main" id="{31E205EC-B937-0EE4-5341-84D129D4D821}"/>
                        </a:ext>
                      </a:extLst>
                    </p:cNvPr>
                    <p:cNvPicPr/>
                    <p:nvPr/>
                  </p:nvPicPr>
                  <p:blipFill>
                    <a:blip r:embed="rId422"/>
                    <a:stretch>
                      <a:fillRect/>
                    </a:stretch>
                  </p:blipFill>
                  <p:spPr>
                    <a:xfrm>
                      <a:off x="4013462" y="3054649"/>
                      <a:ext cx="218160" cy="112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23">
                  <p14:nvContentPartPr>
                    <p14:cNvPr id="263" name="Ink 262">
                      <a:extLst>
                        <a:ext uri="{FF2B5EF4-FFF2-40B4-BE49-F238E27FC236}">
                          <a16:creationId xmlns:a16="http://schemas.microsoft.com/office/drawing/2014/main" id="{F28B48FB-ADC3-792A-6893-0B9A11BCA64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70942" y="3061489"/>
                    <a:ext cx="37800" cy="78480"/>
                  </p14:xfrm>
                </p:contentPart>
              </mc:Choice>
              <mc:Fallback>
                <p:pic>
                  <p:nvPicPr>
                    <p:cNvPr id="263" name="Ink 262">
                      <a:extLst>
                        <a:ext uri="{FF2B5EF4-FFF2-40B4-BE49-F238E27FC236}">
                          <a16:creationId xmlns:a16="http://schemas.microsoft.com/office/drawing/2014/main" id="{F28B48FB-ADC3-792A-6893-0B9A11BCA644}"/>
                        </a:ext>
                      </a:extLst>
                    </p:cNvPr>
                    <p:cNvPicPr/>
                    <p:nvPr/>
                  </p:nvPicPr>
                  <p:blipFill>
                    <a:blip r:embed="rId424"/>
                    <a:stretch>
                      <a:fillRect/>
                    </a:stretch>
                  </p:blipFill>
                  <p:spPr>
                    <a:xfrm>
                      <a:off x="4362302" y="3052489"/>
                      <a:ext cx="55440" cy="96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25">
                  <p14:nvContentPartPr>
                    <p14:cNvPr id="264" name="Ink 263">
                      <a:extLst>
                        <a:ext uri="{FF2B5EF4-FFF2-40B4-BE49-F238E27FC236}">
                          <a16:creationId xmlns:a16="http://schemas.microsoft.com/office/drawing/2014/main" id="{DEF7A950-8B60-13E6-D1F3-F6D60A89267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58342" y="2986969"/>
                    <a:ext cx="28800" cy="31680"/>
                  </p14:xfrm>
                </p:contentPart>
              </mc:Choice>
              <mc:Fallback>
                <p:pic>
                  <p:nvPicPr>
                    <p:cNvPr id="264" name="Ink 263">
                      <a:extLst>
                        <a:ext uri="{FF2B5EF4-FFF2-40B4-BE49-F238E27FC236}">
                          <a16:creationId xmlns:a16="http://schemas.microsoft.com/office/drawing/2014/main" id="{DEF7A950-8B60-13E6-D1F3-F6D60A892678}"/>
                        </a:ext>
                      </a:extLst>
                    </p:cNvPr>
                    <p:cNvPicPr/>
                    <p:nvPr/>
                  </p:nvPicPr>
                  <p:blipFill>
                    <a:blip r:embed="rId426"/>
                    <a:stretch>
                      <a:fillRect/>
                    </a:stretch>
                  </p:blipFill>
                  <p:spPr>
                    <a:xfrm>
                      <a:off x="4349702" y="2978329"/>
                      <a:ext cx="46440" cy="49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27">
                  <p14:nvContentPartPr>
                    <p14:cNvPr id="265" name="Ink 264">
                      <a:extLst>
                        <a:ext uri="{FF2B5EF4-FFF2-40B4-BE49-F238E27FC236}">
                          <a16:creationId xmlns:a16="http://schemas.microsoft.com/office/drawing/2014/main" id="{5EAC2137-C59E-4ABC-0439-5CF4B1F6B48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462382" y="2995969"/>
                    <a:ext cx="69480" cy="176400"/>
                  </p14:xfrm>
                </p:contentPart>
              </mc:Choice>
              <mc:Fallback>
                <p:pic>
                  <p:nvPicPr>
                    <p:cNvPr id="265" name="Ink 264">
                      <a:extLst>
                        <a:ext uri="{FF2B5EF4-FFF2-40B4-BE49-F238E27FC236}">
                          <a16:creationId xmlns:a16="http://schemas.microsoft.com/office/drawing/2014/main" id="{5EAC2137-C59E-4ABC-0439-5CF4B1F6B48D}"/>
                        </a:ext>
                      </a:extLst>
                    </p:cNvPr>
                    <p:cNvPicPr/>
                    <p:nvPr/>
                  </p:nvPicPr>
                  <p:blipFill>
                    <a:blip r:embed="rId428"/>
                    <a:stretch>
                      <a:fillRect/>
                    </a:stretch>
                  </p:blipFill>
                  <p:spPr>
                    <a:xfrm>
                      <a:off x="4453382" y="2986969"/>
                      <a:ext cx="87120" cy="1940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29">
                  <p14:nvContentPartPr>
                    <p14:cNvPr id="266" name="Ink 265">
                      <a:extLst>
                        <a:ext uri="{FF2B5EF4-FFF2-40B4-BE49-F238E27FC236}">
                          <a16:creationId xmlns:a16="http://schemas.microsoft.com/office/drawing/2014/main" id="{4A0C7ED7-1EDE-41D7-DBD9-4B5DA09E7EA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478222" y="3069049"/>
                    <a:ext cx="124560" cy="48600"/>
                  </p14:xfrm>
                </p:contentPart>
              </mc:Choice>
              <mc:Fallback>
                <p:pic>
                  <p:nvPicPr>
                    <p:cNvPr id="266" name="Ink 265">
                      <a:extLst>
                        <a:ext uri="{FF2B5EF4-FFF2-40B4-BE49-F238E27FC236}">
                          <a16:creationId xmlns:a16="http://schemas.microsoft.com/office/drawing/2014/main" id="{4A0C7ED7-1EDE-41D7-DBD9-4B5DA09E7EA1}"/>
                        </a:ext>
                      </a:extLst>
                    </p:cNvPr>
                    <p:cNvPicPr/>
                    <p:nvPr/>
                  </p:nvPicPr>
                  <p:blipFill>
                    <a:blip r:embed="rId430"/>
                    <a:stretch>
                      <a:fillRect/>
                    </a:stretch>
                  </p:blipFill>
                  <p:spPr>
                    <a:xfrm>
                      <a:off x="4469582" y="3060049"/>
                      <a:ext cx="142200" cy="662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31">
                  <p14:nvContentPartPr>
                    <p14:cNvPr id="267" name="Ink 266">
                      <a:extLst>
                        <a:ext uri="{FF2B5EF4-FFF2-40B4-BE49-F238E27FC236}">
                          <a16:creationId xmlns:a16="http://schemas.microsoft.com/office/drawing/2014/main" id="{513C65DA-B304-BFAC-44DF-72156CE0BC6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846862" y="3046369"/>
                    <a:ext cx="20160" cy="87120"/>
                  </p14:xfrm>
                </p:contentPart>
              </mc:Choice>
              <mc:Fallback>
                <p:pic>
                  <p:nvPicPr>
                    <p:cNvPr id="267" name="Ink 266">
                      <a:extLst>
                        <a:ext uri="{FF2B5EF4-FFF2-40B4-BE49-F238E27FC236}">
                          <a16:creationId xmlns:a16="http://schemas.microsoft.com/office/drawing/2014/main" id="{513C65DA-B304-BFAC-44DF-72156CE0BC63}"/>
                        </a:ext>
                      </a:extLst>
                    </p:cNvPr>
                    <p:cNvPicPr/>
                    <p:nvPr/>
                  </p:nvPicPr>
                  <p:blipFill>
                    <a:blip r:embed="rId432"/>
                    <a:stretch>
                      <a:fillRect/>
                    </a:stretch>
                  </p:blipFill>
                  <p:spPr>
                    <a:xfrm>
                      <a:off x="4837862" y="3037729"/>
                      <a:ext cx="37800" cy="1047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33">
                  <p14:nvContentPartPr>
                    <p14:cNvPr id="268" name="Ink 267">
                      <a:extLst>
                        <a:ext uri="{FF2B5EF4-FFF2-40B4-BE49-F238E27FC236}">
                          <a16:creationId xmlns:a16="http://schemas.microsoft.com/office/drawing/2014/main" id="{9263E52C-8385-85BE-8F51-900F87B027D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819502" y="2986969"/>
                    <a:ext cx="27000" cy="20520"/>
                  </p14:xfrm>
                </p:contentPart>
              </mc:Choice>
              <mc:Fallback>
                <p:pic>
                  <p:nvPicPr>
                    <p:cNvPr id="268" name="Ink 267">
                      <a:extLst>
                        <a:ext uri="{FF2B5EF4-FFF2-40B4-BE49-F238E27FC236}">
                          <a16:creationId xmlns:a16="http://schemas.microsoft.com/office/drawing/2014/main" id="{9263E52C-8385-85BE-8F51-900F87B027D4}"/>
                        </a:ext>
                      </a:extLst>
                    </p:cNvPr>
                    <p:cNvPicPr/>
                    <p:nvPr/>
                  </p:nvPicPr>
                  <p:blipFill>
                    <a:blip r:embed="rId434"/>
                    <a:stretch>
                      <a:fillRect/>
                    </a:stretch>
                  </p:blipFill>
                  <p:spPr>
                    <a:xfrm>
                      <a:off x="4810862" y="2978329"/>
                      <a:ext cx="44640" cy="381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35">
                  <p14:nvContentPartPr>
                    <p14:cNvPr id="269" name="Ink 268">
                      <a:extLst>
                        <a:ext uri="{FF2B5EF4-FFF2-40B4-BE49-F238E27FC236}">
                          <a16:creationId xmlns:a16="http://schemas.microsoft.com/office/drawing/2014/main" id="{1630DE92-FFCC-2CEC-D6EB-06FFBB5293C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908422" y="3035209"/>
                    <a:ext cx="65880" cy="98640"/>
                  </p14:xfrm>
                </p:contentPart>
              </mc:Choice>
              <mc:Fallback>
                <p:pic>
                  <p:nvPicPr>
                    <p:cNvPr id="269" name="Ink 268">
                      <a:extLst>
                        <a:ext uri="{FF2B5EF4-FFF2-40B4-BE49-F238E27FC236}">
                          <a16:creationId xmlns:a16="http://schemas.microsoft.com/office/drawing/2014/main" id="{1630DE92-FFCC-2CEC-D6EB-06FFBB5293C6}"/>
                        </a:ext>
                      </a:extLst>
                    </p:cNvPr>
                    <p:cNvPicPr/>
                    <p:nvPr/>
                  </p:nvPicPr>
                  <p:blipFill>
                    <a:blip r:embed="rId436"/>
                    <a:stretch>
                      <a:fillRect/>
                    </a:stretch>
                  </p:blipFill>
                  <p:spPr>
                    <a:xfrm>
                      <a:off x="4899422" y="3026569"/>
                      <a:ext cx="83520" cy="1162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8FCE280C-3E9E-E52C-F8FC-C326FE3C5F80}"/>
                  </a:ext>
                </a:extLst>
              </p:cNvPr>
              <p:cNvGrpSpPr/>
              <p:nvPr/>
            </p:nvGrpSpPr>
            <p:grpSpPr>
              <a:xfrm>
                <a:off x="5190662" y="2934049"/>
                <a:ext cx="900000" cy="425880"/>
                <a:chOff x="5190662" y="2934049"/>
                <a:chExt cx="900000" cy="42588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437">
                  <p14:nvContentPartPr>
                    <p14:cNvPr id="270" name="Ink 269">
                      <a:extLst>
                        <a:ext uri="{FF2B5EF4-FFF2-40B4-BE49-F238E27FC236}">
                          <a16:creationId xmlns:a16="http://schemas.microsoft.com/office/drawing/2014/main" id="{8FC63B8B-A13F-8F40-FEC4-AADDDBBE5F6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190662" y="2934049"/>
                    <a:ext cx="252000" cy="197280"/>
                  </p14:xfrm>
                </p:contentPart>
              </mc:Choice>
              <mc:Fallback>
                <p:pic>
                  <p:nvPicPr>
                    <p:cNvPr id="270" name="Ink 269">
                      <a:extLst>
                        <a:ext uri="{FF2B5EF4-FFF2-40B4-BE49-F238E27FC236}">
                          <a16:creationId xmlns:a16="http://schemas.microsoft.com/office/drawing/2014/main" id="{8FC63B8B-A13F-8F40-FEC4-AADDDBBE5F6C}"/>
                        </a:ext>
                      </a:extLst>
                    </p:cNvPr>
                    <p:cNvPicPr/>
                    <p:nvPr/>
                  </p:nvPicPr>
                  <p:blipFill>
                    <a:blip r:embed="rId438"/>
                    <a:stretch>
                      <a:fillRect/>
                    </a:stretch>
                  </p:blipFill>
                  <p:spPr>
                    <a:xfrm>
                      <a:off x="5181662" y="2925409"/>
                      <a:ext cx="269640" cy="214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39">
                  <p14:nvContentPartPr>
                    <p14:cNvPr id="271" name="Ink 270">
                      <a:extLst>
                        <a:ext uri="{FF2B5EF4-FFF2-40B4-BE49-F238E27FC236}">
                          <a16:creationId xmlns:a16="http://schemas.microsoft.com/office/drawing/2014/main" id="{5FFEE85F-DB95-C445-CA0C-2CD9D5B90F2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454902" y="3026929"/>
                    <a:ext cx="102600" cy="98280"/>
                  </p14:xfrm>
                </p:contentPart>
              </mc:Choice>
              <mc:Fallback>
                <p:pic>
                  <p:nvPicPr>
                    <p:cNvPr id="271" name="Ink 270">
                      <a:extLst>
                        <a:ext uri="{FF2B5EF4-FFF2-40B4-BE49-F238E27FC236}">
                          <a16:creationId xmlns:a16="http://schemas.microsoft.com/office/drawing/2014/main" id="{5FFEE85F-DB95-C445-CA0C-2CD9D5B90F27}"/>
                        </a:ext>
                      </a:extLst>
                    </p:cNvPr>
                    <p:cNvPicPr/>
                    <p:nvPr/>
                  </p:nvPicPr>
                  <p:blipFill>
                    <a:blip r:embed="rId440"/>
                    <a:stretch>
                      <a:fillRect/>
                    </a:stretch>
                  </p:blipFill>
                  <p:spPr>
                    <a:xfrm>
                      <a:off x="5445902" y="3017929"/>
                      <a:ext cx="120240" cy="115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41">
                  <p14:nvContentPartPr>
                    <p14:cNvPr id="272" name="Ink 271">
                      <a:extLst>
                        <a:ext uri="{FF2B5EF4-FFF2-40B4-BE49-F238E27FC236}">
                          <a16:creationId xmlns:a16="http://schemas.microsoft.com/office/drawing/2014/main" id="{4CDCA2D8-23B1-DFC8-9475-7C8B67E94CA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76222" y="3026209"/>
                    <a:ext cx="101880" cy="91800"/>
                  </p14:xfrm>
                </p:contentPart>
              </mc:Choice>
              <mc:Fallback>
                <p:pic>
                  <p:nvPicPr>
                    <p:cNvPr id="272" name="Ink 271">
                      <a:extLst>
                        <a:ext uri="{FF2B5EF4-FFF2-40B4-BE49-F238E27FC236}">
                          <a16:creationId xmlns:a16="http://schemas.microsoft.com/office/drawing/2014/main" id="{4CDCA2D8-23B1-DFC8-9475-7C8B67E94CAC}"/>
                        </a:ext>
                      </a:extLst>
                    </p:cNvPr>
                    <p:cNvPicPr/>
                    <p:nvPr/>
                  </p:nvPicPr>
                  <p:blipFill>
                    <a:blip r:embed="rId442"/>
                    <a:stretch>
                      <a:fillRect/>
                    </a:stretch>
                  </p:blipFill>
                  <p:spPr>
                    <a:xfrm>
                      <a:off x="5567222" y="3017569"/>
                      <a:ext cx="119520" cy="1094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43">
                  <p14:nvContentPartPr>
                    <p14:cNvPr id="273" name="Ink 272">
                      <a:extLst>
                        <a:ext uri="{FF2B5EF4-FFF2-40B4-BE49-F238E27FC236}">
                          <a16:creationId xmlns:a16="http://schemas.microsoft.com/office/drawing/2014/main" id="{2285B639-BACB-6351-8CCB-7D324EC704A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65142" y="3041329"/>
                    <a:ext cx="111600" cy="73440"/>
                  </p14:xfrm>
                </p:contentPart>
              </mc:Choice>
              <mc:Fallback>
                <p:pic>
                  <p:nvPicPr>
                    <p:cNvPr id="273" name="Ink 272">
                      <a:extLst>
                        <a:ext uri="{FF2B5EF4-FFF2-40B4-BE49-F238E27FC236}">
                          <a16:creationId xmlns:a16="http://schemas.microsoft.com/office/drawing/2014/main" id="{2285B639-BACB-6351-8CCB-7D324EC704A2}"/>
                        </a:ext>
                      </a:extLst>
                    </p:cNvPr>
                    <p:cNvPicPr/>
                    <p:nvPr/>
                  </p:nvPicPr>
                  <p:blipFill>
                    <a:blip r:embed="rId444"/>
                    <a:stretch>
                      <a:fillRect/>
                    </a:stretch>
                  </p:blipFill>
                  <p:spPr>
                    <a:xfrm>
                      <a:off x="5656502" y="3032329"/>
                      <a:ext cx="129240" cy="91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45">
                  <p14:nvContentPartPr>
                    <p14:cNvPr id="274" name="Ink 273">
                      <a:extLst>
                        <a:ext uri="{FF2B5EF4-FFF2-40B4-BE49-F238E27FC236}">
                          <a16:creationId xmlns:a16="http://schemas.microsoft.com/office/drawing/2014/main" id="{ED3BAA35-2BB0-0BE0-CA83-2DB18A3BDB8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88262" y="2934409"/>
                    <a:ext cx="154080" cy="160200"/>
                  </p14:xfrm>
                </p:contentPart>
              </mc:Choice>
              <mc:Fallback>
                <p:pic>
                  <p:nvPicPr>
                    <p:cNvPr id="274" name="Ink 273">
                      <a:extLst>
                        <a:ext uri="{FF2B5EF4-FFF2-40B4-BE49-F238E27FC236}">
                          <a16:creationId xmlns:a16="http://schemas.microsoft.com/office/drawing/2014/main" id="{ED3BAA35-2BB0-0BE0-CA83-2DB18A3BDB8A}"/>
                        </a:ext>
                      </a:extLst>
                    </p:cNvPr>
                    <p:cNvPicPr/>
                    <p:nvPr/>
                  </p:nvPicPr>
                  <p:blipFill>
                    <a:blip r:embed="rId446"/>
                    <a:stretch>
                      <a:fillRect/>
                    </a:stretch>
                  </p:blipFill>
                  <p:spPr>
                    <a:xfrm>
                      <a:off x="5779262" y="2925409"/>
                      <a:ext cx="171720" cy="177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47">
                  <p14:nvContentPartPr>
                    <p14:cNvPr id="275" name="Ink 274">
                      <a:extLst>
                        <a:ext uri="{FF2B5EF4-FFF2-40B4-BE49-F238E27FC236}">
                          <a16:creationId xmlns:a16="http://schemas.microsoft.com/office/drawing/2014/main" id="{2FC5A688-DF1B-4A6E-5E7F-F20FC0682C7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992382" y="3006409"/>
                    <a:ext cx="98280" cy="353520"/>
                  </p14:xfrm>
                </p:contentPart>
              </mc:Choice>
              <mc:Fallback>
                <p:pic>
                  <p:nvPicPr>
                    <p:cNvPr id="275" name="Ink 274">
                      <a:extLst>
                        <a:ext uri="{FF2B5EF4-FFF2-40B4-BE49-F238E27FC236}">
                          <a16:creationId xmlns:a16="http://schemas.microsoft.com/office/drawing/2014/main" id="{2FC5A688-DF1B-4A6E-5E7F-F20FC0682C73}"/>
                        </a:ext>
                      </a:extLst>
                    </p:cNvPr>
                    <p:cNvPicPr/>
                    <p:nvPr/>
                  </p:nvPicPr>
                  <p:blipFill>
                    <a:blip r:embed="rId448"/>
                    <a:stretch>
                      <a:fillRect/>
                    </a:stretch>
                  </p:blipFill>
                  <p:spPr>
                    <a:xfrm>
                      <a:off x="5983382" y="2997769"/>
                      <a:ext cx="115920" cy="3711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449">
                <p14:nvContentPartPr>
                  <p14:cNvPr id="279" name="Ink 278">
                    <a:extLst>
                      <a:ext uri="{FF2B5EF4-FFF2-40B4-BE49-F238E27FC236}">
                        <a16:creationId xmlns:a16="http://schemas.microsoft.com/office/drawing/2014/main" id="{9117E53C-C215-761A-1BF4-FAB70AC87A3F}"/>
                      </a:ext>
                    </a:extLst>
                  </p14:cNvPr>
                  <p14:cNvContentPartPr/>
                  <p14:nvPr/>
                </p14:nvContentPartPr>
                <p14:xfrm>
                  <a:off x="3713942" y="3318889"/>
                  <a:ext cx="27360" cy="87120"/>
                </p14:xfrm>
              </p:contentPart>
            </mc:Choice>
            <mc:Fallback>
              <p:pic>
                <p:nvPicPr>
                  <p:cNvPr id="279" name="Ink 278">
                    <a:extLst>
                      <a:ext uri="{FF2B5EF4-FFF2-40B4-BE49-F238E27FC236}">
                        <a16:creationId xmlns:a16="http://schemas.microsoft.com/office/drawing/2014/main" id="{9117E53C-C215-761A-1BF4-FAB70AC87A3F}"/>
                      </a:ext>
                    </a:extLst>
                  </p:cNvPr>
                  <p:cNvPicPr/>
                  <p:nvPr/>
                </p:nvPicPr>
                <p:blipFill>
                  <a:blip r:embed="rId450"/>
                  <a:stretch>
                    <a:fillRect/>
                  </a:stretch>
                </p:blipFill>
                <p:spPr>
                  <a:xfrm>
                    <a:off x="3704942" y="3310249"/>
                    <a:ext cx="45000" cy="104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1">
                <p14:nvContentPartPr>
                  <p14:cNvPr id="280" name="Ink 279">
                    <a:extLst>
                      <a:ext uri="{FF2B5EF4-FFF2-40B4-BE49-F238E27FC236}">
                        <a16:creationId xmlns:a16="http://schemas.microsoft.com/office/drawing/2014/main" id="{411826C5-B94C-A2E0-68E4-7B8F7522BE61}"/>
                      </a:ext>
                    </a:extLst>
                  </p14:cNvPr>
                  <p14:cNvContentPartPr/>
                  <p14:nvPr/>
                </p14:nvContentPartPr>
                <p14:xfrm>
                  <a:off x="3700982" y="3242209"/>
                  <a:ext cx="30240" cy="15840"/>
                </p14:xfrm>
              </p:contentPart>
            </mc:Choice>
            <mc:Fallback>
              <p:pic>
                <p:nvPicPr>
                  <p:cNvPr id="280" name="Ink 279">
                    <a:extLst>
                      <a:ext uri="{FF2B5EF4-FFF2-40B4-BE49-F238E27FC236}">
                        <a16:creationId xmlns:a16="http://schemas.microsoft.com/office/drawing/2014/main" id="{411826C5-B94C-A2E0-68E4-7B8F7522BE61}"/>
                      </a:ext>
                    </a:extLst>
                  </p:cNvPr>
                  <p:cNvPicPr/>
                  <p:nvPr/>
                </p:nvPicPr>
                <p:blipFill>
                  <a:blip r:embed="rId452"/>
                  <a:stretch>
                    <a:fillRect/>
                  </a:stretch>
                </p:blipFill>
                <p:spPr>
                  <a:xfrm>
                    <a:off x="3692342" y="3233209"/>
                    <a:ext cx="47880" cy="33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3">
                <p14:nvContentPartPr>
                  <p14:cNvPr id="281" name="Ink 280">
                    <a:extLst>
                      <a:ext uri="{FF2B5EF4-FFF2-40B4-BE49-F238E27FC236}">
                        <a16:creationId xmlns:a16="http://schemas.microsoft.com/office/drawing/2014/main" id="{FF8E654A-273E-19C0-5D41-68AD7CB58126}"/>
                      </a:ext>
                    </a:extLst>
                  </p14:cNvPr>
                  <p14:cNvContentPartPr/>
                  <p14:nvPr/>
                </p14:nvContentPartPr>
                <p14:xfrm>
                  <a:off x="3766142" y="3326449"/>
                  <a:ext cx="128880" cy="72000"/>
                </p14:xfrm>
              </p:contentPart>
            </mc:Choice>
            <mc:Fallback>
              <p:pic>
                <p:nvPicPr>
                  <p:cNvPr id="281" name="Ink 280">
                    <a:extLst>
                      <a:ext uri="{FF2B5EF4-FFF2-40B4-BE49-F238E27FC236}">
                        <a16:creationId xmlns:a16="http://schemas.microsoft.com/office/drawing/2014/main" id="{FF8E654A-273E-19C0-5D41-68AD7CB58126}"/>
                      </a:ext>
                    </a:extLst>
                  </p:cNvPr>
                  <p:cNvPicPr/>
                  <p:nvPr/>
                </p:nvPicPr>
                <p:blipFill>
                  <a:blip r:embed="rId454"/>
                  <a:stretch>
                    <a:fillRect/>
                  </a:stretch>
                </p:blipFill>
                <p:spPr>
                  <a:xfrm>
                    <a:off x="3757142" y="3317449"/>
                    <a:ext cx="146520" cy="89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5">
                <p14:nvContentPartPr>
                  <p14:cNvPr id="282" name="Ink 281">
                    <a:extLst>
                      <a:ext uri="{FF2B5EF4-FFF2-40B4-BE49-F238E27FC236}">
                        <a16:creationId xmlns:a16="http://schemas.microsoft.com/office/drawing/2014/main" id="{7A1D978A-E354-35D5-F137-3154E6071168}"/>
                      </a:ext>
                    </a:extLst>
                  </p14:cNvPr>
                  <p14:cNvContentPartPr/>
                  <p14:nvPr/>
                </p14:nvContentPartPr>
                <p14:xfrm>
                  <a:off x="4022822" y="3260209"/>
                  <a:ext cx="32760" cy="115200"/>
                </p14:xfrm>
              </p:contentPart>
            </mc:Choice>
            <mc:Fallback>
              <p:pic>
                <p:nvPicPr>
                  <p:cNvPr id="282" name="Ink 281">
                    <a:extLst>
                      <a:ext uri="{FF2B5EF4-FFF2-40B4-BE49-F238E27FC236}">
                        <a16:creationId xmlns:a16="http://schemas.microsoft.com/office/drawing/2014/main" id="{7A1D978A-E354-35D5-F137-3154E6071168}"/>
                      </a:ext>
                    </a:extLst>
                  </p:cNvPr>
                  <p:cNvPicPr/>
                  <p:nvPr/>
                </p:nvPicPr>
                <p:blipFill>
                  <a:blip r:embed="rId456"/>
                  <a:stretch>
                    <a:fillRect/>
                  </a:stretch>
                </p:blipFill>
                <p:spPr>
                  <a:xfrm>
                    <a:off x="4014182" y="3251209"/>
                    <a:ext cx="50400" cy="132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7">
                <p14:nvContentPartPr>
                  <p14:cNvPr id="283" name="Ink 282">
                    <a:extLst>
                      <a:ext uri="{FF2B5EF4-FFF2-40B4-BE49-F238E27FC236}">
                        <a16:creationId xmlns:a16="http://schemas.microsoft.com/office/drawing/2014/main" id="{BFFE5659-62DD-C62F-B850-09CFD82FE52A}"/>
                      </a:ext>
                    </a:extLst>
                  </p14:cNvPr>
                  <p14:cNvContentPartPr/>
                  <p14:nvPr/>
                </p14:nvContentPartPr>
                <p14:xfrm>
                  <a:off x="4088702" y="3264169"/>
                  <a:ext cx="198720" cy="120960"/>
                </p14:xfrm>
              </p:contentPart>
            </mc:Choice>
            <mc:Fallback>
              <p:pic>
                <p:nvPicPr>
                  <p:cNvPr id="283" name="Ink 282">
                    <a:extLst>
                      <a:ext uri="{FF2B5EF4-FFF2-40B4-BE49-F238E27FC236}">
                        <a16:creationId xmlns:a16="http://schemas.microsoft.com/office/drawing/2014/main" id="{BFFE5659-62DD-C62F-B850-09CFD82FE52A}"/>
                      </a:ext>
                    </a:extLst>
                  </p:cNvPr>
                  <p:cNvPicPr/>
                  <p:nvPr/>
                </p:nvPicPr>
                <p:blipFill>
                  <a:blip r:embed="rId458"/>
                  <a:stretch>
                    <a:fillRect/>
                  </a:stretch>
                </p:blipFill>
                <p:spPr>
                  <a:xfrm>
                    <a:off x="4080062" y="3255529"/>
                    <a:ext cx="216360" cy="138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9">
                <p14:nvContentPartPr>
                  <p14:cNvPr id="286" name="Ink 285">
                    <a:extLst>
                      <a:ext uri="{FF2B5EF4-FFF2-40B4-BE49-F238E27FC236}">
                        <a16:creationId xmlns:a16="http://schemas.microsoft.com/office/drawing/2014/main" id="{8A34D792-425E-125D-844D-D262F3617558}"/>
                      </a:ext>
                    </a:extLst>
                  </p14:cNvPr>
                  <p14:cNvContentPartPr/>
                  <p14:nvPr/>
                </p14:nvContentPartPr>
                <p14:xfrm>
                  <a:off x="3994742" y="3307009"/>
                  <a:ext cx="80280" cy="20520"/>
                </p14:xfrm>
              </p:contentPart>
            </mc:Choice>
            <mc:Fallback>
              <p:pic>
                <p:nvPicPr>
                  <p:cNvPr id="286" name="Ink 285">
                    <a:extLst>
                      <a:ext uri="{FF2B5EF4-FFF2-40B4-BE49-F238E27FC236}">
                        <a16:creationId xmlns:a16="http://schemas.microsoft.com/office/drawing/2014/main" id="{8A34D792-425E-125D-844D-D262F3617558}"/>
                      </a:ext>
                    </a:extLst>
                  </p:cNvPr>
                  <p:cNvPicPr/>
                  <p:nvPr/>
                </p:nvPicPr>
                <p:blipFill>
                  <a:blip r:embed="rId460"/>
                  <a:stretch>
                    <a:fillRect/>
                  </a:stretch>
                </p:blipFill>
                <p:spPr>
                  <a:xfrm>
                    <a:off x="3985742" y="3298009"/>
                    <a:ext cx="97920" cy="38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1">
                <p14:nvContentPartPr>
                  <p14:cNvPr id="287" name="Ink 286">
                    <a:extLst>
                      <a:ext uri="{FF2B5EF4-FFF2-40B4-BE49-F238E27FC236}">
                        <a16:creationId xmlns:a16="http://schemas.microsoft.com/office/drawing/2014/main" id="{61EB003E-5073-60D2-0AE2-1FD88CAD958F}"/>
                      </a:ext>
                    </a:extLst>
                  </p14:cNvPr>
                  <p14:cNvContentPartPr/>
                  <p14:nvPr/>
                </p14:nvContentPartPr>
                <p14:xfrm>
                  <a:off x="4509542" y="3284689"/>
                  <a:ext cx="129240" cy="89280"/>
                </p14:xfrm>
              </p:contentPart>
            </mc:Choice>
            <mc:Fallback>
              <p:pic>
                <p:nvPicPr>
                  <p:cNvPr id="287" name="Ink 286">
                    <a:extLst>
                      <a:ext uri="{FF2B5EF4-FFF2-40B4-BE49-F238E27FC236}">
                        <a16:creationId xmlns:a16="http://schemas.microsoft.com/office/drawing/2014/main" id="{61EB003E-5073-60D2-0AE2-1FD88CAD958F}"/>
                      </a:ext>
                    </a:extLst>
                  </p:cNvPr>
                  <p:cNvPicPr/>
                  <p:nvPr/>
                </p:nvPicPr>
                <p:blipFill>
                  <a:blip r:embed="rId462"/>
                  <a:stretch>
                    <a:fillRect/>
                  </a:stretch>
                </p:blipFill>
                <p:spPr>
                  <a:xfrm>
                    <a:off x="4500902" y="3276049"/>
                    <a:ext cx="146880" cy="106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3">
                <p14:nvContentPartPr>
                  <p14:cNvPr id="288" name="Ink 287">
                    <a:extLst>
                      <a:ext uri="{FF2B5EF4-FFF2-40B4-BE49-F238E27FC236}">
                        <a16:creationId xmlns:a16="http://schemas.microsoft.com/office/drawing/2014/main" id="{2D00A402-1909-EAE6-289E-CFF174F81089}"/>
                      </a:ext>
                    </a:extLst>
                  </p14:cNvPr>
                  <p14:cNvContentPartPr/>
                  <p14:nvPr/>
                </p14:nvContentPartPr>
                <p14:xfrm>
                  <a:off x="4621862" y="3252649"/>
                  <a:ext cx="122040" cy="122040"/>
                </p14:xfrm>
              </p:contentPart>
            </mc:Choice>
            <mc:Fallback>
              <p:pic>
                <p:nvPicPr>
                  <p:cNvPr id="288" name="Ink 287">
                    <a:extLst>
                      <a:ext uri="{FF2B5EF4-FFF2-40B4-BE49-F238E27FC236}">
                        <a16:creationId xmlns:a16="http://schemas.microsoft.com/office/drawing/2014/main" id="{2D00A402-1909-EAE6-289E-CFF174F81089}"/>
                      </a:ext>
                    </a:extLst>
                  </p:cNvPr>
                  <p:cNvPicPr/>
                  <p:nvPr/>
                </p:nvPicPr>
                <p:blipFill>
                  <a:blip r:embed="rId464"/>
                  <a:stretch>
                    <a:fillRect/>
                  </a:stretch>
                </p:blipFill>
                <p:spPr>
                  <a:xfrm>
                    <a:off x="4612862" y="3244009"/>
                    <a:ext cx="139680" cy="139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5">
                <p14:nvContentPartPr>
                  <p14:cNvPr id="289" name="Ink 288">
                    <a:extLst>
                      <a:ext uri="{FF2B5EF4-FFF2-40B4-BE49-F238E27FC236}">
                        <a16:creationId xmlns:a16="http://schemas.microsoft.com/office/drawing/2014/main" id="{CB94BE7B-3BDE-F268-27F1-A9CBE19C26A7}"/>
                      </a:ext>
                    </a:extLst>
                  </p14:cNvPr>
                  <p14:cNvContentPartPr/>
                  <p14:nvPr/>
                </p14:nvContentPartPr>
                <p14:xfrm>
                  <a:off x="4753262" y="3293329"/>
                  <a:ext cx="58320" cy="199440"/>
                </p14:xfrm>
              </p:contentPart>
            </mc:Choice>
            <mc:Fallback>
              <p:pic>
                <p:nvPicPr>
                  <p:cNvPr id="289" name="Ink 288">
                    <a:extLst>
                      <a:ext uri="{FF2B5EF4-FFF2-40B4-BE49-F238E27FC236}">
                        <a16:creationId xmlns:a16="http://schemas.microsoft.com/office/drawing/2014/main" id="{CB94BE7B-3BDE-F268-27F1-A9CBE19C26A7}"/>
                      </a:ext>
                    </a:extLst>
                  </p:cNvPr>
                  <p:cNvPicPr/>
                  <p:nvPr/>
                </p:nvPicPr>
                <p:blipFill>
                  <a:blip r:embed="rId466"/>
                  <a:stretch>
                    <a:fillRect/>
                  </a:stretch>
                </p:blipFill>
                <p:spPr>
                  <a:xfrm>
                    <a:off x="4744622" y="3284329"/>
                    <a:ext cx="75960" cy="217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7">
                <p14:nvContentPartPr>
                  <p14:cNvPr id="290" name="Ink 289">
                    <a:extLst>
                      <a:ext uri="{FF2B5EF4-FFF2-40B4-BE49-F238E27FC236}">
                        <a16:creationId xmlns:a16="http://schemas.microsoft.com/office/drawing/2014/main" id="{E423A9A4-21C8-C93D-7170-95A4C7479E9F}"/>
                      </a:ext>
                    </a:extLst>
                  </p14:cNvPr>
                  <p14:cNvContentPartPr/>
                  <p14:nvPr/>
                </p14:nvContentPartPr>
                <p14:xfrm>
                  <a:off x="4760102" y="3301969"/>
                  <a:ext cx="56880" cy="42840"/>
                </p14:xfrm>
              </p:contentPart>
            </mc:Choice>
            <mc:Fallback>
              <p:pic>
                <p:nvPicPr>
                  <p:cNvPr id="290" name="Ink 289">
                    <a:extLst>
                      <a:ext uri="{FF2B5EF4-FFF2-40B4-BE49-F238E27FC236}">
                        <a16:creationId xmlns:a16="http://schemas.microsoft.com/office/drawing/2014/main" id="{E423A9A4-21C8-C93D-7170-95A4C7479E9F}"/>
                      </a:ext>
                    </a:extLst>
                  </p:cNvPr>
                  <p:cNvPicPr/>
                  <p:nvPr/>
                </p:nvPicPr>
                <p:blipFill>
                  <a:blip r:embed="rId468"/>
                  <a:stretch>
                    <a:fillRect/>
                  </a:stretch>
                </p:blipFill>
                <p:spPr>
                  <a:xfrm>
                    <a:off x="4751102" y="3293329"/>
                    <a:ext cx="74520" cy="60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9">
                <p14:nvContentPartPr>
                  <p14:cNvPr id="291" name="Ink 290">
                    <a:extLst>
                      <a:ext uri="{FF2B5EF4-FFF2-40B4-BE49-F238E27FC236}">
                        <a16:creationId xmlns:a16="http://schemas.microsoft.com/office/drawing/2014/main" id="{79EED1F1-8C67-342B-A60D-30E0F67BA265}"/>
                      </a:ext>
                    </a:extLst>
                  </p14:cNvPr>
                  <p14:cNvContentPartPr/>
                  <p14:nvPr/>
                </p14:nvContentPartPr>
                <p14:xfrm>
                  <a:off x="4861622" y="3233209"/>
                  <a:ext cx="30600" cy="127440"/>
                </p14:xfrm>
              </p:contentPart>
            </mc:Choice>
            <mc:Fallback>
              <p:pic>
                <p:nvPicPr>
                  <p:cNvPr id="291" name="Ink 290">
                    <a:extLst>
                      <a:ext uri="{FF2B5EF4-FFF2-40B4-BE49-F238E27FC236}">
                        <a16:creationId xmlns:a16="http://schemas.microsoft.com/office/drawing/2014/main" id="{79EED1F1-8C67-342B-A60D-30E0F67BA265}"/>
                      </a:ext>
                    </a:extLst>
                  </p:cNvPr>
                  <p:cNvPicPr/>
                  <p:nvPr/>
                </p:nvPicPr>
                <p:blipFill>
                  <a:blip r:embed="rId470"/>
                  <a:stretch>
                    <a:fillRect/>
                  </a:stretch>
                </p:blipFill>
                <p:spPr>
                  <a:xfrm>
                    <a:off x="4852622" y="3224209"/>
                    <a:ext cx="48240" cy="145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1">
                <p14:nvContentPartPr>
                  <p14:cNvPr id="292" name="Ink 291">
                    <a:extLst>
                      <a:ext uri="{FF2B5EF4-FFF2-40B4-BE49-F238E27FC236}">
                        <a16:creationId xmlns:a16="http://schemas.microsoft.com/office/drawing/2014/main" id="{1F509372-A1D3-9617-54EF-CF524B611A86}"/>
                      </a:ext>
                    </a:extLst>
                  </p14:cNvPr>
                  <p14:cNvContentPartPr/>
                  <p14:nvPr/>
                </p14:nvContentPartPr>
                <p14:xfrm>
                  <a:off x="4919222" y="3301249"/>
                  <a:ext cx="55800" cy="71640"/>
                </p14:xfrm>
              </p:contentPart>
            </mc:Choice>
            <mc:Fallback>
              <p:pic>
                <p:nvPicPr>
                  <p:cNvPr id="292" name="Ink 291">
                    <a:extLst>
                      <a:ext uri="{FF2B5EF4-FFF2-40B4-BE49-F238E27FC236}">
                        <a16:creationId xmlns:a16="http://schemas.microsoft.com/office/drawing/2014/main" id="{1F509372-A1D3-9617-54EF-CF524B611A86}"/>
                      </a:ext>
                    </a:extLst>
                  </p:cNvPr>
                  <p:cNvPicPr/>
                  <p:nvPr/>
                </p:nvPicPr>
                <p:blipFill>
                  <a:blip r:embed="rId472"/>
                  <a:stretch>
                    <a:fillRect/>
                  </a:stretch>
                </p:blipFill>
                <p:spPr>
                  <a:xfrm>
                    <a:off x="4910222" y="3292609"/>
                    <a:ext cx="73440" cy="89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3">
                <p14:nvContentPartPr>
                  <p14:cNvPr id="293" name="Ink 292">
                    <a:extLst>
                      <a:ext uri="{FF2B5EF4-FFF2-40B4-BE49-F238E27FC236}">
                        <a16:creationId xmlns:a16="http://schemas.microsoft.com/office/drawing/2014/main" id="{25054520-DB6C-A10D-DD5A-091A71832CA3}"/>
                      </a:ext>
                    </a:extLst>
                  </p14:cNvPr>
                  <p14:cNvContentPartPr/>
                  <p14:nvPr/>
                </p14:nvContentPartPr>
                <p14:xfrm>
                  <a:off x="4974662" y="3292969"/>
                  <a:ext cx="136080" cy="76680"/>
                </p14:xfrm>
              </p:contentPart>
            </mc:Choice>
            <mc:Fallback>
              <p:pic>
                <p:nvPicPr>
                  <p:cNvPr id="293" name="Ink 292">
                    <a:extLst>
                      <a:ext uri="{FF2B5EF4-FFF2-40B4-BE49-F238E27FC236}">
                        <a16:creationId xmlns:a16="http://schemas.microsoft.com/office/drawing/2014/main" id="{25054520-DB6C-A10D-DD5A-091A71832CA3}"/>
                      </a:ext>
                    </a:extLst>
                  </p:cNvPr>
                  <p:cNvPicPr/>
                  <p:nvPr/>
                </p:nvPicPr>
                <p:blipFill>
                  <a:blip r:embed="rId474"/>
                  <a:stretch>
                    <a:fillRect/>
                  </a:stretch>
                </p:blipFill>
                <p:spPr>
                  <a:xfrm>
                    <a:off x="4966022" y="3283969"/>
                    <a:ext cx="153720" cy="94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5">
                <p14:nvContentPartPr>
                  <p14:cNvPr id="294" name="Ink 293">
                    <a:extLst>
                      <a:ext uri="{FF2B5EF4-FFF2-40B4-BE49-F238E27FC236}">
                        <a16:creationId xmlns:a16="http://schemas.microsoft.com/office/drawing/2014/main" id="{14BE488F-9C5B-0D28-E1FF-154457BC1C8D}"/>
                      </a:ext>
                    </a:extLst>
                  </p14:cNvPr>
                  <p14:cNvContentPartPr/>
                  <p14:nvPr/>
                </p14:nvContentPartPr>
                <p14:xfrm>
                  <a:off x="5124062" y="3292249"/>
                  <a:ext cx="122760" cy="62280"/>
                </p14:xfrm>
              </p:contentPart>
            </mc:Choice>
            <mc:Fallback>
              <p:pic>
                <p:nvPicPr>
                  <p:cNvPr id="294" name="Ink 293">
                    <a:extLst>
                      <a:ext uri="{FF2B5EF4-FFF2-40B4-BE49-F238E27FC236}">
                        <a16:creationId xmlns:a16="http://schemas.microsoft.com/office/drawing/2014/main" id="{14BE488F-9C5B-0D28-E1FF-154457BC1C8D}"/>
                      </a:ext>
                    </a:extLst>
                  </p:cNvPr>
                  <p:cNvPicPr/>
                  <p:nvPr/>
                </p:nvPicPr>
                <p:blipFill>
                  <a:blip r:embed="rId476"/>
                  <a:stretch>
                    <a:fillRect/>
                  </a:stretch>
                </p:blipFill>
                <p:spPr>
                  <a:xfrm>
                    <a:off x="5115422" y="3283249"/>
                    <a:ext cx="14040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7">
                <p14:nvContentPartPr>
                  <p14:cNvPr id="295" name="Ink 294">
                    <a:extLst>
                      <a:ext uri="{FF2B5EF4-FFF2-40B4-BE49-F238E27FC236}">
                        <a16:creationId xmlns:a16="http://schemas.microsoft.com/office/drawing/2014/main" id="{4DD408C8-1D89-6B42-198E-830DD2351FAA}"/>
                      </a:ext>
                    </a:extLst>
                  </p14:cNvPr>
                  <p14:cNvContentPartPr/>
                  <p14:nvPr/>
                </p14:nvContentPartPr>
                <p14:xfrm>
                  <a:off x="5267702" y="3213769"/>
                  <a:ext cx="104400" cy="154440"/>
                </p14:xfrm>
              </p:contentPart>
            </mc:Choice>
            <mc:Fallback>
              <p:pic>
                <p:nvPicPr>
                  <p:cNvPr id="295" name="Ink 294">
                    <a:extLst>
                      <a:ext uri="{FF2B5EF4-FFF2-40B4-BE49-F238E27FC236}">
                        <a16:creationId xmlns:a16="http://schemas.microsoft.com/office/drawing/2014/main" id="{4DD408C8-1D89-6B42-198E-830DD2351FAA}"/>
                      </a:ext>
                    </a:extLst>
                  </p:cNvPr>
                  <p:cNvPicPr/>
                  <p:nvPr/>
                </p:nvPicPr>
                <p:blipFill>
                  <a:blip r:embed="rId478"/>
                  <a:stretch>
                    <a:fillRect/>
                  </a:stretch>
                </p:blipFill>
                <p:spPr>
                  <a:xfrm>
                    <a:off x="5258702" y="3204769"/>
                    <a:ext cx="122040" cy="172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9">
                <p14:nvContentPartPr>
                  <p14:cNvPr id="310" name="Ink 309">
                    <a:extLst>
                      <a:ext uri="{FF2B5EF4-FFF2-40B4-BE49-F238E27FC236}">
                        <a16:creationId xmlns:a16="http://schemas.microsoft.com/office/drawing/2014/main" id="{4749E980-913D-3B89-2EFF-4EB5A496129F}"/>
                      </a:ext>
                    </a:extLst>
                  </p14:cNvPr>
                  <p14:cNvContentPartPr/>
                  <p14:nvPr/>
                </p14:nvContentPartPr>
                <p14:xfrm>
                  <a:off x="3744182" y="3580609"/>
                  <a:ext cx="11520" cy="21600"/>
                </p14:xfrm>
              </p:contentPart>
            </mc:Choice>
            <mc:Fallback>
              <p:pic>
                <p:nvPicPr>
                  <p:cNvPr id="310" name="Ink 309">
                    <a:extLst>
                      <a:ext uri="{FF2B5EF4-FFF2-40B4-BE49-F238E27FC236}">
                        <a16:creationId xmlns:a16="http://schemas.microsoft.com/office/drawing/2014/main" id="{4749E980-913D-3B89-2EFF-4EB5A496129F}"/>
                      </a:ext>
                    </a:extLst>
                  </p:cNvPr>
                  <p:cNvPicPr/>
                  <p:nvPr/>
                </p:nvPicPr>
                <p:blipFill>
                  <a:blip r:embed="rId480"/>
                  <a:stretch>
                    <a:fillRect/>
                  </a:stretch>
                </p:blipFill>
                <p:spPr>
                  <a:xfrm>
                    <a:off x="3735542" y="3571609"/>
                    <a:ext cx="29160" cy="3924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312" name="Group 311">
                <a:extLst>
                  <a:ext uri="{FF2B5EF4-FFF2-40B4-BE49-F238E27FC236}">
                    <a16:creationId xmlns:a16="http://schemas.microsoft.com/office/drawing/2014/main" id="{90A1AA17-7887-EB06-EA5C-19973A50EFE6}"/>
                  </a:ext>
                </a:extLst>
              </p:cNvPr>
              <p:cNvGrpSpPr/>
              <p:nvPr/>
            </p:nvGrpSpPr>
            <p:grpSpPr>
              <a:xfrm>
                <a:off x="5510702" y="3210169"/>
                <a:ext cx="419760" cy="232560"/>
                <a:chOff x="5510702" y="3210169"/>
                <a:chExt cx="419760" cy="23256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481">
                  <p14:nvContentPartPr>
                    <p14:cNvPr id="303" name="Ink 302">
                      <a:extLst>
                        <a:ext uri="{FF2B5EF4-FFF2-40B4-BE49-F238E27FC236}">
                          <a16:creationId xmlns:a16="http://schemas.microsoft.com/office/drawing/2014/main" id="{E8813372-6DCD-D30B-28C8-EBDE2917006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10702" y="3210169"/>
                    <a:ext cx="45000" cy="168840"/>
                  </p14:xfrm>
                </p:contentPart>
              </mc:Choice>
              <mc:Fallback>
                <p:pic>
                  <p:nvPicPr>
                    <p:cNvPr id="303" name="Ink 302">
                      <a:extLst>
                        <a:ext uri="{FF2B5EF4-FFF2-40B4-BE49-F238E27FC236}">
                          <a16:creationId xmlns:a16="http://schemas.microsoft.com/office/drawing/2014/main" id="{E8813372-6DCD-D30B-28C8-EBDE29170060}"/>
                        </a:ext>
                      </a:extLst>
                    </p:cNvPr>
                    <p:cNvPicPr/>
                    <p:nvPr/>
                  </p:nvPicPr>
                  <p:blipFill>
                    <a:blip r:embed="rId482"/>
                    <a:stretch>
                      <a:fillRect/>
                    </a:stretch>
                  </p:blipFill>
                  <p:spPr>
                    <a:xfrm>
                      <a:off x="5501702" y="3201169"/>
                      <a:ext cx="62640" cy="186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83">
                  <p14:nvContentPartPr>
                    <p14:cNvPr id="304" name="Ink 303">
                      <a:extLst>
                        <a:ext uri="{FF2B5EF4-FFF2-40B4-BE49-F238E27FC236}">
                          <a16:creationId xmlns:a16="http://schemas.microsoft.com/office/drawing/2014/main" id="{76241C90-17AE-6457-A4B7-CB3D07D0668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01422" y="3322849"/>
                    <a:ext cx="33120" cy="57240"/>
                  </p14:xfrm>
                </p:contentPart>
              </mc:Choice>
              <mc:Fallback>
                <p:pic>
                  <p:nvPicPr>
                    <p:cNvPr id="304" name="Ink 303">
                      <a:extLst>
                        <a:ext uri="{FF2B5EF4-FFF2-40B4-BE49-F238E27FC236}">
                          <a16:creationId xmlns:a16="http://schemas.microsoft.com/office/drawing/2014/main" id="{76241C90-17AE-6457-A4B7-CB3D07D06689}"/>
                        </a:ext>
                      </a:extLst>
                    </p:cNvPr>
                    <p:cNvPicPr/>
                    <p:nvPr/>
                  </p:nvPicPr>
                  <p:blipFill>
                    <a:blip r:embed="rId484"/>
                    <a:stretch>
                      <a:fillRect/>
                    </a:stretch>
                  </p:blipFill>
                  <p:spPr>
                    <a:xfrm>
                      <a:off x="5592422" y="3313849"/>
                      <a:ext cx="50760" cy="74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85">
                  <p14:nvContentPartPr>
                    <p14:cNvPr id="305" name="Ink 304">
                      <a:extLst>
                        <a:ext uri="{FF2B5EF4-FFF2-40B4-BE49-F238E27FC236}">
                          <a16:creationId xmlns:a16="http://schemas.microsoft.com/office/drawing/2014/main" id="{AC9589F6-ABFB-1A8D-C0F9-E540405436A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25182" y="3239689"/>
                    <a:ext cx="42840" cy="29880"/>
                  </p14:xfrm>
                </p:contentPart>
              </mc:Choice>
              <mc:Fallback>
                <p:pic>
                  <p:nvPicPr>
                    <p:cNvPr id="305" name="Ink 304">
                      <a:extLst>
                        <a:ext uri="{FF2B5EF4-FFF2-40B4-BE49-F238E27FC236}">
                          <a16:creationId xmlns:a16="http://schemas.microsoft.com/office/drawing/2014/main" id="{AC9589F6-ABFB-1A8D-C0F9-E540405436A0}"/>
                        </a:ext>
                      </a:extLst>
                    </p:cNvPr>
                    <p:cNvPicPr/>
                    <p:nvPr/>
                  </p:nvPicPr>
                  <p:blipFill>
                    <a:blip r:embed="rId486"/>
                    <a:stretch>
                      <a:fillRect/>
                    </a:stretch>
                  </p:blipFill>
                  <p:spPr>
                    <a:xfrm>
                      <a:off x="5616182" y="3230689"/>
                      <a:ext cx="60480" cy="47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87">
                  <p14:nvContentPartPr>
                    <p14:cNvPr id="306" name="Ink 305">
                      <a:extLst>
                        <a:ext uri="{FF2B5EF4-FFF2-40B4-BE49-F238E27FC236}">
                          <a16:creationId xmlns:a16="http://schemas.microsoft.com/office/drawing/2014/main" id="{D2433A90-D5B7-50D2-F753-711564EB3C6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62262" y="3290809"/>
                    <a:ext cx="67680" cy="94680"/>
                  </p14:xfrm>
                </p:contentPart>
              </mc:Choice>
              <mc:Fallback>
                <p:pic>
                  <p:nvPicPr>
                    <p:cNvPr id="306" name="Ink 305">
                      <a:extLst>
                        <a:ext uri="{FF2B5EF4-FFF2-40B4-BE49-F238E27FC236}">
                          <a16:creationId xmlns:a16="http://schemas.microsoft.com/office/drawing/2014/main" id="{D2433A90-D5B7-50D2-F753-711564EB3C62}"/>
                        </a:ext>
                      </a:extLst>
                    </p:cNvPr>
                    <p:cNvPicPr/>
                    <p:nvPr/>
                  </p:nvPicPr>
                  <p:blipFill>
                    <a:blip r:embed="rId488"/>
                    <a:stretch>
                      <a:fillRect/>
                    </a:stretch>
                  </p:blipFill>
                  <p:spPr>
                    <a:xfrm>
                      <a:off x="5653262" y="3282169"/>
                      <a:ext cx="85320" cy="112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89">
                  <p14:nvContentPartPr>
                    <p14:cNvPr id="307" name="Ink 306">
                      <a:extLst>
                        <a:ext uri="{FF2B5EF4-FFF2-40B4-BE49-F238E27FC236}">
                          <a16:creationId xmlns:a16="http://schemas.microsoft.com/office/drawing/2014/main" id="{B0F3FAB3-241A-A5D5-581C-CC679A469AA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69182" y="3233209"/>
                    <a:ext cx="56520" cy="144000"/>
                  </p14:xfrm>
                </p:contentPart>
              </mc:Choice>
              <mc:Fallback>
                <p:pic>
                  <p:nvPicPr>
                    <p:cNvPr id="307" name="Ink 306">
                      <a:extLst>
                        <a:ext uri="{FF2B5EF4-FFF2-40B4-BE49-F238E27FC236}">
                          <a16:creationId xmlns:a16="http://schemas.microsoft.com/office/drawing/2014/main" id="{B0F3FAB3-241A-A5D5-581C-CC679A469AAB}"/>
                        </a:ext>
                      </a:extLst>
                    </p:cNvPr>
                    <p:cNvPicPr/>
                    <p:nvPr/>
                  </p:nvPicPr>
                  <p:blipFill>
                    <a:blip r:embed="rId490"/>
                    <a:stretch>
                      <a:fillRect/>
                    </a:stretch>
                  </p:blipFill>
                  <p:spPr>
                    <a:xfrm>
                      <a:off x="5760182" y="3224569"/>
                      <a:ext cx="74160" cy="1616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91">
                  <p14:nvContentPartPr>
                    <p14:cNvPr id="308" name="Ink 307">
                      <a:extLst>
                        <a:ext uri="{FF2B5EF4-FFF2-40B4-BE49-F238E27FC236}">
                          <a16:creationId xmlns:a16="http://schemas.microsoft.com/office/drawing/2014/main" id="{7ACB2635-BB11-1BFF-0128-7F23F6BAAEC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38222" y="3299809"/>
                    <a:ext cx="122040" cy="44280"/>
                  </p14:xfrm>
                </p:contentPart>
              </mc:Choice>
              <mc:Fallback>
                <p:pic>
                  <p:nvPicPr>
                    <p:cNvPr id="308" name="Ink 307">
                      <a:extLst>
                        <a:ext uri="{FF2B5EF4-FFF2-40B4-BE49-F238E27FC236}">
                          <a16:creationId xmlns:a16="http://schemas.microsoft.com/office/drawing/2014/main" id="{7ACB2635-BB11-1BFF-0128-7F23F6BAAEC5}"/>
                        </a:ext>
                      </a:extLst>
                    </p:cNvPr>
                    <p:cNvPicPr/>
                    <p:nvPr/>
                  </p:nvPicPr>
                  <p:blipFill>
                    <a:blip r:embed="rId492"/>
                    <a:stretch>
                      <a:fillRect/>
                    </a:stretch>
                  </p:blipFill>
                  <p:spPr>
                    <a:xfrm>
                      <a:off x="5729222" y="3291169"/>
                      <a:ext cx="139680" cy="61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93">
                  <p14:nvContentPartPr>
                    <p14:cNvPr id="311" name="Ink 310">
                      <a:extLst>
                        <a:ext uri="{FF2B5EF4-FFF2-40B4-BE49-F238E27FC236}">
                          <a16:creationId xmlns:a16="http://schemas.microsoft.com/office/drawing/2014/main" id="{4F7D4C43-42CB-DB78-D3CC-A1D8C17AC48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887262" y="3362449"/>
                    <a:ext cx="43200" cy="80280"/>
                  </p14:xfrm>
                </p:contentPart>
              </mc:Choice>
              <mc:Fallback>
                <p:pic>
                  <p:nvPicPr>
                    <p:cNvPr id="311" name="Ink 310">
                      <a:extLst>
                        <a:ext uri="{FF2B5EF4-FFF2-40B4-BE49-F238E27FC236}">
                          <a16:creationId xmlns:a16="http://schemas.microsoft.com/office/drawing/2014/main" id="{4F7D4C43-42CB-DB78-D3CC-A1D8C17AC486}"/>
                        </a:ext>
                      </a:extLst>
                    </p:cNvPr>
                    <p:cNvPicPr/>
                    <p:nvPr/>
                  </p:nvPicPr>
                  <p:blipFill>
                    <a:blip r:embed="rId494"/>
                    <a:stretch>
                      <a:fillRect/>
                    </a:stretch>
                  </p:blipFill>
                  <p:spPr>
                    <a:xfrm>
                      <a:off x="5878622" y="3353809"/>
                      <a:ext cx="60840" cy="979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495">
                <p14:nvContentPartPr>
                  <p14:cNvPr id="313" name="Ink 312">
                    <a:extLst>
                      <a:ext uri="{FF2B5EF4-FFF2-40B4-BE49-F238E27FC236}">
                        <a16:creationId xmlns:a16="http://schemas.microsoft.com/office/drawing/2014/main" id="{8C9ADB6E-6B5F-606A-987C-863E1D054848}"/>
                      </a:ext>
                    </a:extLst>
                  </p14:cNvPr>
                  <p14:cNvContentPartPr/>
                  <p14:nvPr/>
                </p14:nvContentPartPr>
                <p14:xfrm>
                  <a:off x="3731582" y="3637129"/>
                  <a:ext cx="54000" cy="81360"/>
                </p14:xfrm>
              </p:contentPart>
            </mc:Choice>
            <mc:Fallback>
              <p:pic>
                <p:nvPicPr>
                  <p:cNvPr id="313" name="Ink 312">
                    <a:extLst>
                      <a:ext uri="{FF2B5EF4-FFF2-40B4-BE49-F238E27FC236}">
                        <a16:creationId xmlns:a16="http://schemas.microsoft.com/office/drawing/2014/main" id="{8C9ADB6E-6B5F-606A-987C-863E1D054848}"/>
                      </a:ext>
                    </a:extLst>
                  </p:cNvPr>
                  <p:cNvPicPr/>
                  <p:nvPr/>
                </p:nvPicPr>
                <p:blipFill>
                  <a:blip r:embed="rId496"/>
                  <a:stretch>
                    <a:fillRect/>
                  </a:stretch>
                </p:blipFill>
                <p:spPr>
                  <a:xfrm>
                    <a:off x="3722942" y="3628129"/>
                    <a:ext cx="71640" cy="99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7">
                <p14:nvContentPartPr>
                  <p14:cNvPr id="318" name="Ink 317">
                    <a:extLst>
                      <a:ext uri="{FF2B5EF4-FFF2-40B4-BE49-F238E27FC236}">
                        <a16:creationId xmlns:a16="http://schemas.microsoft.com/office/drawing/2014/main" id="{80BADA6B-BEF6-8BB9-C4DB-EF9DFC90C25B}"/>
                      </a:ext>
                    </a:extLst>
                  </p14:cNvPr>
                  <p14:cNvContentPartPr/>
                  <p14:nvPr/>
                </p14:nvContentPartPr>
                <p14:xfrm>
                  <a:off x="3841742" y="3557569"/>
                  <a:ext cx="87480" cy="162720"/>
                </p14:xfrm>
              </p:contentPart>
            </mc:Choice>
            <mc:Fallback>
              <p:pic>
                <p:nvPicPr>
                  <p:cNvPr id="318" name="Ink 317">
                    <a:extLst>
                      <a:ext uri="{FF2B5EF4-FFF2-40B4-BE49-F238E27FC236}">
                        <a16:creationId xmlns:a16="http://schemas.microsoft.com/office/drawing/2014/main" id="{80BADA6B-BEF6-8BB9-C4DB-EF9DFC90C25B}"/>
                      </a:ext>
                    </a:extLst>
                  </p:cNvPr>
                  <p:cNvPicPr/>
                  <p:nvPr/>
                </p:nvPicPr>
                <p:blipFill>
                  <a:blip r:embed="rId498"/>
                  <a:stretch>
                    <a:fillRect/>
                  </a:stretch>
                </p:blipFill>
                <p:spPr>
                  <a:xfrm>
                    <a:off x="3832742" y="3548569"/>
                    <a:ext cx="105120" cy="180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9">
                <p14:nvContentPartPr>
                  <p14:cNvPr id="319" name="Ink 318">
                    <a:extLst>
                      <a:ext uri="{FF2B5EF4-FFF2-40B4-BE49-F238E27FC236}">
                        <a16:creationId xmlns:a16="http://schemas.microsoft.com/office/drawing/2014/main" id="{F2CE5BF2-861C-1E55-1EE2-A569123963D5}"/>
                      </a:ext>
                    </a:extLst>
                  </p14:cNvPr>
                  <p14:cNvContentPartPr/>
                  <p14:nvPr/>
                </p14:nvContentPartPr>
                <p14:xfrm>
                  <a:off x="3770462" y="3629929"/>
                  <a:ext cx="127800" cy="21600"/>
                </p14:xfrm>
              </p:contentPart>
            </mc:Choice>
            <mc:Fallback>
              <p:pic>
                <p:nvPicPr>
                  <p:cNvPr id="319" name="Ink 318">
                    <a:extLst>
                      <a:ext uri="{FF2B5EF4-FFF2-40B4-BE49-F238E27FC236}">
                        <a16:creationId xmlns:a16="http://schemas.microsoft.com/office/drawing/2014/main" id="{F2CE5BF2-861C-1E55-1EE2-A569123963D5}"/>
                      </a:ext>
                    </a:extLst>
                  </p:cNvPr>
                  <p:cNvPicPr/>
                  <p:nvPr/>
                </p:nvPicPr>
                <p:blipFill>
                  <a:blip r:embed="rId500"/>
                  <a:stretch>
                    <a:fillRect/>
                  </a:stretch>
                </p:blipFill>
                <p:spPr>
                  <a:xfrm>
                    <a:off x="3761462" y="3620929"/>
                    <a:ext cx="145440" cy="39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1">
                <p14:nvContentPartPr>
                  <p14:cNvPr id="320" name="Ink 319">
                    <a:extLst>
                      <a:ext uri="{FF2B5EF4-FFF2-40B4-BE49-F238E27FC236}">
                        <a16:creationId xmlns:a16="http://schemas.microsoft.com/office/drawing/2014/main" id="{376F92DF-E082-B568-EF44-477FF4DDFCBF}"/>
                      </a:ext>
                    </a:extLst>
                  </p14:cNvPr>
                  <p14:cNvContentPartPr/>
                  <p14:nvPr/>
                </p14:nvContentPartPr>
                <p14:xfrm>
                  <a:off x="4063502" y="3634609"/>
                  <a:ext cx="267480" cy="106200"/>
                </p14:xfrm>
              </p:contentPart>
            </mc:Choice>
            <mc:Fallback>
              <p:pic>
                <p:nvPicPr>
                  <p:cNvPr id="320" name="Ink 319">
                    <a:extLst>
                      <a:ext uri="{FF2B5EF4-FFF2-40B4-BE49-F238E27FC236}">
                        <a16:creationId xmlns:a16="http://schemas.microsoft.com/office/drawing/2014/main" id="{376F92DF-E082-B568-EF44-477FF4DDFCBF}"/>
                      </a:ext>
                    </a:extLst>
                  </p:cNvPr>
                  <p:cNvPicPr/>
                  <p:nvPr/>
                </p:nvPicPr>
                <p:blipFill>
                  <a:blip r:embed="rId502"/>
                  <a:stretch>
                    <a:fillRect/>
                  </a:stretch>
                </p:blipFill>
                <p:spPr>
                  <a:xfrm>
                    <a:off x="4054862" y="3625609"/>
                    <a:ext cx="285120" cy="12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3">
                <p14:nvContentPartPr>
                  <p14:cNvPr id="321" name="Ink 320">
                    <a:extLst>
                      <a:ext uri="{FF2B5EF4-FFF2-40B4-BE49-F238E27FC236}">
                        <a16:creationId xmlns:a16="http://schemas.microsoft.com/office/drawing/2014/main" id="{DB9BED1B-A045-5672-271C-EB78B97D2A22}"/>
                      </a:ext>
                    </a:extLst>
                  </p14:cNvPr>
                  <p14:cNvContentPartPr/>
                  <p14:nvPr/>
                </p14:nvContentPartPr>
                <p14:xfrm>
                  <a:off x="4312262" y="3566569"/>
                  <a:ext cx="17280" cy="30600"/>
                </p14:xfrm>
              </p:contentPart>
            </mc:Choice>
            <mc:Fallback>
              <p:pic>
                <p:nvPicPr>
                  <p:cNvPr id="321" name="Ink 320">
                    <a:extLst>
                      <a:ext uri="{FF2B5EF4-FFF2-40B4-BE49-F238E27FC236}">
                        <a16:creationId xmlns:a16="http://schemas.microsoft.com/office/drawing/2014/main" id="{DB9BED1B-A045-5672-271C-EB78B97D2A22}"/>
                      </a:ext>
                    </a:extLst>
                  </p:cNvPr>
                  <p:cNvPicPr/>
                  <p:nvPr/>
                </p:nvPicPr>
                <p:blipFill>
                  <a:blip r:embed="rId504"/>
                  <a:stretch>
                    <a:fillRect/>
                  </a:stretch>
                </p:blipFill>
                <p:spPr>
                  <a:xfrm>
                    <a:off x="4303262" y="3557569"/>
                    <a:ext cx="34920" cy="48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5">
                <p14:nvContentPartPr>
                  <p14:cNvPr id="322" name="Ink 321">
                    <a:extLst>
                      <a:ext uri="{FF2B5EF4-FFF2-40B4-BE49-F238E27FC236}">
                        <a16:creationId xmlns:a16="http://schemas.microsoft.com/office/drawing/2014/main" id="{C521269F-0690-3E4F-77CC-18A80CD4C7CD}"/>
                      </a:ext>
                    </a:extLst>
                  </p14:cNvPr>
                  <p14:cNvContentPartPr/>
                  <p14:nvPr/>
                </p14:nvContentPartPr>
                <p14:xfrm>
                  <a:off x="4372382" y="3599689"/>
                  <a:ext cx="52200" cy="119880"/>
                </p14:xfrm>
              </p:contentPart>
            </mc:Choice>
            <mc:Fallback>
              <p:pic>
                <p:nvPicPr>
                  <p:cNvPr id="322" name="Ink 321">
                    <a:extLst>
                      <a:ext uri="{FF2B5EF4-FFF2-40B4-BE49-F238E27FC236}">
                        <a16:creationId xmlns:a16="http://schemas.microsoft.com/office/drawing/2014/main" id="{C521269F-0690-3E4F-77CC-18A80CD4C7CD}"/>
                      </a:ext>
                    </a:extLst>
                  </p:cNvPr>
                  <p:cNvPicPr/>
                  <p:nvPr/>
                </p:nvPicPr>
                <p:blipFill>
                  <a:blip r:embed="rId506"/>
                  <a:stretch>
                    <a:fillRect/>
                  </a:stretch>
                </p:blipFill>
                <p:spPr>
                  <a:xfrm>
                    <a:off x="4363742" y="3590689"/>
                    <a:ext cx="69840" cy="137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7">
                <p14:nvContentPartPr>
                  <p14:cNvPr id="323" name="Ink 322">
                    <a:extLst>
                      <a:ext uri="{FF2B5EF4-FFF2-40B4-BE49-F238E27FC236}">
                        <a16:creationId xmlns:a16="http://schemas.microsoft.com/office/drawing/2014/main" id="{A5D67078-CA1F-B638-8B71-103043BF6287}"/>
                      </a:ext>
                    </a:extLst>
                  </p14:cNvPr>
                  <p14:cNvContentPartPr/>
                  <p14:nvPr/>
                </p14:nvContentPartPr>
                <p14:xfrm>
                  <a:off x="4448702" y="3598969"/>
                  <a:ext cx="93600" cy="141120"/>
                </p14:xfrm>
              </p:contentPart>
            </mc:Choice>
            <mc:Fallback>
              <p:pic>
                <p:nvPicPr>
                  <p:cNvPr id="323" name="Ink 322">
                    <a:extLst>
                      <a:ext uri="{FF2B5EF4-FFF2-40B4-BE49-F238E27FC236}">
                        <a16:creationId xmlns:a16="http://schemas.microsoft.com/office/drawing/2014/main" id="{A5D67078-CA1F-B638-8B71-103043BF6287}"/>
                      </a:ext>
                    </a:extLst>
                  </p:cNvPr>
                  <p:cNvPicPr/>
                  <p:nvPr/>
                </p:nvPicPr>
                <p:blipFill>
                  <a:blip r:embed="rId508"/>
                  <a:stretch>
                    <a:fillRect/>
                  </a:stretch>
                </p:blipFill>
                <p:spPr>
                  <a:xfrm>
                    <a:off x="4440062" y="3590329"/>
                    <a:ext cx="111240" cy="15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9">
                <p14:nvContentPartPr>
                  <p14:cNvPr id="324" name="Ink 323">
                    <a:extLst>
                      <a:ext uri="{FF2B5EF4-FFF2-40B4-BE49-F238E27FC236}">
                        <a16:creationId xmlns:a16="http://schemas.microsoft.com/office/drawing/2014/main" id="{98588F32-8295-D025-2813-96000E3A007D}"/>
                      </a:ext>
                    </a:extLst>
                  </p14:cNvPr>
                  <p14:cNvContentPartPr/>
                  <p14:nvPr/>
                </p14:nvContentPartPr>
                <p14:xfrm>
                  <a:off x="4684862" y="3665929"/>
                  <a:ext cx="128160" cy="73800"/>
                </p14:xfrm>
              </p:contentPart>
            </mc:Choice>
            <mc:Fallback>
              <p:pic>
                <p:nvPicPr>
                  <p:cNvPr id="324" name="Ink 323">
                    <a:extLst>
                      <a:ext uri="{FF2B5EF4-FFF2-40B4-BE49-F238E27FC236}">
                        <a16:creationId xmlns:a16="http://schemas.microsoft.com/office/drawing/2014/main" id="{98588F32-8295-D025-2813-96000E3A007D}"/>
                      </a:ext>
                    </a:extLst>
                  </p:cNvPr>
                  <p:cNvPicPr/>
                  <p:nvPr/>
                </p:nvPicPr>
                <p:blipFill>
                  <a:blip r:embed="rId510"/>
                  <a:stretch>
                    <a:fillRect/>
                  </a:stretch>
                </p:blipFill>
                <p:spPr>
                  <a:xfrm>
                    <a:off x="4676222" y="3657289"/>
                    <a:ext cx="145800" cy="91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1">
                <p14:nvContentPartPr>
                  <p14:cNvPr id="325" name="Ink 324">
                    <a:extLst>
                      <a:ext uri="{FF2B5EF4-FFF2-40B4-BE49-F238E27FC236}">
                        <a16:creationId xmlns:a16="http://schemas.microsoft.com/office/drawing/2014/main" id="{D60124E4-C7B0-80C3-3699-BE099E281A54}"/>
                      </a:ext>
                    </a:extLst>
                  </p14:cNvPr>
                  <p14:cNvContentPartPr/>
                  <p14:nvPr/>
                </p14:nvContentPartPr>
                <p14:xfrm>
                  <a:off x="4824542" y="3659089"/>
                  <a:ext cx="75600" cy="66240"/>
                </p14:xfrm>
              </p:contentPart>
            </mc:Choice>
            <mc:Fallback>
              <p:pic>
                <p:nvPicPr>
                  <p:cNvPr id="325" name="Ink 324">
                    <a:extLst>
                      <a:ext uri="{FF2B5EF4-FFF2-40B4-BE49-F238E27FC236}">
                        <a16:creationId xmlns:a16="http://schemas.microsoft.com/office/drawing/2014/main" id="{D60124E4-C7B0-80C3-3699-BE099E281A54}"/>
                      </a:ext>
                    </a:extLst>
                  </p:cNvPr>
                  <p:cNvPicPr/>
                  <p:nvPr/>
                </p:nvPicPr>
                <p:blipFill>
                  <a:blip r:embed="rId512"/>
                  <a:stretch>
                    <a:fillRect/>
                  </a:stretch>
                </p:blipFill>
                <p:spPr>
                  <a:xfrm>
                    <a:off x="4815902" y="3650449"/>
                    <a:ext cx="93240" cy="83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3">
                <p14:nvContentPartPr>
                  <p14:cNvPr id="326" name="Ink 325">
                    <a:extLst>
                      <a:ext uri="{FF2B5EF4-FFF2-40B4-BE49-F238E27FC236}">
                        <a16:creationId xmlns:a16="http://schemas.microsoft.com/office/drawing/2014/main" id="{5C7FBF6B-8A5E-4B0C-2062-D36C44A944F0}"/>
                      </a:ext>
                    </a:extLst>
                  </p14:cNvPr>
                  <p14:cNvContentPartPr/>
                  <p14:nvPr/>
                </p14:nvContentPartPr>
                <p14:xfrm>
                  <a:off x="4958102" y="3591409"/>
                  <a:ext cx="60480" cy="158760"/>
                </p14:xfrm>
              </p:contentPart>
            </mc:Choice>
            <mc:Fallback>
              <p:pic>
                <p:nvPicPr>
                  <p:cNvPr id="326" name="Ink 325">
                    <a:extLst>
                      <a:ext uri="{FF2B5EF4-FFF2-40B4-BE49-F238E27FC236}">
                        <a16:creationId xmlns:a16="http://schemas.microsoft.com/office/drawing/2014/main" id="{5C7FBF6B-8A5E-4B0C-2062-D36C44A944F0}"/>
                      </a:ext>
                    </a:extLst>
                  </p:cNvPr>
                  <p:cNvPicPr/>
                  <p:nvPr/>
                </p:nvPicPr>
                <p:blipFill>
                  <a:blip r:embed="rId514"/>
                  <a:stretch>
                    <a:fillRect/>
                  </a:stretch>
                </p:blipFill>
                <p:spPr>
                  <a:xfrm>
                    <a:off x="4949462" y="3582769"/>
                    <a:ext cx="78120" cy="176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5">
                <p14:nvContentPartPr>
                  <p14:cNvPr id="327" name="Ink 326">
                    <a:extLst>
                      <a:ext uri="{FF2B5EF4-FFF2-40B4-BE49-F238E27FC236}">
                        <a16:creationId xmlns:a16="http://schemas.microsoft.com/office/drawing/2014/main" id="{5A204F65-B08E-B6F4-D4DE-32F80635CF53}"/>
                      </a:ext>
                    </a:extLst>
                  </p14:cNvPr>
                  <p14:cNvContentPartPr/>
                  <p14:nvPr/>
                </p14:nvContentPartPr>
                <p14:xfrm>
                  <a:off x="4953062" y="3651889"/>
                  <a:ext cx="104400" cy="50040"/>
                </p14:xfrm>
              </p:contentPart>
            </mc:Choice>
            <mc:Fallback>
              <p:pic>
                <p:nvPicPr>
                  <p:cNvPr id="327" name="Ink 326">
                    <a:extLst>
                      <a:ext uri="{FF2B5EF4-FFF2-40B4-BE49-F238E27FC236}">
                        <a16:creationId xmlns:a16="http://schemas.microsoft.com/office/drawing/2014/main" id="{5A204F65-B08E-B6F4-D4DE-32F80635CF53}"/>
                      </a:ext>
                    </a:extLst>
                  </p:cNvPr>
                  <p:cNvPicPr/>
                  <p:nvPr/>
                </p:nvPicPr>
                <p:blipFill>
                  <a:blip r:embed="rId516"/>
                  <a:stretch>
                    <a:fillRect/>
                  </a:stretch>
                </p:blipFill>
                <p:spPr>
                  <a:xfrm>
                    <a:off x="4944062" y="3642889"/>
                    <a:ext cx="122040" cy="6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7">
                <p14:nvContentPartPr>
                  <p14:cNvPr id="328" name="Ink 327">
                    <a:extLst>
                      <a:ext uri="{FF2B5EF4-FFF2-40B4-BE49-F238E27FC236}">
                        <a16:creationId xmlns:a16="http://schemas.microsoft.com/office/drawing/2014/main" id="{FFC933B4-1D1D-7541-A4EA-A13F2202BB5E}"/>
                      </a:ext>
                    </a:extLst>
                  </p14:cNvPr>
                  <p14:cNvContentPartPr/>
                  <p14:nvPr/>
                </p14:nvContentPartPr>
                <p14:xfrm>
                  <a:off x="5282102" y="3570169"/>
                  <a:ext cx="322920" cy="153000"/>
                </p14:xfrm>
              </p:contentPart>
            </mc:Choice>
            <mc:Fallback>
              <p:pic>
                <p:nvPicPr>
                  <p:cNvPr id="328" name="Ink 327">
                    <a:extLst>
                      <a:ext uri="{FF2B5EF4-FFF2-40B4-BE49-F238E27FC236}">
                        <a16:creationId xmlns:a16="http://schemas.microsoft.com/office/drawing/2014/main" id="{FFC933B4-1D1D-7541-A4EA-A13F2202BB5E}"/>
                      </a:ext>
                    </a:extLst>
                  </p:cNvPr>
                  <p:cNvPicPr/>
                  <p:nvPr/>
                </p:nvPicPr>
                <p:blipFill>
                  <a:blip r:embed="rId518"/>
                  <a:stretch>
                    <a:fillRect/>
                  </a:stretch>
                </p:blipFill>
                <p:spPr>
                  <a:xfrm>
                    <a:off x="5273102" y="3561529"/>
                    <a:ext cx="340560" cy="170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9">
                <p14:nvContentPartPr>
                  <p14:cNvPr id="329" name="Ink 328">
                    <a:extLst>
                      <a:ext uri="{FF2B5EF4-FFF2-40B4-BE49-F238E27FC236}">
                        <a16:creationId xmlns:a16="http://schemas.microsoft.com/office/drawing/2014/main" id="{DA622B6E-F7A9-F356-2EBD-454CEADE617E}"/>
                      </a:ext>
                    </a:extLst>
                  </p14:cNvPr>
                  <p14:cNvContentPartPr/>
                  <p14:nvPr/>
                </p14:nvContentPartPr>
                <p14:xfrm>
                  <a:off x="3736622" y="3941689"/>
                  <a:ext cx="140760" cy="86400"/>
                </p14:xfrm>
              </p:contentPart>
            </mc:Choice>
            <mc:Fallback>
              <p:pic>
                <p:nvPicPr>
                  <p:cNvPr id="329" name="Ink 328">
                    <a:extLst>
                      <a:ext uri="{FF2B5EF4-FFF2-40B4-BE49-F238E27FC236}">
                        <a16:creationId xmlns:a16="http://schemas.microsoft.com/office/drawing/2014/main" id="{DA622B6E-F7A9-F356-2EBD-454CEADE617E}"/>
                      </a:ext>
                    </a:extLst>
                  </p:cNvPr>
                  <p:cNvPicPr/>
                  <p:nvPr/>
                </p:nvPicPr>
                <p:blipFill>
                  <a:blip r:embed="rId520"/>
                  <a:stretch>
                    <a:fillRect/>
                  </a:stretch>
                </p:blipFill>
                <p:spPr>
                  <a:xfrm>
                    <a:off x="3727622" y="3932689"/>
                    <a:ext cx="158400" cy="104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21">
                <p14:nvContentPartPr>
                  <p14:cNvPr id="330" name="Ink 329">
                    <a:extLst>
                      <a:ext uri="{FF2B5EF4-FFF2-40B4-BE49-F238E27FC236}">
                        <a16:creationId xmlns:a16="http://schemas.microsoft.com/office/drawing/2014/main" id="{55461476-EB24-1A59-8488-3183A18BB678}"/>
                      </a:ext>
                    </a:extLst>
                  </p14:cNvPr>
                  <p14:cNvContentPartPr/>
                  <p14:nvPr/>
                </p14:nvContentPartPr>
                <p14:xfrm>
                  <a:off x="3875942" y="3890569"/>
                  <a:ext cx="157320" cy="139680"/>
                </p14:xfrm>
              </p:contentPart>
            </mc:Choice>
            <mc:Fallback>
              <p:pic>
                <p:nvPicPr>
                  <p:cNvPr id="330" name="Ink 329">
                    <a:extLst>
                      <a:ext uri="{FF2B5EF4-FFF2-40B4-BE49-F238E27FC236}">
                        <a16:creationId xmlns:a16="http://schemas.microsoft.com/office/drawing/2014/main" id="{55461476-EB24-1A59-8488-3183A18BB678}"/>
                      </a:ext>
                    </a:extLst>
                  </p:cNvPr>
                  <p:cNvPicPr/>
                  <p:nvPr/>
                </p:nvPicPr>
                <p:blipFill>
                  <a:blip r:embed="rId522"/>
                  <a:stretch>
                    <a:fillRect/>
                  </a:stretch>
                </p:blipFill>
                <p:spPr>
                  <a:xfrm>
                    <a:off x="3867302" y="3881569"/>
                    <a:ext cx="174960" cy="157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23">
                <p14:nvContentPartPr>
                  <p14:cNvPr id="331" name="Ink 330">
                    <a:extLst>
                      <a:ext uri="{FF2B5EF4-FFF2-40B4-BE49-F238E27FC236}">
                        <a16:creationId xmlns:a16="http://schemas.microsoft.com/office/drawing/2014/main" id="{724A971D-6F1E-54F5-06B1-8E1D4173CCDF}"/>
                      </a:ext>
                    </a:extLst>
                  </p14:cNvPr>
                  <p14:cNvContentPartPr/>
                  <p14:nvPr/>
                </p14:nvContentPartPr>
                <p14:xfrm>
                  <a:off x="4019582" y="3880489"/>
                  <a:ext cx="171360" cy="146520"/>
                </p14:xfrm>
              </p:contentPart>
            </mc:Choice>
            <mc:Fallback>
              <p:pic>
                <p:nvPicPr>
                  <p:cNvPr id="331" name="Ink 330">
                    <a:extLst>
                      <a:ext uri="{FF2B5EF4-FFF2-40B4-BE49-F238E27FC236}">
                        <a16:creationId xmlns:a16="http://schemas.microsoft.com/office/drawing/2014/main" id="{724A971D-6F1E-54F5-06B1-8E1D4173CCDF}"/>
                      </a:ext>
                    </a:extLst>
                  </p:cNvPr>
                  <p:cNvPicPr/>
                  <p:nvPr/>
                </p:nvPicPr>
                <p:blipFill>
                  <a:blip r:embed="rId524"/>
                  <a:stretch>
                    <a:fillRect/>
                  </a:stretch>
                </p:blipFill>
                <p:spPr>
                  <a:xfrm>
                    <a:off x="4010942" y="3871489"/>
                    <a:ext cx="189000" cy="164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25">
                <p14:nvContentPartPr>
                  <p14:cNvPr id="332" name="Ink 331">
                    <a:extLst>
                      <a:ext uri="{FF2B5EF4-FFF2-40B4-BE49-F238E27FC236}">
                        <a16:creationId xmlns:a16="http://schemas.microsoft.com/office/drawing/2014/main" id="{1E2D8AAF-4645-4C94-F10E-2A9222286A6B}"/>
                      </a:ext>
                    </a:extLst>
                  </p14:cNvPr>
                  <p14:cNvContentPartPr/>
                  <p14:nvPr/>
                </p14:nvContentPartPr>
                <p14:xfrm>
                  <a:off x="4203182" y="3928009"/>
                  <a:ext cx="172440" cy="100440"/>
                </p14:xfrm>
              </p:contentPart>
            </mc:Choice>
            <mc:Fallback>
              <p:pic>
                <p:nvPicPr>
                  <p:cNvPr id="332" name="Ink 331">
                    <a:extLst>
                      <a:ext uri="{FF2B5EF4-FFF2-40B4-BE49-F238E27FC236}">
                        <a16:creationId xmlns:a16="http://schemas.microsoft.com/office/drawing/2014/main" id="{1E2D8AAF-4645-4C94-F10E-2A9222286A6B}"/>
                      </a:ext>
                    </a:extLst>
                  </p:cNvPr>
                  <p:cNvPicPr/>
                  <p:nvPr/>
                </p:nvPicPr>
                <p:blipFill>
                  <a:blip r:embed="rId526"/>
                  <a:stretch>
                    <a:fillRect/>
                  </a:stretch>
                </p:blipFill>
                <p:spPr>
                  <a:xfrm>
                    <a:off x="4194182" y="3919369"/>
                    <a:ext cx="190080" cy="11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27">
                <p14:nvContentPartPr>
                  <p14:cNvPr id="333" name="Ink 332">
                    <a:extLst>
                      <a:ext uri="{FF2B5EF4-FFF2-40B4-BE49-F238E27FC236}">
                        <a16:creationId xmlns:a16="http://schemas.microsoft.com/office/drawing/2014/main" id="{02744E90-67D6-F5F9-19AF-6EC0421C8319}"/>
                      </a:ext>
                    </a:extLst>
                  </p14:cNvPr>
                  <p14:cNvContentPartPr/>
                  <p14:nvPr/>
                </p14:nvContentPartPr>
                <p14:xfrm>
                  <a:off x="4386422" y="3844489"/>
                  <a:ext cx="126720" cy="180360"/>
                </p14:xfrm>
              </p:contentPart>
            </mc:Choice>
            <mc:Fallback>
              <p:pic>
                <p:nvPicPr>
                  <p:cNvPr id="333" name="Ink 332">
                    <a:extLst>
                      <a:ext uri="{FF2B5EF4-FFF2-40B4-BE49-F238E27FC236}">
                        <a16:creationId xmlns:a16="http://schemas.microsoft.com/office/drawing/2014/main" id="{02744E90-67D6-F5F9-19AF-6EC0421C8319}"/>
                      </a:ext>
                    </a:extLst>
                  </p:cNvPr>
                  <p:cNvPicPr/>
                  <p:nvPr/>
                </p:nvPicPr>
                <p:blipFill>
                  <a:blip r:embed="rId528"/>
                  <a:stretch>
                    <a:fillRect/>
                  </a:stretch>
                </p:blipFill>
                <p:spPr>
                  <a:xfrm>
                    <a:off x="4377422" y="3835849"/>
                    <a:ext cx="144360" cy="19800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CF943E56-57B7-C01E-0877-7F796F5C4356}"/>
                  </a:ext>
                </a:extLst>
              </p:cNvPr>
              <p:cNvGrpSpPr/>
              <p:nvPr/>
            </p:nvGrpSpPr>
            <p:grpSpPr>
              <a:xfrm>
                <a:off x="4702502" y="3850969"/>
                <a:ext cx="730440" cy="190800"/>
                <a:chOff x="4702502" y="3850969"/>
                <a:chExt cx="730440" cy="19080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529">
                  <p14:nvContentPartPr>
                    <p14:cNvPr id="334" name="Ink 333">
                      <a:extLst>
                        <a:ext uri="{FF2B5EF4-FFF2-40B4-BE49-F238E27FC236}">
                          <a16:creationId xmlns:a16="http://schemas.microsoft.com/office/drawing/2014/main" id="{0EAEBE13-683E-0137-F8FE-97D92E72CB6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715102" y="3850969"/>
                    <a:ext cx="59040" cy="188280"/>
                  </p14:xfrm>
                </p:contentPart>
              </mc:Choice>
              <mc:Fallback>
                <p:pic>
                  <p:nvPicPr>
                    <p:cNvPr id="334" name="Ink 333">
                      <a:extLst>
                        <a:ext uri="{FF2B5EF4-FFF2-40B4-BE49-F238E27FC236}">
                          <a16:creationId xmlns:a16="http://schemas.microsoft.com/office/drawing/2014/main" id="{0EAEBE13-683E-0137-F8FE-97D92E72CB63}"/>
                        </a:ext>
                      </a:extLst>
                    </p:cNvPr>
                    <p:cNvPicPr/>
                    <p:nvPr/>
                  </p:nvPicPr>
                  <p:blipFill>
                    <a:blip r:embed="rId530"/>
                    <a:stretch>
                      <a:fillRect/>
                    </a:stretch>
                  </p:blipFill>
                  <p:spPr>
                    <a:xfrm>
                      <a:off x="4706102" y="3841969"/>
                      <a:ext cx="76680" cy="205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31">
                  <p14:nvContentPartPr>
                    <p14:cNvPr id="335" name="Ink 334">
                      <a:extLst>
                        <a:ext uri="{FF2B5EF4-FFF2-40B4-BE49-F238E27FC236}">
                          <a16:creationId xmlns:a16="http://schemas.microsoft.com/office/drawing/2014/main" id="{714E07EB-C6C8-8C41-050A-B8EDCF3B323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702502" y="3955009"/>
                    <a:ext cx="170280" cy="86760"/>
                  </p14:xfrm>
                </p:contentPart>
              </mc:Choice>
              <mc:Fallback>
                <p:pic>
                  <p:nvPicPr>
                    <p:cNvPr id="335" name="Ink 334">
                      <a:extLst>
                        <a:ext uri="{FF2B5EF4-FFF2-40B4-BE49-F238E27FC236}">
                          <a16:creationId xmlns:a16="http://schemas.microsoft.com/office/drawing/2014/main" id="{714E07EB-C6C8-8C41-050A-B8EDCF3B3232}"/>
                        </a:ext>
                      </a:extLst>
                    </p:cNvPr>
                    <p:cNvPicPr/>
                    <p:nvPr/>
                  </p:nvPicPr>
                  <p:blipFill>
                    <a:blip r:embed="rId532"/>
                    <a:stretch>
                      <a:fillRect/>
                    </a:stretch>
                  </p:blipFill>
                  <p:spPr>
                    <a:xfrm>
                      <a:off x="4693502" y="3946009"/>
                      <a:ext cx="187920" cy="1044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33">
                  <p14:nvContentPartPr>
                    <p14:cNvPr id="336" name="Ink 335">
                      <a:extLst>
                        <a:ext uri="{FF2B5EF4-FFF2-40B4-BE49-F238E27FC236}">
                          <a16:creationId xmlns:a16="http://schemas.microsoft.com/office/drawing/2014/main" id="{3357278A-3AD8-67E6-A5E1-1BD1EEF43DA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89862" y="3875809"/>
                    <a:ext cx="79200" cy="143280"/>
                  </p14:xfrm>
                </p:contentPart>
              </mc:Choice>
              <mc:Fallback>
                <p:pic>
                  <p:nvPicPr>
                    <p:cNvPr id="336" name="Ink 335">
                      <a:extLst>
                        <a:ext uri="{FF2B5EF4-FFF2-40B4-BE49-F238E27FC236}">
                          <a16:creationId xmlns:a16="http://schemas.microsoft.com/office/drawing/2014/main" id="{3357278A-3AD8-67E6-A5E1-1BD1EEF43DA7}"/>
                        </a:ext>
                      </a:extLst>
                    </p:cNvPr>
                    <p:cNvPicPr/>
                    <p:nvPr/>
                  </p:nvPicPr>
                  <p:blipFill>
                    <a:blip r:embed="rId534"/>
                    <a:stretch>
                      <a:fillRect/>
                    </a:stretch>
                  </p:blipFill>
                  <p:spPr>
                    <a:xfrm>
                      <a:off x="5080862" y="3867169"/>
                      <a:ext cx="96840" cy="160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35">
                  <p14:nvContentPartPr>
                    <p14:cNvPr id="337" name="Ink 336">
                      <a:extLst>
                        <a:ext uri="{FF2B5EF4-FFF2-40B4-BE49-F238E27FC236}">
                          <a16:creationId xmlns:a16="http://schemas.microsoft.com/office/drawing/2014/main" id="{4490266B-C71C-C367-EF4A-E1FD6335094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201102" y="3880849"/>
                    <a:ext cx="231840" cy="145080"/>
                  </p14:xfrm>
                </p:contentPart>
              </mc:Choice>
              <mc:Fallback>
                <p:pic>
                  <p:nvPicPr>
                    <p:cNvPr id="337" name="Ink 336">
                      <a:extLst>
                        <a:ext uri="{FF2B5EF4-FFF2-40B4-BE49-F238E27FC236}">
                          <a16:creationId xmlns:a16="http://schemas.microsoft.com/office/drawing/2014/main" id="{4490266B-C71C-C367-EF4A-E1FD63350945}"/>
                        </a:ext>
                      </a:extLst>
                    </p:cNvPr>
                    <p:cNvPicPr/>
                    <p:nvPr/>
                  </p:nvPicPr>
                  <p:blipFill>
                    <a:blip r:embed="rId536"/>
                    <a:stretch>
                      <a:fillRect/>
                    </a:stretch>
                  </p:blipFill>
                  <p:spPr>
                    <a:xfrm>
                      <a:off x="5192462" y="3871849"/>
                      <a:ext cx="249480" cy="162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37">
                  <p14:nvContentPartPr>
                    <p14:cNvPr id="342" name="Ink 341">
                      <a:extLst>
                        <a:ext uri="{FF2B5EF4-FFF2-40B4-BE49-F238E27FC236}">
                          <a16:creationId xmlns:a16="http://schemas.microsoft.com/office/drawing/2014/main" id="{3C89CFC8-5247-7E16-4451-F89BD86379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977542" y="3917569"/>
                    <a:ext cx="178560" cy="20880"/>
                  </p14:xfrm>
                </p:contentPart>
              </mc:Choice>
              <mc:Fallback>
                <p:pic>
                  <p:nvPicPr>
                    <p:cNvPr id="342" name="Ink 341">
                      <a:extLst>
                        <a:ext uri="{FF2B5EF4-FFF2-40B4-BE49-F238E27FC236}">
                          <a16:creationId xmlns:a16="http://schemas.microsoft.com/office/drawing/2014/main" id="{3C89CFC8-5247-7E16-4451-F89BD8637974}"/>
                        </a:ext>
                      </a:extLst>
                    </p:cNvPr>
                    <p:cNvPicPr/>
                    <p:nvPr/>
                  </p:nvPicPr>
                  <p:blipFill>
                    <a:blip r:embed="rId538"/>
                    <a:stretch>
                      <a:fillRect/>
                    </a:stretch>
                  </p:blipFill>
                  <p:spPr>
                    <a:xfrm>
                      <a:off x="4968902" y="3908569"/>
                      <a:ext cx="196200" cy="38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350" name="Group 349">
                <a:extLst>
                  <a:ext uri="{FF2B5EF4-FFF2-40B4-BE49-F238E27FC236}">
                    <a16:creationId xmlns:a16="http://schemas.microsoft.com/office/drawing/2014/main" id="{BE43043E-EB44-7ECF-B157-09A02E1231E7}"/>
                  </a:ext>
                </a:extLst>
              </p:cNvPr>
              <p:cNvGrpSpPr/>
              <p:nvPr/>
            </p:nvGrpSpPr>
            <p:grpSpPr>
              <a:xfrm>
                <a:off x="3686222" y="4131049"/>
                <a:ext cx="1044720" cy="354240"/>
                <a:chOff x="3686222" y="4131049"/>
                <a:chExt cx="1044720" cy="35424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539">
                  <p14:nvContentPartPr>
                    <p14:cNvPr id="343" name="Ink 342">
                      <a:extLst>
                        <a:ext uri="{FF2B5EF4-FFF2-40B4-BE49-F238E27FC236}">
                          <a16:creationId xmlns:a16="http://schemas.microsoft.com/office/drawing/2014/main" id="{124B7366-5967-AB6A-9CE8-D78E3C81FAC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86222" y="4131049"/>
                    <a:ext cx="192600" cy="300960"/>
                  </p14:xfrm>
                </p:contentPart>
              </mc:Choice>
              <mc:Fallback>
                <p:pic>
                  <p:nvPicPr>
                    <p:cNvPr id="343" name="Ink 342">
                      <a:extLst>
                        <a:ext uri="{FF2B5EF4-FFF2-40B4-BE49-F238E27FC236}">
                          <a16:creationId xmlns:a16="http://schemas.microsoft.com/office/drawing/2014/main" id="{124B7366-5967-AB6A-9CE8-D78E3C81FACE}"/>
                        </a:ext>
                      </a:extLst>
                    </p:cNvPr>
                    <p:cNvPicPr/>
                    <p:nvPr/>
                  </p:nvPicPr>
                  <p:blipFill>
                    <a:blip r:embed="rId540"/>
                    <a:stretch>
                      <a:fillRect/>
                    </a:stretch>
                  </p:blipFill>
                  <p:spPr>
                    <a:xfrm>
                      <a:off x="3677582" y="4122409"/>
                      <a:ext cx="210240" cy="318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41">
                  <p14:nvContentPartPr>
                    <p14:cNvPr id="344" name="Ink 343">
                      <a:extLst>
                        <a:ext uri="{FF2B5EF4-FFF2-40B4-BE49-F238E27FC236}">
                          <a16:creationId xmlns:a16="http://schemas.microsoft.com/office/drawing/2014/main" id="{EB8F9D7B-5799-2ED3-CBC0-42D0CF4DB37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743462" y="4229329"/>
                    <a:ext cx="298800" cy="121320"/>
                  </p14:xfrm>
                </p:contentPart>
              </mc:Choice>
              <mc:Fallback>
                <p:pic>
                  <p:nvPicPr>
                    <p:cNvPr id="344" name="Ink 343">
                      <a:extLst>
                        <a:ext uri="{FF2B5EF4-FFF2-40B4-BE49-F238E27FC236}">
                          <a16:creationId xmlns:a16="http://schemas.microsoft.com/office/drawing/2014/main" id="{EB8F9D7B-5799-2ED3-CBC0-42D0CF4DB377}"/>
                        </a:ext>
                      </a:extLst>
                    </p:cNvPr>
                    <p:cNvPicPr/>
                    <p:nvPr/>
                  </p:nvPicPr>
                  <p:blipFill>
                    <a:blip r:embed="rId542"/>
                    <a:stretch>
                      <a:fillRect/>
                    </a:stretch>
                  </p:blipFill>
                  <p:spPr>
                    <a:xfrm>
                      <a:off x="3734462" y="4220689"/>
                      <a:ext cx="316440" cy="1389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43">
                  <p14:nvContentPartPr>
                    <p14:cNvPr id="345" name="Ink 344">
                      <a:extLst>
                        <a:ext uri="{FF2B5EF4-FFF2-40B4-BE49-F238E27FC236}">
                          <a16:creationId xmlns:a16="http://schemas.microsoft.com/office/drawing/2014/main" id="{665DD780-519D-324F-A686-7781D47C9E6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41902" y="4198009"/>
                    <a:ext cx="32760" cy="50400"/>
                  </p14:xfrm>
                </p:contentPart>
              </mc:Choice>
              <mc:Fallback>
                <p:pic>
                  <p:nvPicPr>
                    <p:cNvPr id="345" name="Ink 344">
                      <a:extLst>
                        <a:ext uri="{FF2B5EF4-FFF2-40B4-BE49-F238E27FC236}">
                          <a16:creationId xmlns:a16="http://schemas.microsoft.com/office/drawing/2014/main" id="{665DD780-519D-324F-A686-7781D47C9E6C}"/>
                        </a:ext>
                      </a:extLst>
                    </p:cNvPr>
                    <p:cNvPicPr/>
                    <p:nvPr/>
                  </p:nvPicPr>
                  <p:blipFill>
                    <a:blip r:embed="rId544"/>
                    <a:stretch>
                      <a:fillRect/>
                    </a:stretch>
                  </p:blipFill>
                  <p:spPr>
                    <a:xfrm>
                      <a:off x="4032902" y="4189009"/>
                      <a:ext cx="50400" cy="680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45">
                  <p14:nvContentPartPr>
                    <p14:cNvPr id="346" name="Ink 345">
                      <a:extLst>
                        <a:ext uri="{FF2B5EF4-FFF2-40B4-BE49-F238E27FC236}">
                          <a16:creationId xmlns:a16="http://schemas.microsoft.com/office/drawing/2014/main" id="{4FD67FFE-AB09-F682-DE9C-22CE1F82CB0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86182" y="4263529"/>
                    <a:ext cx="266040" cy="221400"/>
                  </p14:xfrm>
                </p:contentPart>
              </mc:Choice>
              <mc:Fallback>
                <p:pic>
                  <p:nvPicPr>
                    <p:cNvPr id="346" name="Ink 345">
                      <a:extLst>
                        <a:ext uri="{FF2B5EF4-FFF2-40B4-BE49-F238E27FC236}">
                          <a16:creationId xmlns:a16="http://schemas.microsoft.com/office/drawing/2014/main" id="{4FD67FFE-AB09-F682-DE9C-22CE1F82CB0E}"/>
                        </a:ext>
                      </a:extLst>
                    </p:cNvPr>
                    <p:cNvPicPr/>
                    <p:nvPr/>
                  </p:nvPicPr>
                  <p:blipFill>
                    <a:blip r:embed="rId546"/>
                    <a:stretch>
                      <a:fillRect/>
                    </a:stretch>
                  </p:blipFill>
                  <p:spPr>
                    <a:xfrm>
                      <a:off x="4077182" y="4254529"/>
                      <a:ext cx="283680" cy="2390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47">
                  <p14:nvContentPartPr>
                    <p14:cNvPr id="347" name="Ink 346">
                      <a:extLst>
                        <a:ext uri="{FF2B5EF4-FFF2-40B4-BE49-F238E27FC236}">
                          <a16:creationId xmlns:a16="http://schemas.microsoft.com/office/drawing/2014/main" id="{3811B919-9A58-1E34-4851-47018ACCEA1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402982" y="4257409"/>
                    <a:ext cx="110880" cy="114840"/>
                  </p14:xfrm>
                </p:contentPart>
              </mc:Choice>
              <mc:Fallback>
                <p:pic>
                  <p:nvPicPr>
                    <p:cNvPr id="347" name="Ink 346">
                      <a:extLst>
                        <a:ext uri="{FF2B5EF4-FFF2-40B4-BE49-F238E27FC236}">
                          <a16:creationId xmlns:a16="http://schemas.microsoft.com/office/drawing/2014/main" id="{3811B919-9A58-1E34-4851-47018ACCEA1C}"/>
                        </a:ext>
                      </a:extLst>
                    </p:cNvPr>
                    <p:cNvPicPr/>
                    <p:nvPr/>
                  </p:nvPicPr>
                  <p:blipFill>
                    <a:blip r:embed="rId548"/>
                    <a:stretch>
                      <a:fillRect/>
                    </a:stretch>
                  </p:blipFill>
                  <p:spPr>
                    <a:xfrm>
                      <a:off x="4393982" y="4248769"/>
                      <a:ext cx="128520" cy="132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49">
                  <p14:nvContentPartPr>
                    <p14:cNvPr id="348" name="Ink 347">
                      <a:extLst>
                        <a:ext uri="{FF2B5EF4-FFF2-40B4-BE49-F238E27FC236}">
                          <a16:creationId xmlns:a16="http://schemas.microsoft.com/office/drawing/2014/main" id="{6162A277-89F0-F011-7315-2F1AD0F91BF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615022" y="4188289"/>
                    <a:ext cx="28800" cy="184680"/>
                  </p14:xfrm>
                </p:contentPart>
              </mc:Choice>
              <mc:Fallback>
                <p:pic>
                  <p:nvPicPr>
                    <p:cNvPr id="348" name="Ink 347">
                      <a:extLst>
                        <a:ext uri="{FF2B5EF4-FFF2-40B4-BE49-F238E27FC236}">
                          <a16:creationId xmlns:a16="http://schemas.microsoft.com/office/drawing/2014/main" id="{6162A277-89F0-F011-7315-2F1AD0F91BFE}"/>
                        </a:ext>
                      </a:extLst>
                    </p:cNvPr>
                    <p:cNvPicPr/>
                    <p:nvPr/>
                  </p:nvPicPr>
                  <p:blipFill>
                    <a:blip r:embed="rId550"/>
                    <a:stretch>
                      <a:fillRect/>
                    </a:stretch>
                  </p:blipFill>
                  <p:spPr>
                    <a:xfrm>
                      <a:off x="4606022" y="4179289"/>
                      <a:ext cx="46440" cy="202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51">
                  <p14:nvContentPartPr>
                    <p14:cNvPr id="349" name="Ink 348">
                      <a:extLst>
                        <a:ext uri="{FF2B5EF4-FFF2-40B4-BE49-F238E27FC236}">
                          <a16:creationId xmlns:a16="http://schemas.microsoft.com/office/drawing/2014/main" id="{05D9277E-4497-7473-A822-D05B5FFED7B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620062" y="4425529"/>
                    <a:ext cx="110880" cy="59760"/>
                  </p14:xfrm>
                </p:contentPart>
              </mc:Choice>
              <mc:Fallback>
                <p:pic>
                  <p:nvPicPr>
                    <p:cNvPr id="349" name="Ink 348">
                      <a:extLst>
                        <a:ext uri="{FF2B5EF4-FFF2-40B4-BE49-F238E27FC236}">
                          <a16:creationId xmlns:a16="http://schemas.microsoft.com/office/drawing/2014/main" id="{05D9277E-4497-7473-A822-D05B5FFED7B0}"/>
                        </a:ext>
                      </a:extLst>
                    </p:cNvPr>
                    <p:cNvPicPr/>
                    <p:nvPr/>
                  </p:nvPicPr>
                  <p:blipFill>
                    <a:blip r:embed="rId552"/>
                    <a:stretch>
                      <a:fillRect/>
                    </a:stretch>
                  </p:blipFill>
                  <p:spPr>
                    <a:xfrm>
                      <a:off x="4611062" y="4416889"/>
                      <a:ext cx="128520" cy="774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35690B20-E477-49B7-5586-211766E249B0}"/>
                </a:ext>
              </a:extLst>
            </p:cNvPr>
            <p:cNvGrpSpPr/>
            <p:nvPr/>
          </p:nvGrpSpPr>
          <p:grpSpPr>
            <a:xfrm>
              <a:off x="3594062" y="4472832"/>
              <a:ext cx="2133720" cy="1199160"/>
              <a:chOff x="3594062" y="4472832"/>
              <a:chExt cx="2133720" cy="11991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53">
                <p14:nvContentPartPr>
                  <p14:cNvPr id="353" name="Ink 352">
                    <a:extLst>
                      <a:ext uri="{FF2B5EF4-FFF2-40B4-BE49-F238E27FC236}">
                        <a16:creationId xmlns:a16="http://schemas.microsoft.com/office/drawing/2014/main" id="{7D821ABD-BCCB-8076-C9D7-6B4B07BC6312}"/>
                      </a:ext>
                    </a:extLst>
                  </p14:cNvPr>
                  <p14:cNvContentPartPr/>
                  <p14:nvPr/>
                </p14:nvContentPartPr>
                <p14:xfrm>
                  <a:off x="3666422" y="4542312"/>
                  <a:ext cx="187560" cy="190800"/>
                </p14:xfrm>
              </p:contentPart>
            </mc:Choice>
            <mc:Fallback>
              <p:pic>
                <p:nvPicPr>
                  <p:cNvPr id="353" name="Ink 352">
                    <a:extLst>
                      <a:ext uri="{FF2B5EF4-FFF2-40B4-BE49-F238E27FC236}">
                        <a16:creationId xmlns:a16="http://schemas.microsoft.com/office/drawing/2014/main" id="{7D821ABD-BCCB-8076-C9D7-6B4B07BC6312}"/>
                      </a:ext>
                    </a:extLst>
                  </p:cNvPr>
                  <p:cNvPicPr/>
                  <p:nvPr/>
                </p:nvPicPr>
                <p:blipFill>
                  <a:blip r:embed="rId554"/>
                  <a:stretch>
                    <a:fillRect/>
                  </a:stretch>
                </p:blipFill>
                <p:spPr>
                  <a:xfrm>
                    <a:off x="3657422" y="4533312"/>
                    <a:ext cx="205200" cy="208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5">
                <p14:nvContentPartPr>
                  <p14:cNvPr id="354" name="Ink 353">
                    <a:extLst>
                      <a:ext uri="{FF2B5EF4-FFF2-40B4-BE49-F238E27FC236}">
                        <a16:creationId xmlns:a16="http://schemas.microsoft.com/office/drawing/2014/main" id="{137DADC7-768F-F469-73FC-6CD967E2276A}"/>
                      </a:ext>
                    </a:extLst>
                  </p14:cNvPr>
                  <p14:cNvContentPartPr/>
                  <p14:nvPr/>
                </p14:nvContentPartPr>
                <p14:xfrm>
                  <a:off x="4019942" y="4510632"/>
                  <a:ext cx="140760" cy="321120"/>
                </p14:xfrm>
              </p:contentPart>
            </mc:Choice>
            <mc:Fallback>
              <p:pic>
                <p:nvPicPr>
                  <p:cNvPr id="354" name="Ink 353">
                    <a:extLst>
                      <a:ext uri="{FF2B5EF4-FFF2-40B4-BE49-F238E27FC236}">
                        <a16:creationId xmlns:a16="http://schemas.microsoft.com/office/drawing/2014/main" id="{137DADC7-768F-F469-73FC-6CD967E2276A}"/>
                      </a:ext>
                    </a:extLst>
                  </p:cNvPr>
                  <p:cNvPicPr/>
                  <p:nvPr/>
                </p:nvPicPr>
                <p:blipFill>
                  <a:blip r:embed="rId556"/>
                  <a:stretch>
                    <a:fillRect/>
                  </a:stretch>
                </p:blipFill>
                <p:spPr>
                  <a:xfrm>
                    <a:off x="4010942" y="4501632"/>
                    <a:ext cx="158400" cy="33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7">
                <p14:nvContentPartPr>
                  <p14:cNvPr id="355" name="Ink 354">
                    <a:extLst>
                      <a:ext uri="{FF2B5EF4-FFF2-40B4-BE49-F238E27FC236}">
                        <a16:creationId xmlns:a16="http://schemas.microsoft.com/office/drawing/2014/main" id="{0373786D-3A34-C3D4-9351-8165BAA10747}"/>
                      </a:ext>
                    </a:extLst>
                  </p14:cNvPr>
                  <p14:cNvContentPartPr/>
                  <p14:nvPr/>
                </p14:nvContentPartPr>
                <p14:xfrm>
                  <a:off x="4294262" y="4658952"/>
                  <a:ext cx="179640" cy="115560"/>
                </p14:xfrm>
              </p:contentPart>
            </mc:Choice>
            <mc:Fallback>
              <p:pic>
                <p:nvPicPr>
                  <p:cNvPr id="355" name="Ink 354">
                    <a:extLst>
                      <a:ext uri="{FF2B5EF4-FFF2-40B4-BE49-F238E27FC236}">
                        <a16:creationId xmlns:a16="http://schemas.microsoft.com/office/drawing/2014/main" id="{0373786D-3A34-C3D4-9351-8165BAA10747}"/>
                      </a:ext>
                    </a:extLst>
                  </p:cNvPr>
                  <p:cNvPicPr/>
                  <p:nvPr/>
                </p:nvPicPr>
                <p:blipFill>
                  <a:blip r:embed="rId558"/>
                  <a:stretch>
                    <a:fillRect/>
                  </a:stretch>
                </p:blipFill>
                <p:spPr>
                  <a:xfrm>
                    <a:off x="4285622" y="4650312"/>
                    <a:ext cx="197280" cy="13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9">
                <p14:nvContentPartPr>
                  <p14:cNvPr id="356" name="Ink 355">
                    <a:extLst>
                      <a:ext uri="{FF2B5EF4-FFF2-40B4-BE49-F238E27FC236}">
                        <a16:creationId xmlns:a16="http://schemas.microsoft.com/office/drawing/2014/main" id="{FEDA115D-8A31-AAEB-09D2-3F1B3B7BB702}"/>
                      </a:ext>
                    </a:extLst>
                  </p14:cNvPr>
                  <p14:cNvContentPartPr/>
                  <p14:nvPr/>
                </p14:nvContentPartPr>
                <p14:xfrm>
                  <a:off x="4502702" y="4678392"/>
                  <a:ext cx="58320" cy="131400"/>
                </p14:xfrm>
              </p:contentPart>
            </mc:Choice>
            <mc:Fallback>
              <p:pic>
                <p:nvPicPr>
                  <p:cNvPr id="356" name="Ink 355">
                    <a:extLst>
                      <a:ext uri="{FF2B5EF4-FFF2-40B4-BE49-F238E27FC236}">
                        <a16:creationId xmlns:a16="http://schemas.microsoft.com/office/drawing/2014/main" id="{FEDA115D-8A31-AAEB-09D2-3F1B3B7BB702}"/>
                      </a:ext>
                    </a:extLst>
                  </p:cNvPr>
                  <p:cNvPicPr/>
                  <p:nvPr/>
                </p:nvPicPr>
                <p:blipFill>
                  <a:blip r:embed="rId560"/>
                  <a:stretch>
                    <a:fillRect/>
                  </a:stretch>
                </p:blipFill>
                <p:spPr>
                  <a:xfrm>
                    <a:off x="4493702" y="4669752"/>
                    <a:ext cx="75960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1">
                <p14:nvContentPartPr>
                  <p14:cNvPr id="357" name="Ink 356">
                    <a:extLst>
                      <a:ext uri="{FF2B5EF4-FFF2-40B4-BE49-F238E27FC236}">
                        <a16:creationId xmlns:a16="http://schemas.microsoft.com/office/drawing/2014/main" id="{4B7BF321-DB22-903E-B843-FE5FE69B9E69}"/>
                      </a:ext>
                    </a:extLst>
                  </p14:cNvPr>
                  <p14:cNvContentPartPr/>
                  <p14:nvPr/>
                </p14:nvContentPartPr>
                <p14:xfrm>
                  <a:off x="4517462" y="4569672"/>
                  <a:ext cx="21240" cy="41400"/>
                </p14:xfrm>
              </p:contentPart>
            </mc:Choice>
            <mc:Fallback>
              <p:pic>
                <p:nvPicPr>
                  <p:cNvPr id="357" name="Ink 356">
                    <a:extLst>
                      <a:ext uri="{FF2B5EF4-FFF2-40B4-BE49-F238E27FC236}">
                        <a16:creationId xmlns:a16="http://schemas.microsoft.com/office/drawing/2014/main" id="{4B7BF321-DB22-903E-B843-FE5FE69B9E69}"/>
                      </a:ext>
                    </a:extLst>
                  </p:cNvPr>
                  <p:cNvPicPr/>
                  <p:nvPr/>
                </p:nvPicPr>
                <p:blipFill>
                  <a:blip r:embed="rId562"/>
                  <a:stretch>
                    <a:fillRect/>
                  </a:stretch>
                </p:blipFill>
                <p:spPr>
                  <a:xfrm>
                    <a:off x="4508822" y="4560672"/>
                    <a:ext cx="38880" cy="5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3">
                <p14:nvContentPartPr>
                  <p14:cNvPr id="358" name="Ink 357">
                    <a:extLst>
                      <a:ext uri="{FF2B5EF4-FFF2-40B4-BE49-F238E27FC236}">
                        <a16:creationId xmlns:a16="http://schemas.microsoft.com/office/drawing/2014/main" id="{0B8EDF32-CED3-CBD4-F77D-BD47CCECDBB9}"/>
                      </a:ext>
                    </a:extLst>
                  </p14:cNvPr>
                  <p14:cNvContentPartPr/>
                  <p14:nvPr/>
                </p14:nvContentPartPr>
                <p14:xfrm>
                  <a:off x="4602422" y="4587672"/>
                  <a:ext cx="52200" cy="165960"/>
                </p14:xfrm>
              </p:contentPart>
            </mc:Choice>
            <mc:Fallback>
              <p:pic>
                <p:nvPicPr>
                  <p:cNvPr id="358" name="Ink 357">
                    <a:extLst>
                      <a:ext uri="{FF2B5EF4-FFF2-40B4-BE49-F238E27FC236}">
                        <a16:creationId xmlns:a16="http://schemas.microsoft.com/office/drawing/2014/main" id="{0B8EDF32-CED3-CBD4-F77D-BD47CCECDBB9}"/>
                      </a:ext>
                    </a:extLst>
                  </p:cNvPr>
                  <p:cNvPicPr/>
                  <p:nvPr/>
                </p:nvPicPr>
                <p:blipFill>
                  <a:blip r:embed="rId564"/>
                  <a:stretch>
                    <a:fillRect/>
                  </a:stretch>
                </p:blipFill>
                <p:spPr>
                  <a:xfrm>
                    <a:off x="4593422" y="4578672"/>
                    <a:ext cx="69840" cy="183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5">
                <p14:nvContentPartPr>
                  <p14:cNvPr id="359" name="Ink 358">
                    <a:extLst>
                      <a:ext uri="{FF2B5EF4-FFF2-40B4-BE49-F238E27FC236}">
                        <a16:creationId xmlns:a16="http://schemas.microsoft.com/office/drawing/2014/main" id="{33ED868F-45A8-3893-0069-73353CB5AA3B}"/>
                      </a:ext>
                    </a:extLst>
                  </p14:cNvPr>
                  <p14:cNvContentPartPr/>
                  <p14:nvPr/>
                </p14:nvContentPartPr>
                <p14:xfrm>
                  <a:off x="4672262" y="4573272"/>
                  <a:ext cx="64800" cy="203760"/>
                </p14:xfrm>
              </p:contentPart>
            </mc:Choice>
            <mc:Fallback>
              <p:pic>
                <p:nvPicPr>
                  <p:cNvPr id="359" name="Ink 358">
                    <a:extLst>
                      <a:ext uri="{FF2B5EF4-FFF2-40B4-BE49-F238E27FC236}">
                        <a16:creationId xmlns:a16="http://schemas.microsoft.com/office/drawing/2014/main" id="{33ED868F-45A8-3893-0069-73353CB5AA3B}"/>
                      </a:ext>
                    </a:extLst>
                  </p:cNvPr>
                  <p:cNvPicPr/>
                  <p:nvPr/>
                </p:nvPicPr>
                <p:blipFill>
                  <a:blip r:embed="rId566"/>
                  <a:stretch>
                    <a:fillRect/>
                  </a:stretch>
                </p:blipFill>
                <p:spPr>
                  <a:xfrm>
                    <a:off x="4663262" y="4564632"/>
                    <a:ext cx="82440" cy="221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7">
                <p14:nvContentPartPr>
                  <p14:cNvPr id="360" name="Ink 359">
                    <a:extLst>
                      <a:ext uri="{FF2B5EF4-FFF2-40B4-BE49-F238E27FC236}">
                        <a16:creationId xmlns:a16="http://schemas.microsoft.com/office/drawing/2014/main" id="{59FCBA93-B1DD-79FD-88C8-2B2213407382}"/>
                      </a:ext>
                    </a:extLst>
                  </p14:cNvPr>
                  <p14:cNvContentPartPr/>
                  <p14:nvPr/>
                </p14:nvContentPartPr>
                <p14:xfrm>
                  <a:off x="5036222" y="4472832"/>
                  <a:ext cx="19440" cy="236880"/>
                </p14:xfrm>
              </p:contentPart>
            </mc:Choice>
            <mc:Fallback>
              <p:pic>
                <p:nvPicPr>
                  <p:cNvPr id="360" name="Ink 359">
                    <a:extLst>
                      <a:ext uri="{FF2B5EF4-FFF2-40B4-BE49-F238E27FC236}">
                        <a16:creationId xmlns:a16="http://schemas.microsoft.com/office/drawing/2014/main" id="{59FCBA93-B1DD-79FD-88C8-2B2213407382}"/>
                      </a:ext>
                    </a:extLst>
                  </p:cNvPr>
                  <p:cNvPicPr/>
                  <p:nvPr/>
                </p:nvPicPr>
                <p:blipFill>
                  <a:blip r:embed="rId568"/>
                  <a:stretch>
                    <a:fillRect/>
                  </a:stretch>
                </p:blipFill>
                <p:spPr>
                  <a:xfrm>
                    <a:off x="5027222" y="4464192"/>
                    <a:ext cx="37080" cy="254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9">
                <p14:nvContentPartPr>
                  <p14:cNvPr id="361" name="Ink 360">
                    <a:extLst>
                      <a:ext uri="{FF2B5EF4-FFF2-40B4-BE49-F238E27FC236}">
                        <a16:creationId xmlns:a16="http://schemas.microsoft.com/office/drawing/2014/main" id="{BB07945C-9E14-E4D0-1B9C-683790453486}"/>
                      </a:ext>
                    </a:extLst>
                  </p14:cNvPr>
                  <p14:cNvContentPartPr/>
                  <p14:nvPr/>
                </p14:nvContentPartPr>
                <p14:xfrm>
                  <a:off x="5038742" y="4613232"/>
                  <a:ext cx="91800" cy="121320"/>
                </p14:xfrm>
              </p:contentPart>
            </mc:Choice>
            <mc:Fallback>
              <p:pic>
                <p:nvPicPr>
                  <p:cNvPr id="361" name="Ink 360">
                    <a:extLst>
                      <a:ext uri="{FF2B5EF4-FFF2-40B4-BE49-F238E27FC236}">
                        <a16:creationId xmlns:a16="http://schemas.microsoft.com/office/drawing/2014/main" id="{BB07945C-9E14-E4D0-1B9C-683790453486}"/>
                      </a:ext>
                    </a:extLst>
                  </p:cNvPr>
                  <p:cNvPicPr/>
                  <p:nvPr/>
                </p:nvPicPr>
                <p:blipFill>
                  <a:blip r:embed="rId570"/>
                  <a:stretch>
                    <a:fillRect/>
                  </a:stretch>
                </p:blipFill>
                <p:spPr>
                  <a:xfrm>
                    <a:off x="5030102" y="4604232"/>
                    <a:ext cx="109440" cy="138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1">
                <p14:nvContentPartPr>
                  <p14:cNvPr id="362" name="Ink 361">
                    <a:extLst>
                      <a:ext uri="{FF2B5EF4-FFF2-40B4-BE49-F238E27FC236}">
                        <a16:creationId xmlns:a16="http://schemas.microsoft.com/office/drawing/2014/main" id="{17709C16-87DE-5361-228B-38988932AD77}"/>
                      </a:ext>
                    </a:extLst>
                  </p14:cNvPr>
                  <p14:cNvContentPartPr/>
                  <p14:nvPr/>
                </p14:nvContentPartPr>
                <p14:xfrm>
                  <a:off x="5189222" y="4627632"/>
                  <a:ext cx="116640" cy="91080"/>
                </p14:xfrm>
              </p:contentPart>
            </mc:Choice>
            <mc:Fallback>
              <p:pic>
                <p:nvPicPr>
                  <p:cNvPr id="362" name="Ink 361">
                    <a:extLst>
                      <a:ext uri="{FF2B5EF4-FFF2-40B4-BE49-F238E27FC236}">
                        <a16:creationId xmlns:a16="http://schemas.microsoft.com/office/drawing/2014/main" id="{17709C16-87DE-5361-228B-38988932AD77}"/>
                      </a:ext>
                    </a:extLst>
                  </p:cNvPr>
                  <p:cNvPicPr/>
                  <p:nvPr/>
                </p:nvPicPr>
                <p:blipFill>
                  <a:blip r:embed="rId572"/>
                  <a:stretch>
                    <a:fillRect/>
                  </a:stretch>
                </p:blipFill>
                <p:spPr>
                  <a:xfrm>
                    <a:off x="5180222" y="4618992"/>
                    <a:ext cx="134280" cy="10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3">
                <p14:nvContentPartPr>
                  <p14:cNvPr id="368" name="Ink 367">
                    <a:extLst>
                      <a:ext uri="{FF2B5EF4-FFF2-40B4-BE49-F238E27FC236}">
                        <a16:creationId xmlns:a16="http://schemas.microsoft.com/office/drawing/2014/main" id="{DB44BF42-9A42-BA5F-6DDC-532463F4CC6E}"/>
                      </a:ext>
                    </a:extLst>
                  </p14:cNvPr>
                  <p14:cNvContentPartPr/>
                  <p14:nvPr/>
                </p14:nvContentPartPr>
                <p14:xfrm>
                  <a:off x="3896462" y="4901952"/>
                  <a:ext cx="130680" cy="155880"/>
                </p14:xfrm>
              </p:contentPart>
            </mc:Choice>
            <mc:Fallback>
              <p:pic>
                <p:nvPicPr>
                  <p:cNvPr id="368" name="Ink 367">
                    <a:extLst>
                      <a:ext uri="{FF2B5EF4-FFF2-40B4-BE49-F238E27FC236}">
                        <a16:creationId xmlns:a16="http://schemas.microsoft.com/office/drawing/2014/main" id="{DB44BF42-9A42-BA5F-6DDC-532463F4CC6E}"/>
                      </a:ext>
                    </a:extLst>
                  </p:cNvPr>
                  <p:cNvPicPr/>
                  <p:nvPr/>
                </p:nvPicPr>
                <p:blipFill>
                  <a:blip r:embed="rId574"/>
                  <a:stretch>
                    <a:fillRect/>
                  </a:stretch>
                </p:blipFill>
                <p:spPr>
                  <a:xfrm>
                    <a:off x="3887462" y="4893312"/>
                    <a:ext cx="148320" cy="173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5">
                <p14:nvContentPartPr>
                  <p14:cNvPr id="369" name="Ink 368">
                    <a:extLst>
                      <a:ext uri="{FF2B5EF4-FFF2-40B4-BE49-F238E27FC236}">
                        <a16:creationId xmlns:a16="http://schemas.microsoft.com/office/drawing/2014/main" id="{F8744691-832D-25BD-796C-FA7E7D97B3D7}"/>
                      </a:ext>
                    </a:extLst>
                  </p14:cNvPr>
                  <p14:cNvContentPartPr/>
                  <p14:nvPr/>
                </p14:nvContentPartPr>
                <p14:xfrm>
                  <a:off x="4066022" y="4881432"/>
                  <a:ext cx="187920" cy="198720"/>
                </p14:xfrm>
              </p:contentPart>
            </mc:Choice>
            <mc:Fallback>
              <p:pic>
                <p:nvPicPr>
                  <p:cNvPr id="369" name="Ink 368">
                    <a:extLst>
                      <a:ext uri="{FF2B5EF4-FFF2-40B4-BE49-F238E27FC236}">
                        <a16:creationId xmlns:a16="http://schemas.microsoft.com/office/drawing/2014/main" id="{F8744691-832D-25BD-796C-FA7E7D97B3D7}"/>
                      </a:ext>
                    </a:extLst>
                  </p:cNvPr>
                  <p:cNvPicPr/>
                  <p:nvPr/>
                </p:nvPicPr>
                <p:blipFill>
                  <a:blip r:embed="rId576"/>
                  <a:stretch>
                    <a:fillRect/>
                  </a:stretch>
                </p:blipFill>
                <p:spPr>
                  <a:xfrm>
                    <a:off x="4057022" y="4872432"/>
                    <a:ext cx="205560" cy="216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7">
                <p14:nvContentPartPr>
                  <p14:cNvPr id="370" name="Ink 369">
                    <a:extLst>
                      <a:ext uri="{FF2B5EF4-FFF2-40B4-BE49-F238E27FC236}">
                        <a16:creationId xmlns:a16="http://schemas.microsoft.com/office/drawing/2014/main" id="{365FB084-955C-B88F-F4CA-0843FDB5DB19}"/>
                      </a:ext>
                    </a:extLst>
                  </p14:cNvPr>
                  <p14:cNvContentPartPr/>
                  <p14:nvPr/>
                </p14:nvContentPartPr>
                <p14:xfrm>
                  <a:off x="4264742" y="4959552"/>
                  <a:ext cx="143280" cy="88560"/>
                </p14:xfrm>
              </p:contentPart>
            </mc:Choice>
            <mc:Fallback>
              <p:pic>
                <p:nvPicPr>
                  <p:cNvPr id="370" name="Ink 369">
                    <a:extLst>
                      <a:ext uri="{FF2B5EF4-FFF2-40B4-BE49-F238E27FC236}">
                        <a16:creationId xmlns:a16="http://schemas.microsoft.com/office/drawing/2014/main" id="{365FB084-955C-B88F-F4CA-0843FDB5DB19}"/>
                      </a:ext>
                    </a:extLst>
                  </p:cNvPr>
                  <p:cNvPicPr/>
                  <p:nvPr/>
                </p:nvPicPr>
                <p:blipFill>
                  <a:blip r:embed="rId578"/>
                  <a:stretch>
                    <a:fillRect/>
                  </a:stretch>
                </p:blipFill>
                <p:spPr>
                  <a:xfrm>
                    <a:off x="4256102" y="4950552"/>
                    <a:ext cx="160920" cy="106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9">
                <p14:nvContentPartPr>
                  <p14:cNvPr id="371" name="Ink 370">
                    <a:extLst>
                      <a:ext uri="{FF2B5EF4-FFF2-40B4-BE49-F238E27FC236}">
                        <a16:creationId xmlns:a16="http://schemas.microsoft.com/office/drawing/2014/main" id="{8325B34D-8B68-D99F-5F96-1234F085234B}"/>
                      </a:ext>
                    </a:extLst>
                  </p14:cNvPr>
                  <p14:cNvContentPartPr/>
                  <p14:nvPr/>
                </p14:nvContentPartPr>
                <p14:xfrm>
                  <a:off x="4424942" y="4956672"/>
                  <a:ext cx="108000" cy="110520"/>
                </p14:xfrm>
              </p:contentPart>
            </mc:Choice>
            <mc:Fallback>
              <p:pic>
                <p:nvPicPr>
                  <p:cNvPr id="371" name="Ink 370">
                    <a:extLst>
                      <a:ext uri="{FF2B5EF4-FFF2-40B4-BE49-F238E27FC236}">
                        <a16:creationId xmlns:a16="http://schemas.microsoft.com/office/drawing/2014/main" id="{8325B34D-8B68-D99F-5F96-1234F085234B}"/>
                      </a:ext>
                    </a:extLst>
                  </p:cNvPr>
                  <p:cNvPicPr/>
                  <p:nvPr/>
                </p:nvPicPr>
                <p:blipFill>
                  <a:blip r:embed="rId580"/>
                  <a:stretch>
                    <a:fillRect/>
                  </a:stretch>
                </p:blipFill>
                <p:spPr>
                  <a:xfrm>
                    <a:off x="4416302" y="4948032"/>
                    <a:ext cx="125640" cy="128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1">
                <p14:nvContentPartPr>
                  <p14:cNvPr id="372" name="Ink 371">
                    <a:extLst>
                      <a:ext uri="{FF2B5EF4-FFF2-40B4-BE49-F238E27FC236}">
                        <a16:creationId xmlns:a16="http://schemas.microsoft.com/office/drawing/2014/main" id="{94930B36-8E44-87AE-5581-CB47455181ED}"/>
                      </a:ext>
                    </a:extLst>
                  </p14:cNvPr>
                  <p14:cNvContentPartPr/>
                  <p14:nvPr/>
                </p14:nvContentPartPr>
                <p14:xfrm>
                  <a:off x="4552742" y="4868472"/>
                  <a:ext cx="18360" cy="165600"/>
                </p14:xfrm>
              </p:contentPart>
            </mc:Choice>
            <mc:Fallback>
              <p:pic>
                <p:nvPicPr>
                  <p:cNvPr id="372" name="Ink 371">
                    <a:extLst>
                      <a:ext uri="{FF2B5EF4-FFF2-40B4-BE49-F238E27FC236}">
                        <a16:creationId xmlns:a16="http://schemas.microsoft.com/office/drawing/2014/main" id="{94930B36-8E44-87AE-5581-CB47455181ED}"/>
                      </a:ext>
                    </a:extLst>
                  </p:cNvPr>
                  <p:cNvPicPr/>
                  <p:nvPr/>
                </p:nvPicPr>
                <p:blipFill>
                  <a:blip r:embed="rId582"/>
                  <a:stretch>
                    <a:fillRect/>
                  </a:stretch>
                </p:blipFill>
                <p:spPr>
                  <a:xfrm>
                    <a:off x="4544102" y="4859472"/>
                    <a:ext cx="36000" cy="183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3">
                <p14:nvContentPartPr>
                  <p14:cNvPr id="373" name="Ink 372">
                    <a:extLst>
                      <a:ext uri="{FF2B5EF4-FFF2-40B4-BE49-F238E27FC236}">
                        <a16:creationId xmlns:a16="http://schemas.microsoft.com/office/drawing/2014/main" id="{F31C61C5-FA2B-361C-DF9B-B387D4689435}"/>
                      </a:ext>
                    </a:extLst>
                  </p14:cNvPr>
                  <p14:cNvContentPartPr/>
                  <p14:nvPr/>
                </p14:nvContentPartPr>
                <p14:xfrm>
                  <a:off x="4536182" y="4942272"/>
                  <a:ext cx="271440" cy="96840"/>
                </p14:xfrm>
              </p:contentPart>
            </mc:Choice>
            <mc:Fallback>
              <p:pic>
                <p:nvPicPr>
                  <p:cNvPr id="373" name="Ink 372">
                    <a:extLst>
                      <a:ext uri="{FF2B5EF4-FFF2-40B4-BE49-F238E27FC236}">
                        <a16:creationId xmlns:a16="http://schemas.microsoft.com/office/drawing/2014/main" id="{F31C61C5-FA2B-361C-DF9B-B387D4689435}"/>
                      </a:ext>
                    </a:extLst>
                  </p:cNvPr>
                  <p:cNvPicPr/>
                  <p:nvPr/>
                </p:nvPicPr>
                <p:blipFill>
                  <a:blip r:embed="rId584"/>
                  <a:stretch>
                    <a:fillRect/>
                  </a:stretch>
                </p:blipFill>
                <p:spPr>
                  <a:xfrm>
                    <a:off x="4527182" y="4933272"/>
                    <a:ext cx="289080" cy="114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5">
                <p14:nvContentPartPr>
                  <p14:cNvPr id="374" name="Ink 373">
                    <a:extLst>
                      <a:ext uri="{FF2B5EF4-FFF2-40B4-BE49-F238E27FC236}">
                        <a16:creationId xmlns:a16="http://schemas.microsoft.com/office/drawing/2014/main" id="{23691517-B3B8-CAD2-97E9-6F41BEB1C224}"/>
                      </a:ext>
                    </a:extLst>
                  </p14:cNvPr>
                  <p14:cNvContentPartPr/>
                  <p14:nvPr/>
                </p14:nvContentPartPr>
                <p14:xfrm>
                  <a:off x="4808342" y="4832832"/>
                  <a:ext cx="159120" cy="223560"/>
                </p14:xfrm>
              </p:contentPart>
            </mc:Choice>
            <mc:Fallback>
              <p:pic>
                <p:nvPicPr>
                  <p:cNvPr id="374" name="Ink 373">
                    <a:extLst>
                      <a:ext uri="{FF2B5EF4-FFF2-40B4-BE49-F238E27FC236}">
                        <a16:creationId xmlns:a16="http://schemas.microsoft.com/office/drawing/2014/main" id="{23691517-B3B8-CAD2-97E9-6F41BEB1C224}"/>
                      </a:ext>
                    </a:extLst>
                  </p:cNvPr>
                  <p:cNvPicPr/>
                  <p:nvPr/>
                </p:nvPicPr>
                <p:blipFill>
                  <a:blip r:embed="rId586"/>
                  <a:stretch>
                    <a:fillRect/>
                  </a:stretch>
                </p:blipFill>
                <p:spPr>
                  <a:xfrm>
                    <a:off x="4799702" y="4823832"/>
                    <a:ext cx="176760" cy="24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7">
                <p14:nvContentPartPr>
                  <p14:cNvPr id="376" name="Ink 375">
                    <a:extLst>
                      <a:ext uri="{FF2B5EF4-FFF2-40B4-BE49-F238E27FC236}">
                        <a16:creationId xmlns:a16="http://schemas.microsoft.com/office/drawing/2014/main" id="{171CAE47-BCAC-0283-0C16-547BE84C4BF1}"/>
                      </a:ext>
                    </a:extLst>
                  </p14:cNvPr>
                  <p14:cNvContentPartPr/>
                  <p14:nvPr/>
                </p14:nvContentPartPr>
                <p14:xfrm>
                  <a:off x="5211182" y="4823112"/>
                  <a:ext cx="134640" cy="411480"/>
                </p14:xfrm>
              </p:contentPart>
            </mc:Choice>
            <mc:Fallback>
              <p:pic>
                <p:nvPicPr>
                  <p:cNvPr id="376" name="Ink 375">
                    <a:extLst>
                      <a:ext uri="{FF2B5EF4-FFF2-40B4-BE49-F238E27FC236}">
                        <a16:creationId xmlns:a16="http://schemas.microsoft.com/office/drawing/2014/main" id="{171CAE47-BCAC-0283-0C16-547BE84C4BF1}"/>
                      </a:ext>
                    </a:extLst>
                  </p:cNvPr>
                  <p:cNvPicPr/>
                  <p:nvPr/>
                </p:nvPicPr>
                <p:blipFill>
                  <a:blip r:embed="rId588"/>
                  <a:stretch>
                    <a:fillRect/>
                  </a:stretch>
                </p:blipFill>
                <p:spPr>
                  <a:xfrm>
                    <a:off x="5202182" y="4814472"/>
                    <a:ext cx="152280" cy="429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9">
                <p14:nvContentPartPr>
                  <p14:cNvPr id="377" name="Ink 376">
                    <a:extLst>
                      <a:ext uri="{FF2B5EF4-FFF2-40B4-BE49-F238E27FC236}">
                        <a16:creationId xmlns:a16="http://schemas.microsoft.com/office/drawing/2014/main" id="{4F4BDDE9-B475-2AA7-3C74-EE01CD6D6DDB}"/>
                      </a:ext>
                    </a:extLst>
                  </p14:cNvPr>
                  <p14:cNvContentPartPr/>
                  <p14:nvPr/>
                </p14:nvContentPartPr>
                <p14:xfrm>
                  <a:off x="5179502" y="4962792"/>
                  <a:ext cx="331920" cy="145080"/>
                </p14:xfrm>
              </p:contentPart>
            </mc:Choice>
            <mc:Fallback>
              <p:pic>
                <p:nvPicPr>
                  <p:cNvPr id="377" name="Ink 376">
                    <a:extLst>
                      <a:ext uri="{FF2B5EF4-FFF2-40B4-BE49-F238E27FC236}">
                        <a16:creationId xmlns:a16="http://schemas.microsoft.com/office/drawing/2014/main" id="{4F4BDDE9-B475-2AA7-3C74-EE01CD6D6DDB}"/>
                      </a:ext>
                    </a:extLst>
                  </p:cNvPr>
                  <p:cNvPicPr/>
                  <p:nvPr/>
                </p:nvPicPr>
                <p:blipFill>
                  <a:blip r:embed="rId590"/>
                  <a:stretch>
                    <a:fillRect/>
                  </a:stretch>
                </p:blipFill>
                <p:spPr>
                  <a:xfrm>
                    <a:off x="5170502" y="4953792"/>
                    <a:ext cx="349560" cy="16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1">
                <p14:nvContentPartPr>
                  <p14:cNvPr id="378" name="Ink 377">
                    <a:extLst>
                      <a:ext uri="{FF2B5EF4-FFF2-40B4-BE49-F238E27FC236}">
                        <a16:creationId xmlns:a16="http://schemas.microsoft.com/office/drawing/2014/main" id="{945CEF25-C821-04D7-D02C-347A6D03F706}"/>
                      </a:ext>
                    </a:extLst>
                  </p14:cNvPr>
                  <p14:cNvContentPartPr/>
                  <p14:nvPr/>
                </p14:nvContentPartPr>
                <p14:xfrm>
                  <a:off x="5509262" y="5020032"/>
                  <a:ext cx="218520" cy="116640"/>
                </p14:xfrm>
              </p:contentPart>
            </mc:Choice>
            <mc:Fallback>
              <p:pic>
                <p:nvPicPr>
                  <p:cNvPr id="378" name="Ink 377">
                    <a:extLst>
                      <a:ext uri="{FF2B5EF4-FFF2-40B4-BE49-F238E27FC236}">
                        <a16:creationId xmlns:a16="http://schemas.microsoft.com/office/drawing/2014/main" id="{945CEF25-C821-04D7-D02C-347A6D03F706}"/>
                      </a:ext>
                    </a:extLst>
                  </p:cNvPr>
                  <p:cNvPicPr/>
                  <p:nvPr/>
                </p:nvPicPr>
                <p:blipFill>
                  <a:blip r:embed="rId592"/>
                  <a:stretch>
                    <a:fillRect/>
                  </a:stretch>
                </p:blipFill>
                <p:spPr>
                  <a:xfrm>
                    <a:off x="5500262" y="5011032"/>
                    <a:ext cx="236160" cy="13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3">
                <p14:nvContentPartPr>
                  <p14:cNvPr id="380" name="Ink 379">
                    <a:extLst>
                      <a:ext uri="{FF2B5EF4-FFF2-40B4-BE49-F238E27FC236}">
                        <a16:creationId xmlns:a16="http://schemas.microsoft.com/office/drawing/2014/main" id="{347FA9A8-8EB4-A609-815F-8BD29B3E08A7}"/>
                      </a:ext>
                    </a:extLst>
                  </p14:cNvPr>
                  <p14:cNvContentPartPr/>
                  <p14:nvPr/>
                </p14:nvContentPartPr>
                <p14:xfrm>
                  <a:off x="3892862" y="5266632"/>
                  <a:ext cx="33840" cy="164160"/>
                </p14:xfrm>
              </p:contentPart>
            </mc:Choice>
            <mc:Fallback>
              <p:pic>
                <p:nvPicPr>
                  <p:cNvPr id="380" name="Ink 379">
                    <a:extLst>
                      <a:ext uri="{FF2B5EF4-FFF2-40B4-BE49-F238E27FC236}">
                        <a16:creationId xmlns:a16="http://schemas.microsoft.com/office/drawing/2014/main" id="{347FA9A8-8EB4-A609-815F-8BD29B3E08A7}"/>
                      </a:ext>
                    </a:extLst>
                  </p:cNvPr>
                  <p:cNvPicPr/>
                  <p:nvPr/>
                </p:nvPicPr>
                <p:blipFill>
                  <a:blip r:embed="rId594"/>
                  <a:stretch>
                    <a:fillRect/>
                  </a:stretch>
                </p:blipFill>
                <p:spPr>
                  <a:xfrm>
                    <a:off x="3884222" y="5257632"/>
                    <a:ext cx="51480" cy="181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5">
                <p14:nvContentPartPr>
                  <p14:cNvPr id="381" name="Ink 380">
                    <a:extLst>
                      <a:ext uri="{FF2B5EF4-FFF2-40B4-BE49-F238E27FC236}">
                        <a16:creationId xmlns:a16="http://schemas.microsoft.com/office/drawing/2014/main" id="{58C58287-9F73-6FC8-973B-0A78A06FC436}"/>
                      </a:ext>
                    </a:extLst>
                  </p14:cNvPr>
                  <p14:cNvContentPartPr/>
                  <p14:nvPr/>
                </p14:nvContentPartPr>
                <p14:xfrm>
                  <a:off x="3926702" y="5283552"/>
                  <a:ext cx="276840" cy="137880"/>
                </p14:xfrm>
              </p:contentPart>
            </mc:Choice>
            <mc:Fallback>
              <p:pic>
                <p:nvPicPr>
                  <p:cNvPr id="381" name="Ink 380">
                    <a:extLst>
                      <a:ext uri="{FF2B5EF4-FFF2-40B4-BE49-F238E27FC236}">
                        <a16:creationId xmlns:a16="http://schemas.microsoft.com/office/drawing/2014/main" id="{58C58287-9F73-6FC8-973B-0A78A06FC436}"/>
                      </a:ext>
                    </a:extLst>
                  </p:cNvPr>
                  <p:cNvPicPr/>
                  <p:nvPr/>
                </p:nvPicPr>
                <p:blipFill>
                  <a:blip r:embed="rId596"/>
                  <a:stretch>
                    <a:fillRect/>
                  </a:stretch>
                </p:blipFill>
                <p:spPr>
                  <a:xfrm>
                    <a:off x="3918062" y="5274552"/>
                    <a:ext cx="294480" cy="155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7">
                <p14:nvContentPartPr>
                  <p14:cNvPr id="382" name="Ink 381">
                    <a:extLst>
                      <a:ext uri="{FF2B5EF4-FFF2-40B4-BE49-F238E27FC236}">
                        <a16:creationId xmlns:a16="http://schemas.microsoft.com/office/drawing/2014/main" id="{83D6A67D-E886-9DA7-2CD6-C14BCD3AE14B}"/>
                      </a:ext>
                    </a:extLst>
                  </p14:cNvPr>
                  <p14:cNvContentPartPr/>
                  <p14:nvPr/>
                </p14:nvContentPartPr>
                <p14:xfrm>
                  <a:off x="3594062" y="5314152"/>
                  <a:ext cx="219960" cy="50040"/>
                </p14:xfrm>
              </p:contentPart>
            </mc:Choice>
            <mc:Fallback>
              <p:pic>
                <p:nvPicPr>
                  <p:cNvPr id="382" name="Ink 381">
                    <a:extLst>
                      <a:ext uri="{FF2B5EF4-FFF2-40B4-BE49-F238E27FC236}">
                        <a16:creationId xmlns:a16="http://schemas.microsoft.com/office/drawing/2014/main" id="{83D6A67D-E886-9DA7-2CD6-C14BCD3AE14B}"/>
                      </a:ext>
                    </a:extLst>
                  </p:cNvPr>
                  <p:cNvPicPr/>
                  <p:nvPr/>
                </p:nvPicPr>
                <p:blipFill>
                  <a:blip r:embed="rId598"/>
                  <a:stretch>
                    <a:fillRect/>
                  </a:stretch>
                </p:blipFill>
                <p:spPr>
                  <a:xfrm>
                    <a:off x="3585422" y="5305512"/>
                    <a:ext cx="237600" cy="6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9">
                <p14:nvContentPartPr>
                  <p14:cNvPr id="383" name="Ink 382">
                    <a:extLst>
                      <a:ext uri="{FF2B5EF4-FFF2-40B4-BE49-F238E27FC236}">
                        <a16:creationId xmlns:a16="http://schemas.microsoft.com/office/drawing/2014/main" id="{E80EB881-64EE-9295-52AB-94BE8D9A55DC}"/>
                      </a:ext>
                    </a:extLst>
                  </p14:cNvPr>
                  <p14:cNvContentPartPr/>
                  <p14:nvPr/>
                </p14:nvContentPartPr>
                <p14:xfrm>
                  <a:off x="4363382" y="5198952"/>
                  <a:ext cx="187200" cy="356400"/>
                </p14:xfrm>
              </p:contentPart>
            </mc:Choice>
            <mc:Fallback>
              <p:pic>
                <p:nvPicPr>
                  <p:cNvPr id="383" name="Ink 382">
                    <a:extLst>
                      <a:ext uri="{FF2B5EF4-FFF2-40B4-BE49-F238E27FC236}">
                        <a16:creationId xmlns:a16="http://schemas.microsoft.com/office/drawing/2014/main" id="{E80EB881-64EE-9295-52AB-94BE8D9A55DC}"/>
                      </a:ext>
                    </a:extLst>
                  </p:cNvPr>
                  <p:cNvPicPr/>
                  <p:nvPr/>
                </p:nvPicPr>
                <p:blipFill>
                  <a:blip r:embed="rId600"/>
                  <a:stretch>
                    <a:fillRect/>
                  </a:stretch>
                </p:blipFill>
                <p:spPr>
                  <a:xfrm>
                    <a:off x="4354382" y="5190312"/>
                    <a:ext cx="204840" cy="374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1">
                <p14:nvContentPartPr>
                  <p14:cNvPr id="384" name="Ink 383">
                    <a:extLst>
                      <a:ext uri="{FF2B5EF4-FFF2-40B4-BE49-F238E27FC236}">
                        <a16:creationId xmlns:a16="http://schemas.microsoft.com/office/drawing/2014/main" id="{5F55DB91-55F5-2819-0828-C6EF633E06C7}"/>
                      </a:ext>
                    </a:extLst>
                  </p14:cNvPr>
                  <p14:cNvContentPartPr/>
                  <p14:nvPr/>
                </p14:nvContentPartPr>
                <p14:xfrm>
                  <a:off x="4427462" y="5315232"/>
                  <a:ext cx="348120" cy="158400"/>
                </p14:xfrm>
              </p:contentPart>
            </mc:Choice>
            <mc:Fallback>
              <p:pic>
                <p:nvPicPr>
                  <p:cNvPr id="384" name="Ink 383">
                    <a:extLst>
                      <a:ext uri="{FF2B5EF4-FFF2-40B4-BE49-F238E27FC236}">
                        <a16:creationId xmlns:a16="http://schemas.microsoft.com/office/drawing/2014/main" id="{5F55DB91-55F5-2819-0828-C6EF633E06C7}"/>
                      </a:ext>
                    </a:extLst>
                  </p:cNvPr>
                  <p:cNvPicPr/>
                  <p:nvPr/>
                </p:nvPicPr>
                <p:blipFill>
                  <a:blip r:embed="rId602"/>
                  <a:stretch>
                    <a:fillRect/>
                  </a:stretch>
                </p:blipFill>
                <p:spPr>
                  <a:xfrm>
                    <a:off x="4418462" y="5306232"/>
                    <a:ext cx="365760" cy="176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3">
                <p14:nvContentPartPr>
                  <p14:cNvPr id="385" name="Ink 384">
                    <a:extLst>
                      <a:ext uri="{FF2B5EF4-FFF2-40B4-BE49-F238E27FC236}">
                        <a16:creationId xmlns:a16="http://schemas.microsoft.com/office/drawing/2014/main" id="{3FF948F2-51B7-17E7-BE2B-D111DE573AEE}"/>
                      </a:ext>
                    </a:extLst>
                  </p14:cNvPr>
                  <p14:cNvContentPartPr/>
                  <p14:nvPr/>
                </p14:nvContentPartPr>
                <p14:xfrm>
                  <a:off x="4745342" y="5300472"/>
                  <a:ext cx="47880" cy="36720"/>
                </p14:xfrm>
              </p:contentPart>
            </mc:Choice>
            <mc:Fallback>
              <p:pic>
                <p:nvPicPr>
                  <p:cNvPr id="385" name="Ink 384">
                    <a:extLst>
                      <a:ext uri="{FF2B5EF4-FFF2-40B4-BE49-F238E27FC236}">
                        <a16:creationId xmlns:a16="http://schemas.microsoft.com/office/drawing/2014/main" id="{3FF948F2-51B7-17E7-BE2B-D111DE573AEE}"/>
                      </a:ext>
                    </a:extLst>
                  </p:cNvPr>
                  <p:cNvPicPr/>
                  <p:nvPr/>
                </p:nvPicPr>
                <p:blipFill>
                  <a:blip r:embed="rId604"/>
                  <a:stretch>
                    <a:fillRect/>
                  </a:stretch>
                </p:blipFill>
                <p:spPr>
                  <a:xfrm>
                    <a:off x="4736702" y="5291472"/>
                    <a:ext cx="65520" cy="54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5">
                <p14:nvContentPartPr>
                  <p14:cNvPr id="386" name="Ink 385">
                    <a:extLst>
                      <a:ext uri="{FF2B5EF4-FFF2-40B4-BE49-F238E27FC236}">
                        <a16:creationId xmlns:a16="http://schemas.microsoft.com/office/drawing/2014/main" id="{A5DA91A1-E106-3145-426B-96011E3242B0}"/>
                      </a:ext>
                    </a:extLst>
                  </p14:cNvPr>
                  <p14:cNvContentPartPr/>
                  <p14:nvPr/>
                </p14:nvContentPartPr>
                <p14:xfrm>
                  <a:off x="4813742" y="5349072"/>
                  <a:ext cx="270720" cy="322920"/>
                </p14:xfrm>
              </p:contentPart>
            </mc:Choice>
            <mc:Fallback>
              <p:pic>
                <p:nvPicPr>
                  <p:cNvPr id="386" name="Ink 385">
                    <a:extLst>
                      <a:ext uri="{FF2B5EF4-FFF2-40B4-BE49-F238E27FC236}">
                        <a16:creationId xmlns:a16="http://schemas.microsoft.com/office/drawing/2014/main" id="{A5DA91A1-E106-3145-426B-96011E3242B0}"/>
                      </a:ext>
                    </a:extLst>
                  </p:cNvPr>
                  <p:cNvPicPr/>
                  <p:nvPr/>
                </p:nvPicPr>
                <p:blipFill>
                  <a:blip r:embed="rId606"/>
                  <a:stretch>
                    <a:fillRect/>
                  </a:stretch>
                </p:blipFill>
                <p:spPr>
                  <a:xfrm>
                    <a:off x="4805102" y="5340432"/>
                    <a:ext cx="288360" cy="340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7">
                <p14:nvContentPartPr>
                  <p14:cNvPr id="387" name="Ink 386">
                    <a:extLst>
                      <a:ext uri="{FF2B5EF4-FFF2-40B4-BE49-F238E27FC236}">
                        <a16:creationId xmlns:a16="http://schemas.microsoft.com/office/drawing/2014/main" id="{0FD79A7E-4ED9-8EE8-E617-428679783F33}"/>
                      </a:ext>
                    </a:extLst>
                  </p14:cNvPr>
                  <p14:cNvContentPartPr/>
                  <p14:nvPr/>
                </p14:nvContentPartPr>
                <p14:xfrm>
                  <a:off x="5119742" y="5365272"/>
                  <a:ext cx="113040" cy="101520"/>
                </p14:xfrm>
              </p:contentPart>
            </mc:Choice>
            <mc:Fallback>
              <p:pic>
                <p:nvPicPr>
                  <p:cNvPr id="387" name="Ink 386">
                    <a:extLst>
                      <a:ext uri="{FF2B5EF4-FFF2-40B4-BE49-F238E27FC236}">
                        <a16:creationId xmlns:a16="http://schemas.microsoft.com/office/drawing/2014/main" id="{0FD79A7E-4ED9-8EE8-E617-428679783F33}"/>
                      </a:ext>
                    </a:extLst>
                  </p:cNvPr>
                  <p:cNvPicPr/>
                  <p:nvPr/>
                </p:nvPicPr>
                <p:blipFill>
                  <a:blip r:embed="rId608"/>
                  <a:stretch>
                    <a:fillRect/>
                  </a:stretch>
                </p:blipFill>
                <p:spPr>
                  <a:xfrm>
                    <a:off x="5110742" y="5356272"/>
                    <a:ext cx="130680" cy="119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9">
                <p14:nvContentPartPr>
                  <p14:cNvPr id="388" name="Ink 387">
                    <a:extLst>
                      <a:ext uri="{FF2B5EF4-FFF2-40B4-BE49-F238E27FC236}">
                        <a16:creationId xmlns:a16="http://schemas.microsoft.com/office/drawing/2014/main" id="{472D02D7-0826-2F9E-41FD-98879E19EE2F}"/>
                      </a:ext>
                    </a:extLst>
                  </p14:cNvPr>
                  <p14:cNvContentPartPr/>
                  <p14:nvPr/>
                </p14:nvContentPartPr>
                <p14:xfrm>
                  <a:off x="5360942" y="5301552"/>
                  <a:ext cx="13320" cy="159480"/>
                </p14:xfrm>
              </p:contentPart>
            </mc:Choice>
            <mc:Fallback>
              <p:pic>
                <p:nvPicPr>
                  <p:cNvPr id="388" name="Ink 387">
                    <a:extLst>
                      <a:ext uri="{FF2B5EF4-FFF2-40B4-BE49-F238E27FC236}">
                        <a16:creationId xmlns:a16="http://schemas.microsoft.com/office/drawing/2014/main" id="{472D02D7-0826-2F9E-41FD-98879E19EE2F}"/>
                      </a:ext>
                    </a:extLst>
                  </p:cNvPr>
                  <p:cNvPicPr/>
                  <p:nvPr/>
                </p:nvPicPr>
                <p:blipFill>
                  <a:blip r:embed="rId610"/>
                  <a:stretch>
                    <a:fillRect/>
                  </a:stretch>
                </p:blipFill>
                <p:spPr>
                  <a:xfrm>
                    <a:off x="5352302" y="5292912"/>
                    <a:ext cx="30960" cy="177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1">
                <p14:nvContentPartPr>
                  <p14:cNvPr id="389" name="Ink 388">
                    <a:extLst>
                      <a:ext uri="{FF2B5EF4-FFF2-40B4-BE49-F238E27FC236}">
                        <a16:creationId xmlns:a16="http://schemas.microsoft.com/office/drawing/2014/main" id="{DE1A6C7F-A407-4181-EDB4-F8417E8B978A}"/>
                      </a:ext>
                    </a:extLst>
                  </p14:cNvPr>
                  <p14:cNvContentPartPr/>
                  <p14:nvPr/>
                </p14:nvContentPartPr>
                <p14:xfrm>
                  <a:off x="5345102" y="5506032"/>
                  <a:ext cx="61920" cy="60480"/>
                </p14:xfrm>
              </p:contentPart>
            </mc:Choice>
            <mc:Fallback>
              <p:pic>
                <p:nvPicPr>
                  <p:cNvPr id="389" name="Ink 388">
                    <a:extLst>
                      <a:ext uri="{FF2B5EF4-FFF2-40B4-BE49-F238E27FC236}">
                        <a16:creationId xmlns:a16="http://schemas.microsoft.com/office/drawing/2014/main" id="{DE1A6C7F-A407-4181-EDB4-F8417E8B978A}"/>
                      </a:ext>
                    </a:extLst>
                  </p:cNvPr>
                  <p:cNvPicPr/>
                  <p:nvPr/>
                </p:nvPicPr>
                <p:blipFill>
                  <a:blip r:embed="rId612"/>
                  <a:stretch>
                    <a:fillRect/>
                  </a:stretch>
                </p:blipFill>
                <p:spPr>
                  <a:xfrm>
                    <a:off x="5336462" y="5497392"/>
                    <a:ext cx="79560" cy="781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613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B91B5E1A-AE2B-F22F-FDEF-9B6727BAE35A}"/>
                  </a:ext>
                </a:extLst>
              </p14:cNvPr>
              <p14:cNvContentPartPr/>
              <p14:nvPr/>
            </p14:nvContentPartPr>
            <p14:xfrm>
              <a:off x="1848062" y="2755632"/>
              <a:ext cx="352080" cy="20700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B91B5E1A-AE2B-F22F-FDEF-9B6727BAE35A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1839422" y="2746992"/>
                <a:ext cx="36972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4823A734-5A47-7FDB-B137-2A18AE9B6E9A}"/>
              </a:ext>
            </a:extLst>
          </p:cNvPr>
          <p:cNvGrpSpPr/>
          <p:nvPr/>
        </p:nvGrpSpPr>
        <p:grpSpPr>
          <a:xfrm>
            <a:off x="6166887" y="1806529"/>
            <a:ext cx="186120" cy="198720"/>
            <a:chOff x="6166887" y="1806529"/>
            <a:chExt cx="18612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C73774A-7E4C-5A95-20AD-82ADA01303AA}"/>
                    </a:ext>
                  </a:extLst>
                </p14:cNvPr>
                <p14:cNvContentPartPr/>
                <p14:nvPr/>
              </p14:nvContentPartPr>
              <p14:xfrm>
                <a:off x="6189927" y="1826329"/>
                <a:ext cx="41040" cy="1530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C73774A-7E4C-5A95-20AD-82ADA01303AA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180927" y="1817689"/>
                  <a:ext cx="58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CC3F92C6-FE90-1643-53FA-5C10ABF929E8}"/>
                    </a:ext>
                  </a:extLst>
                </p14:cNvPr>
                <p14:cNvContentPartPr/>
                <p14:nvPr/>
              </p14:nvContentPartPr>
              <p14:xfrm>
                <a:off x="6166887" y="1806529"/>
                <a:ext cx="186120" cy="1987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CC3F92C6-FE90-1643-53FA-5C10ABF929E8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6158247" y="1797889"/>
                  <a:ext cx="203760" cy="21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753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8610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dirty="0">
                <a:solidFill>
                  <a:srgbClr val="0000FF"/>
                </a:solidFill>
                <a:latin typeface="Calibri"/>
                <a:cs typeface="Calibri"/>
              </a:rPr>
              <a:t>Example </a:t>
            </a:r>
            <a:r>
              <a:rPr lang="en-US" sz="4400" spc="-10" dirty="0">
                <a:solidFill>
                  <a:srgbClr val="0000FF"/>
                </a:solidFill>
                <a:latin typeface="Calibri"/>
                <a:cs typeface="Calibri"/>
              </a:rPr>
              <a:t>– Graph Search</a:t>
            </a:r>
            <a:endParaRPr sz="4400" dirty="0">
              <a:latin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CE9F59-363B-27C2-7BEB-ECE5585B5D2E}"/>
              </a:ext>
            </a:extLst>
          </p:cNvPr>
          <p:cNvGrpSpPr/>
          <p:nvPr/>
        </p:nvGrpSpPr>
        <p:grpSpPr>
          <a:xfrm>
            <a:off x="6262606" y="4897578"/>
            <a:ext cx="2830293" cy="1885694"/>
            <a:chOff x="5836107" y="1272171"/>
            <a:chExt cx="2832849" cy="18873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84FCF-B026-4E4B-F6DA-E15AE577B0A2}"/>
              </a:ext>
            </a:extLst>
          </p:cNvPr>
          <p:cNvGrpSpPr/>
          <p:nvPr/>
        </p:nvGrpSpPr>
        <p:grpSpPr>
          <a:xfrm>
            <a:off x="6646117" y="3241063"/>
            <a:ext cx="2156008" cy="320439"/>
            <a:chOff x="6117662" y="2778529"/>
            <a:chExt cx="2371320" cy="3524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C416B3-39D1-F06C-D1C7-CF8FC93D744B}"/>
                </a:ext>
              </a:extLst>
            </p:cNvPr>
            <p:cNvGrpSpPr/>
            <p:nvPr/>
          </p:nvGrpSpPr>
          <p:grpSpPr>
            <a:xfrm>
              <a:off x="6117662" y="2784289"/>
              <a:ext cx="762840" cy="346680"/>
              <a:chOff x="6117662" y="2784289"/>
              <a:chExt cx="762840" cy="346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85AB23DE-0F0D-303B-28D2-55BEA0811E91}"/>
                      </a:ext>
                    </a:extLst>
                  </p14:cNvPr>
                  <p14:cNvContentPartPr/>
                  <p14:nvPr/>
                </p14:nvContentPartPr>
                <p14:xfrm>
                  <a:off x="6117662" y="2784289"/>
                  <a:ext cx="170640" cy="346680"/>
                </p14:xfrm>
              </p:contentPart>
            </mc:Choice>
            <mc:Fallback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85AB23DE-0F0D-303B-28D2-55BEA0811E91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107764" y="2774384"/>
                    <a:ext cx="190040" cy="3660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5FE183E9-19EB-9F93-099B-8CDDE5B99B4D}"/>
                      </a:ext>
                    </a:extLst>
                  </p14:cNvPr>
                  <p14:cNvContentPartPr/>
                  <p14:nvPr/>
                </p14:nvContentPartPr>
                <p14:xfrm>
                  <a:off x="6142502" y="2954209"/>
                  <a:ext cx="137880" cy="64440"/>
                </p14:xfrm>
              </p:contentPart>
            </mc:Choice>
            <mc:Fallback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5FE183E9-19EB-9F93-099B-8CDDE5B99B4D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132597" y="2944326"/>
                    <a:ext cx="157294" cy="838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BA874049-ACFD-8191-F2D8-B257B3E4B904}"/>
                      </a:ext>
                    </a:extLst>
                  </p14:cNvPr>
                  <p14:cNvContentPartPr/>
                  <p14:nvPr/>
                </p14:nvContentPartPr>
                <p14:xfrm>
                  <a:off x="6277862" y="2916409"/>
                  <a:ext cx="114840" cy="10584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BA874049-ACFD-8191-F2D8-B257B3E4B904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268358" y="2906499"/>
                    <a:ext cx="134244" cy="1252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3D772B43-04B2-8D00-73EC-8FA9BB26C491}"/>
                      </a:ext>
                    </a:extLst>
                  </p14:cNvPr>
                  <p14:cNvContentPartPr/>
                  <p14:nvPr/>
                </p14:nvContentPartPr>
                <p14:xfrm>
                  <a:off x="6404942" y="2922529"/>
                  <a:ext cx="106920" cy="80280"/>
                </p14:xfrm>
              </p:contentPart>
            </mc:Choice>
            <mc:Fallback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3D772B43-04B2-8D00-73EC-8FA9BB26C491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6395042" y="2913038"/>
                    <a:ext cx="126324" cy="996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7885AF78-301D-BF23-210E-087A0355FC82}"/>
                      </a:ext>
                    </a:extLst>
                  </p14:cNvPr>
                  <p14:cNvContentPartPr/>
                  <p14:nvPr/>
                </p14:nvContentPartPr>
                <p14:xfrm>
                  <a:off x="6550022" y="2864569"/>
                  <a:ext cx="65520" cy="164880"/>
                </p14:xfrm>
              </p:contentPart>
            </mc:Choice>
            <mc:Fallback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7885AF78-301D-BF23-210E-087A0355FC82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6540492" y="2854660"/>
                    <a:ext cx="84977" cy="1843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15D20CF0-ADC4-428B-0968-68BB707B87AE}"/>
                      </a:ext>
                    </a:extLst>
                  </p14:cNvPr>
                  <p14:cNvContentPartPr/>
                  <p14:nvPr/>
                </p14:nvContentPartPr>
                <p14:xfrm>
                  <a:off x="6756662" y="2955649"/>
                  <a:ext cx="123840" cy="12960"/>
                </p14:xfrm>
              </p:contentPart>
            </mc:Choice>
            <mc:Fallback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15D20CF0-ADC4-428B-0968-68BB707B87A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747166" y="2946224"/>
                    <a:ext cx="143227" cy="322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90532277-C6D0-5B53-A7A0-F13DA10ABCB9}"/>
                      </a:ext>
                    </a:extLst>
                  </p14:cNvPr>
                  <p14:cNvContentPartPr/>
                  <p14:nvPr/>
                </p14:nvContentPartPr>
                <p14:xfrm>
                  <a:off x="6757382" y="2992729"/>
                  <a:ext cx="115920" cy="24120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90532277-C6D0-5B53-A7A0-F13DA10ABCB9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747491" y="2982844"/>
                    <a:ext cx="135306" cy="4349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D535180-5404-BA4A-CD0A-A1AF6980E46A}"/>
                </a:ext>
              </a:extLst>
            </p:cNvPr>
            <p:cNvGrpSpPr/>
            <p:nvPr/>
          </p:nvGrpSpPr>
          <p:grpSpPr>
            <a:xfrm>
              <a:off x="7069862" y="2778529"/>
              <a:ext cx="1419120" cy="339120"/>
              <a:chOff x="7069862" y="2778529"/>
              <a:chExt cx="1419120" cy="339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2316BF41-6182-F113-17F8-942082AD89BB}"/>
                      </a:ext>
                    </a:extLst>
                  </p14:cNvPr>
                  <p14:cNvContentPartPr/>
                  <p14:nvPr/>
                </p14:nvContentPartPr>
                <p14:xfrm>
                  <a:off x="7069862" y="2867449"/>
                  <a:ext cx="128880" cy="250200"/>
                </p14:xfrm>
              </p:contentPart>
            </mc:Choice>
            <mc:Fallback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2316BF41-6182-F113-17F8-942082AD89BB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7059948" y="2857552"/>
                    <a:ext cx="148311" cy="2695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FCA5F4DD-B2A8-3238-7917-CBB24ADA813F}"/>
                      </a:ext>
                    </a:extLst>
                  </p14:cNvPr>
                  <p14:cNvContentPartPr/>
                  <p14:nvPr/>
                </p14:nvContentPartPr>
                <p14:xfrm>
                  <a:off x="7265342" y="2863849"/>
                  <a:ext cx="136440" cy="147960"/>
                </p14:xfrm>
              </p:contentPart>
            </mc:Choice>
            <mc:Fallback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FCA5F4DD-B2A8-3238-7917-CBB24ADA813F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7255455" y="2853932"/>
                    <a:ext cx="155818" cy="1673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E9F5DB22-3213-1214-D2CD-7CCCD9DAE567}"/>
                      </a:ext>
                    </a:extLst>
                  </p14:cNvPr>
                  <p14:cNvContentPartPr/>
                  <p14:nvPr/>
                </p14:nvContentPartPr>
                <p14:xfrm>
                  <a:off x="7403582" y="2877889"/>
                  <a:ext cx="140760" cy="98640"/>
                </p14:xfrm>
              </p:contentPart>
            </mc:Choice>
            <mc:Fallback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E9F5DB22-3213-1214-D2CD-7CCCD9DAE567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7393697" y="2867985"/>
                    <a:ext cx="160134" cy="1180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DE7D3828-C132-681E-996E-D4CBBEBC7FD9}"/>
                      </a:ext>
                    </a:extLst>
                  </p14:cNvPr>
                  <p14:cNvContentPartPr/>
                  <p14:nvPr/>
                </p14:nvContentPartPr>
                <p14:xfrm>
                  <a:off x="7564142" y="2823889"/>
                  <a:ext cx="64440" cy="200160"/>
                </p14:xfrm>
              </p:contentPart>
            </mc:Choice>
            <mc:Fallback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DE7D3828-C132-681E-996E-D4CBBEBC7FD9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7554654" y="2814000"/>
                    <a:ext cx="83812" cy="2195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6629EF91-58A6-EC67-F5BB-92BDF985C632}"/>
                      </a:ext>
                    </a:extLst>
                  </p14:cNvPr>
                  <p14:cNvContentPartPr/>
                  <p14:nvPr/>
                </p14:nvContentPartPr>
                <p14:xfrm>
                  <a:off x="7702742" y="2913529"/>
                  <a:ext cx="142560" cy="14400"/>
                </p14:xfrm>
              </p:contentPart>
            </mc:Choice>
            <mc:Fallback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6629EF91-58A6-EC67-F5BB-92BDF985C632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7692842" y="2904188"/>
                    <a:ext cx="161964" cy="334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8FE7B7E6-376B-4B12-DEB1-6BAFDFE29DD4}"/>
                      </a:ext>
                    </a:extLst>
                  </p14:cNvPr>
                  <p14:cNvContentPartPr/>
                  <p14:nvPr/>
                </p14:nvContentPartPr>
                <p14:xfrm>
                  <a:off x="7766822" y="2879329"/>
                  <a:ext cx="47880" cy="157320"/>
                </p14:xfrm>
              </p:contentPart>
            </mc:Choice>
            <mc:Fallback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8FE7B7E6-376B-4B12-DEB1-6BAFDFE29DD4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7756929" y="2869842"/>
                    <a:ext cx="67269" cy="176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B3C460E0-0A12-61E6-E609-7DA8126D0E3A}"/>
                      </a:ext>
                    </a:extLst>
                  </p14:cNvPr>
                  <p14:cNvContentPartPr/>
                  <p14:nvPr/>
                </p14:nvContentPartPr>
                <p14:xfrm>
                  <a:off x="7952942" y="2778529"/>
                  <a:ext cx="167040" cy="210240"/>
                </p14:xfrm>
              </p:contentPart>
            </mc:Choice>
            <mc:Fallback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B3C460E0-0A12-61E6-E609-7DA8126D0E3A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943046" y="2769027"/>
                    <a:ext cx="186436" cy="2296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E97254DC-DB4F-D229-2B6B-A3C5D9D71312}"/>
                      </a:ext>
                    </a:extLst>
                  </p14:cNvPr>
                  <p14:cNvContentPartPr/>
                  <p14:nvPr/>
                </p14:nvContentPartPr>
                <p14:xfrm>
                  <a:off x="8117822" y="2847649"/>
                  <a:ext cx="130320" cy="157320"/>
                </p14:xfrm>
              </p:contentPart>
            </mc:Choice>
            <mc:Fallback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E97254DC-DB4F-D229-2B6B-A3C5D9D71312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8107949" y="2837742"/>
                    <a:ext cx="149671" cy="1767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0FEE1174-0384-1A10-C846-B173FFDA52EA}"/>
                      </a:ext>
                    </a:extLst>
                  </p14:cNvPr>
                  <p14:cNvContentPartPr/>
                  <p14:nvPr/>
                </p14:nvContentPartPr>
                <p14:xfrm>
                  <a:off x="8267582" y="2882569"/>
                  <a:ext cx="129960" cy="105120"/>
                </p14:xfrm>
              </p:contentPart>
            </mc:Choice>
            <mc:Fallback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FEE1174-0384-1A10-C846-B173FFDA52EA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257677" y="2872652"/>
                    <a:ext cx="149375" cy="1245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60" name="Ink 59">
                    <a:extLst>
                      <a:ext uri="{FF2B5EF4-FFF2-40B4-BE49-F238E27FC236}">
                        <a16:creationId xmlns:a16="http://schemas.microsoft.com/office/drawing/2014/main" id="{ED9F8F2A-3A1C-8940-8FD5-503286BCEA29}"/>
                      </a:ext>
                    </a:extLst>
                  </p14:cNvPr>
                  <p14:cNvContentPartPr/>
                  <p14:nvPr/>
                </p14:nvContentPartPr>
                <p14:xfrm>
                  <a:off x="8386382" y="2804089"/>
                  <a:ext cx="102600" cy="238680"/>
                </p14:xfrm>
              </p:contentPart>
            </mc:Choice>
            <mc:Fallback>
              <p:pic>
                <p:nvPicPr>
                  <p:cNvPr id="60" name="Ink 59">
                    <a:extLst>
                      <a:ext uri="{FF2B5EF4-FFF2-40B4-BE49-F238E27FC236}">
                        <a16:creationId xmlns:a16="http://schemas.microsoft.com/office/drawing/2014/main" id="{ED9F8F2A-3A1C-8940-8FD5-503286BCEA29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376875" y="2794193"/>
                    <a:ext cx="122011" cy="25807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F8F6C8-9A3D-9502-3C2F-E7E5CAFEBD9A}"/>
              </a:ext>
            </a:extLst>
          </p:cNvPr>
          <p:cNvGrpSpPr/>
          <p:nvPr/>
        </p:nvGrpSpPr>
        <p:grpSpPr>
          <a:xfrm>
            <a:off x="6646117" y="3622818"/>
            <a:ext cx="2127241" cy="1204117"/>
            <a:chOff x="5970782" y="3400249"/>
            <a:chExt cx="3172320" cy="179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695296-03C4-26EA-AC49-1F93947FA8E1}"/>
                    </a:ext>
                  </a:extLst>
                </p14:cNvPr>
                <p14:cNvContentPartPr/>
                <p14:nvPr/>
              </p14:nvContentPartPr>
              <p14:xfrm>
                <a:off x="6078782" y="3530209"/>
                <a:ext cx="2628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695296-03C4-26EA-AC49-1F93947FA8E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065374" y="3517323"/>
                  <a:ext cx="52560" cy="2142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2A7423-B98E-DC3D-9555-8BFBF3737737}"/>
                    </a:ext>
                  </a:extLst>
                </p14:cNvPr>
                <p14:cNvContentPartPr/>
                <p14:nvPr/>
              </p14:nvContentPartPr>
              <p14:xfrm>
                <a:off x="5970782" y="3507529"/>
                <a:ext cx="179640" cy="37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2A7423-B98E-DC3D-9555-8BFBF37377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57376" y="3494752"/>
                  <a:ext cx="205916" cy="638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C9E7B0A-D8D2-818A-CB46-2929EFBCBDAB}"/>
                    </a:ext>
                  </a:extLst>
                </p14:cNvPr>
                <p14:cNvContentPartPr/>
                <p14:nvPr/>
              </p14:nvContentPartPr>
              <p14:xfrm>
                <a:off x="6147182" y="3614449"/>
                <a:ext cx="156960" cy="104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C9E7B0A-D8D2-818A-CB46-2929EFBCBD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34281" y="3601042"/>
                  <a:ext cx="183299" cy="1303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875BDEF-41FB-5367-4BCD-41F737FDA0F1}"/>
                    </a:ext>
                  </a:extLst>
                </p14:cNvPr>
                <p14:cNvContentPartPr/>
                <p14:nvPr/>
              </p14:nvContentPartPr>
              <p14:xfrm>
                <a:off x="6355622" y="3615169"/>
                <a:ext cx="86760" cy="86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875BDEF-41FB-5367-4BCD-41F737FDA0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342769" y="3602316"/>
                  <a:ext cx="113002" cy="1130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EFD06D7-5007-1D5D-C80C-D7E1778C3345}"/>
                    </a:ext>
                  </a:extLst>
                </p14:cNvPr>
                <p14:cNvContentPartPr/>
                <p14:nvPr/>
              </p14:nvContentPartPr>
              <p14:xfrm>
                <a:off x="6687542" y="3610129"/>
                <a:ext cx="28080" cy="219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EFD06D7-5007-1D5D-C80C-D7E1778C334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74582" y="3596717"/>
                  <a:ext cx="54540" cy="246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C3A3555-0729-54F0-E61C-3AB00F53C94F}"/>
                    </a:ext>
                  </a:extLst>
                </p14:cNvPr>
                <p14:cNvContentPartPr/>
                <p14:nvPr/>
              </p14:nvContentPartPr>
              <p14:xfrm>
                <a:off x="6688622" y="3558649"/>
                <a:ext cx="117360" cy="98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C3A3555-0729-54F0-E61C-3AB00F53C94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75225" y="3545296"/>
                  <a:ext cx="143619" cy="124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EBE59F8-0471-9CE8-F959-DC9CF1D35902}"/>
                    </a:ext>
                  </a:extLst>
                </p14:cNvPr>
                <p14:cNvContentPartPr/>
                <p14:nvPr/>
              </p14:nvContentPartPr>
              <p14:xfrm>
                <a:off x="6860342" y="3586729"/>
                <a:ext cx="190080" cy="112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EBE59F8-0471-9CE8-F959-DC9CF1D3590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46918" y="3573912"/>
                  <a:ext cx="216391" cy="138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F94FDC3-1179-1E33-0FC7-AD945AB8B2AE}"/>
                    </a:ext>
                  </a:extLst>
                </p14:cNvPr>
                <p14:cNvContentPartPr/>
                <p14:nvPr/>
              </p14:nvContentPartPr>
              <p14:xfrm>
                <a:off x="7065902" y="3531289"/>
                <a:ext cx="28080" cy="151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F94FDC3-1179-1E33-0FC7-AD945AB8B2A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52402" y="3517885"/>
                  <a:ext cx="54540" cy="1774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5DF27E-00BD-47D2-4AF5-DF9B9EAC560E}"/>
                    </a:ext>
                  </a:extLst>
                </p14:cNvPr>
                <p14:cNvContentPartPr/>
                <p14:nvPr/>
              </p14:nvContentPartPr>
              <p14:xfrm>
                <a:off x="7130342" y="3531289"/>
                <a:ext cx="91800" cy="164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5DF27E-00BD-47D2-4AF5-DF9B9EAC56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17458" y="3517862"/>
                  <a:ext cx="118105" cy="1911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160065-2244-5F9A-8D17-51226704EE87}"/>
                    </a:ext>
                  </a:extLst>
                </p14:cNvPr>
                <p14:cNvContentPartPr/>
                <p14:nvPr/>
              </p14:nvContentPartPr>
              <p14:xfrm>
                <a:off x="7013342" y="3550729"/>
                <a:ext cx="108000" cy="18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160065-2244-5F9A-8D17-51226704EE8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000510" y="3537615"/>
                  <a:ext cx="134198" cy="440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A24FFA6-3687-BD0D-E7E1-5B57B4B0A350}"/>
                    </a:ext>
                  </a:extLst>
                </p14:cNvPr>
                <p14:cNvContentPartPr/>
                <p14:nvPr/>
              </p14:nvContentPartPr>
              <p14:xfrm>
                <a:off x="7280102" y="3583129"/>
                <a:ext cx="64080" cy="100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A24FFA6-3687-BD0D-E7E1-5B57B4B0A35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67286" y="3569701"/>
                  <a:ext cx="90246" cy="126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687C9F-851F-DAEC-D6AF-BA83550032F8}"/>
                    </a:ext>
                  </a:extLst>
                </p14:cNvPr>
                <p14:cNvContentPartPr/>
                <p14:nvPr/>
              </p14:nvContentPartPr>
              <p14:xfrm>
                <a:off x="7652342" y="3480529"/>
                <a:ext cx="63360" cy="209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687C9F-851F-DAEC-D6AF-BA83550032F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38918" y="3467635"/>
                  <a:ext cx="89671" cy="2358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48BAAF1-1195-2AFE-B697-3E3945C4D223}"/>
                    </a:ext>
                  </a:extLst>
                </p14:cNvPr>
                <p14:cNvContentPartPr/>
                <p14:nvPr/>
              </p14:nvContentPartPr>
              <p14:xfrm>
                <a:off x="7630742" y="3560089"/>
                <a:ext cx="209880" cy="127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48BAAF1-1195-2AFE-B697-3E3945C4D22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617323" y="3546665"/>
                  <a:ext cx="236182" cy="154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92209DB-F974-D97A-10BD-0F81083D05DC}"/>
                    </a:ext>
                  </a:extLst>
                </p14:cNvPr>
                <p14:cNvContentPartPr/>
                <p14:nvPr/>
              </p14:nvContentPartPr>
              <p14:xfrm>
                <a:off x="8044382" y="3566209"/>
                <a:ext cx="151560" cy="352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92209DB-F974-D97A-10BD-0F81083D05D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31529" y="3553321"/>
                  <a:ext cx="177802" cy="379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EF0440-4CA2-CF38-A762-5E24807B83E7}"/>
                    </a:ext>
                  </a:extLst>
                </p14:cNvPr>
                <p14:cNvContentPartPr/>
                <p14:nvPr/>
              </p14:nvContentPartPr>
              <p14:xfrm>
                <a:off x="8233742" y="3558649"/>
                <a:ext cx="72000" cy="107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EF0440-4CA2-CF38-A762-5E24807B83E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20309" y="3545261"/>
                  <a:ext cx="98328" cy="1338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A71E28D-3A13-7910-145A-BBB202B5A7D2}"/>
                    </a:ext>
                  </a:extLst>
                </p14:cNvPr>
                <p14:cNvContentPartPr/>
                <p14:nvPr/>
              </p14:nvContentPartPr>
              <p14:xfrm>
                <a:off x="8355422" y="3400249"/>
                <a:ext cx="238680" cy="291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A71E28D-3A13-7910-145A-BBB202B5A7D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42549" y="3386832"/>
                  <a:ext cx="264962" cy="31825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9C2A535-29E8-BE91-9937-715D54009BA2}"/>
                </a:ext>
              </a:extLst>
            </p:cNvPr>
            <p:cNvGrpSpPr/>
            <p:nvPr/>
          </p:nvGrpSpPr>
          <p:grpSpPr>
            <a:xfrm>
              <a:off x="8612822" y="3608329"/>
              <a:ext cx="49680" cy="127440"/>
              <a:chOff x="8612822" y="3608329"/>
              <a:chExt cx="49680" cy="1274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1B515B03-0978-5D31-1495-896310349C35}"/>
                      </a:ext>
                    </a:extLst>
                  </p14:cNvPr>
                  <p14:cNvContentPartPr/>
                  <p14:nvPr/>
                </p14:nvContentPartPr>
                <p14:xfrm>
                  <a:off x="8612822" y="3608329"/>
                  <a:ext cx="38520" cy="44640"/>
                </p14:xfrm>
              </p:contentPart>
            </mc:Choice>
            <mc:Fallback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1B515B03-0978-5D31-1495-896310349C35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599447" y="3594883"/>
                    <a:ext cx="64735" cy="709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7DB3131B-9596-F489-14D8-B31770715E53}"/>
                      </a:ext>
                    </a:extLst>
                  </p14:cNvPr>
                  <p14:cNvContentPartPr/>
                  <p14:nvPr/>
                </p14:nvContentPartPr>
                <p14:xfrm>
                  <a:off x="8618582" y="3695089"/>
                  <a:ext cx="43920" cy="40680"/>
                </p14:xfrm>
              </p:contentPart>
            </mc:Choice>
            <mc:Fallback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7DB3131B-9596-F489-14D8-B31770715E53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8605192" y="3682243"/>
                    <a:ext cx="70165" cy="6690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1131B4-9863-1F13-B47C-626E16FD7BF1}"/>
                    </a:ext>
                  </a:extLst>
                </p14:cNvPr>
                <p14:cNvContentPartPr/>
                <p14:nvPr/>
              </p14:nvContentPartPr>
              <p14:xfrm>
                <a:off x="6026582" y="4047529"/>
                <a:ext cx="165240" cy="167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1131B4-9863-1F13-B47C-626E16FD7BF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13170" y="4034130"/>
                  <a:ext cx="191528" cy="19402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6310D7C-088D-8CAD-1ED5-7452B8B950C2}"/>
                </a:ext>
              </a:extLst>
            </p:cNvPr>
            <p:cNvGrpSpPr/>
            <p:nvPr/>
          </p:nvGrpSpPr>
          <p:grpSpPr>
            <a:xfrm>
              <a:off x="6373622" y="3982729"/>
              <a:ext cx="1094040" cy="196920"/>
              <a:chOff x="6373622" y="3982729"/>
              <a:chExt cx="1094040" cy="1969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32441199-DD15-571D-4473-60D470D308A8}"/>
                      </a:ext>
                    </a:extLst>
                  </p14:cNvPr>
                  <p14:cNvContentPartPr/>
                  <p14:nvPr/>
                </p14:nvContentPartPr>
                <p14:xfrm>
                  <a:off x="6373622" y="3989209"/>
                  <a:ext cx="130320" cy="190440"/>
                </p14:xfrm>
              </p:contentPart>
            </mc:Choice>
            <mc:Fallback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32441199-DD15-571D-4473-60D470D308A8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6360215" y="3975798"/>
                    <a:ext cx="156599" cy="2167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013B2C00-02F6-9368-6D21-C88A9742DC7D}"/>
                      </a:ext>
                    </a:extLst>
                  </p14:cNvPr>
                  <p14:cNvContentPartPr/>
                  <p14:nvPr/>
                </p14:nvContentPartPr>
                <p14:xfrm>
                  <a:off x="6606542" y="4105129"/>
                  <a:ext cx="213840" cy="18720"/>
                </p14:xfrm>
              </p:contentPart>
            </mc:Choice>
            <mc:Fallback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013B2C00-02F6-9368-6D21-C88A9742DC7D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6593679" y="4091758"/>
                    <a:ext cx="240101" cy="449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2F1FC731-ABE1-75CA-4371-D71251AE5ECD}"/>
                      </a:ext>
                    </a:extLst>
                  </p14:cNvPr>
                  <p14:cNvContentPartPr/>
                  <p14:nvPr/>
                </p14:nvContentPartPr>
                <p14:xfrm>
                  <a:off x="7008662" y="3982729"/>
                  <a:ext cx="150120" cy="175680"/>
                </p14:xfrm>
              </p:contentPart>
            </mc:Choice>
            <mc:Fallback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2F1FC731-ABE1-75CA-4371-D71251AE5ECD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6995258" y="3969298"/>
                    <a:ext cx="176391" cy="2020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8BA839B0-7FA6-0DDC-CCBE-F0A3881A2B28}"/>
                      </a:ext>
                    </a:extLst>
                  </p14:cNvPr>
                  <p14:cNvContentPartPr/>
                  <p14:nvPr/>
                </p14:nvContentPartPr>
                <p14:xfrm>
                  <a:off x="7035662" y="4074529"/>
                  <a:ext cx="127080" cy="29160"/>
                </p14:xfrm>
              </p:contentPart>
            </mc:Choice>
            <mc:Fallback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8BA839B0-7FA6-0DDC-CCBE-F0A3881A2B28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7022257" y="4061029"/>
                    <a:ext cx="153354" cy="556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D82DE09C-EFA0-EF36-F4BB-0E2EA347EB98}"/>
                      </a:ext>
                    </a:extLst>
                  </p14:cNvPr>
                  <p14:cNvContentPartPr/>
                  <p14:nvPr/>
                </p14:nvContentPartPr>
                <p14:xfrm>
                  <a:off x="7260662" y="4100809"/>
                  <a:ext cx="207000" cy="16200"/>
                </p14:xfrm>
              </p:contentPart>
            </mc:Choice>
            <mc:Fallback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D82DE09C-EFA0-EF36-F4BB-0E2EA347EB98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7247792" y="4087309"/>
                    <a:ext cx="233277" cy="426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3AC84B-C8C6-97A0-B866-D57F79FDA33C}"/>
                    </a:ext>
                  </a:extLst>
                </p14:cNvPr>
                <p14:cNvContentPartPr/>
                <p14:nvPr/>
              </p14:nvContentPartPr>
              <p14:xfrm>
                <a:off x="7629662" y="3953929"/>
                <a:ext cx="218880" cy="300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3AC84B-C8C6-97A0-B866-D57F79FDA33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16787" y="3941039"/>
                  <a:ext cx="245167" cy="32655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675FFF1-575A-348B-D1D7-CC5DB8E6BF85}"/>
                </a:ext>
              </a:extLst>
            </p:cNvPr>
            <p:cNvGrpSpPr/>
            <p:nvPr/>
          </p:nvGrpSpPr>
          <p:grpSpPr>
            <a:xfrm>
              <a:off x="6321062" y="4262449"/>
              <a:ext cx="791280" cy="193680"/>
              <a:chOff x="6321062" y="4262449"/>
              <a:chExt cx="791280" cy="193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7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5C7473C7-FB6E-1CB1-1B4A-1068F5A8B22B}"/>
                      </a:ext>
                    </a:extLst>
                  </p14:cNvPr>
                  <p14:cNvContentPartPr/>
                  <p14:nvPr/>
                </p14:nvContentPartPr>
                <p14:xfrm>
                  <a:off x="6321062" y="4340209"/>
                  <a:ext cx="197280" cy="96480"/>
                </p14:xfrm>
              </p:contentPart>
            </mc:Choice>
            <mc:Fallback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5C7473C7-FB6E-1CB1-1B4A-1068F5A8B22B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6307660" y="4326809"/>
                    <a:ext cx="223548" cy="1227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9">
                <p14:nvContentPartPr>
                  <p14:cNvPr id="91" name="Ink 90">
                    <a:extLst>
                      <a:ext uri="{FF2B5EF4-FFF2-40B4-BE49-F238E27FC236}">
                        <a16:creationId xmlns:a16="http://schemas.microsoft.com/office/drawing/2014/main" id="{89BF0941-30C0-8C09-FC40-DDDCB70D7D4C}"/>
                      </a:ext>
                    </a:extLst>
                  </p14:cNvPr>
                  <p14:cNvContentPartPr/>
                  <p14:nvPr/>
                </p14:nvContentPartPr>
                <p14:xfrm>
                  <a:off x="6612662" y="4262449"/>
                  <a:ext cx="198720" cy="175680"/>
                </p14:xfrm>
              </p:contentPart>
            </mc:Choice>
            <mc:Fallback>
              <p:pic>
                <p:nvPicPr>
                  <p:cNvPr id="91" name="Ink 90">
                    <a:extLst>
                      <a:ext uri="{FF2B5EF4-FFF2-40B4-BE49-F238E27FC236}">
                        <a16:creationId xmlns:a16="http://schemas.microsoft.com/office/drawing/2014/main" id="{89BF0941-30C0-8C09-FC40-DDDCB70D7D4C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6599235" y="4249018"/>
                    <a:ext cx="225037" cy="2020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1">
                <p14:nvContentPartPr>
                  <p14:cNvPr id="92" name="Ink 91">
                    <a:extLst>
                      <a:ext uri="{FF2B5EF4-FFF2-40B4-BE49-F238E27FC236}">
                        <a16:creationId xmlns:a16="http://schemas.microsoft.com/office/drawing/2014/main" id="{9085B331-E0B8-2DED-DFCA-85BAB06C97A0}"/>
                      </a:ext>
                    </a:extLst>
                  </p14:cNvPr>
                  <p14:cNvContentPartPr/>
                  <p14:nvPr/>
                </p14:nvContentPartPr>
                <p14:xfrm>
                  <a:off x="6852782" y="4330489"/>
                  <a:ext cx="90720" cy="125640"/>
                </p14:xfrm>
              </p:contentPart>
            </mc:Choice>
            <mc:Fallback>
              <p:pic>
                <p:nvPicPr>
                  <p:cNvPr id="92" name="Ink 91">
                    <a:extLst>
                      <a:ext uri="{FF2B5EF4-FFF2-40B4-BE49-F238E27FC236}">
                        <a16:creationId xmlns:a16="http://schemas.microsoft.com/office/drawing/2014/main" id="{9085B331-E0B8-2DED-DFCA-85BAB06C97A0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6839362" y="4317603"/>
                    <a:ext cx="117023" cy="15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3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D0316282-F6C8-E216-08F2-4B01C96D69A6}"/>
                      </a:ext>
                    </a:extLst>
                  </p14:cNvPr>
                  <p14:cNvContentPartPr/>
                  <p14:nvPr/>
                </p14:nvContentPartPr>
                <p14:xfrm>
                  <a:off x="7031702" y="4270009"/>
                  <a:ext cx="29520" cy="176040"/>
                </p14:xfrm>
              </p:contentPart>
            </mc:Choice>
            <mc:Fallback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D0316282-F6C8-E216-08F2-4B01C96D69A6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7018284" y="4257128"/>
                    <a:ext cx="55820" cy="2023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5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982C9458-3B23-9007-AD4F-6102F61A065B}"/>
                      </a:ext>
                    </a:extLst>
                  </p14:cNvPr>
                  <p14:cNvContentPartPr/>
                  <p14:nvPr/>
                </p14:nvContentPartPr>
                <p14:xfrm>
                  <a:off x="7009382" y="4340929"/>
                  <a:ext cx="102960" cy="34920"/>
                </p14:xfrm>
              </p:contentPart>
            </mc:Choice>
            <mc:Fallback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982C9458-3B23-9007-AD4F-6102F61A065B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6995976" y="4327702"/>
                    <a:ext cx="129236" cy="6084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9ED3EB9-B463-F27B-CE34-D963E9DEB73C}"/>
                </a:ext>
              </a:extLst>
            </p:cNvPr>
            <p:cNvGrpSpPr/>
            <p:nvPr/>
          </p:nvGrpSpPr>
          <p:grpSpPr>
            <a:xfrm>
              <a:off x="7255622" y="4314289"/>
              <a:ext cx="386640" cy="208800"/>
              <a:chOff x="7255622" y="4314289"/>
              <a:chExt cx="386640" cy="208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97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F55F7EA6-EEA6-ABCD-4046-6634ED244950}"/>
                      </a:ext>
                    </a:extLst>
                  </p14:cNvPr>
                  <p14:cNvContentPartPr/>
                  <p14:nvPr/>
                </p14:nvContentPartPr>
                <p14:xfrm>
                  <a:off x="7268222" y="4398889"/>
                  <a:ext cx="87120" cy="3960"/>
                </p14:xfrm>
              </p:contentPart>
            </mc:Choice>
            <mc:Fallback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F55F7EA6-EEA6-ABCD-4046-6634ED244950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7254860" y="4387009"/>
                    <a:ext cx="113309" cy="282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9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C86D54C6-AF66-5AEC-1574-12F8A1B237B9}"/>
                      </a:ext>
                    </a:extLst>
                  </p14:cNvPr>
                  <p14:cNvContentPartPr/>
                  <p14:nvPr/>
                </p14:nvContentPartPr>
                <p14:xfrm>
                  <a:off x="7255622" y="4435249"/>
                  <a:ext cx="116280" cy="12600"/>
                </p14:xfrm>
              </p:contentPart>
            </mc:Choice>
            <mc:Fallback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C86D54C6-AF66-5AEC-1574-12F8A1B237B9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7242226" y="4421553"/>
                    <a:ext cx="142537" cy="394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1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00E1E4EE-E867-8061-EB8D-A0BB9ACBC1FB}"/>
                      </a:ext>
                    </a:extLst>
                  </p14:cNvPr>
                  <p14:cNvContentPartPr/>
                  <p14:nvPr/>
                </p14:nvContentPartPr>
                <p14:xfrm>
                  <a:off x="7495382" y="4314289"/>
                  <a:ext cx="146880" cy="208800"/>
                </p14:xfrm>
              </p:contentPart>
            </mc:Choice>
            <mc:Fallback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00E1E4EE-E867-8061-EB8D-A0BB9ACBC1FB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7481981" y="4300870"/>
                    <a:ext cx="173147" cy="23510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DF64A8-65C5-458F-772D-40183DC8106D}"/>
                    </a:ext>
                  </a:extLst>
                </p14:cNvPr>
                <p14:cNvContentPartPr/>
                <p14:nvPr/>
              </p14:nvContentPartPr>
              <p14:xfrm>
                <a:off x="6024062" y="4687609"/>
                <a:ext cx="172440" cy="138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DF64A8-65C5-458F-772D-40183DC810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10674" y="4674214"/>
                  <a:ext cx="198681" cy="164495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814F8E6-769A-CB84-DB5D-5A00986CCB7E}"/>
                </a:ext>
              </a:extLst>
            </p:cNvPr>
            <p:cNvGrpSpPr/>
            <p:nvPr/>
          </p:nvGrpSpPr>
          <p:grpSpPr>
            <a:xfrm>
              <a:off x="6303062" y="4610569"/>
              <a:ext cx="1642680" cy="557280"/>
              <a:chOff x="6303062" y="4610569"/>
              <a:chExt cx="1642680" cy="5572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05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F757A379-0942-DAA4-718C-0CD3F88BDDE7}"/>
                      </a:ext>
                    </a:extLst>
                  </p14:cNvPr>
                  <p14:cNvContentPartPr/>
                  <p14:nvPr/>
                </p14:nvContentPartPr>
                <p14:xfrm>
                  <a:off x="6377942" y="4610569"/>
                  <a:ext cx="113400" cy="194040"/>
                </p14:xfrm>
              </p:contentPart>
            </mc:Choice>
            <mc:Fallback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F757A379-0942-DAA4-718C-0CD3F88BDDE7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6365104" y="4597704"/>
                    <a:ext cx="139610" cy="2203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7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35F3038F-3CA1-975B-5AEC-B1C5D8A9178C}"/>
                      </a:ext>
                    </a:extLst>
                  </p14:cNvPr>
                  <p14:cNvContentPartPr/>
                  <p14:nvPr/>
                </p14:nvContentPartPr>
                <p14:xfrm>
                  <a:off x="6574142" y="4726849"/>
                  <a:ext cx="173520" cy="23400"/>
                </p14:xfrm>
              </p:contentPart>
            </mc:Choice>
            <mc:Fallback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35F3038F-3CA1-975B-5AEC-B1C5D8A9178C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6560712" y="4713554"/>
                    <a:ext cx="199843" cy="494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9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CD621E72-CE37-A9CD-43F9-DC5C500980E9}"/>
                      </a:ext>
                    </a:extLst>
                  </p14:cNvPr>
                  <p14:cNvContentPartPr/>
                  <p14:nvPr/>
                </p14:nvContentPartPr>
                <p14:xfrm>
                  <a:off x="6843422" y="4665649"/>
                  <a:ext cx="25200" cy="125640"/>
                </p14:xfrm>
              </p:contentPart>
            </mc:Choice>
            <mc:Fallback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CD621E72-CE37-A9CD-43F9-DC5C500980E9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6830018" y="4652226"/>
                    <a:ext cx="51472" cy="15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1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B6A6047A-E97F-2F65-4440-F307663F99BA}"/>
                      </a:ext>
                    </a:extLst>
                  </p14:cNvPr>
                  <p14:cNvContentPartPr/>
                  <p14:nvPr/>
                </p14:nvContentPartPr>
                <p14:xfrm>
                  <a:off x="6824342" y="4656289"/>
                  <a:ext cx="141120" cy="158400"/>
                </p14:xfrm>
              </p:contentPart>
            </mc:Choice>
            <mc:Fallback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B6A6047A-E97F-2F65-4440-F307663F99BA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6810928" y="4642865"/>
                    <a:ext cx="167412" cy="184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3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316F0FD8-0C48-41C7-9B6D-31A8468B2D45}"/>
                      </a:ext>
                    </a:extLst>
                  </p14:cNvPr>
                  <p14:cNvContentPartPr/>
                  <p14:nvPr/>
                </p14:nvContentPartPr>
                <p14:xfrm>
                  <a:off x="7058702" y="4745569"/>
                  <a:ext cx="134280" cy="10080"/>
                </p14:xfrm>
              </p:contentPart>
            </mc:Choice>
            <mc:Fallback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316F0FD8-0C48-41C7-9B6D-31A8468B2D45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7045274" y="4732306"/>
                    <a:ext cx="160599" cy="360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5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AF7711A4-D611-2C99-BEA0-36CD2C4AB45E}"/>
                      </a:ext>
                    </a:extLst>
                  </p14:cNvPr>
                  <p14:cNvContentPartPr/>
                  <p14:nvPr/>
                </p14:nvContentPartPr>
                <p14:xfrm>
                  <a:off x="7265702" y="4637569"/>
                  <a:ext cx="104400" cy="191880"/>
                </p14:xfrm>
              </p:contentPart>
            </mc:Choice>
            <mc:Fallback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AF7711A4-D611-2C99-BEA0-36CD2C4AB45E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7252853" y="4624170"/>
                    <a:ext cx="130634" cy="2181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7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56D49460-8C02-457F-6B11-3D15D5D75462}"/>
                      </a:ext>
                    </a:extLst>
                  </p14:cNvPr>
                  <p14:cNvContentPartPr/>
                  <p14:nvPr/>
                </p14:nvContentPartPr>
                <p14:xfrm>
                  <a:off x="7258142" y="4722169"/>
                  <a:ext cx="156960" cy="54720"/>
                </p14:xfrm>
              </p:contentPart>
            </mc:Choice>
            <mc:Fallback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56D49460-8C02-457F-6B11-3D15D5D75462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7245285" y="4708757"/>
                    <a:ext cx="183209" cy="810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9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47A528F7-5E71-F06A-47D8-C9EE2A74B6B8}"/>
                      </a:ext>
                    </a:extLst>
                  </p14:cNvPr>
                  <p14:cNvContentPartPr/>
                  <p14:nvPr/>
                </p14:nvContentPartPr>
                <p14:xfrm>
                  <a:off x="7482062" y="4738009"/>
                  <a:ext cx="177120" cy="19080"/>
                </p14:xfrm>
              </p:contentPart>
            </mc:Choice>
            <mc:Fallback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47A528F7-5E71-F06A-47D8-C9EE2A74B6B8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7468644" y="4724759"/>
                    <a:ext cx="203420" cy="45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1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EEA105D0-4FB6-0481-4FE4-9E606D9F8268}"/>
                      </a:ext>
                    </a:extLst>
                  </p14:cNvPr>
                  <p14:cNvContentPartPr/>
                  <p14:nvPr/>
                </p14:nvContentPartPr>
                <p14:xfrm>
                  <a:off x="7730822" y="4646929"/>
                  <a:ext cx="214920" cy="283320"/>
                </p14:xfrm>
              </p:contentPart>
            </mc:Choice>
            <mc:Fallback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EEA105D0-4FB6-0481-4FE4-9E606D9F8268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7717389" y="4633514"/>
                    <a:ext cx="241248" cy="3096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3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71283DCF-0188-C6D4-B21A-25B6717B0A85}"/>
                      </a:ext>
                    </a:extLst>
                  </p14:cNvPr>
                  <p14:cNvContentPartPr/>
                  <p14:nvPr/>
                </p14:nvContentPartPr>
                <p14:xfrm>
                  <a:off x="6303062" y="5046889"/>
                  <a:ext cx="154800" cy="25200"/>
                </p14:xfrm>
              </p:contentPart>
            </mc:Choice>
            <mc:Fallback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71283DCF-0188-C6D4-B21A-25B6717B0A85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6289671" y="5033485"/>
                    <a:ext cx="181046" cy="514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5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71D040F7-3882-BB7B-F419-8A9BADA1C70C}"/>
                      </a:ext>
                    </a:extLst>
                  </p14:cNvPr>
                  <p14:cNvContentPartPr/>
                  <p14:nvPr/>
                </p14:nvContentPartPr>
                <p14:xfrm>
                  <a:off x="6389462" y="5032489"/>
                  <a:ext cx="102240" cy="94680"/>
                </p14:xfrm>
              </p:contentPart>
            </mc:Choice>
            <mc:Fallback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71D040F7-3882-BB7B-F419-8A9BADA1C70C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6376615" y="5019116"/>
                    <a:ext cx="128469" cy="1208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7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1B5D4A58-38BC-5623-CEA2-1346D1FD0CCB}"/>
                      </a:ext>
                    </a:extLst>
                  </p14:cNvPr>
                  <p14:cNvContentPartPr/>
                  <p14:nvPr/>
                </p14:nvContentPartPr>
                <p14:xfrm>
                  <a:off x="6562622" y="4949329"/>
                  <a:ext cx="177120" cy="166320"/>
                </p14:xfrm>
              </p:contentPart>
            </mc:Choice>
            <mc:Fallback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1B5D4A58-38BC-5623-CEA2-1346D1FD0CCB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6549244" y="4936453"/>
                    <a:ext cx="203340" cy="19260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9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7686273B-0937-2EFF-7D08-B1BFC76D3B4D}"/>
                      </a:ext>
                    </a:extLst>
                  </p14:cNvPr>
                  <p14:cNvContentPartPr/>
                  <p14:nvPr/>
                </p14:nvContentPartPr>
                <p14:xfrm>
                  <a:off x="6708422" y="5039689"/>
                  <a:ext cx="114840" cy="101520"/>
                </p14:xfrm>
              </p:contentPart>
            </mc:Choice>
            <mc:Fallback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7686273B-0937-2EFF-7D08-B1BFC76D3B4D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6695543" y="5026331"/>
                    <a:ext cx="141135" cy="1277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1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B7EB120B-3618-976B-650B-F44B6AFC02B4}"/>
                      </a:ext>
                    </a:extLst>
                  </p14:cNvPr>
                  <p14:cNvContentPartPr/>
                  <p14:nvPr/>
                </p14:nvContentPartPr>
                <p14:xfrm>
                  <a:off x="6841262" y="5043649"/>
                  <a:ext cx="88200" cy="70200"/>
                </p14:xfrm>
              </p:contentPart>
            </mc:Choice>
            <mc:Fallback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B7EB120B-3618-976B-650B-F44B6AFC02B4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6827898" y="5030788"/>
                    <a:ext cx="114393" cy="964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3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0B8CF080-B5D9-7791-BFC1-B7307BEF8FB3}"/>
                      </a:ext>
                    </a:extLst>
                  </p14:cNvPr>
                  <p14:cNvContentPartPr/>
                  <p14:nvPr/>
                </p14:nvContentPartPr>
                <p14:xfrm>
                  <a:off x="7006502" y="4947169"/>
                  <a:ext cx="36360" cy="220680"/>
                </p14:xfrm>
              </p:contentPart>
            </mc:Choice>
            <mc:Fallback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0B8CF080-B5D9-7791-BFC1-B7307BEF8FB3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6993134" y="4933746"/>
                    <a:ext cx="62561" cy="2469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5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0F374EB0-7DF6-237B-5695-0C8EF987A035}"/>
                      </a:ext>
                    </a:extLst>
                  </p14:cNvPr>
                  <p14:cNvContentPartPr/>
                  <p14:nvPr/>
                </p14:nvContentPartPr>
                <p14:xfrm>
                  <a:off x="7007222" y="5024929"/>
                  <a:ext cx="57600" cy="14040"/>
                </p14:xfrm>
              </p:contentPart>
            </mc:Choice>
            <mc:Fallback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0F374EB0-7DF6-237B-5695-0C8EF987A035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6993889" y="5011429"/>
                    <a:ext cx="83733" cy="405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7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4D26C304-D9B5-C5CF-AA23-58843FC3AED2}"/>
                      </a:ext>
                    </a:extLst>
                  </p14:cNvPr>
                  <p14:cNvContentPartPr/>
                  <p14:nvPr/>
                </p14:nvContentPartPr>
                <p14:xfrm>
                  <a:off x="6844502" y="5034649"/>
                  <a:ext cx="57240" cy="33840"/>
                </p14:xfrm>
              </p:contentPart>
            </mc:Choice>
            <mc:Fallback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4D26C304-D9B5-C5CF-AA23-58843FC3AED2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6831663" y="5021430"/>
                    <a:ext cx="83453" cy="597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9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2A9B00B1-19E5-B09F-D838-BB7BD1C8BC9D}"/>
                      </a:ext>
                    </a:extLst>
                  </p14:cNvPr>
                  <p14:cNvContentPartPr/>
                  <p14:nvPr/>
                </p14:nvContentPartPr>
                <p14:xfrm>
                  <a:off x="7210262" y="5073169"/>
                  <a:ext cx="95760" cy="29880"/>
                </p14:xfrm>
              </p:contentPart>
            </mc:Choice>
            <mc:Fallback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2A9B00B1-19E5-B09F-D838-BB7BD1C8BC9D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7196888" y="5059830"/>
                    <a:ext cx="121974" cy="560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1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11BAB068-2652-5E68-F919-04A3B1EE00D6}"/>
                      </a:ext>
                    </a:extLst>
                  </p14:cNvPr>
                  <p14:cNvContentPartPr/>
                  <p14:nvPr/>
                </p14:nvContentPartPr>
                <p14:xfrm>
                  <a:off x="7219622" y="5100529"/>
                  <a:ext cx="153720" cy="24480"/>
                </p14:xfrm>
              </p:contentPart>
            </mc:Choice>
            <mc:Fallback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11BAB068-2652-5E68-F919-04A3B1EE00D6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7206185" y="5087225"/>
                    <a:ext cx="180057" cy="505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3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A1FD9315-EBD0-AD1D-A492-97BBB79F37BD}"/>
                      </a:ext>
                    </a:extLst>
                  </p14:cNvPr>
                  <p14:cNvContentPartPr/>
                  <p14:nvPr/>
                </p14:nvContentPartPr>
                <p14:xfrm>
                  <a:off x="7478102" y="4961569"/>
                  <a:ext cx="152640" cy="170640"/>
                </p14:xfrm>
              </p:contentPart>
            </mc:Choice>
            <mc:Fallback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A1FD9315-EBD0-AD1D-A492-97BBB79F37BD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7464713" y="4948154"/>
                    <a:ext cx="178883" cy="1969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5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45A6B5D7-ABA5-FF79-25BC-119973076FCB}"/>
                      </a:ext>
                    </a:extLst>
                  </p14:cNvPr>
                  <p14:cNvContentPartPr/>
                  <p14:nvPr/>
                </p14:nvContentPartPr>
                <p14:xfrm>
                  <a:off x="7510862" y="5020249"/>
                  <a:ext cx="174240" cy="27720"/>
                </p14:xfrm>
              </p:contentPart>
            </mc:Choice>
            <mc:Fallback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45A6B5D7-ABA5-FF79-25BC-119973076FCB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7497995" y="5007455"/>
                    <a:ext cx="200510" cy="5384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CCA5A5D-0BB9-5039-AC43-833B8D9FAD08}"/>
                </a:ext>
              </a:extLst>
            </p:cNvPr>
            <p:cNvGrpSpPr/>
            <p:nvPr/>
          </p:nvGrpSpPr>
          <p:grpSpPr>
            <a:xfrm>
              <a:off x="7963382" y="4650169"/>
              <a:ext cx="1179720" cy="545760"/>
              <a:chOff x="7963382" y="4650169"/>
              <a:chExt cx="1179720" cy="5457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47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EA855E33-8A93-47FC-F1D9-E92E6EF888B1}"/>
                      </a:ext>
                    </a:extLst>
                  </p14:cNvPr>
                  <p14:cNvContentPartPr/>
                  <p14:nvPr/>
                </p14:nvContentPartPr>
                <p14:xfrm>
                  <a:off x="7963382" y="4650169"/>
                  <a:ext cx="176760" cy="545760"/>
                </p14:xfrm>
              </p:contentPart>
            </mc:Choice>
            <mc:Fallback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EA855E33-8A93-47FC-F1D9-E92E6EF888B1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7949991" y="4636753"/>
                    <a:ext cx="203006" cy="5720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9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2E5DE682-5610-0028-C76C-7B09CF698C25}"/>
                      </a:ext>
                    </a:extLst>
                  </p14:cNvPr>
                  <p14:cNvContentPartPr/>
                  <p14:nvPr/>
                </p14:nvContentPartPr>
                <p14:xfrm>
                  <a:off x="8180462" y="4862929"/>
                  <a:ext cx="107280" cy="124560"/>
                </p14:xfrm>
              </p:contentPart>
            </mc:Choice>
            <mc:Fallback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2E5DE682-5610-0028-C76C-7B09CF698C25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8167052" y="4850099"/>
                    <a:ext cx="133564" cy="1507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1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E5D1A138-C280-DF1D-F3B6-C2C042944989}"/>
                      </a:ext>
                    </a:extLst>
                  </p14:cNvPr>
                  <p14:cNvContentPartPr/>
                  <p14:nvPr/>
                </p14:nvContentPartPr>
                <p14:xfrm>
                  <a:off x="8345342" y="4867249"/>
                  <a:ext cx="28440" cy="218160"/>
                </p14:xfrm>
              </p:contentPart>
            </mc:Choice>
            <mc:Fallback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E5D1A138-C280-DF1D-F3B6-C2C042944989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8332702" y="4853816"/>
                    <a:ext cx="54247" cy="2444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3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38B4AB66-E61E-40B2-0E93-1834308EAF68}"/>
                      </a:ext>
                    </a:extLst>
                  </p14:cNvPr>
                  <p14:cNvContentPartPr/>
                  <p14:nvPr/>
                </p14:nvContentPartPr>
                <p14:xfrm>
                  <a:off x="8341022" y="4847089"/>
                  <a:ext cx="67680" cy="96120"/>
                </p14:xfrm>
              </p:contentPart>
            </mc:Choice>
            <mc:Fallback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38B4AB66-E61E-40B2-0E93-1834308EAF68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8327593" y="4833664"/>
                    <a:ext cx="94000" cy="1224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5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1B4FEB4D-EDED-C9C1-A80B-0643A5442C36}"/>
                      </a:ext>
                    </a:extLst>
                  </p14:cNvPr>
                  <p14:cNvContentPartPr/>
                  <p14:nvPr/>
                </p14:nvContentPartPr>
                <p14:xfrm>
                  <a:off x="8456582" y="4782649"/>
                  <a:ext cx="46440" cy="189720"/>
                </p14:xfrm>
              </p:contentPart>
            </mc:Choice>
            <mc:Fallback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1B4FEB4D-EDED-C9C1-A80B-0643A5442C36}"/>
                      </a:ext>
                    </a:extLst>
                  </p:cNvPr>
                  <p:cNvPicPr/>
                  <p:nvPr/>
                </p:nvPicPr>
                <p:blipFill>
                  <a:blip r:embed="rId156"/>
                  <a:stretch>
                    <a:fillRect/>
                  </a:stretch>
                </p:blipFill>
                <p:spPr>
                  <a:xfrm>
                    <a:off x="8443237" y="4769213"/>
                    <a:ext cx="72596" cy="2160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7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76A0EDC7-8D85-C56F-0CBD-452517BF7889}"/>
                      </a:ext>
                    </a:extLst>
                  </p14:cNvPr>
                  <p14:cNvContentPartPr/>
                  <p14:nvPr/>
                </p14:nvContentPartPr>
                <p14:xfrm>
                  <a:off x="8434982" y="4866889"/>
                  <a:ext cx="127800" cy="106200"/>
                </p14:xfrm>
              </p:contentPart>
            </mc:Choice>
            <mc:Fallback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76A0EDC7-8D85-C56F-0CBD-452517BF7889}"/>
                      </a:ext>
                    </a:extLst>
                  </p:cNvPr>
                  <p:cNvPicPr/>
                  <p:nvPr/>
                </p:nvPicPr>
                <p:blipFill>
                  <a:blip r:embed="rId158"/>
                  <a:stretch>
                    <a:fillRect/>
                  </a:stretch>
                </p:blipFill>
                <p:spPr>
                  <a:xfrm>
                    <a:off x="8421558" y="4853480"/>
                    <a:ext cx="154112" cy="1324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9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F3AE526F-BB25-474F-A891-B13F0742ADCC}"/>
                      </a:ext>
                    </a:extLst>
                  </p14:cNvPr>
                  <p14:cNvContentPartPr/>
                  <p14:nvPr/>
                </p14:nvContentPartPr>
                <p14:xfrm>
                  <a:off x="8545142" y="4779409"/>
                  <a:ext cx="28440" cy="39600"/>
                </p14:xfrm>
              </p:contentPart>
            </mc:Choice>
            <mc:Fallback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F3AE526F-BB25-474F-A891-B13F0742ADCC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8531727" y="4766031"/>
                    <a:ext cx="54734" cy="658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1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8E8C3664-27FD-3F7A-1DE8-7A1EBE34B65D}"/>
                      </a:ext>
                    </a:extLst>
                  </p14:cNvPr>
                  <p14:cNvContentPartPr/>
                  <p14:nvPr/>
                </p14:nvContentPartPr>
                <p14:xfrm>
                  <a:off x="8605262" y="4862929"/>
                  <a:ext cx="205920" cy="97200"/>
                </p14:xfrm>
              </p:contentPart>
            </mc:Choice>
            <mc:Fallback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8E8C3664-27FD-3F7A-1DE8-7A1EBE34B65D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8591856" y="4849577"/>
                    <a:ext cx="232196" cy="1233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3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253AFC42-C8CD-7D08-70A1-1A383FBA505D}"/>
                      </a:ext>
                    </a:extLst>
                  </p14:cNvPr>
                  <p14:cNvContentPartPr/>
                  <p14:nvPr/>
                </p14:nvContentPartPr>
                <p14:xfrm>
                  <a:off x="8832782" y="4725409"/>
                  <a:ext cx="310320" cy="261000"/>
                </p14:xfrm>
              </p:contentPart>
            </mc:Choice>
            <mc:Fallback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253AFC42-C8CD-7D08-70A1-1A383FBA505D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8819360" y="4712011"/>
                    <a:ext cx="336627" cy="287261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5909C3-95EA-9315-9D8D-F503F7462293}"/>
              </a:ext>
            </a:extLst>
          </p:cNvPr>
          <p:cNvGrpSpPr/>
          <p:nvPr/>
        </p:nvGrpSpPr>
        <p:grpSpPr>
          <a:xfrm>
            <a:off x="205742" y="867289"/>
            <a:ext cx="771120" cy="417600"/>
            <a:chOff x="205742" y="867289"/>
            <a:chExt cx="77112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1CF446-B4D8-43B6-C7BF-00543A096BAD}"/>
                    </a:ext>
                  </a:extLst>
                </p14:cNvPr>
                <p14:cNvContentPartPr/>
                <p14:nvPr/>
              </p14:nvContentPartPr>
              <p14:xfrm>
                <a:off x="247862" y="881689"/>
                <a:ext cx="48600" cy="29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1CF446-B4D8-43B6-C7BF-00543A096BA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38862" y="873049"/>
                  <a:ext cx="662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2E984F-E3E9-B0BF-B986-CC53435BB0D7}"/>
                    </a:ext>
                  </a:extLst>
                </p14:cNvPr>
                <p14:cNvContentPartPr/>
                <p14:nvPr/>
              </p14:nvContentPartPr>
              <p14:xfrm>
                <a:off x="205742" y="867289"/>
                <a:ext cx="159840" cy="42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2E984F-E3E9-B0BF-B986-CC53435BB0D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97102" y="858289"/>
                  <a:ext cx="177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73E77D-7DFB-4769-A50A-DCD5B70F4FC3}"/>
                    </a:ext>
                  </a:extLst>
                </p14:cNvPr>
                <p14:cNvContentPartPr/>
                <p14:nvPr/>
              </p14:nvContentPartPr>
              <p14:xfrm>
                <a:off x="212942" y="1023529"/>
                <a:ext cx="115200" cy="20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73E77D-7DFB-4769-A50A-DCD5B70F4FC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3942" y="1014529"/>
                  <a:ext cx="132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9EC97E-C013-0372-77B5-EE1F8E738935}"/>
                    </a:ext>
                  </a:extLst>
                </p14:cNvPr>
                <p14:cNvContentPartPr/>
                <p14:nvPr/>
              </p14:nvContentPartPr>
              <p14:xfrm>
                <a:off x="321302" y="1026409"/>
                <a:ext cx="115200" cy="9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9EC97E-C013-0372-77B5-EE1F8E73893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2302" y="1017769"/>
                  <a:ext cx="132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7372A6-3FF1-D282-EFAD-ADA9AD31CB2C}"/>
                    </a:ext>
                  </a:extLst>
                </p14:cNvPr>
                <p14:cNvContentPartPr/>
                <p14:nvPr/>
              </p14:nvContentPartPr>
              <p14:xfrm>
                <a:off x="480422" y="1040449"/>
                <a:ext cx="28800" cy="101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7372A6-3FF1-D282-EFAD-ADA9AD31CB2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71782" y="1031449"/>
                  <a:ext cx="46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0801BC-7821-F3AB-BD44-ADB218719A2B}"/>
                    </a:ext>
                  </a:extLst>
                </p14:cNvPr>
                <p14:cNvContentPartPr/>
                <p14:nvPr/>
              </p14:nvContentPartPr>
              <p14:xfrm>
                <a:off x="471782" y="934969"/>
                <a:ext cx="37080" cy="34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0801BC-7821-F3AB-BD44-ADB218719A2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63142" y="926329"/>
                  <a:ext cx="54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8D771A3-06E3-033E-43F2-4A574C64A684}"/>
                    </a:ext>
                  </a:extLst>
                </p14:cNvPr>
                <p14:cNvContentPartPr/>
                <p14:nvPr/>
              </p14:nvContentPartPr>
              <p14:xfrm>
                <a:off x="568982" y="1008769"/>
                <a:ext cx="225720" cy="276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8D771A3-06E3-033E-43F2-4A574C64A68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0342" y="1000129"/>
                  <a:ext cx="2433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831256-83EA-0954-E954-DC84B6C7A963}"/>
                    </a:ext>
                  </a:extLst>
                </p14:cNvPr>
                <p14:cNvContentPartPr/>
                <p14:nvPr/>
              </p14:nvContentPartPr>
              <p14:xfrm>
                <a:off x="819542" y="1001569"/>
                <a:ext cx="123840" cy="136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5831256-83EA-0954-E954-DC84B6C7A96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0542" y="992929"/>
                  <a:ext cx="141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606EC8-2E64-9D63-5DCC-4551EF4D2CD1}"/>
                    </a:ext>
                  </a:extLst>
                </p14:cNvPr>
                <p14:cNvContentPartPr/>
                <p14:nvPr/>
              </p14:nvContentPartPr>
              <p14:xfrm>
                <a:off x="255782" y="1195249"/>
                <a:ext cx="410040" cy="34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D606EC8-2E64-9D63-5DCC-4551EF4D2CD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46782" y="1186609"/>
                  <a:ext cx="42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C4550D-21B9-B4DF-4621-74306EC664BC}"/>
                    </a:ext>
                  </a:extLst>
                </p14:cNvPr>
                <p14:cNvContentPartPr/>
                <p14:nvPr/>
              </p14:nvContentPartPr>
              <p14:xfrm>
                <a:off x="878222" y="1202809"/>
                <a:ext cx="98640" cy="1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C4550D-21B9-B4DF-4621-74306EC664B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9582" y="1194169"/>
                  <a:ext cx="1162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0C9D03C-93C1-9A0A-5B4A-7BB969C7DD7E}"/>
              </a:ext>
            </a:extLst>
          </p:cNvPr>
          <p:cNvGrpSpPr/>
          <p:nvPr/>
        </p:nvGrpSpPr>
        <p:grpSpPr>
          <a:xfrm>
            <a:off x="5734262" y="787009"/>
            <a:ext cx="1000080" cy="437400"/>
            <a:chOff x="5734262" y="787009"/>
            <a:chExt cx="100008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115C7F-A379-0BBB-4A58-694B810EE557}"/>
                    </a:ext>
                  </a:extLst>
                </p14:cNvPr>
                <p14:cNvContentPartPr/>
                <p14:nvPr/>
              </p14:nvContentPartPr>
              <p14:xfrm>
                <a:off x="5754782" y="882769"/>
                <a:ext cx="14760" cy="169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115C7F-A379-0BBB-4A58-694B810EE55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746142" y="874129"/>
                  <a:ext cx="3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D54C2C-CC5B-1E92-7215-9700BFD46D7D}"/>
                    </a:ext>
                  </a:extLst>
                </p14:cNvPr>
                <p14:cNvContentPartPr/>
                <p14:nvPr/>
              </p14:nvContentPartPr>
              <p14:xfrm>
                <a:off x="5734262" y="872689"/>
                <a:ext cx="111600" cy="39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D54C2C-CC5B-1E92-7215-9700BFD46D7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725262" y="863689"/>
                  <a:ext cx="129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B0D236-ACF6-EFB4-8F58-53C6F6AB4182}"/>
                    </a:ext>
                  </a:extLst>
                </p14:cNvPr>
                <p14:cNvContentPartPr/>
                <p14:nvPr/>
              </p14:nvContentPartPr>
              <p14:xfrm>
                <a:off x="5756942" y="955849"/>
                <a:ext cx="82440" cy="20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B0D236-ACF6-EFB4-8F58-53C6F6AB418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48302" y="947209"/>
                  <a:ext cx="100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60FC49-3358-89C9-6726-0B2D96D7646C}"/>
                    </a:ext>
                  </a:extLst>
                </p14:cNvPr>
                <p14:cNvContentPartPr/>
                <p14:nvPr/>
              </p14:nvContentPartPr>
              <p14:xfrm>
                <a:off x="5767022" y="1039009"/>
                <a:ext cx="118080" cy="27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60FC49-3358-89C9-6726-0B2D96D7646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758022" y="1030369"/>
                  <a:ext cx="135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042728-D4C4-1F98-D6B4-0877FE891D6B}"/>
                    </a:ext>
                  </a:extLst>
                </p14:cNvPr>
                <p14:cNvContentPartPr/>
                <p14:nvPr/>
              </p14:nvContentPartPr>
              <p14:xfrm>
                <a:off x="5906342" y="945769"/>
                <a:ext cx="61920" cy="103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042728-D4C4-1F98-D6B4-0877FE891D6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897702" y="937129"/>
                  <a:ext cx="79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C47F60E-AAA7-47D2-367D-9366DE80A4C1}"/>
                    </a:ext>
                  </a:extLst>
                </p14:cNvPr>
                <p14:cNvContentPartPr/>
                <p14:nvPr/>
              </p14:nvContentPartPr>
              <p14:xfrm>
                <a:off x="5905622" y="946129"/>
                <a:ext cx="113760" cy="137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C47F60E-AAA7-47D2-367D-9366DE80A4C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896982" y="937129"/>
                  <a:ext cx="131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321050F-0F1E-249D-10C1-E5A95780B226}"/>
                    </a:ext>
                  </a:extLst>
                </p14:cNvPr>
                <p14:cNvContentPartPr/>
                <p14:nvPr/>
              </p14:nvContentPartPr>
              <p14:xfrm>
                <a:off x="6052502" y="963049"/>
                <a:ext cx="75960" cy="261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321050F-0F1E-249D-10C1-E5A95780B22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43862" y="954049"/>
                  <a:ext cx="93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B11C86-84F5-9B9F-C616-036EA86BC2AC}"/>
                    </a:ext>
                  </a:extLst>
                </p14:cNvPr>
                <p14:cNvContentPartPr/>
                <p14:nvPr/>
              </p14:nvContentPartPr>
              <p14:xfrm>
                <a:off x="6051422" y="931009"/>
                <a:ext cx="64440" cy="109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B11C86-84F5-9B9F-C616-036EA86BC2A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042422" y="922369"/>
                  <a:ext cx="82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78AD2CB-8BF2-FD27-72A0-FBB45B73BDBA}"/>
                    </a:ext>
                  </a:extLst>
                </p14:cNvPr>
                <p14:cNvContentPartPr/>
                <p14:nvPr/>
              </p14:nvContentPartPr>
              <p14:xfrm>
                <a:off x="6167342" y="839209"/>
                <a:ext cx="23040" cy="197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78AD2CB-8BF2-FD27-72A0-FBB45B73BDB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158702" y="830209"/>
                  <a:ext cx="40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BAEB5C4-9E7B-B0F7-A812-68E8CBF11576}"/>
                    </a:ext>
                  </a:extLst>
                </p14:cNvPr>
                <p14:cNvContentPartPr/>
                <p14:nvPr/>
              </p14:nvContentPartPr>
              <p14:xfrm>
                <a:off x="6215222" y="958729"/>
                <a:ext cx="82440" cy="95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BAEB5C4-9E7B-B0F7-A812-68E8CBF1157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06222" y="949729"/>
                  <a:ext cx="100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89612F5-325B-62B4-4DC0-301D15E9DF5B}"/>
                    </a:ext>
                  </a:extLst>
                </p14:cNvPr>
                <p14:cNvContentPartPr/>
                <p14:nvPr/>
              </p14:nvContentPartPr>
              <p14:xfrm>
                <a:off x="6294062" y="961609"/>
                <a:ext cx="153720" cy="81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89612F5-325B-62B4-4DC0-301D15E9DF5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285422" y="952969"/>
                  <a:ext cx="171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8A965AD-6E6D-97D8-A060-696139CE31CE}"/>
                    </a:ext>
                  </a:extLst>
                </p14:cNvPr>
                <p14:cNvContentPartPr/>
                <p14:nvPr/>
              </p14:nvContentPartPr>
              <p14:xfrm>
                <a:off x="6464702" y="980689"/>
                <a:ext cx="144360" cy="68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8A965AD-6E6D-97D8-A060-696139CE31C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456062" y="972049"/>
                  <a:ext cx="162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3C9DF73-30E4-1172-31BB-465068710114}"/>
                    </a:ext>
                  </a:extLst>
                </p14:cNvPr>
                <p14:cNvContentPartPr/>
                <p14:nvPr/>
              </p14:nvContentPartPr>
              <p14:xfrm>
                <a:off x="6595022" y="787009"/>
                <a:ext cx="139320" cy="268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3C9DF73-30E4-1172-31BB-46506871011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586022" y="778369"/>
                  <a:ext cx="1569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B0D93E5-670C-E2AF-8724-81309DCC145A}"/>
                    </a:ext>
                  </a:extLst>
                </p14:cNvPr>
                <p14:cNvContentPartPr/>
                <p14:nvPr/>
              </p14:nvContentPartPr>
              <p14:xfrm>
                <a:off x="6155102" y="1080769"/>
                <a:ext cx="523440" cy="47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B0D93E5-670C-E2AF-8724-81309DCC145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146102" y="1071769"/>
                  <a:ext cx="541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FF75602-9096-AC3D-0FA8-20EA7547F1FA}"/>
                    </a:ext>
                  </a:extLst>
                </p14:cNvPr>
                <p14:cNvContentPartPr/>
                <p14:nvPr/>
              </p14:nvContentPartPr>
              <p14:xfrm>
                <a:off x="5757662" y="1141609"/>
                <a:ext cx="235800" cy="19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FF75602-9096-AC3D-0FA8-20EA7547F1F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748662" y="1132609"/>
                  <a:ext cx="2534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0822B80-49E6-15AA-A892-D3A174AF2A2D}"/>
              </a:ext>
            </a:extLst>
          </p:cNvPr>
          <p:cNvGrpSpPr/>
          <p:nvPr/>
        </p:nvGrpSpPr>
        <p:grpSpPr>
          <a:xfrm>
            <a:off x="3086822" y="915889"/>
            <a:ext cx="415080" cy="343080"/>
            <a:chOff x="3086822" y="915889"/>
            <a:chExt cx="41508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744764B-976D-D997-1D89-CE5B7D933290}"/>
                    </a:ext>
                  </a:extLst>
                </p14:cNvPr>
                <p14:cNvContentPartPr/>
                <p14:nvPr/>
              </p14:nvContentPartPr>
              <p14:xfrm>
                <a:off x="3189782" y="1005889"/>
                <a:ext cx="148320" cy="186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744764B-976D-D997-1D89-CE5B7D93329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181142" y="996889"/>
                  <a:ext cx="165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C73C51D-023B-F16C-6903-BA00F264EA2F}"/>
                    </a:ext>
                  </a:extLst>
                </p14:cNvPr>
                <p14:cNvContentPartPr/>
                <p14:nvPr/>
              </p14:nvContentPartPr>
              <p14:xfrm>
                <a:off x="3086822" y="915889"/>
                <a:ext cx="415080" cy="343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C73C51D-023B-F16C-6903-BA00F264EA2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077822" y="906889"/>
                  <a:ext cx="432720" cy="36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DBD5B29-E8A7-E27C-3EA7-B8C26CF09C19}"/>
                  </a:ext>
                </a:extLst>
              </p14:cNvPr>
              <p14:cNvContentPartPr/>
              <p14:nvPr/>
            </p14:nvContentPartPr>
            <p14:xfrm>
              <a:off x="439382" y="1356529"/>
              <a:ext cx="196200" cy="1738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DBD5B29-E8A7-E27C-3EA7-B8C26CF09C1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30742" y="1347889"/>
                <a:ext cx="21384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B841D6E-1573-5B9A-DF91-18395C32A2A7}"/>
              </a:ext>
            </a:extLst>
          </p:cNvPr>
          <p:cNvGrpSpPr/>
          <p:nvPr/>
        </p:nvGrpSpPr>
        <p:grpSpPr>
          <a:xfrm>
            <a:off x="2423702" y="1213969"/>
            <a:ext cx="696960" cy="698760"/>
            <a:chOff x="2423702" y="1213969"/>
            <a:chExt cx="696960" cy="69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D61A12-A6DA-7446-EAAE-ED944BDE282B}"/>
                    </a:ext>
                  </a:extLst>
                </p14:cNvPr>
                <p14:cNvContentPartPr/>
                <p14:nvPr/>
              </p14:nvContentPartPr>
              <p14:xfrm>
                <a:off x="2723582" y="1213969"/>
                <a:ext cx="397080" cy="354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D61A12-A6DA-7446-EAAE-ED944BDE282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714942" y="1205329"/>
                  <a:ext cx="4147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6378C0-6490-B7D1-26E2-AE60FA48FC0C}"/>
                    </a:ext>
                  </a:extLst>
                </p14:cNvPr>
                <p14:cNvContentPartPr/>
                <p14:nvPr/>
              </p14:nvContentPartPr>
              <p14:xfrm>
                <a:off x="2520902" y="1705009"/>
                <a:ext cx="110520" cy="167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6378C0-6490-B7D1-26E2-AE60FA48FC0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511902" y="1696009"/>
                  <a:ext cx="128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A3EB35-0502-11C3-4CBB-34825DA64B36}"/>
                    </a:ext>
                  </a:extLst>
                </p14:cNvPr>
                <p14:cNvContentPartPr/>
                <p14:nvPr/>
              </p14:nvContentPartPr>
              <p14:xfrm>
                <a:off x="2525222" y="1781689"/>
                <a:ext cx="123840" cy="37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A3EB35-0502-11C3-4CBB-34825DA64B3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516582" y="1773049"/>
                  <a:ext cx="141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7147FB4-E5F9-FF9D-EA0F-C8C495DE6EC6}"/>
                    </a:ext>
                  </a:extLst>
                </p14:cNvPr>
                <p14:cNvContentPartPr/>
                <p14:nvPr/>
              </p14:nvContentPartPr>
              <p14:xfrm>
                <a:off x="2423702" y="1641649"/>
                <a:ext cx="310680" cy="271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7147FB4-E5F9-FF9D-EA0F-C8C495DE6EC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415062" y="1632649"/>
                  <a:ext cx="32832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203DD1C-455A-314E-FBFF-98371D44A51C}"/>
              </a:ext>
            </a:extLst>
          </p:cNvPr>
          <p:cNvGrpSpPr/>
          <p:nvPr/>
        </p:nvGrpSpPr>
        <p:grpSpPr>
          <a:xfrm>
            <a:off x="3445382" y="1213609"/>
            <a:ext cx="545040" cy="691920"/>
            <a:chOff x="3445382" y="1213609"/>
            <a:chExt cx="545040" cy="69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88FDAA-7418-5F59-9147-678ABF771975}"/>
                    </a:ext>
                  </a:extLst>
                </p14:cNvPr>
                <p14:cNvContentPartPr/>
                <p14:nvPr/>
              </p14:nvContentPartPr>
              <p14:xfrm>
                <a:off x="3445382" y="1213609"/>
                <a:ext cx="272520" cy="365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88FDAA-7418-5F59-9147-678ABF77197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436742" y="1204609"/>
                  <a:ext cx="2901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122119-B5BF-4CD5-4CA0-49FA5C071035}"/>
                    </a:ext>
                  </a:extLst>
                </p14:cNvPr>
                <p14:cNvContentPartPr/>
                <p14:nvPr/>
              </p14:nvContentPartPr>
              <p14:xfrm>
                <a:off x="3765782" y="1688809"/>
                <a:ext cx="27720" cy="122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122119-B5BF-4CD5-4CA0-49FA5C07103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756782" y="1680169"/>
                  <a:ext cx="45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206402F-B2AB-E66D-4C83-2DAD86D55FDC}"/>
                    </a:ext>
                  </a:extLst>
                </p14:cNvPr>
                <p14:cNvContentPartPr/>
                <p14:nvPr/>
              </p14:nvContentPartPr>
              <p14:xfrm>
                <a:off x="3725822" y="1660009"/>
                <a:ext cx="179640" cy="168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206402F-B2AB-E66D-4C83-2DAD86D55FD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717182" y="1651009"/>
                  <a:ext cx="197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538E485-78CD-837E-E11B-574B005EDE44}"/>
                    </a:ext>
                  </a:extLst>
                </p14:cNvPr>
                <p14:cNvContentPartPr/>
                <p14:nvPr/>
              </p14:nvContentPartPr>
              <p14:xfrm>
                <a:off x="3619982" y="1553089"/>
                <a:ext cx="370440" cy="352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538E485-78CD-837E-E11B-574B005EDE4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610982" y="1544089"/>
                  <a:ext cx="388080" cy="37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1FEF8CC-219B-BC7E-5DED-D92CB22BFDCD}"/>
                  </a:ext>
                </a:extLst>
              </p14:cNvPr>
              <p14:cNvContentPartPr/>
              <p14:nvPr/>
            </p14:nvContentPartPr>
            <p14:xfrm>
              <a:off x="337142" y="1301449"/>
              <a:ext cx="369360" cy="294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1FEF8CC-219B-BC7E-5DED-D92CB22BFDCD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328142" y="1292809"/>
                <a:ext cx="3870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7E8983F-A90B-9CA5-F164-07703D35E7D2}"/>
                  </a:ext>
                </a:extLst>
              </p14:cNvPr>
              <p14:cNvContentPartPr/>
              <p14:nvPr/>
            </p14:nvContentPartPr>
            <p14:xfrm>
              <a:off x="2752742" y="1225489"/>
              <a:ext cx="65880" cy="1911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7E8983F-A90B-9CA5-F164-07703D35E7D2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744102" y="1216849"/>
                <a:ext cx="835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332B54E-8E43-F05C-FDE6-29F9CCF089DE}"/>
                  </a:ext>
                </a:extLst>
              </p14:cNvPr>
              <p14:cNvContentPartPr/>
              <p14:nvPr/>
            </p14:nvContentPartPr>
            <p14:xfrm>
              <a:off x="3586862" y="1232689"/>
              <a:ext cx="145440" cy="113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332B54E-8E43-F05C-FDE6-29F9CCF089DE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3578222" y="1224049"/>
                <a:ext cx="16308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1CA75AE-1947-9C78-6939-89E127D0AA7A}"/>
              </a:ext>
            </a:extLst>
          </p:cNvPr>
          <p:cNvGrpSpPr/>
          <p:nvPr/>
        </p:nvGrpSpPr>
        <p:grpSpPr>
          <a:xfrm>
            <a:off x="3654902" y="1948729"/>
            <a:ext cx="773640" cy="155880"/>
            <a:chOff x="3654902" y="1948729"/>
            <a:chExt cx="77364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DC2641A-D181-46A2-6E14-62A1394EC662}"/>
                    </a:ext>
                  </a:extLst>
                </p14:cNvPr>
                <p14:cNvContentPartPr/>
                <p14:nvPr/>
              </p14:nvContentPartPr>
              <p14:xfrm>
                <a:off x="3654902" y="1973929"/>
                <a:ext cx="100800" cy="130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DC2641A-D181-46A2-6E14-62A1394EC66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645902" y="1965289"/>
                  <a:ext cx="118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0760CE-4254-4C46-D1F8-D1EE21616008}"/>
                    </a:ext>
                  </a:extLst>
                </p14:cNvPr>
                <p14:cNvContentPartPr/>
                <p14:nvPr/>
              </p14:nvContentPartPr>
              <p14:xfrm>
                <a:off x="3800702" y="2020369"/>
                <a:ext cx="138600" cy="16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0760CE-4254-4C46-D1F8-D1EE2161600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791702" y="2011369"/>
                  <a:ext cx="156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CD5B488-1EB6-0BC1-F186-E84F4A46BAFA}"/>
                    </a:ext>
                  </a:extLst>
                </p14:cNvPr>
                <p14:cNvContentPartPr/>
                <p14:nvPr/>
              </p14:nvContentPartPr>
              <p14:xfrm>
                <a:off x="3861542" y="1993369"/>
                <a:ext cx="19800" cy="102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CD5B488-1EB6-0BC1-F186-E84F4A46BAF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852902" y="1984369"/>
                  <a:ext cx="37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5348BB7-EA2F-4F30-5F2E-78092F0F1232}"/>
                    </a:ext>
                  </a:extLst>
                </p14:cNvPr>
                <p14:cNvContentPartPr/>
                <p14:nvPr/>
              </p14:nvContentPartPr>
              <p14:xfrm>
                <a:off x="3966662" y="1969609"/>
                <a:ext cx="86040" cy="1148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5348BB7-EA2F-4F30-5F2E-78092F0F123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958022" y="1960609"/>
                  <a:ext cx="103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C5901F7-CEFF-E1D9-931B-214D723A01E7}"/>
                    </a:ext>
                  </a:extLst>
                </p14:cNvPr>
                <p14:cNvContentPartPr/>
                <p14:nvPr/>
              </p14:nvContentPartPr>
              <p14:xfrm>
                <a:off x="3971342" y="1957009"/>
                <a:ext cx="166680" cy="30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C5901F7-CEFF-E1D9-931B-214D723A01E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962342" y="1948009"/>
                  <a:ext cx="184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82082B8-ECC3-DD34-0B0C-3FA3BFCA8730}"/>
                    </a:ext>
                  </a:extLst>
                </p14:cNvPr>
                <p14:cNvContentPartPr/>
                <p14:nvPr/>
              </p14:nvContentPartPr>
              <p14:xfrm>
                <a:off x="4156382" y="2014249"/>
                <a:ext cx="87840" cy="14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82082B8-ECC3-DD34-0B0C-3FA3BFCA873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147382" y="2005609"/>
                  <a:ext cx="105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793247F-D9A6-90E3-2672-E726E405D5D3}"/>
                    </a:ext>
                  </a:extLst>
                </p14:cNvPr>
                <p14:cNvContentPartPr/>
                <p14:nvPr/>
              </p14:nvContentPartPr>
              <p14:xfrm>
                <a:off x="4141982" y="2065009"/>
                <a:ext cx="122040" cy="14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793247F-D9A6-90E3-2672-E726E405D5D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132982" y="2056009"/>
                  <a:ext cx="139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8DB3333-42FF-2CB3-AEE9-F220B7E556CB}"/>
                    </a:ext>
                  </a:extLst>
                </p14:cNvPr>
                <p14:cNvContentPartPr/>
                <p14:nvPr/>
              </p14:nvContentPartPr>
              <p14:xfrm>
                <a:off x="4286342" y="1948729"/>
                <a:ext cx="115200" cy="144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8DB3333-42FF-2CB3-AEE9-F220B7E556C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277342" y="1939729"/>
                  <a:ext cx="132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792CE92-26A6-6327-4856-3C1781B37018}"/>
                    </a:ext>
                  </a:extLst>
                </p14:cNvPr>
                <p14:cNvContentPartPr/>
                <p14:nvPr/>
              </p14:nvContentPartPr>
              <p14:xfrm>
                <a:off x="4288862" y="2004529"/>
                <a:ext cx="139680" cy="24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792CE92-26A6-6327-4856-3C1781B3701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280222" y="1995889"/>
                  <a:ext cx="1573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C548C73-68D1-9551-311B-EA59E9DF50FC}"/>
              </a:ext>
            </a:extLst>
          </p:cNvPr>
          <p:cNvGrpSpPr/>
          <p:nvPr/>
        </p:nvGrpSpPr>
        <p:grpSpPr>
          <a:xfrm>
            <a:off x="2340902" y="1958449"/>
            <a:ext cx="675360" cy="187560"/>
            <a:chOff x="2340902" y="1958449"/>
            <a:chExt cx="67536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0EAC01-DFA9-BFD5-F73B-B9647171AC3C}"/>
                    </a:ext>
                  </a:extLst>
                </p14:cNvPr>
                <p14:cNvContentPartPr/>
                <p14:nvPr/>
              </p14:nvContentPartPr>
              <p14:xfrm>
                <a:off x="2340902" y="1969969"/>
                <a:ext cx="103680" cy="176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0EAC01-DFA9-BFD5-F73B-B9647171AC3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332262" y="1960969"/>
                  <a:ext cx="121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DFABE87-0FAC-32CB-4458-4F2D5F030FFE}"/>
                    </a:ext>
                  </a:extLst>
                </p14:cNvPr>
                <p14:cNvContentPartPr/>
                <p14:nvPr/>
              </p14:nvContentPartPr>
              <p14:xfrm>
                <a:off x="2471942" y="2064289"/>
                <a:ext cx="115560" cy="14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DFABE87-0FAC-32CB-4458-4F2D5F030FF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462942" y="2055289"/>
                  <a:ext cx="133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B274DD8-FA9D-DEA1-9DB5-32B172A11379}"/>
                    </a:ext>
                  </a:extLst>
                </p14:cNvPr>
                <p14:cNvContentPartPr/>
                <p14:nvPr/>
              </p14:nvContentPartPr>
              <p14:xfrm>
                <a:off x="2512982" y="2032609"/>
                <a:ext cx="38160" cy="111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B274DD8-FA9D-DEA1-9DB5-32B172A1137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503982" y="2023609"/>
                  <a:ext cx="55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CC210BA-FB70-3FA7-24D9-D02D30129E93}"/>
                    </a:ext>
                  </a:extLst>
                </p14:cNvPr>
                <p14:cNvContentPartPr/>
                <p14:nvPr/>
              </p14:nvContentPartPr>
              <p14:xfrm>
                <a:off x="2688662" y="1975369"/>
                <a:ext cx="18360" cy="140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CC210BA-FB70-3FA7-24D9-D02D30129E9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680022" y="1966369"/>
                  <a:ext cx="36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35D35FE-0F35-28AA-AADE-DE17210E6D7D}"/>
                    </a:ext>
                  </a:extLst>
                </p14:cNvPr>
                <p14:cNvContentPartPr/>
                <p14:nvPr/>
              </p14:nvContentPartPr>
              <p14:xfrm>
                <a:off x="2756342" y="2033329"/>
                <a:ext cx="86040" cy="16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35D35FE-0F35-28AA-AADE-DE17210E6D7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747342" y="2024329"/>
                  <a:ext cx="103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0394A2-9660-056C-7CB9-3A1D5E4E1E3C}"/>
                    </a:ext>
                  </a:extLst>
                </p14:cNvPr>
                <p14:cNvContentPartPr/>
                <p14:nvPr/>
              </p14:nvContentPartPr>
              <p14:xfrm>
                <a:off x="2745182" y="2062849"/>
                <a:ext cx="118440" cy="28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0394A2-9660-056C-7CB9-3A1D5E4E1E3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736542" y="2053849"/>
                  <a:ext cx="136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E90C695-DDDB-A286-3EEE-CCFCA430B5DD}"/>
                    </a:ext>
                  </a:extLst>
                </p14:cNvPr>
                <p14:cNvContentPartPr/>
                <p14:nvPr/>
              </p14:nvContentPartPr>
              <p14:xfrm>
                <a:off x="2887022" y="1982209"/>
                <a:ext cx="115920" cy="126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E90C695-DDDB-A286-3EEE-CCFCA430B5D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878382" y="1973209"/>
                  <a:ext cx="133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3A8868-9CBB-20A1-9B03-7B2C0B48531B}"/>
                    </a:ext>
                  </a:extLst>
                </p14:cNvPr>
                <p14:cNvContentPartPr/>
                <p14:nvPr/>
              </p14:nvContentPartPr>
              <p14:xfrm>
                <a:off x="2862182" y="1958449"/>
                <a:ext cx="154080" cy="306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3A8868-9CBB-20A1-9B03-7B2C0B48531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853542" y="1949809"/>
                  <a:ext cx="17172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FE20994-635D-FDF3-643C-7DA6F14CF68E}"/>
                  </a:ext>
                </a:extLst>
              </p14:cNvPr>
              <p14:cNvContentPartPr/>
              <p14:nvPr/>
            </p14:nvContentPartPr>
            <p14:xfrm>
              <a:off x="6132422" y="1255369"/>
              <a:ext cx="152280" cy="1782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FE20994-635D-FDF3-643C-7DA6F14CF68E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6123422" y="1246729"/>
                <a:ext cx="16992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ABF3848-7303-9B29-CCAB-D7F08F67A206}"/>
              </a:ext>
            </a:extLst>
          </p:cNvPr>
          <p:cNvGrpSpPr/>
          <p:nvPr/>
        </p:nvGrpSpPr>
        <p:grpSpPr>
          <a:xfrm>
            <a:off x="208622" y="1620409"/>
            <a:ext cx="550440" cy="374040"/>
            <a:chOff x="208622" y="1620409"/>
            <a:chExt cx="55044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BCDB5A2-69ED-CCB2-7E06-070CE84F1BAA}"/>
                    </a:ext>
                  </a:extLst>
                </p14:cNvPr>
                <p14:cNvContentPartPr/>
                <p14:nvPr/>
              </p14:nvContentPartPr>
              <p14:xfrm>
                <a:off x="251822" y="1648129"/>
                <a:ext cx="99720" cy="144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BCDB5A2-69ED-CCB2-7E06-070CE84F1BA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43182" y="1639489"/>
                  <a:ext cx="117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FCE42FB-8AF5-3DEB-62E2-DA50D005367F}"/>
                    </a:ext>
                  </a:extLst>
                </p14:cNvPr>
                <p14:cNvContentPartPr/>
                <p14:nvPr/>
              </p14:nvContentPartPr>
              <p14:xfrm>
                <a:off x="381782" y="1735969"/>
                <a:ext cx="138960" cy="19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FCE42FB-8AF5-3DEB-62E2-DA50D005367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72782" y="1726969"/>
                  <a:ext cx="156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9491BAA-59DE-4923-6E27-F93D9828C2A6}"/>
                    </a:ext>
                  </a:extLst>
                </p14:cNvPr>
                <p14:cNvContentPartPr/>
                <p14:nvPr/>
              </p14:nvContentPartPr>
              <p14:xfrm>
                <a:off x="628382" y="1620409"/>
                <a:ext cx="86760" cy="155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9491BAA-59DE-4923-6E27-F93D9828C2A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19742" y="1611409"/>
                  <a:ext cx="104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85DA308-5EFF-D3AD-BADB-68A295122BDE}"/>
                    </a:ext>
                  </a:extLst>
                </p14:cNvPr>
                <p14:cNvContentPartPr/>
                <p14:nvPr/>
              </p14:nvContentPartPr>
              <p14:xfrm>
                <a:off x="638822" y="1695649"/>
                <a:ext cx="86760" cy="24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85DA308-5EFF-D3AD-BADB-68A295122BD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30182" y="1687009"/>
                  <a:ext cx="104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EDD3774-116C-87EB-98FA-0872329DB05D}"/>
                    </a:ext>
                  </a:extLst>
                </p14:cNvPr>
                <p14:cNvContentPartPr/>
                <p14:nvPr/>
              </p14:nvContentPartPr>
              <p14:xfrm>
                <a:off x="208622" y="1856209"/>
                <a:ext cx="133560" cy="127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EDD3774-116C-87EB-98FA-0872329DB05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99982" y="1847209"/>
                  <a:ext cx="151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82A4FD-9A30-B423-2165-A4BAE9789651}"/>
                    </a:ext>
                  </a:extLst>
                </p14:cNvPr>
                <p14:cNvContentPartPr/>
                <p14:nvPr/>
              </p14:nvContentPartPr>
              <p14:xfrm>
                <a:off x="434702" y="1907329"/>
                <a:ext cx="142560" cy="16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82A4FD-9A30-B423-2165-A4BAE978965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26062" y="1898329"/>
                  <a:ext cx="160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C10FC18-F8BA-5E4B-25FE-AD0B0400D877}"/>
                    </a:ext>
                  </a:extLst>
                </p14:cNvPr>
                <p14:cNvContentPartPr/>
                <p14:nvPr/>
              </p14:nvContentPartPr>
              <p14:xfrm>
                <a:off x="666182" y="1875289"/>
                <a:ext cx="20880" cy="96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C10FC18-F8BA-5E4B-25FE-AD0B0400D87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57542" y="1866649"/>
                  <a:ext cx="38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912AE31-853F-F604-BD67-54A018958195}"/>
                    </a:ext>
                  </a:extLst>
                </p14:cNvPr>
                <p14:cNvContentPartPr/>
                <p14:nvPr/>
              </p14:nvContentPartPr>
              <p14:xfrm>
                <a:off x="649622" y="1826329"/>
                <a:ext cx="109440" cy="168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912AE31-853F-F604-BD67-54A01895819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40622" y="1817329"/>
                  <a:ext cx="12708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3BBAFAE-A402-C264-1F6E-499EF0BA5AE0}"/>
              </a:ext>
            </a:extLst>
          </p:cNvPr>
          <p:cNvGrpSpPr/>
          <p:nvPr/>
        </p:nvGrpSpPr>
        <p:grpSpPr>
          <a:xfrm>
            <a:off x="2377262" y="2212609"/>
            <a:ext cx="340920" cy="712440"/>
            <a:chOff x="2377262" y="2212609"/>
            <a:chExt cx="340920" cy="7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C7E11A-63B6-EE6D-21A6-77B1888234EE}"/>
                    </a:ext>
                  </a:extLst>
                </p14:cNvPr>
                <p14:cNvContentPartPr/>
                <p14:nvPr/>
              </p14:nvContentPartPr>
              <p14:xfrm>
                <a:off x="2561582" y="2212609"/>
                <a:ext cx="58320" cy="357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C7E11A-63B6-EE6D-21A6-77B1888234E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552942" y="2203609"/>
                  <a:ext cx="75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DD93D40-E1CC-07C4-E81A-4B79A305A1A0}"/>
                    </a:ext>
                  </a:extLst>
                </p14:cNvPr>
                <p14:cNvContentPartPr/>
                <p14:nvPr/>
              </p14:nvContentPartPr>
              <p14:xfrm>
                <a:off x="2490662" y="2661169"/>
                <a:ext cx="149760" cy="257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DD93D40-E1CC-07C4-E81A-4B79A305A1A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481662" y="2652529"/>
                  <a:ext cx="1674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72D95DD-E359-445D-AADF-B71C6559F3E7}"/>
                    </a:ext>
                  </a:extLst>
                </p14:cNvPr>
                <p14:cNvContentPartPr/>
                <p14:nvPr/>
              </p14:nvContentPartPr>
              <p14:xfrm>
                <a:off x="2377262" y="2605729"/>
                <a:ext cx="340920" cy="319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72D95DD-E359-445D-AADF-B71C6559F3E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368622" y="2596729"/>
                  <a:ext cx="358560" cy="33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6C98F581-39F2-774D-3901-4CEB8350FFEE}"/>
                  </a:ext>
                </a:extLst>
              </p14:cNvPr>
              <p14:cNvContentPartPr/>
              <p14:nvPr/>
            </p14:nvContentPartPr>
            <p14:xfrm>
              <a:off x="129062" y="1643449"/>
              <a:ext cx="697320" cy="1425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6C98F581-39F2-774D-3901-4CEB8350FFEE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20422" y="1634449"/>
                <a:ext cx="714960" cy="16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7D38B2B-7C1E-2D87-DD14-27A4B2B87FF9}"/>
              </a:ext>
            </a:extLst>
          </p:cNvPr>
          <p:cNvGrpSpPr/>
          <p:nvPr/>
        </p:nvGrpSpPr>
        <p:grpSpPr>
          <a:xfrm>
            <a:off x="850502" y="1611769"/>
            <a:ext cx="231120" cy="138960"/>
            <a:chOff x="850502" y="1611769"/>
            <a:chExt cx="23112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2C568DC-65B5-6EA0-A423-96A6D2EBEA5A}"/>
                    </a:ext>
                  </a:extLst>
                </p14:cNvPr>
                <p14:cNvContentPartPr/>
                <p14:nvPr/>
              </p14:nvContentPartPr>
              <p14:xfrm>
                <a:off x="850502" y="1626169"/>
                <a:ext cx="34560" cy="46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2C568DC-65B5-6EA0-A423-96A6D2EBEA5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41862" y="1617529"/>
                  <a:ext cx="522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4C6886F-B5C4-0B19-8F9E-E39FE0F9D42A}"/>
                    </a:ext>
                  </a:extLst>
                </p14:cNvPr>
                <p14:cNvContentPartPr/>
                <p14:nvPr/>
              </p14:nvContentPartPr>
              <p14:xfrm>
                <a:off x="859862" y="1729129"/>
                <a:ext cx="29880" cy="21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4C6886F-B5C4-0B19-8F9E-E39FE0F9D42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51222" y="1720489"/>
                  <a:ext cx="47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B463A50-3C95-D0E7-3D73-9537ACB6DADB}"/>
                    </a:ext>
                  </a:extLst>
                </p14:cNvPr>
                <p14:cNvContentPartPr/>
                <p14:nvPr/>
              </p14:nvContentPartPr>
              <p14:xfrm>
                <a:off x="978662" y="1611769"/>
                <a:ext cx="56520" cy="118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B463A50-3C95-D0E7-3D73-9537ACB6DAD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70022" y="1602769"/>
                  <a:ext cx="74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4E01538-47FE-8849-581A-11116562B455}"/>
                    </a:ext>
                  </a:extLst>
                </p14:cNvPr>
                <p14:cNvContentPartPr/>
                <p14:nvPr/>
              </p14:nvContentPartPr>
              <p14:xfrm>
                <a:off x="984062" y="1612849"/>
                <a:ext cx="97560" cy="18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4E01538-47FE-8849-581A-11116562B45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75422" y="1604209"/>
                  <a:ext cx="1152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10F2739-3B4A-D5B8-B828-B1DB8ABA0134}"/>
                  </a:ext>
                </a:extLst>
              </p14:cNvPr>
              <p14:cNvContentPartPr/>
              <p14:nvPr/>
            </p14:nvContentPartPr>
            <p14:xfrm>
              <a:off x="2346662" y="2288209"/>
              <a:ext cx="103320" cy="20484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10F2739-3B4A-D5B8-B828-B1DB8ABA0134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2337662" y="2279569"/>
                <a:ext cx="120960" cy="22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E717F49-0C87-A6C6-A957-7AFCECF5EA57}"/>
              </a:ext>
            </a:extLst>
          </p:cNvPr>
          <p:cNvGrpSpPr/>
          <p:nvPr/>
        </p:nvGrpSpPr>
        <p:grpSpPr>
          <a:xfrm>
            <a:off x="2325062" y="2999929"/>
            <a:ext cx="704880" cy="169560"/>
            <a:chOff x="2325062" y="2999929"/>
            <a:chExt cx="70488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7B27694-39A0-A7C7-2BFF-410A80EE3056}"/>
                    </a:ext>
                  </a:extLst>
                </p14:cNvPr>
                <p14:cNvContentPartPr/>
                <p14:nvPr/>
              </p14:nvContentPartPr>
              <p14:xfrm>
                <a:off x="2325062" y="2999929"/>
                <a:ext cx="113400" cy="160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7B27694-39A0-A7C7-2BFF-410A80EE305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316062" y="2990929"/>
                  <a:ext cx="131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B3E2003-32AD-99CA-A728-DBF0516F60FE}"/>
                    </a:ext>
                  </a:extLst>
                </p14:cNvPr>
                <p14:cNvContentPartPr/>
                <p14:nvPr/>
              </p14:nvContentPartPr>
              <p14:xfrm>
                <a:off x="2483102" y="3077329"/>
                <a:ext cx="127080" cy="183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B3E2003-32AD-99CA-A728-DBF0516F60F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474462" y="3068329"/>
                  <a:ext cx="144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1366177-5171-419A-D5EC-17885FAE6DCE}"/>
                    </a:ext>
                  </a:extLst>
                </p14:cNvPr>
                <p14:cNvContentPartPr/>
                <p14:nvPr/>
              </p14:nvContentPartPr>
              <p14:xfrm>
                <a:off x="2537102" y="3057529"/>
                <a:ext cx="36360" cy="1119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1366177-5171-419A-D5EC-17885FAE6DC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528462" y="3048889"/>
                  <a:ext cx="540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41FDF7B-F76E-D49A-5C03-76D85A3F7E31}"/>
                    </a:ext>
                  </a:extLst>
                </p14:cNvPr>
                <p14:cNvContentPartPr/>
                <p14:nvPr/>
              </p14:nvContentPartPr>
              <p14:xfrm>
                <a:off x="2644022" y="3018649"/>
                <a:ext cx="102240" cy="123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41FDF7B-F76E-D49A-5C03-76D85A3F7E3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635382" y="3009649"/>
                  <a:ext cx="119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20CD0EF-0E9A-5D5F-A7A6-CE57FE6EEA29}"/>
                    </a:ext>
                  </a:extLst>
                </p14:cNvPr>
                <p14:cNvContentPartPr/>
                <p14:nvPr/>
              </p14:nvContentPartPr>
              <p14:xfrm>
                <a:off x="2775062" y="3083449"/>
                <a:ext cx="96840" cy="64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20CD0EF-0E9A-5D5F-A7A6-CE57FE6EEA2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766062" y="3074449"/>
                  <a:ext cx="114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D9127AC-5566-BBD0-87E2-A9B5D879A2F7}"/>
                    </a:ext>
                  </a:extLst>
                </p14:cNvPr>
                <p14:cNvContentPartPr/>
                <p14:nvPr/>
              </p14:nvContentPartPr>
              <p14:xfrm>
                <a:off x="2801342" y="3109009"/>
                <a:ext cx="106200" cy="25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D9127AC-5566-BBD0-87E2-A9B5D879A2F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792702" y="3100009"/>
                  <a:ext cx="123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956E57A-57DA-7819-8D8D-6190D551C907}"/>
                    </a:ext>
                  </a:extLst>
                </p14:cNvPr>
                <p14:cNvContentPartPr/>
                <p14:nvPr/>
              </p14:nvContentPartPr>
              <p14:xfrm>
                <a:off x="2907182" y="3001729"/>
                <a:ext cx="122760" cy="1659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956E57A-57DA-7819-8D8D-6190D551C90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898182" y="2993089"/>
                  <a:ext cx="1404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2D616D7-C2A3-FF73-0ACE-471E621612DD}"/>
              </a:ext>
            </a:extLst>
          </p:cNvPr>
          <p:cNvGrpSpPr/>
          <p:nvPr/>
        </p:nvGrpSpPr>
        <p:grpSpPr>
          <a:xfrm>
            <a:off x="4291022" y="2122249"/>
            <a:ext cx="112320" cy="82800"/>
            <a:chOff x="4291022" y="2122249"/>
            <a:chExt cx="11232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98FCBE7-5CFF-DC63-A144-7857E687F2F8}"/>
                    </a:ext>
                  </a:extLst>
                </p14:cNvPr>
                <p14:cNvContentPartPr/>
                <p14:nvPr/>
              </p14:nvContentPartPr>
              <p14:xfrm>
                <a:off x="4323422" y="2122249"/>
                <a:ext cx="79920" cy="19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98FCBE7-5CFF-DC63-A144-7857E687F2F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314422" y="2113249"/>
                  <a:ext cx="97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3D3F64D-351E-99F5-4B23-BE854984F1A8}"/>
                    </a:ext>
                  </a:extLst>
                </p14:cNvPr>
                <p14:cNvContentPartPr/>
                <p14:nvPr/>
              </p14:nvContentPartPr>
              <p14:xfrm>
                <a:off x="4291022" y="2192089"/>
                <a:ext cx="88560" cy="129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3D3F64D-351E-99F5-4B23-BE854984F1A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282382" y="2183089"/>
                  <a:ext cx="1062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C63A621-75D2-EDFA-DD14-46B602F04389}"/>
              </a:ext>
            </a:extLst>
          </p:cNvPr>
          <p:cNvGrpSpPr/>
          <p:nvPr/>
        </p:nvGrpSpPr>
        <p:grpSpPr>
          <a:xfrm>
            <a:off x="129782" y="1855849"/>
            <a:ext cx="1106280" cy="497160"/>
            <a:chOff x="129782" y="1855849"/>
            <a:chExt cx="1106280" cy="49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E0301E5-A15F-EE9F-265D-7C6736AC20D0}"/>
                    </a:ext>
                  </a:extLst>
                </p14:cNvPr>
                <p14:cNvContentPartPr/>
                <p14:nvPr/>
              </p14:nvContentPartPr>
              <p14:xfrm>
                <a:off x="129782" y="2077249"/>
                <a:ext cx="133560" cy="165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E0301E5-A15F-EE9F-265D-7C6736AC20D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21142" y="2068249"/>
                  <a:ext cx="151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72DE9A6-2FB0-6238-37B6-97B82FB0B87A}"/>
                    </a:ext>
                  </a:extLst>
                </p14:cNvPr>
                <p14:cNvContentPartPr/>
                <p14:nvPr/>
              </p14:nvContentPartPr>
              <p14:xfrm>
                <a:off x="286382" y="2154289"/>
                <a:ext cx="129960" cy="32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72DE9A6-2FB0-6238-37B6-97B82FB0B87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77382" y="2145289"/>
                  <a:ext cx="147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C71CF32-8711-B8EA-9E04-38CB1F30124B}"/>
                    </a:ext>
                  </a:extLst>
                </p14:cNvPr>
                <p14:cNvContentPartPr/>
                <p14:nvPr/>
              </p14:nvContentPartPr>
              <p14:xfrm>
                <a:off x="451262" y="2101369"/>
                <a:ext cx="102600" cy="1620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C71CF32-8711-B8EA-9E04-38CB1F30124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42262" y="2092369"/>
                  <a:ext cx="120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6FF379B-8A27-1FAD-7A05-CFF41DAAD767}"/>
                    </a:ext>
                  </a:extLst>
                </p14:cNvPr>
                <p14:cNvContentPartPr/>
                <p14:nvPr/>
              </p14:nvContentPartPr>
              <p14:xfrm>
                <a:off x="451262" y="2186329"/>
                <a:ext cx="119160" cy="42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6FF379B-8A27-1FAD-7A05-CFF41DAAD76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42622" y="2177689"/>
                  <a:ext cx="136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D33BA96-932E-9221-5DA3-720C8A0ABC34}"/>
                    </a:ext>
                  </a:extLst>
                </p14:cNvPr>
                <p14:cNvContentPartPr/>
                <p14:nvPr/>
              </p14:nvContentPartPr>
              <p14:xfrm>
                <a:off x="629462" y="2141329"/>
                <a:ext cx="112680" cy="190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D33BA96-932E-9221-5DA3-720C8A0ABC3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20462" y="2132329"/>
                  <a:ext cx="130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02798F4-B1E6-3651-530F-BA521840C861}"/>
                    </a:ext>
                  </a:extLst>
                </p14:cNvPr>
                <p14:cNvContentPartPr/>
                <p14:nvPr/>
              </p14:nvContentPartPr>
              <p14:xfrm>
                <a:off x="775262" y="2041969"/>
                <a:ext cx="154080" cy="311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02798F4-B1E6-3651-530F-BA521840C86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66622" y="2032969"/>
                  <a:ext cx="1717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7207D17-838B-D9E0-4DA3-0066AE463B0E}"/>
                    </a:ext>
                  </a:extLst>
                </p14:cNvPr>
                <p14:cNvContentPartPr/>
                <p14:nvPr/>
              </p14:nvContentPartPr>
              <p14:xfrm>
                <a:off x="858422" y="1862329"/>
                <a:ext cx="25200" cy="21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7207D17-838B-D9E0-4DA3-0066AE463B0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49782" y="1853329"/>
                  <a:ext cx="42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322460F-67DE-9074-AFC5-953C63D2A858}"/>
                    </a:ext>
                  </a:extLst>
                </p14:cNvPr>
                <p14:cNvContentPartPr/>
                <p14:nvPr/>
              </p14:nvContentPartPr>
              <p14:xfrm>
                <a:off x="839342" y="1930729"/>
                <a:ext cx="41760" cy="37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322460F-67DE-9074-AFC5-953C63D2A85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30342" y="1921729"/>
                  <a:ext cx="59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508C748-3045-1B1E-84E2-18EA1907E6A2}"/>
                    </a:ext>
                  </a:extLst>
                </p14:cNvPr>
                <p14:cNvContentPartPr/>
                <p14:nvPr/>
              </p14:nvContentPartPr>
              <p14:xfrm>
                <a:off x="959222" y="1855849"/>
                <a:ext cx="94680" cy="136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508C748-3045-1B1E-84E2-18EA1907E6A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50222" y="1846849"/>
                  <a:ext cx="112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059F63D-CD7D-5F34-4110-99EE01E857CF}"/>
                    </a:ext>
                  </a:extLst>
                </p14:cNvPr>
                <p14:cNvContentPartPr/>
                <p14:nvPr/>
              </p14:nvContentPartPr>
              <p14:xfrm>
                <a:off x="959582" y="1906249"/>
                <a:ext cx="131040" cy="27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059F63D-CD7D-5F34-4110-99EE01E857C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50942" y="1897609"/>
                  <a:ext cx="148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ABD7B05-BFDA-F7B1-CA66-9544325D9E11}"/>
                    </a:ext>
                  </a:extLst>
                </p14:cNvPr>
                <p14:cNvContentPartPr/>
                <p14:nvPr/>
              </p14:nvContentPartPr>
              <p14:xfrm>
                <a:off x="996302" y="2079769"/>
                <a:ext cx="31320" cy="21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ABD7B05-BFDA-F7B1-CA66-9544325D9E1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87662" y="2071129"/>
                  <a:ext cx="48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1E5416C-865C-0454-A184-E3ABB78EB796}"/>
                    </a:ext>
                  </a:extLst>
                </p14:cNvPr>
                <p14:cNvContentPartPr/>
                <p14:nvPr/>
              </p14:nvContentPartPr>
              <p14:xfrm>
                <a:off x="1003142" y="2163289"/>
                <a:ext cx="46080" cy="35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1E5416C-865C-0454-A184-E3ABB78EB79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94142" y="2154649"/>
                  <a:ext cx="63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1C27E65-3D9A-F7AE-946F-9840204BEAE6}"/>
                    </a:ext>
                  </a:extLst>
                </p14:cNvPr>
                <p14:cNvContentPartPr/>
                <p14:nvPr/>
              </p14:nvContentPartPr>
              <p14:xfrm>
                <a:off x="1083782" y="2036929"/>
                <a:ext cx="152280" cy="1940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1C27E65-3D9A-F7AE-946F-9840204BEAE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74782" y="2028289"/>
                  <a:ext cx="16992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06B48C9-A7FE-AD1A-72C3-9FB2DD64C9A4}"/>
              </a:ext>
            </a:extLst>
          </p:cNvPr>
          <p:cNvGrpSpPr/>
          <p:nvPr/>
        </p:nvGrpSpPr>
        <p:grpSpPr>
          <a:xfrm>
            <a:off x="6151502" y="1533649"/>
            <a:ext cx="128160" cy="181440"/>
            <a:chOff x="6151502" y="1533649"/>
            <a:chExt cx="128160" cy="1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B4C5CC8-2A4F-7E98-EF1F-46B08E892259}"/>
                    </a:ext>
                  </a:extLst>
                </p14:cNvPr>
                <p14:cNvContentPartPr/>
                <p14:nvPr/>
              </p14:nvContentPartPr>
              <p14:xfrm>
                <a:off x="6151502" y="1533649"/>
                <a:ext cx="128160" cy="181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B4C5CC8-2A4F-7E98-EF1F-46B08E89225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142862" y="1524649"/>
                  <a:ext cx="145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96FCD43-FDD5-9B23-6479-51CE59CD1F92}"/>
                    </a:ext>
                  </a:extLst>
                </p14:cNvPr>
                <p14:cNvContentPartPr/>
                <p14:nvPr/>
              </p14:nvContentPartPr>
              <p14:xfrm>
                <a:off x="6167702" y="1618249"/>
                <a:ext cx="67680" cy="190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96FCD43-FDD5-9B23-6479-51CE59CD1F9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158702" y="1609249"/>
                  <a:ext cx="8532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0083AFC-7C68-81F7-E02F-D5808C740234}"/>
                  </a:ext>
                </a:extLst>
              </p14:cNvPr>
              <p14:cNvContentPartPr/>
              <p14:nvPr/>
            </p14:nvContentPartPr>
            <p14:xfrm>
              <a:off x="82262" y="1838712"/>
              <a:ext cx="1121040" cy="1526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0083AFC-7C68-81F7-E02F-D5808C740234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73622" y="1830072"/>
                <a:ext cx="1138680" cy="17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05ACD44E-E48C-74AA-CCF1-E6C96BD10169}"/>
              </a:ext>
            </a:extLst>
          </p:cNvPr>
          <p:cNvGrpSpPr/>
          <p:nvPr/>
        </p:nvGrpSpPr>
        <p:grpSpPr>
          <a:xfrm>
            <a:off x="2195007" y="2506872"/>
            <a:ext cx="938160" cy="771840"/>
            <a:chOff x="2195007" y="2506872"/>
            <a:chExt cx="938160" cy="77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280710D-C197-2398-4277-70A763AC44C8}"/>
                    </a:ext>
                  </a:extLst>
                </p14:cNvPr>
                <p14:cNvContentPartPr/>
                <p14:nvPr/>
              </p14:nvContentPartPr>
              <p14:xfrm>
                <a:off x="2205087" y="2585352"/>
                <a:ext cx="15120" cy="562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280710D-C197-2398-4277-70A763AC44C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196087" y="2576352"/>
                  <a:ext cx="3276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58CB398-295F-D568-8E49-73EA7607ED9F}"/>
                    </a:ext>
                  </a:extLst>
                </p14:cNvPr>
                <p14:cNvContentPartPr/>
                <p14:nvPr/>
              </p14:nvContentPartPr>
              <p14:xfrm>
                <a:off x="2210847" y="2506872"/>
                <a:ext cx="868680" cy="871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58CB398-295F-D568-8E49-73EA7607ED9F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201847" y="2497872"/>
                  <a:ext cx="886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CD1EB8C-BF88-DB84-E696-9D5407ED6069}"/>
                    </a:ext>
                  </a:extLst>
                </p14:cNvPr>
                <p14:cNvContentPartPr/>
                <p14:nvPr/>
              </p14:nvContentPartPr>
              <p14:xfrm>
                <a:off x="3088167" y="2527752"/>
                <a:ext cx="45000" cy="692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CD1EB8C-BF88-DB84-E696-9D5407ED606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079167" y="2518752"/>
                  <a:ext cx="6264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11EA16D-25FE-3079-904E-65D9C6F2DF49}"/>
                    </a:ext>
                  </a:extLst>
                </p14:cNvPr>
                <p14:cNvContentPartPr/>
                <p14:nvPr/>
              </p14:nvContentPartPr>
              <p14:xfrm>
                <a:off x="2196087" y="3087552"/>
                <a:ext cx="56160" cy="191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11EA16D-25FE-3079-904E-65D9C6F2DF49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187087" y="3078912"/>
                  <a:ext cx="73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5235C2E-6593-612F-5ED4-4C4F615EC9E2}"/>
                    </a:ext>
                  </a:extLst>
                </p14:cNvPr>
                <p14:cNvContentPartPr/>
                <p14:nvPr/>
              </p14:nvContentPartPr>
              <p14:xfrm>
                <a:off x="2195007" y="3208152"/>
                <a:ext cx="886680" cy="70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5235C2E-6593-612F-5ED4-4C4F615EC9E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186007" y="3199152"/>
                  <a:ext cx="9043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EEBF622-E925-E9F5-420D-8AF201959BE5}"/>
              </a:ext>
            </a:extLst>
          </p:cNvPr>
          <p:cNvGrpSpPr/>
          <p:nvPr/>
        </p:nvGrpSpPr>
        <p:grpSpPr>
          <a:xfrm>
            <a:off x="2762367" y="2661672"/>
            <a:ext cx="265680" cy="148320"/>
            <a:chOff x="2762367" y="2661672"/>
            <a:chExt cx="26568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2F7B8C4-DB23-C9C6-E188-EA50F60926CA}"/>
                    </a:ext>
                  </a:extLst>
                </p14:cNvPr>
                <p14:cNvContentPartPr/>
                <p14:nvPr/>
              </p14:nvContentPartPr>
              <p14:xfrm>
                <a:off x="2788287" y="2709192"/>
                <a:ext cx="239760" cy="35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2F7B8C4-DB23-C9C6-E188-EA50F60926C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779287" y="2700552"/>
                  <a:ext cx="257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EB9E30D-1C36-CAD8-2C92-2233220227C8}"/>
                    </a:ext>
                  </a:extLst>
                </p14:cNvPr>
                <p14:cNvContentPartPr/>
                <p14:nvPr/>
              </p14:nvContentPartPr>
              <p14:xfrm>
                <a:off x="2788647" y="2661672"/>
                <a:ext cx="85320" cy="1033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EB9E30D-1C36-CAD8-2C92-2233220227C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779647" y="2652672"/>
                  <a:ext cx="102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00B0CEA-1C25-773A-F8BC-1A13D211FD2D}"/>
                    </a:ext>
                  </a:extLst>
                </p14:cNvPr>
                <p14:cNvContentPartPr/>
                <p14:nvPr/>
              </p14:nvContentPartPr>
              <p14:xfrm>
                <a:off x="2762367" y="2745912"/>
                <a:ext cx="163440" cy="640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00B0CEA-1C25-773A-F8BC-1A13D211FD2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753367" y="2736912"/>
                  <a:ext cx="18108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C1BCBC48-1AB8-B050-0279-A9568476A9A8}"/>
              </a:ext>
            </a:extLst>
          </p:cNvPr>
          <p:cNvGrpSpPr/>
          <p:nvPr/>
        </p:nvGrpSpPr>
        <p:grpSpPr>
          <a:xfrm>
            <a:off x="618207" y="3497232"/>
            <a:ext cx="4836600" cy="817920"/>
            <a:chOff x="618207" y="3497232"/>
            <a:chExt cx="4836600" cy="81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A75B9BD-F51E-6B88-0679-9FF2D7665D2E}"/>
                    </a:ext>
                  </a:extLst>
                </p14:cNvPr>
                <p14:cNvContentPartPr/>
                <p14:nvPr/>
              </p14:nvContentPartPr>
              <p14:xfrm>
                <a:off x="618207" y="3669312"/>
                <a:ext cx="158400" cy="197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A75B9BD-F51E-6B88-0679-9FF2D7665D2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09567" y="3660672"/>
                  <a:ext cx="176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F115CF5-B053-14A2-5813-E58D1AAFF52A}"/>
                    </a:ext>
                  </a:extLst>
                </p14:cNvPr>
                <p14:cNvContentPartPr/>
                <p14:nvPr/>
              </p14:nvContentPartPr>
              <p14:xfrm>
                <a:off x="1044447" y="3617832"/>
                <a:ext cx="132840" cy="3488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F115CF5-B053-14A2-5813-E58D1AAFF52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35447" y="3608832"/>
                  <a:ext cx="150480" cy="3664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D05D8620-F05B-7C60-ED56-FF08081A830B}"/>
                </a:ext>
              </a:extLst>
            </p:cNvPr>
            <p:cNvGrpSpPr/>
            <p:nvPr/>
          </p:nvGrpSpPr>
          <p:grpSpPr>
            <a:xfrm>
              <a:off x="1475727" y="3497232"/>
              <a:ext cx="2617920" cy="422640"/>
              <a:chOff x="1475727" y="3497232"/>
              <a:chExt cx="2617920" cy="4226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83">
                <p14:nvContentPartPr>
                  <p14:cNvPr id="256" name="Ink 255">
                    <a:extLst>
                      <a:ext uri="{FF2B5EF4-FFF2-40B4-BE49-F238E27FC236}">
                        <a16:creationId xmlns:a16="http://schemas.microsoft.com/office/drawing/2014/main" id="{BD89A7D5-EA02-A55F-6447-09F691B67EDE}"/>
                      </a:ext>
                    </a:extLst>
                  </p14:cNvPr>
                  <p14:cNvContentPartPr/>
                  <p14:nvPr/>
                </p14:nvContentPartPr>
                <p14:xfrm>
                  <a:off x="1485807" y="3700272"/>
                  <a:ext cx="17640" cy="104400"/>
                </p14:xfrm>
              </p:contentPart>
            </mc:Choice>
            <mc:Fallback>
              <p:pic>
                <p:nvPicPr>
                  <p:cNvPr id="256" name="Ink 255">
                    <a:extLst>
                      <a:ext uri="{FF2B5EF4-FFF2-40B4-BE49-F238E27FC236}">
                        <a16:creationId xmlns:a16="http://schemas.microsoft.com/office/drawing/2014/main" id="{BD89A7D5-EA02-A55F-6447-09F691B67EDE}"/>
                      </a:ext>
                    </a:extLst>
                  </p:cNvPr>
                  <p:cNvPicPr/>
                  <p:nvPr/>
                </p:nvPicPr>
                <p:blipFill>
                  <a:blip r:embed="rId384"/>
                  <a:stretch>
                    <a:fillRect/>
                  </a:stretch>
                </p:blipFill>
                <p:spPr>
                  <a:xfrm>
                    <a:off x="1476807" y="3691272"/>
                    <a:ext cx="35280" cy="122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85">
                <p14:nvContentPartPr>
                  <p14:cNvPr id="257" name="Ink 256">
                    <a:extLst>
                      <a:ext uri="{FF2B5EF4-FFF2-40B4-BE49-F238E27FC236}">
                        <a16:creationId xmlns:a16="http://schemas.microsoft.com/office/drawing/2014/main" id="{80D7476A-DF29-4A30-4221-2A4EEC9D05B4}"/>
                      </a:ext>
                    </a:extLst>
                  </p14:cNvPr>
                  <p14:cNvContentPartPr/>
                  <p14:nvPr/>
                </p14:nvContentPartPr>
                <p14:xfrm>
                  <a:off x="1475727" y="3626112"/>
                  <a:ext cx="49680" cy="43560"/>
                </p14:xfrm>
              </p:contentPart>
            </mc:Choice>
            <mc:Fallback>
              <p:pic>
                <p:nvPicPr>
                  <p:cNvPr id="257" name="Ink 256">
                    <a:extLst>
                      <a:ext uri="{FF2B5EF4-FFF2-40B4-BE49-F238E27FC236}">
                        <a16:creationId xmlns:a16="http://schemas.microsoft.com/office/drawing/2014/main" id="{80D7476A-DF29-4A30-4221-2A4EEC9D05B4}"/>
                      </a:ext>
                    </a:extLst>
                  </p:cNvPr>
                  <p:cNvPicPr/>
                  <p:nvPr/>
                </p:nvPicPr>
                <p:blipFill>
                  <a:blip r:embed="rId386"/>
                  <a:stretch>
                    <a:fillRect/>
                  </a:stretch>
                </p:blipFill>
                <p:spPr>
                  <a:xfrm>
                    <a:off x="1467087" y="3617472"/>
                    <a:ext cx="67320" cy="6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87">
                <p14:nvContentPartPr>
                  <p14:cNvPr id="262" name="Ink 261">
                    <a:extLst>
                      <a:ext uri="{FF2B5EF4-FFF2-40B4-BE49-F238E27FC236}">
                        <a16:creationId xmlns:a16="http://schemas.microsoft.com/office/drawing/2014/main" id="{ACD4EAA0-22F5-E942-4197-7EDF0DE3C353}"/>
                      </a:ext>
                    </a:extLst>
                  </p14:cNvPr>
                  <p14:cNvContentPartPr/>
                  <p14:nvPr/>
                </p14:nvContentPartPr>
                <p14:xfrm>
                  <a:off x="1563207" y="3699192"/>
                  <a:ext cx="79920" cy="99360"/>
                </p14:xfrm>
              </p:contentPart>
            </mc:Choice>
            <mc:Fallback>
              <p:pic>
                <p:nvPicPr>
                  <p:cNvPr id="262" name="Ink 261">
                    <a:extLst>
                      <a:ext uri="{FF2B5EF4-FFF2-40B4-BE49-F238E27FC236}">
                        <a16:creationId xmlns:a16="http://schemas.microsoft.com/office/drawing/2014/main" id="{ACD4EAA0-22F5-E942-4197-7EDF0DE3C353}"/>
                      </a:ext>
                    </a:extLst>
                  </p:cNvPr>
                  <p:cNvPicPr/>
                  <p:nvPr/>
                </p:nvPicPr>
                <p:blipFill>
                  <a:blip r:embed="rId388"/>
                  <a:stretch>
                    <a:fillRect/>
                  </a:stretch>
                </p:blipFill>
                <p:spPr>
                  <a:xfrm>
                    <a:off x="1554207" y="3690552"/>
                    <a:ext cx="97560" cy="117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89">
                <p14:nvContentPartPr>
                  <p14:cNvPr id="284" name="Ink 283">
                    <a:extLst>
                      <a:ext uri="{FF2B5EF4-FFF2-40B4-BE49-F238E27FC236}">
                        <a16:creationId xmlns:a16="http://schemas.microsoft.com/office/drawing/2014/main" id="{F3FD3ED6-FB9A-C240-D582-F1548BAF2E3B}"/>
                      </a:ext>
                    </a:extLst>
                  </p14:cNvPr>
                  <p14:cNvContentPartPr/>
                  <p14:nvPr/>
                </p14:nvContentPartPr>
                <p14:xfrm>
                  <a:off x="1919967" y="3624312"/>
                  <a:ext cx="22320" cy="168480"/>
                </p14:xfrm>
              </p:contentPart>
            </mc:Choice>
            <mc:Fallback>
              <p:pic>
                <p:nvPicPr>
                  <p:cNvPr id="284" name="Ink 283">
                    <a:extLst>
                      <a:ext uri="{FF2B5EF4-FFF2-40B4-BE49-F238E27FC236}">
                        <a16:creationId xmlns:a16="http://schemas.microsoft.com/office/drawing/2014/main" id="{F3FD3ED6-FB9A-C240-D582-F1548BAF2E3B}"/>
                      </a:ext>
                    </a:extLst>
                  </p:cNvPr>
                  <p:cNvPicPr/>
                  <p:nvPr/>
                </p:nvPicPr>
                <p:blipFill>
                  <a:blip r:embed="rId390"/>
                  <a:stretch>
                    <a:fillRect/>
                  </a:stretch>
                </p:blipFill>
                <p:spPr>
                  <a:xfrm>
                    <a:off x="1911327" y="3615312"/>
                    <a:ext cx="39960" cy="186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1">
                <p14:nvContentPartPr>
                  <p14:cNvPr id="285" name="Ink 284">
                    <a:extLst>
                      <a:ext uri="{FF2B5EF4-FFF2-40B4-BE49-F238E27FC236}">
                        <a16:creationId xmlns:a16="http://schemas.microsoft.com/office/drawing/2014/main" id="{C0CA999A-7879-485B-117F-2642F57228BA}"/>
                      </a:ext>
                    </a:extLst>
                  </p14:cNvPr>
                  <p14:cNvContentPartPr/>
                  <p14:nvPr/>
                </p14:nvContentPartPr>
                <p14:xfrm>
                  <a:off x="1964247" y="3649152"/>
                  <a:ext cx="251280" cy="150120"/>
                </p14:xfrm>
              </p:contentPart>
            </mc:Choice>
            <mc:Fallback>
              <p:pic>
                <p:nvPicPr>
                  <p:cNvPr id="285" name="Ink 284">
                    <a:extLst>
                      <a:ext uri="{FF2B5EF4-FFF2-40B4-BE49-F238E27FC236}">
                        <a16:creationId xmlns:a16="http://schemas.microsoft.com/office/drawing/2014/main" id="{C0CA999A-7879-485B-117F-2642F57228BA}"/>
                      </a:ext>
                    </a:extLst>
                  </p:cNvPr>
                  <p:cNvPicPr/>
                  <p:nvPr/>
                </p:nvPicPr>
                <p:blipFill>
                  <a:blip r:embed="rId392"/>
                  <a:stretch>
                    <a:fillRect/>
                  </a:stretch>
                </p:blipFill>
                <p:spPr>
                  <a:xfrm>
                    <a:off x="1955247" y="3640512"/>
                    <a:ext cx="268920" cy="16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3">
                <p14:nvContentPartPr>
                  <p14:cNvPr id="296" name="Ink 295">
                    <a:extLst>
                      <a:ext uri="{FF2B5EF4-FFF2-40B4-BE49-F238E27FC236}">
                        <a16:creationId xmlns:a16="http://schemas.microsoft.com/office/drawing/2014/main" id="{30D5C498-CB20-C9DA-92A6-2561AAF08969}"/>
                      </a:ext>
                    </a:extLst>
                  </p14:cNvPr>
                  <p14:cNvContentPartPr/>
                  <p14:nvPr/>
                </p14:nvContentPartPr>
                <p14:xfrm>
                  <a:off x="1818447" y="3700992"/>
                  <a:ext cx="127080" cy="29160"/>
                </p14:xfrm>
              </p:contentPart>
            </mc:Choice>
            <mc:Fallback>
              <p:pic>
                <p:nvPicPr>
                  <p:cNvPr id="296" name="Ink 295">
                    <a:extLst>
                      <a:ext uri="{FF2B5EF4-FFF2-40B4-BE49-F238E27FC236}">
                        <a16:creationId xmlns:a16="http://schemas.microsoft.com/office/drawing/2014/main" id="{30D5C498-CB20-C9DA-92A6-2561AAF08969}"/>
                      </a:ext>
                    </a:extLst>
                  </p:cNvPr>
                  <p:cNvPicPr/>
                  <p:nvPr/>
                </p:nvPicPr>
                <p:blipFill>
                  <a:blip r:embed="rId394"/>
                  <a:stretch>
                    <a:fillRect/>
                  </a:stretch>
                </p:blipFill>
                <p:spPr>
                  <a:xfrm>
                    <a:off x="1809807" y="3692352"/>
                    <a:ext cx="144720" cy="4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5">
                <p14:nvContentPartPr>
                  <p14:cNvPr id="297" name="Ink 296">
                    <a:extLst>
                      <a:ext uri="{FF2B5EF4-FFF2-40B4-BE49-F238E27FC236}">
                        <a16:creationId xmlns:a16="http://schemas.microsoft.com/office/drawing/2014/main" id="{08507B55-157D-BA46-9451-685C7BAA19A1}"/>
                      </a:ext>
                    </a:extLst>
                  </p14:cNvPr>
                  <p14:cNvContentPartPr/>
                  <p14:nvPr/>
                </p14:nvContentPartPr>
                <p14:xfrm>
                  <a:off x="2480847" y="3612792"/>
                  <a:ext cx="265680" cy="307080"/>
                </p14:xfrm>
              </p:contentPart>
            </mc:Choice>
            <mc:Fallback>
              <p:pic>
                <p:nvPicPr>
                  <p:cNvPr id="297" name="Ink 296">
                    <a:extLst>
                      <a:ext uri="{FF2B5EF4-FFF2-40B4-BE49-F238E27FC236}">
                        <a16:creationId xmlns:a16="http://schemas.microsoft.com/office/drawing/2014/main" id="{08507B55-157D-BA46-9451-685C7BAA19A1}"/>
                      </a:ext>
                    </a:extLst>
                  </p:cNvPr>
                  <p:cNvPicPr/>
                  <p:nvPr/>
                </p:nvPicPr>
                <p:blipFill>
                  <a:blip r:embed="rId396"/>
                  <a:stretch>
                    <a:fillRect/>
                  </a:stretch>
                </p:blipFill>
                <p:spPr>
                  <a:xfrm>
                    <a:off x="2472207" y="3603792"/>
                    <a:ext cx="283320" cy="324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7">
                <p14:nvContentPartPr>
                  <p14:cNvPr id="298" name="Ink 297">
                    <a:extLst>
                      <a:ext uri="{FF2B5EF4-FFF2-40B4-BE49-F238E27FC236}">
                        <a16:creationId xmlns:a16="http://schemas.microsoft.com/office/drawing/2014/main" id="{760A23FD-FD16-E22E-D72E-B79F7118D528}"/>
                      </a:ext>
                    </a:extLst>
                  </p14:cNvPr>
                  <p14:cNvContentPartPr/>
                  <p14:nvPr/>
                </p14:nvContentPartPr>
                <p14:xfrm>
                  <a:off x="2815647" y="3497232"/>
                  <a:ext cx="310680" cy="275040"/>
                </p14:xfrm>
              </p:contentPart>
            </mc:Choice>
            <mc:Fallback>
              <p:pic>
                <p:nvPicPr>
                  <p:cNvPr id="298" name="Ink 297">
                    <a:extLst>
                      <a:ext uri="{FF2B5EF4-FFF2-40B4-BE49-F238E27FC236}">
                        <a16:creationId xmlns:a16="http://schemas.microsoft.com/office/drawing/2014/main" id="{760A23FD-FD16-E22E-D72E-B79F7118D528}"/>
                      </a:ext>
                    </a:extLst>
                  </p:cNvPr>
                  <p:cNvPicPr/>
                  <p:nvPr/>
                </p:nvPicPr>
                <p:blipFill>
                  <a:blip r:embed="rId398"/>
                  <a:stretch>
                    <a:fillRect/>
                  </a:stretch>
                </p:blipFill>
                <p:spPr>
                  <a:xfrm>
                    <a:off x="2807007" y="3488592"/>
                    <a:ext cx="328320" cy="292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9">
                <p14:nvContentPartPr>
                  <p14:cNvPr id="299" name="Ink 298">
                    <a:extLst>
                      <a:ext uri="{FF2B5EF4-FFF2-40B4-BE49-F238E27FC236}">
                        <a16:creationId xmlns:a16="http://schemas.microsoft.com/office/drawing/2014/main" id="{4BBA100F-288B-50F8-4C05-5B00ABBF84B3}"/>
                      </a:ext>
                    </a:extLst>
                  </p14:cNvPr>
                  <p14:cNvContentPartPr/>
                  <p14:nvPr/>
                </p14:nvContentPartPr>
                <p14:xfrm>
                  <a:off x="3385887" y="3598752"/>
                  <a:ext cx="114480" cy="143280"/>
                </p14:xfrm>
              </p:contentPart>
            </mc:Choice>
            <mc:Fallback>
              <p:pic>
                <p:nvPicPr>
                  <p:cNvPr id="299" name="Ink 298">
                    <a:extLst>
                      <a:ext uri="{FF2B5EF4-FFF2-40B4-BE49-F238E27FC236}">
                        <a16:creationId xmlns:a16="http://schemas.microsoft.com/office/drawing/2014/main" id="{4BBA100F-288B-50F8-4C05-5B00ABBF84B3}"/>
                      </a:ext>
                    </a:extLst>
                  </p:cNvPr>
                  <p:cNvPicPr/>
                  <p:nvPr/>
                </p:nvPicPr>
                <p:blipFill>
                  <a:blip r:embed="rId400"/>
                  <a:stretch>
                    <a:fillRect/>
                  </a:stretch>
                </p:blipFill>
                <p:spPr>
                  <a:xfrm>
                    <a:off x="3377247" y="3590112"/>
                    <a:ext cx="132120" cy="160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01">
                <p14:nvContentPartPr>
                  <p14:cNvPr id="300" name="Ink 299">
                    <a:extLst>
                      <a:ext uri="{FF2B5EF4-FFF2-40B4-BE49-F238E27FC236}">
                        <a16:creationId xmlns:a16="http://schemas.microsoft.com/office/drawing/2014/main" id="{FE03ECCF-9E7D-3728-E12F-33D37D8983E3}"/>
                      </a:ext>
                    </a:extLst>
                  </p14:cNvPr>
                  <p14:cNvContentPartPr/>
                  <p14:nvPr/>
                </p14:nvContentPartPr>
                <p14:xfrm>
                  <a:off x="3589287" y="3543672"/>
                  <a:ext cx="17280" cy="223560"/>
                </p14:xfrm>
              </p:contentPart>
            </mc:Choice>
            <mc:Fallback>
              <p:pic>
                <p:nvPicPr>
                  <p:cNvPr id="300" name="Ink 299">
                    <a:extLst>
                      <a:ext uri="{FF2B5EF4-FFF2-40B4-BE49-F238E27FC236}">
                        <a16:creationId xmlns:a16="http://schemas.microsoft.com/office/drawing/2014/main" id="{FE03ECCF-9E7D-3728-E12F-33D37D8983E3}"/>
                      </a:ext>
                    </a:extLst>
                  </p:cNvPr>
                  <p:cNvPicPr/>
                  <p:nvPr/>
                </p:nvPicPr>
                <p:blipFill>
                  <a:blip r:embed="rId402"/>
                  <a:stretch>
                    <a:fillRect/>
                  </a:stretch>
                </p:blipFill>
                <p:spPr>
                  <a:xfrm>
                    <a:off x="3580287" y="3535032"/>
                    <a:ext cx="34920" cy="24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03">
                <p14:nvContentPartPr>
                  <p14:cNvPr id="301" name="Ink 300">
                    <a:extLst>
                      <a:ext uri="{FF2B5EF4-FFF2-40B4-BE49-F238E27FC236}">
                        <a16:creationId xmlns:a16="http://schemas.microsoft.com/office/drawing/2014/main" id="{EE406D3E-86EC-C6FB-4CAA-33AD3FC5C882}"/>
                      </a:ext>
                    </a:extLst>
                  </p14:cNvPr>
                  <p14:cNvContentPartPr/>
                  <p14:nvPr/>
                </p14:nvContentPartPr>
                <p14:xfrm>
                  <a:off x="3536367" y="3636912"/>
                  <a:ext cx="310680" cy="106200"/>
                </p14:xfrm>
              </p:contentPart>
            </mc:Choice>
            <mc:Fallback>
              <p:pic>
                <p:nvPicPr>
                  <p:cNvPr id="301" name="Ink 300">
                    <a:extLst>
                      <a:ext uri="{FF2B5EF4-FFF2-40B4-BE49-F238E27FC236}">
                        <a16:creationId xmlns:a16="http://schemas.microsoft.com/office/drawing/2014/main" id="{EE406D3E-86EC-C6FB-4CAA-33AD3FC5C882}"/>
                      </a:ext>
                    </a:extLst>
                  </p:cNvPr>
                  <p:cNvPicPr/>
                  <p:nvPr/>
                </p:nvPicPr>
                <p:blipFill>
                  <a:blip r:embed="rId404"/>
                  <a:stretch>
                    <a:fillRect/>
                  </a:stretch>
                </p:blipFill>
                <p:spPr>
                  <a:xfrm>
                    <a:off x="3527727" y="3627912"/>
                    <a:ext cx="328320" cy="12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05">
                <p14:nvContentPartPr>
                  <p14:cNvPr id="302" name="Ink 301">
                    <a:extLst>
                      <a:ext uri="{FF2B5EF4-FFF2-40B4-BE49-F238E27FC236}">
                        <a16:creationId xmlns:a16="http://schemas.microsoft.com/office/drawing/2014/main" id="{4B50D8EB-B1A2-2729-0267-D88E135989B3}"/>
                      </a:ext>
                    </a:extLst>
                  </p14:cNvPr>
                  <p14:cNvContentPartPr/>
                  <p14:nvPr/>
                </p14:nvContentPartPr>
                <p14:xfrm>
                  <a:off x="3896367" y="3517392"/>
                  <a:ext cx="16920" cy="227160"/>
                </p14:xfrm>
              </p:contentPart>
            </mc:Choice>
            <mc:Fallback>
              <p:pic>
                <p:nvPicPr>
                  <p:cNvPr id="302" name="Ink 301">
                    <a:extLst>
                      <a:ext uri="{FF2B5EF4-FFF2-40B4-BE49-F238E27FC236}">
                        <a16:creationId xmlns:a16="http://schemas.microsoft.com/office/drawing/2014/main" id="{4B50D8EB-B1A2-2729-0267-D88E135989B3}"/>
                      </a:ext>
                    </a:extLst>
                  </p:cNvPr>
                  <p:cNvPicPr/>
                  <p:nvPr/>
                </p:nvPicPr>
                <p:blipFill>
                  <a:blip r:embed="rId406"/>
                  <a:stretch>
                    <a:fillRect/>
                  </a:stretch>
                </p:blipFill>
                <p:spPr>
                  <a:xfrm>
                    <a:off x="3887727" y="3508392"/>
                    <a:ext cx="34560" cy="24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07">
                <p14:nvContentPartPr>
                  <p14:cNvPr id="309" name="Ink 308">
                    <a:extLst>
                      <a:ext uri="{FF2B5EF4-FFF2-40B4-BE49-F238E27FC236}">
                        <a16:creationId xmlns:a16="http://schemas.microsoft.com/office/drawing/2014/main" id="{07996C6C-2E35-C279-7D64-760A81F5B739}"/>
                      </a:ext>
                    </a:extLst>
                  </p14:cNvPr>
                  <p14:cNvContentPartPr/>
                  <p14:nvPr/>
                </p14:nvContentPartPr>
                <p14:xfrm>
                  <a:off x="3854247" y="3616392"/>
                  <a:ext cx="239400" cy="115560"/>
                </p14:xfrm>
              </p:contentPart>
            </mc:Choice>
            <mc:Fallback>
              <p:pic>
                <p:nvPicPr>
                  <p:cNvPr id="309" name="Ink 308">
                    <a:extLst>
                      <a:ext uri="{FF2B5EF4-FFF2-40B4-BE49-F238E27FC236}">
                        <a16:creationId xmlns:a16="http://schemas.microsoft.com/office/drawing/2014/main" id="{07996C6C-2E35-C279-7D64-760A81F5B739}"/>
                      </a:ext>
                    </a:extLst>
                  </p:cNvPr>
                  <p:cNvPicPr/>
                  <p:nvPr/>
                </p:nvPicPr>
                <p:blipFill>
                  <a:blip r:embed="rId408"/>
                  <a:stretch>
                    <a:fillRect/>
                  </a:stretch>
                </p:blipFill>
                <p:spPr>
                  <a:xfrm>
                    <a:off x="3845607" y="3607752"/>
                    <a:ext cx="257040" cy="1332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57B19B6B-7346-A7DD-22F5-6E041A3A3118}"/>
                </a:ext>
              </a:extLst>
            </p:cNvPr>
            <p:cNvGrpSpPr/>
            <p:nvPr/>
          </p:nvGrpSpPr>
          <p:grpSpPr>
            <a:xfrm>
              <a:off x="4214967" y="3527472"/>
              <a:ext cx="849960" cy="289440"/>
              <a:chOff x="4214967" y="3527472"/>
              <a:chExt cx="849960" cy="2894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09">
                <p14:nvContentPartPr>
                  <p14:cNvPr id="316" name="Ink 315">
                    <a:extLst>
                      <a:ext uri="{FF2B5EF4-FFF2-40B4-BE49-F238E27FC236}">
                        <a16:creationId xmlns:a16="http://schemas.microsoft.com/office/drawing/2014/main" id="{06A2435A-0ABC-26A1-0C48-7315978AA88B}"/>
                      </a:ext>
                    </a:extLst>
                  </p14:cNvPr>
                  <p14:cNvContentPartPr/>
                  <p14:nvPr/>
                </p14:nvContentPartPr>
                <p14:xfrm>
                  <a:off x="4214967" y="3747072"/>
                  <a:ext cx="33120" cy="69840"/>
                </p14:xfrm>
              </p:contentPart>
            </mc:Choice>
            <mc:Fallback>
              <p:pic>
                <p:nvPicPr>
                  <p:cNvPr id="316" name="Ink 315">
                    <a:extLst>
                      <a:ext uri="{FF2B5EF4-FFF2-40B4-BE49-F238E27FC236}">
                        <a16:creationId xmlns:a16="http://schemas.microsoft.com/office/drawing/2014/main" id="{06A2435A-0ABC-26A1-0C48-7315978AA88B}"/>
                      </a:ext>
                    </a:extLst>
                  </p:cNvPr>
                  <p:cNvPicPr/>
                  <p:nvPr/>
                </p:nvPicPr>
                <p:blipFill>
                  <a:blip r:embed="rId410"/>
                  <a:stretch>
                    <a:fillRect/>
                  </a:stretch>
                </p:blipFill>
                <p:spPr>
                  <a:xfrm>
                    <a:off x="4206327" y="3738072"/>
                    <a:ext cx="50760" cy="87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1">
                <p14:nvContentPartPr>
                  <p14:cNvPr id="317" name="Ink 316">
                    <a:extLst>
                      <a:ext uri="{FF2B5EF4-FFF2-40B4-BE49-F238E27FC236}">
                        <a16:creationId xmlns:a16="http://schemas.microsoft.com/office/drawing/2014/main" id="{E5DA125C-5AED-BF21-2AB1-4374C929FEAA}"/>
                      </a:ext>
                    </a:extLst>
                  </p14:cNvPr>
                  <p14:cNvContentPartPr/>
                  <p14:nvPr/>
                </p14:nvContentPartPr>
                <p14:xfrm>
                  <a:off x="4366167" y="3527472"/>
                  <a:ext cx="288720" cy="200160"/>
                </p14:xfrm>
              </p:contentPart>
            </mc:Choice>
            <mc:Fallback>
              <p:pic>
                <p:nvPicPr>
                  <p:cNvPr id="317" name="Ink 316">
                    <a:extLst>
                      <a:ext uri="{FF2B5EF4-FFF2-40B4-BE49-F238E27FC236}">
                        <a16:creationId xmlns:a16="http://schemas.microsoft.com/office/drawing/2014/main" id="{E5DA125C-5AED-BF21-2AB1-4374C929FEAA}"/>
                      </a:ext>
                    </a:extLst>
                  </p:cNvPr>
                  <p:cNvPicPr/>
                  <p:nvPr/>
                </p:nvPicPr>
                <p:blipFill>
                  <a:blip r:embed="rId412"/>
                  <a:stretch>
                    <a:fillRect/>
                  </a:stretch>
                </p:blipFill>
                <p:spPr>
                  <a:xfrm>
                    <a:off x="4357167" y="3518472"/>
                    <a:ext cx="306360" cy="21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3">
                <p14:nvContentPartPr>
                  <p14:cNvPr id="338" name="Ink 337">
                    <a:extLst>
                      <a:ext uri="{FF2B5EF4-FFF2-40B4-BE49-F238E27FC236}">
                        <a16:creationId xmlns:a16="http://schemas.microsoft.com/office/drawing/2014/main" id="{75018723-2DF8-F877-C01D-BF48AF76F8D5}"/>
                      </a:ext>
                    </a:extLst>
                  </p14:cNvPr>
                  <p14:cNvContentPartPr/>
                  <p14:nvPr/>
                </p14:nvContentPartPr>
                <p14:xfrm>
                  <a:off x="4661367" y="3652032"/>
                  <a:ext cx="124200" cy="92880"/>
                </p14:xfrm>
              </p:contentPart>
            </mc:Choice>
            <mc:Fallback>
              <p:pic>
                <p:nvPicPr>
                  <p:cNvPr id="338" name="Ink 337">
                    <a:extLst>
                      <a:ext uri="{FF2B5EF4-FFF2-40B4-BE49-F238E27FC236}">
                        <a16:creationId xmlns:a16="http://schemas.microsoft.com/office/drawing/2014/main" id="{75018723-2DF8-F877-C01D-BF48AF76F8D5}"/>
                      </a:ext>
                    </a:extLst>
                  </p:cNvPr>
                  <p:cNvPicPr/>
                  <p:nvPr/>
                </p:nvPicPr>
                <p:blipFill>
                  <a:blip r:embed="rId414"/>
                  <a:stretch>
                    <a:fillRect/>
                  </a:stretch>
                </p:blipFill>
                <p:spPr>
                  <a:xfrm>
                    <a:off x="4652727" y="3643032"/>
                    <a:ext cx="141840" cy="110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5">
                <p14:nvContentPartPr>
                  <p14:cNvPr id="339" name="Ink 338">
                    <a:extLst>
                      <a:ext uri="{FF2B5EF4-FFF2-40B4-BE49-F238E27FC236}">
                        <a16:creationId xmlns:a16="http://schemas.microsoft.com/office/drawing/2014/main" id="{549AC7F1-8A75-4495-5591-30B01DB1A36D}"/>
                      </a:ext>
                    </a:extLst>
                  </p14:cNvPr>
                  <p14:cNvContentPartPr/>
                  <p14:nvPr/>
                </p14:nvContentPartPr>
                <p14:xfrm>
                  <a:off x="4804287" y="3641592"/>
                  <a:ext cx="260640" cy="92520"/>
                </p14:xfrm>
              </p:contentPart>
            </mc:Choice>
            <mc:Fallback>
              <p:pic>
                <p:nvPicPr>
                  <p:cNvPr id="339" name="Ink 338">
                    <a:extLst>
                      <a:ext uri="{FF2B5EF4-FFF2-40B4-BE49-F238E27FC236}">
                        <a16:creationId xmlns:a16="http://schemas.microsoft.com/office/drawing/2014/main" id="{549AC7F1-8A75-4495-5591-30B01DB1A36D}"/>
                      </a:ext>
                    </a:extLst>
                  </p:cNvPr>
                  <p:cNvPicPr/>
                  <p:nvPr/>
                </p:nvPicPr>
                <p:blipFill>
                  <a:blip r:embed="rId416"/>
                  <a:stretch>
                    <a:fillRect/>
                  </a:stretch>
                </p:blipFill>
                <p:spPr>
                  <a:xfrm>
                    <a:off x="4795647" y="3632952"/>
                    <a:ext cx="278280" cy="110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939FAB1E-34F8-4F14-C350-6C8E55CA36CB}"/>
                </a:ext>
              </a:extLst>
            </p:cNvPr>
            <p:cNvGrpSpPr/>
            <p:nvPr/>
          </p:nvGrpSpPr>
          <p:grpSpPr>
            <a:xfrm>
              <a:off x="953727" y="4013832"/>
              <a:ext cx="995400" cy="301320"/>
              <a:chOff x="953727" y="4013832"/>
              <a:chExt cx="995400" cy="3013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17">
                <p14:nvContentPartPr>
                  <p14:cNvPr id="341" name="Ink 340">
                    <a:extLst>
                      <a:ext uri="{FF2B5EF4-FFF2-40B4-BE49-F238E27FC236}">
                        <a16:creationId xmlns:a16="http://schemas.microsoft.com/office/drawing/2014/main" id="{5B7CE56D-ABFA-3F5E-61DC-3BCD386D948A}"/>
                      </a:ext>
                    </a:extLst>
                  </p14:cNvPr>
                  <p14:cNvContentPartPr/>
                  <p14:nvPr/>
                </p14:nvContentPartPr>
                <p14:xfrm>
                  <a:off x="1037247" y="4013832"/>
                  <a:ext cx="25200" cy="221760"/>
                </p14:xfrm>
              </p:contentPart>
            </mc:Choice>
            <mc:Fallback>
              <p:pic>
                <p:nvPicPr>
                  <p:cNvPr id="341" name="Ink 340">
                    <a:extLst>
                      <a:ext uri="{FF2B5EF4-FFF2-40B4-BE49-F238E27FC236}">
                        <a16:creationId xmlns:a16="http://schemas.microsoft.com/office/drawing/2014/main" id="{5B7CE56D-ABFA-3F5E-61DC-3BCD386D948A}"/>
                      </a:ext>
                    </a:extLst>
                  </p:cNvPr>
                  <p:cNvPicPr/>
                  <p:nvPr/>
                </p:nvPicPr>
                <p:blipFill>
                  <a:blip r:embed="rId418"/>
                  <a:stretch>
                    <a:fillRect/>
                  </a:stretch>
                </p:blipFill>
                <p:spPr>
                  <a:xfrm>
                    <a:off x="1028247" y="4005192"/>
                    <a:ext cx="42840" cy="239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9">
                <p14:nvContentPartPr>
                  <p14:cNvPr id="353" name="Ink 352">
                    <a:extLst>
                      <a:ext uri="{FF2B5EF4-FFF2-40B4-BE49-F238E27FC236}">
                        <a16:creationId xmlns:a16="http://schemas.microsoft.com/office/drawing/2014/main" id="{F5E5E8A7-C821-88B2-4D2F-B9873A49C53E}"/>
                      </a:ext>
                    </a:extLst>
                  </p14:cNvPr>
                  <p14:cNvContentPartPr/>
                  <p14:nvPr/>
                </p14:nvContentPartPr>
                <p14:xfrm>
                  <a:off x="1095567" y="4056312"/>
                  <a:ext cx="194040" cy="204120"/>
                </p14:xfrm>
              </p:contentPart>
            </mc:Choice>
            <mc:Fallback>
              <p:pic>
                <p:nvPicPr>
                  <p:cNvPr id="353" name="Ink 352">
                    <a:extLst>
                      <a:ext uri="{FF2B5EF4-FFF2-40B4-BE49-F238E27FC236}">
                        <a16:creationId xmlns:a16="http://schemas.microsoft.com/office/drawing/2014/main" id="{F5E5E8A7-C821-88B2-4D2F-B9873A49C53E}"/>
                      </a:ext>
                    </a:extLst>
                  </p:cNvPr>
                  <p:cNvPicPr/>
                  <p:nvPr/>
                </p:nvPicPr>
                <p:blipFill>
                  <a:blip r:embed="rId420"/>
                  <a:stretch>
                    <a:fillRect/>
                  </a:stretch>
                </p:blipFill>
                <p:spPr>
                  <a:xfrm>
                    <a:off x="1086927" y="4047312"/>
                    <a:ext cx="211680" cy="221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21">
                <p14:nvContentPartPr>
                  <p14:cNvPr id="354" name="Ink 353">
                    <a:extLst>
                      <a:ext uri="{FF2B5EF4-FFF2-40B4-BE49-F238E27FC236}">
                        <a16:creationId xmlns:a16="http://schemas.microsoft.com/office/drawing/2014/main" id="{9BA0B70C-E8F3-280D-6CF0-7D84473E3197}"/>
                      </a:ext>
                    </a:extLst>
                  </p14:cNvPr>
                  <p14:cNvContentPartPr/>
                  <p14:nvPr/>
                </p14:nvContentPartPr>
                <p14:xfrm>
                  <a:off x="953727" y="4114632"/>
                  <a:ext cx="149760" cy="52560"/>
                </p14:xfrm>
              </p:contentPart>
            </mc:Choice>
            <mc:Fallback>
              <p:pic>
                <p:nvPicPr>
                  <p:cNvPr id="354" name="Ink 353">
                    <a:extLst>
                      <a:ext uri="{FF2B5EF4-FFF2-40B4-BE49-F238E27FC236}">
                        <a16:creationId xmlns:a16="http://schemas.microsoft.com/office/drawing/2014/main" id="{9BA0B70C-E8F3-280D-6CF0-7D84473E3197}"/>
                      </a:ext>
                    </a:extLst>
                  </p:cNvPr>
                  <p:cNvPicPr/>
                  <p:nvPr/>
                </p:nvPicPr>
                <p:blipFill>
                  <a:blip r:embed="rId422"/>
                  <a:stretch>
                    <a:fillRect/>
                  </a:stretch>
                </p:blipFill>
                <p:spPr>
                  <a:xfrm>
                    <a:off x="945087" y="4105992"/>
                    <a:ext cx="167400" cy="70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23">
                <p14:nvContentPartPr>
                  <p14:cNvPr id="355" name="Ink 354">
                    <a:extLst>
                      <a:ext uri="{FF2B5EF4-FFF2-40B4-BE49-F238E27FC236}">
                        <a16:creationId xmlns:a16="http://schemas.microsoft.com/office/drawing/2014/main" id="{00B8C081-75A5-DE35-D562-6265F6C8BB0F}"/>
                      </a:ext>
                    </a:extLst>
                  </p14:cNvPr>
                  <p14:cNvContentPartPr/>
                  <p14:nvPr/>
                </p14:nvContentPartPr>
                <p14:xfrm>
                  <a:off x="1483647" y="4096272"/>
                  <a:ext cx="29880" cy="218880"/>
                </p14:xfrm>
              </p:contentPart>
            </mc:Choice>
            <mc:Fallback>
              <p:pic>
                <p:nvPicPr>
                  <p:cNvPr id="355" name="Ink 354">
                    <a:extLst>
                      <a:ext uri="{FF2B5EF4-FFF2-40B4-BE49-F238E27FC236}">
                        <a16:creationId xmlns:a16="http://schemas.microsoft.com/office/drawing/2014/main" id="{00B8C081-75A5-DE35-D562-6265F6C8BB0F}"/>
                      </a:ext>
                    </a:extLst>
                  </p:cNvPr>
                  <p:cNvPicPr/>
                  <p:nvPr/>
                </p:nvPicPr>
                <p:blipFill>
                  <a:blip r:embed="rId424"/>
                  <a:stretch>
                    <a:fillRect/>
                  </a:stretch>
                </p:blipFill>
                <p:spPr>
                  <a:xfrm>
                    <a:off x="1475007" y="4087272"/>
                    <a:ext cx="47520" cy="236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25">
                <p14:nvContentPartPr>
                  <p14:cNvPr id="356" name="Ink 355">
                    <a:extLst>
                      <a:ext uri="{FF2B5EF4-FFF2-40B4-BE49-F238E27FC236}">
                        <a16:creationId xmlns:a16="http://schemas.microsoft.com/office/drawing/2014/main" id="{14403678-5236-5D12-7B7E-AE7BF0D431A4}"/>
                      </a:ext>
                    </a:extLst>
                  </p14:cNvPr>
                  <p14:cNvContentPartPr/>
                  <p14:nvPr/>
                </p14:nvContentPartPr>
                <p14:xfrm>
                  <a:off x="1468527" y="4099152"/>
                  <a:ext cx="91440" cy="125280"/>
                </p14:xfrm>
              </p:contentPart>
            </mc:Choice>
            <mc:Fallback>
              <p:pic>
                <p:nvPicPr>
                  <p:cNvPr id="356" name="Ink 355">
                    <a:extLst>
                      <a:ext uri="{FF2B5EF4-FFF2-40B4-BE49-F238E27FC236}">
                        <a16:creationId xmlns:a16="http://schemas.microsoft.com/office/drawing/2014/main" id="{14403678-5236-5D12-7B7E-AE7BF0D431A4}"/>
                      </a:ext>
                    </a:extLst>
                  </p:cNvPr>
                  <p:cNvPicPr/>
                  <p:nvPr/>
                </p:nvPicPr>
                <p:blipFill>
                  <a:blip r:embed="rId426"/>
                  <a:stretch>
                    <a:fillRect/>
                  </a:stretch>
                </p:blipFill>
                <p:spPr>
                  <a:xfrm>
                    <a:off x="1459887" y="4090512"/>
                    <a:ext cx="109080" cy="142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27">
                <p14:nvContentPartPr>
                  <p14:cNvPr id="357" name="Ink 356">
                    <a:extLst>
                      <a:ext uri="{FF2B5EF4-FFF2-40B4-BE49-F238E27FC236}">
                        <a16:creationId xmlns:a16="http://schemas.microsoft.com/office/drawing/2014/main" id="{C683E5DD-25DF-4485-1201-62EFD87C400E}"/>
                      </a:ext>
                    </a:extLst>
                  </p14:cNvPr>
                  <p14:cNvContentPartPr/>
                  <p14:nvPr/>
                </p14:nvContentPartPr>
                <p14:xfrm>
                  <a:off x="1588767" y="4107432"/>
                  <a:ext cx="126360" cy="106920"/>
                </p14:xfrm>
              </p:contentPart>
            </mc:Choice>
            <mc:Fallback>
              <p:pic>
                <p:nvPicPr>
                  <p:cNvPr id="357" name="Ink 356">
                    <a:extLst>
                      <a:ext uri="{FF2B5EF4-FFF2-40B4-BE49-F238E27FC236}">
                        <a16:creationId xmlns:a16="http://schemas.microsoft.com/office/drawing/2014/main" id="{C683E5DD-25DF-4485-1201-62EFD87C400E}"/>
                      </a:ext>
                    </a:extLst>
                  </p:cNvPr>
                  <p:cNvPicPr/>
                  <p:nvPr/>
                </p:nvPicPr>
                <p:blipFill>
                  <a:blip r:embed="rId428"/>
                  <a:stretch>
                    <a:fillRect/>
                  </a:stretch>
                </p:blipFill>
                <p:spPr>
                  <a:xfrm>
                    <a:off x="1579767" y="4098432"/>
                    <a:ext cx="144000" cy="124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29">
                <p14:nvContentPartPr>
                  <p14:cNvPr id="358" name="Ink 357">
                    <a:extLst>
                      <a:ext uri="{FF2B5EF4-FFF2-40B4-BE49-F238E27FC236}">
                        <a16:creationId xmlns:a16="http://schemas.microsoft.com/office/drawing/2014/main" id="{1EFDAF37-9844-25CD-D40E-632FFA5C3D3B}"/>
                      </a:ext>
                    </a:extLst>
                  </p14:cNvPr>
                  <p14:cNvContentPartPr/>
                  <p14:nvPr/>
                </p14:nvContentPartPr>
                <p14:xfrm>
                  <a:off x="1747167" y="4035792"/>
                  <a:ext cx="42120" cy="132480"/>
                </p14:xfrm>
              </p:contentPart>
            </mc:Choice>
            <mc:Fallback>
              <p:pic>
                <p:nvPicPr>
                  <p:cNvPr id="358" name="Ink 357">
                    <a:extLst>
                      <a:ext uri="{FF2B5EF4-FFF2-40B4-BE49-F238E27FC236}">
                        <a16:creationId xmlns:a16="http://schemas.microsoft.com/office/drawing/2014/main" id="{1EFDAF37-9844-25CD-D40E-632FFA5C3D3B}"/>
                      </a:ext>
                    </a:extLst>
                  </p:cNvPr>
                  <p:cNvPicPr/>
                  <p:nvPr/>
                </p:nvPicPr>
                <p:blipFill>
                  <a:blip r:embed="rId430"/>
                  <a:stretch>
                    <a:fillRect/>
                  </a:stretch>
                </p:blipFill>
                <p:spPr>
                  <a:xfrm>
                    <a:off x="1738527" y="4027152"/>
                    <a:ext cx="59760" cy="150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1">
                <p14:nvContentPartPr>
                  <p14:cNvPr id="359" name="Ink 358">
                    <a:extLst>
                      <a:ext uri="{FF2B5EF4-FFF2-40B4-BE49-F238E27FC236}">
                        <a16:creationId xmlns:a16="http://schemas.microsoft.com/office/drawing/2014/main" id="{CE63F44A-0727-2193-BEB7-9AA696D773AF}"/>
                      </a:ext>
                    </a:extLst>
                  </p14:cNvPr>
                  <p14:cNvContentPartPr/>
                  <p14:nvPr/>
                </p14:nvContentPartPr>
                <p14:xfrm>
                  <a:off x="1808727" y="4036152"/>
                  <a:ext cx="140400" cy="138240"/>
                </p14:xfrm>
              </p:contentPart>
            </mc:Choice>
            <mc:Fallback>
              <p:pic>
                <p:nvPicPr>
                  <p:cNvPr id="359" name="Ink 358">
                    <a:extLst>
                      <a:ext uri="{FF2B5EF4-FFF2-40B4-BE49-F238E27FC236}">
                        <a16:creationId xmlns:a16="http://schemas.microsoft.com/office/drawing/2014/main" id="{CE63F44A-0727-2193-BEB7-9AA696D773AF}"/>
                      </a:ext>
                    </a:extLst>
                  </p:cNvPr>
                  <p:cNvPicPr/>
                  <p:nvPr/>
                </p:nvPicPr>
                <p:blipFill>
                  <a:blip r:embed="rId432"/>
                  <a:stretch>
                    <a:fillRect/>
                  </a:stretch>
                </p:blipFill>
                <p:spPr>
                  <a:xfrm>
                    <a:off x="1800087" y="4027512"/>
                    <a:ext cx="158040" cy="155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3">
                <p14:nvContentPartPr>
                  <p14:cNvPr id="360" name="Ink 359">
                    <a:extLst>
                      <a:ext uri="{FF2B5EF4-FFF2-40B4-BE49-F238E27FC236}">
                        <a16:creationId xmlns:a16="http://schemas.microsoft.com/office/drawing/2014/main" id="{8ADA9AE3-4ACA-9932-CC7C-450E8E629B6C}"/>
                      </a:ext>
                    </a:extLst>
                  </p14:cNvPr>
                  <p14:cNvContentPartPr/>
                  <p14:nvPr/>
                </p14:nvContentPartPr>
                <p14:xfrm>
                  <a:off x="1619727" y="4047672"/>
                  <a:ext cx="137880" cy="56160"/>
                </p14:xfrm>
              </p:contentPart>
            </mc:Choice>
            <mc:Fallback>
              <p:pic>
                <p:nvPicPr>
                  <p:cNvPr id="360" name="Ink 359">
                    <a:extLst>
                      <a:ext uri="{FF2B5EF4-FFF2-40B4-BE49-F238E27FC236}">
                        <a16:creationId xmlns:a16="http://schemas.microsoft.com/office/drawing/2014/main" id="{8ADA9AE3-4ACA-9932-CC7C-450E8E629B6C}"/>
                      </a:ext>
                    </a:extLst>
                  </p:cNvPr>
                  <p:cNvPicPr/>
                  <p:nvPr/>
                </p:nvPicPr>
                <p:blipFill>
                  <a:blip r:embed="rId434"/>
                  <a:stretch>
                    <a:fillRect/>
                  </a:stretch>
                </p:blipFill>
                <p:spPr>
                  <a:xfrm>
                    <a:off x="1611087" y="4038672"/>
                    <a:ext cx="155520" cy="738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24051859-3A4F-CF95-3BA9-72DA2F1630C1}"/>
                </a:ext>
              </a:extLst>
            </p:cNvPr>
            <p:cNvGrpSpPr/>
            <p:nvPr/>
          </p:nvGrpSpPr>
          <p:grpSpPr>
            <a:xfrm>
              <a:off x="2254407" y="3943272"/>
              <a:ext cx="1159200" cy="292680"/>
              <a:chOff x="2254407" y="3943272"/>
              <a:chExt cx="1159200" cy="292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35">
                <p14:nvContentPartPr>
                  <p14:cNvPr id="362" name="Ink 361">
                    <a:extLst>
                      <a:ext uri="{FF2B5EF4-FFF2-40B4-BE49-F238E27FC236}">
                        <a16:creationId xmlns:a16="http://schemas.microsoft.com/office/drawing/2014/main" id="{3D8833C7-EFE1-7902-D61A-63EDAECB8B11}"/>
                      </a:ext>
                    </a:extLst>
                  </p14:cNvPr>
                  <p14:cNvContentPartPr/>
                  <p14:nvPr/>
                </p14:nvContentPartPr>
                <p14:xfrm>
                  <a:off x="2254407" y="3970992"/>
                  <a:ext cx="177840" cy="227520"/>
                </p14:xfrm>
              </p:contentPart>
            </mc:Choice>
            <mc:Fallback>
              <p:pic>
                <p:nvPicPr>
                  <p:cNvPr id="362" name="Ink 361">
                    <a:extLst>
                      <a:ext uri="{FF2B5EF4-FFF2-40B4-BE49-F238E27FC236}">
                        <a16:creationId xmlns:a16="http://schemas.microsoft.com/office/drawing/2014/main" id="{3D8833C7-EFE1-7902-D61A-63EDAECB8B11}"/>
                      </a:ext>
                    </a:extLst>
                  </p:cNvPr>
                  <p:cNvPicPr/>
                  <p:nvPr/>
                </p:nvPicPr>
                <p:blipFill>
                  <a:blip r:embed="rId436"/>
                  <a:stretch>
                    <a:fillRect/>
                  </a:stretch>
                </p:blipFill>
                <p:spPr>
                  <a:xfrm>
                    <a:off x="2245767" y="3961992"/>
                    <a:ext cx="195480" cy="245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7">
                <p14:nvContentPartPr>
                  <p14:cNvPr id="363" name="Ink 362">
                    <a:extLst>
                      <a:ext uri="{FF2B5EF4-FFF2-40B4-BE49-F238E27FC236}">
                        <a16:creationId xmlns:a16="http://schemas.microsoft.com/office/drawing/2014/main" id="{CE0C1EFF-CEBC-2A96-5940-DF5E809F47CE}"/>
                      </a:ext>
                    </a:extLst>
                  </p14:cNvPr>
                  <p14:cNvContentPartPr/>
                  <p14:nvPr/>
                </p14:nvContentPartPr>
                <p14:xfrm>
                  <a:off x="2521887" y="4124712"/>
                  <a:ext cx="152640" cy="32040"/>
                </p14:xfrm>
              </p:contentPart>
            </mc:Choice>
            <mc:Fallback>
              <p:pic>
                <p:nvPicPr>
                  <p:cNvPr id="363" name="Ink 362">
                    <a:extLst>
                      <a:ext uri="{FF2B5EF4-FFF2-40B4-BE49-F238E27FC236}">
                        <a16:creationId xmlns:a16="http://schemas.microsoft.com/office/drawing/2014/main" id="{CE0C1EFF-CEBC-2A96-5940-DF5E809F47CE}"/>
                      </a:ext>
                    </a:extLst>
                  </p:cNvPr>
                  <p:cNvPicPr/>
                  <p:nvPr/>
                </p:nvPicPr>
                <p:blipFill>
                  <a:blip r:embed="rId438"/>
                  <a:stretch>
                    <a:fillRect/>
                  </a:stretch>
                </p:blipFill>
                <p:spPr>
                  <a:xfrm>
                    <a:off x="2512887" y="4115712"/>
                    <a:ext cx="170280" cy="49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9">
                <p14:nvContentPartPr>
                  <p14:cNvPr id="364" name="Ink 363">
                    <a:extLst>
                      <a:ext uri="{FF2B5EF4-FFF2-40B4-BE49-F238E27FC236}">
                        <a16:creationId xmlns:a16="http://schemas.microsoft.com/office/drawing/2014/main" id="{69AD1C68-1F36-EC6B-F3DA-6C1285DEB3C4}"/>
                      </a:ext>
                    </a:extLst>
                  </p14:cNvPr>
                  <p14:cNvContentPartPr/>
                  <p14:nvPr/>
                </p14:nvContentPartPr>
                <p14:xfrm>
                  <a:off x="2716647" y="3985392"/>
                  <a:ext cx="121320" cy="192600"/>
                </p14:xfrm>
              </p:contentPart>
            </mc:Choice>
            <mc:Fallback>
              <p:pic>
                <p:nvPicPr>
                  <p:cNvPr id="364" name="Ink 363">
                    <a:extLst>
                      <a:ext uri="{FF2B5EF4-FFF2-40B4-BE49-F238E27FC236}">
                        <a16:creationId xmlns:a16="http://schemas.microsoft.com/office/drawing/2014/main" id="{69AD1C68-1F36-EC6B-F3DA-6C1285DEB3C4}"/>
                      </a:ext>
                    </a:extLst>
                  </p:cNvPr>
                  <p:cNvPicPr/>
                  <p:nvPr/>
                </p:nvPicPr>
                <p:blipFill>
                  <a:blip r:embed="rId440"/>
                  <a:stretch>
                    <a:fillRect/>
                  </a:stretch>
                </p:blipFill>
                <p:spPr>
                  <a:xfrm>
                    <a:off x="2708007" y="3976752"/>
                    <a:ext cx="138960" cy="210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41">
                <p14:nvContentPartPr>
                  <p14:cNvPr id="365" name="Ink 364">
                    <a:extLst>
                      <a:ext uri="{FF2B5EF4-FFF2-40B4-BE49-F238E27FC236}">
                        <a16:creationId xmlns:a16="http://schemas.microsoft.com/office/drawing/2014/main" id="{7D8D98B6-A06C-0AFF-4A2F-761B4C3E67FE}"/>
                      </a:ext>
                    </a:extLst>
                  </p14:cNvPr>
                  <p14:cNvContentPartPr/>
                  <p14:nvPr/>
                </p14:nvContentPartPr>
                <p14:xfrm>
                  <a:off x="2690727" y="4089072"/>
                  <a:ext cx="127800" cy="47160"/>
                </p14:xfrm>
              </p:contentPart>
            </mc:Choice>
            <mc:Fallback>
              <p:pic>
                <p:nvPicPr>
                  <p:cNvPr id="365" name="Ink 364">
                    <a:extLst>
                      <a:ext uri="{FF2B5EF4-FFF2-40B4-BE49-F238E27FC236}">
                        <a16:creationId xmlns:a16="http://schemas.microsoft.com/office/drawing/2014/main" id="{7D8D98B6-A06C-0AFF-4A2F-761B4C3E67FE}"/>
                      </a:ext>
                    </a:extLst>
                  </p:cNvPr>
                  <p:cNvPicPr/>
                  <p:nvPr/>
                </p:nvPicPr>
                <p:blipFill>
                  <a:blip r:embed="rId442"/>
                  <a:stretch>
                    <a:fillRect/>
                  </a:stretch>
                </p:blipFill>
                <p:spPr>
                  <a:xfrm>
                    <a:off x="2682087" y="4080432"/>
                    <a:ext cx="145440" cy="6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43">
                <p14:nvContentPartPr>
                  <p14:cNvPr id="366" name="Ink 365">
                    <a:extLst>
                      <a:ext uri="{FF2B5EF4-FFF2-40B4-BE49-F238E27FC236}">
                        <a16:creationId xmlns:a16="http://schemas.microsoft.com/office/drawing/2014/main" id="{8925F9A3-79FD-7541-A05C-7A15EFDE8600}"/>
                      </a:ext>
                    </a:extLst>
                  </p14:cNvPr>
                  <p14:cNvContentPartPr/>
                  <p14:nvPr/>
                </p14:nvContentPartPr>
                <p14:xfrm>
                  <a:off x="2961807" y="4080072"/>
                  <a:ext cx="147240" cy="17640"/>
                </p14:xfrm>
              </p:contentPart>
            </mc:Choice>
            <mc:Fallback>
              <p:pic>
                <p:nvPicPr>
                  <p:cNvPr id="366" name="Ink 365">
                    <a:extLst>
                      <a:ext uri="{FF2B5EF4-FFF2-40B4-BE49-F238E27FC236}">
                        <a16:creationId xmlns:a16="http://schemas.microsoft.com/office/drawing/2014/main" id="{8925F9A3-79FD-7541-A05C-7A15EFDE8600}"/>
                      </a:ext>
                    </a:extLst>
                  </p:cNvPr>
                  <p:cNvPicPr/>
                  <p:nvPr/>
                </p:nvPicPr>
                <p:blipFill>
                  <a:blip r:embed="rId444"/>
                  <a:stretch>
                    <a:fillRect/>
                  </a:stretch>
                </p:blipFill>
                <p:spPr>
                  <a:xfrm>
                    <a:off x="2953167" y="4071072"/>
                    <a:ext cx="164880" cy="35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45">
                <p14:nvContentPartPr>
                  <p14:cNvPr id="367" name="Ink 366">
                    <a:extLst>
                      <a:ext uri="{FF2B5EF4-FFF2-40B4-BE49-F238E27FC236}">
                        <a16:creationId xmlns:a16="http://schemas.microsoft.com/office/drawing/2014/main" id="{82C435C4-0449-355F-4240-8E63EA89BD4B}"/>
                      </a:ext>
                    </a:extLst>
                  </p14:cNvPr>
                  <p14:cNvContentPartPr/>
                  <p14:nvPr/>
                </p14:nvContentPartPr>
                <p14:xfrm>
                  <a:off x="3233607" y="3943272"/>
                  <a:ext cx="180000" cy="292680"/>
                </p14:xfrm>
              </p:contentPart>
            </mc:Choice>
            <mc:Fallback>
              <p:pic>
                <p:nvPicPr>
                  <p:cNvPr id="367" name="Ink 366">
                    <a:extLst>
                      <a:ext uri="{FF2B5EF4-FFF2-40B4-BE49-F238E27FC236}">
                        <a16:creationId xmlns:a16="http://schemas.microsoft.com/office/drawing/2014/main" id="{82C435C4-0449-355F-4240-8E63EA89BD4B}"/>
                      </a:ext>
                    </a:extLst>
                  </p:cNvPr>
                  <p:cNvPicPr/>
                  <p:nvPr/>
                </p:nvPicPr>
                <p:blipFill>
                  <a:blip r:embed="rId446"/>
                  <a:stretch>
                    <a:fillRect/>
                  </a:stretch>
                </p:blipFill>
                <p:spPr>
                  <a:xfrm>
                    <a:off x="3224967" y="3934632"/>
                    <a:ext cx="197640" cy="3103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B9ADA8E6-C7BF-FE4D-DA46-DA38BDBFDA76}"/>
                </a:ext>
              </a:extLst>
            </p:cNvPr>
            <p:cNvGrpSpPr/>
            <p:nvPr/>
          </p:nvGrpSpPr>
          <p:grpSpPr>
            <a:xfrm>
              <a:off x="3868647" y="3928872"/>
              <a:ext cx="177840" cy="225000"/>
              <a:chOff x="3868647" y="3928872"/>
              <a:chExt cx="177840" cy="2250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47">
                <p14:nvContentPartPr>
                  <p14:cNvPr id="369" name="Ink 368">
                    <a:extLst>
                      <a:ext uri="{FF2B5EF4-FFF2-40B4-BE49-F238E27FC236}">
                        <a16:creationId xmlns:a16="http://schemas.microsoft.com/office/drawing/2014/main" id="{CFCC9D37-2B89-4BDB-8836-B99C31E43822}"/>
                      </a:ext>
                    </a:extLst>
                  </p14:cNvPr>
                  <p14:cNvContentPartPr/>
                  <p14:nvPr/>
                </p14:nvContentPartPr>
                <p14:xfrm>
                  <a:off x="3911127" y="3992592"/>
                  <a:ext cx="11520" cy="120240"/>
                </p14:xfrm>
              </p:contentPart>
            </mc:Choice>
            <mc:Fallback>
              <p:pic>
                <p:nvPicPr>
                  <p:cNvPr id="369" name="Ink 368">
                    <a:extLst>
                      <a:ext uri="{FF2B5EF4-FFF2-40B4-BE49-F238E27FC236}">
                        <a16:creationId xmlns:a16="http://schemas.microsoft.com/office/drawing/2014/main" id="{CFCC9D37-2B89-4BDB-8836-B99C31E43822}"/>
                      </a:ext>
                    </a:extLst>
                  </p:cNvPr>
                  <p:cNvPicPr/>
                  <p:nvPr/>
                </p:nvPicPr>
                <p:blipFill>
                  <a:blip r:embed="rId448"/>
                  <a:stretch>
                    <a:fillRect/>
                  </a:stretch>
                </p:blipFill>
                <p:spPr>
                  <a:xfrm>
                    <a:off x="3902487" y="3983952"/>
                    <a:ext cx="29160" cy="137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49">
                <p14:nvContentPartPr>
                  <p14:cNvPr id="370" name="Ink 369">
                    <a:extLst>
                      <a:ext uri="{FF2B5EF4-FFF2-40B4-BE49-F238E27FC236}">
                        <a16:creationId xmlns:a16="http://schemas.microsoft.com/office/drawing/2014/main" id="{791DFA27-2DEA-E6A9-D987-C4D2A36192BE}"/>
                      </a:ext>
                    </a:extLst>
                  </p14:cNvPr>
                  <p14:cNvContentPartPr/>
                  <p14:nvPr/>
                </p14:nvContentPartPr>
                <p14:xfrm>
                  <a:off x="3868647" y="3928872"/>
                  <a:ext cx="63000" cy="62280"/>
                </p14:xfrm>
              </p:contentPart>
            </mc:Choice>
            <mc:Fallback>
              <p:pic>
                <p:nvPicPr>
                  <p:cNvPr id="370" name="Ink 369">
                    <a:extLst>
                      <a:ext uri="{FF2B5EF4-FFF2-40B4-BE49-F238E27FC236}">
                        <a16:creationId xmlns:a16="http://schemas.microsoft.com/office/drawing/2014/main" id="{791DFA27-2DEA-E6A9-D987-C4D2A36192BE}"/>
                      </a:ext>
                    </a:extLst>
                  </p:cNvPr>
                  <p:cNvPicPr/>
                  <p:nvPr/>
                </p:nvPicPr>
                <p:blipFill>
                  <a:blip r:embed="rId450"/>
                  <a:stretch>
                    <a:fillRect/>
                  </a:stretch>
                </p:blipFill>
                <p:spPr>
                  <a:xfrm>
                    <a:off x="3860007" y="3920232"/>
                    <a:ext cx="8064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1">
                <p14:nvContentPartPr>
                  <p14:cNvPr id="371" name="Ink 370">
                    <a:extLst>
                      <a:ext uri="{FF2B5EF4-FFF2-40B4-BE49-F238E27FC236}">
                        <a16:creationId xmlns:a16="http://schemas.microsoft.com/office/drawing/2014/main" id="{FB060A2D-D57A-0B17-82F8-F8DA05C990BD}"/>
                      </a:ext>
                    </a:extLst>
                  </p14:cNvPr>
                  <p14:cNvContentPartPr/>
                  <p14:nvPr/>
                </p14:nvContentPartPr>
                <p14:xfrm>
                  <a:off x="3968007" y="4026792"/>
                  <a:ext cx="78480" cy="127080"/>
                </p14:xfrm>
              </p:contentPart>
            </mc:Choice>
            <mc:Fallback>
              <p:pic>
                <p:nvPicPr>
                  <p:cNvPr id="371" name="Ink 370">
                    <a:extLst>
                      <a:ext uri="{FF2B5EF4-FFF2-40B4-BE49-F238E27FC236}">
                        <a16:creationId xmlns:a16="http://schemas.microsoft.com/office/drawing/2014/main" id="{FB060A2D-D57A-0B17-82F8-F8DA05C990BD}"/>
                      </a:ext>
                    </a:extLst>
                  </p:cNvPr>
                  <p:cNvPicPr/>
                  <p:nvPr/>
                </p:nvPicPr>
                <p:blipFill>
                  <a:blip r:embed="rId452"/>
                  <a:stretch>
                    <a:fillRect/>
                  </a:stretch>
                </p:blipFill>
                <p:spPr>
                  <a:xfrm>
                    <a:off x="3959007" y="4018152"/>
                    <a:ext cx="96120" cy="1447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1690D307-732E-6767-D6E1-99AC04BFFCF4}"/>
                </a:ext>
              </a:extLst>
            </p:cNvPr>
            <p:cNvGrpSpPr/>
            <p:nvPr/>
          </p:nvGrpSpPr>
          <p:grpSpPr>
            <a:xfrm>
              <a:off x="4312887" y="3886752"/>
              <a:ext cx="1141920" cy="338040"/>
              <a:chOff x="4312887" y="3886752"/>
              <a:chExt cx="1141920" cy="3380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53">
                <p14:nvContentPartPr>
                  <p14:cNvPr id="372" name="Ink 371">
                    <a:extLst>
                      <a:ext uri="{FF2B5EF4-FFF2-40B4-BE49-F238E27FC236}">
                        <a16:creationId xmlns:a16="http://schemas.microsoft.com/office/drawing/2014/main" id="{6CFE8442-BD37-5838-EDB7-5FB04093B9DF}"/>
                      </a:ext>
                    </a:extLst>
                  </p14:cNvPr>
                  <p14:cNvContentPartPr/>
                  <p14:nvPr/>
                </p14:nvContentPartPr>
                <p14:xfrm>
                  <a:off x="4312887" y="3997272"/>
                  <a:ext cx="112320" cy="128160"/>
                </p14:xfrm>
              </p:contentPart>
            </mc:Choice>
            <mc:Fallback>
              <p:pic>
                <p:nvPicPr>
                  <p:cNvPr id="372" name="Ink 371">
                    <a:extLst>
                      <a:ext uri="{FF2B5EF4-FFF2-40B4-BE49-F238E27FC236}">
                        <a16:creationId xmlns:a16="http://schemas.microsoft.com/office/drawing/2014/main" id="{6CFE8442-BD37-5838-EDB7-5FB04093B9DF}"/>
                      </a:ext>
                    </a:extLst>
                  </p:cNvPr>
                  <p:cNvPicPr/>
                  <p:nvPr/>
                </p:nvPicPr>
                <p:blipFill>
                  <a:blip r:embed="rId454"/>
                  <a:stretch>
                    <a:fillRect/>
                  </a:stretch>
                </p:blipFill>
                <p:spPr>
                  <a:xfrm>
                    <a:off x="4303887" y="3988272"/>
                    <a:ext cx="129960" cy="145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5">
                <p14:nvContentPartPr>
                  <p14:cNvPr id="373" name="Ink 372">
                    <a:extLst>
                      <a:ext uri="{FF2B5EF4-FFF2-40B4-BE49-F238E27FC236}">
                        <a16:creationId xmlns:a16="http://schemas.microsoft.com/office/drawing/2014/main" id="{F1941941-40E3-F524-4D2A-F887347BA7ED}"/>
                      </a:ext>
                    </a:extLst>
                  </p14:cNvPr>
                  <p14:cNvContentPartPr/>
                  <p14:nvPr/>
                </p14:nvContentPartPr>
                <p14:xfrm>
                  <a:off x="4437447" y="4031112"/>
                  <a:ext cx="135000" cy="94320"/>
                </p14:xfrm>
              </p:contentPart>
            </mc:Choice>
            <mc:Fallback>
              <p:pic>
                <p:nvPicPr>
                  <p:cNvPr id="373" name="Ink 372">
                    <a:extLst>
                      <a:ext uri="{FF2B5EF4-FFF2-40B4-BE49-F238E27FC236}">
                        <a16:creationId xmlns:a16="http://schemas.microsoft.com/office/drawing/2014/main" id="{F1941941-40E3-F524-4D2A-F887347BA7ED}"/>
                      </a:ext>
                    </a:extLst>
                  </p:cNvPr>
                  <p:cNvPicPr/>
                  <p:nvPr/>
                </p:nvPicPr>
                <p:blipFill>
                  <a:blip r:embed="rId456"/>
                  <a:stretch>
                    <a:fillRect/>
                  </a:stretch>
                </p:blipFill>
                <p:spPr>
                  <a:xfrm>
                    <a:off x="4428807" y="4022112"/>
                    <a:ext cx="152640" cy="111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7">
                <p14:nvContentPartPr>
                  <p14:cNvPr id="374" name="Ink 373">
                    <a:extLst>
                      <a:ext uri="{FF2B5EF4-FFF2-40B4-BE49-F238E27FC236}">
                        <a16:creationId xmlns:a16="http://schemas.microsoft.com/office/drawing/2014/main" id="{8D6BE2C9-3018-F3A7-FF4B-E62D60A9ED89}"/>
                      </a:ext>
                    </a:extLst>
                  </p14:cNvPr>
                  <p14:cNvContentPartPr/>
                  <p14:nvPr/>
                </p14:nvContentPartPr>
                <p14:xfrm>
                  <a:off x="4605207" y="3886752"/>
                  <a:ext cx="18360" cy="255600"/>
                </p14:xfrm>
              </p:contentPart>
            </mc:Choice>
            <mc:Fallback>
              <p:pic>
                <p:nvPicPr>
                  <p:cNvPr id="374" name="Ink 373">
                    <a:extLst>
                      <a:ext uri="{FF2B5EF4-FFF2-40B4-BE49-F238E27FC236}">
                        <a16:creationId xmlns:a16="http://schemas.microsoft.com/office/drawing/2014/main" id="{8D6BE2C9-3018-F3A7-FF4B-E62D60A9ED89}"/>
                      </a:ext>
                    </a:extLst>
                  </p:cNvPr>
                  <p:cNvPicPr/>
                  <p:nvPr/>
                </p:nvPicPr>
                <p:blipFill>
                  <a:blip r:embed="rId458"/>
                  <a:stretch>
                    <a:fillRect/>
                  </a:stretch>
                </p:blipFill>
                <p:spPr>
                  <a:xfrm>
                    <a:off x="4596567" y="3877752"/>
                    <a:ext cx="36000" cy="273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9">
                <p14:nvContentPartPr>
                  <p14:cNvPr id="375" name="Ink 374">
                    <a:extLst>
                      <a:ext uri="{FF2B5EF4-FFF2-40B4-BE49-F238E27FC236}">
                        <a16:creationId xmlns:a16="http://schemas.microsoft.com/office/drawing/2014/main" id="{3E5C9E7E-4B13-F964-FF3A-C29CAC74F163}"/>
                      </a:ext>
                    </a:extLst>
                  </p14:cNvPr>
                  <p14:cNvContentPartPr/>
                  <p14:nvPr/>
                </p14:nvContentPartPr>
                <p14:xfrm>
                  <a:off x="4578927" y="3993672"/>
                  <a:ext cx="393120" cy="188640"/>
                </p14:xfrm>
              </p:contentPart>
            </mc:Choice>
            <mc:Fallback>
              <p:pic>
                <p:nvPicPr>
                  <p:cNvPr id="375" name="Ink 374">
                    <a:extLst>
                      <a:ext uri="{FF2B5EF4-FFF2-40B4-BE49-F238E27FC236}">
                        <a16:creationId xmlns:a16="http://schemas.microsoft.com/office/drawing/2014/main" id="{3E5C9E7E-4B13-F964-FF3A-C29CAC74F163}"/>
                      </a:ext>
                    </a:extLst>
                  </p:cNvPr>
                  <p:cNvPicPr/>
                  <p:nvPr/>
                </p:nvPicPr>
                <p:blipFill>
                  <a:blip r:embed="rId460"/>
                  <a:stretch>
                    <a:fillRect/>
                  </a:stretch>
                </p:blipFill>
                <p:spPr>
                  <a:xfrm>
                    <a:off x="4570287" y="3985032"/>
                    <a:ext cx="410760" cy="20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1">
                <p14:nvContentPartPr>
                  <p14:cNvPr id="376" name="Ink 375">
                    <a:extLst>
                      <a:ext uri="{FF2B5EF4-FFF2-40B4-BE49-F238E27FC236}">
                        <a16:creationId xmlns:a16="http://schemas.microsoft.com/office/drawing/2014/main" id="{ED7566F2-A4E0-3534-5440-9BFBF0587C74}"/>
                      </a:ext>
                    </a:extLst>
                  </p14:cNvPr>
                  <p14:cNvContentPartPr/>
                  <p14:nvPr/>
                </p14:nvContentPartPr>
                <p14:xfrm>
                  <a:off x="4965927" y="4040112"/>
                  <a:ext cx="254520" cy="95760"/>
                </p14:xfrm>
              </p:contentPart>
            </mc:Choice>
            <mc:Fallback>
              <p:pic>
                <p:nvPicPr>
                  <p:cNvPr id="376" name="Ink 375">
                    <a:extLst>
                      <a:ext uri="{FF2B5EF4-FFF2-40B4-BE49-F238E27FC236}">
                        <a16:creationId xmlns:a16="http://schemas.microsoft.com/office/drawing/2014/main" id="{ED7566F2-A4E0-3534-5440-9BFBF0587C74}"/>
                      </a:ext>
                    </a:extLst>
                  </p:cNvPr>
                  <p:cNvPicPr/>
                  <p:nvPr/>
                </p:nvPicPr>
                <p:blipFill>
                  <a:blip r:embed="rId462"/>
                  <a:stretch>
                    <a:fillRect/>
                  </a:stretch>
                </p:blipFill>
                <p:spPr>
                  <a:xfrm>
                    <a:off x="4956927" y="4031112"/>
                    <a:ext cx="272160" cy="113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3">
                <p14:nvContentPartPr>
                  <p14:cNvPr id="377" name="Ink 376">
                    <a:extLst>
                      <a:ext uri="{FF2B5EF4-FFF2-40B4-BE49-F238E27FC236}">
                        <a16:creationId xmlns:a16="http://schemas.microsoft.com/office/drawing/2014/main" id="{274D5DD3-964A-2EA5-EC3B-ACE6DF94A5DA}"/>
                      </a:ext>
                    </a:extLst>
                  </p14:cNvPr>
                  <p14:cNvContentPartPr/>
                  <p14:nvPr/>
                </p14:nvContentPartPr>
                <p14:xfrm>
                  <a:off x="5207487" y="3913752"/>
                  <a:ext cx="111960" cy="221400"/>
                </p14:xfrm>
              </p:contentPart>
            </mc:Choice>
            <mc:Fallback>
              <p:pic>
                <p:nvPicPr>
                  <p:cNvPr id="377" name="Ink 376">
                    <a:extLst>
                      <a:ext uri="{FF2B5EF4-FFF2-40B4-BE49-F238E27FC236}">
                        <a16:creationId xmlns:a16="http://schemas.microsoft.com/office/drawing/2014/main" id="{274D5DD3-964A-2EA5-EC3B-ACE6DF94A5DA}"/>
                      </a:ext>
                    </a:extLst>
                  </p:cNvPr>
                  <p:cNvPicPr/>
                  <p:nvPr/>
                </p:nvPicPr>
                <p:blipFill>
                  <a:blip r:embed="rId464"/>
                  <a:stretch>
                    <a:fillRect/>
                  </a:stretch>
                </p:blipFill>
                <p:spPr>
                  <a:xfrm>
                    <a:off x="5198487" y="3905112"/>
                    <a:ext cx="129600" cy="23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5">
                <p14:nvContentPartPr>
                  <p14:cNvPr id="378" name="Ink 377">
                    <a:extLst>
                      <a:ext uri="{FF2B5EF4-FFF2-40B4-BE49-F238E27FC236}">
                        <a16:creationId xmlns:a16="http://schemas.microsoft.com/office/drawing/2014/main" id="{1BE5A7F3-977A-5EDC-172D-4DD83F27FB47}"/>
                      </a:ext>
                    </a:extLst>
                  </p14:cNvPr>
                  <p14:cNvContentPartPr/>
                  <p14:nvPr/>
                </p14:nvContentPartPr>
                <p14:xfrm>
                  <a:off x="5415207" y="3945432"/>
                  <a:ext cx="22320" cy="194040"/>
                </p14:xfrm>
              </p:contentPart>
            </mc:Choice>
            <mc:Fallback>
              <p:pic>
                <p:nvPicPr>
                  <p:cNvPr id="378" name="Ink 377">
                    <a:extLst>
                      <a:ext uri="{FF2B5EF4-FFF2-40B4-BE49-F238E27FC236}">
                        <a16:creationId xmlns:a16="http://schemas.microsoft.com/office/drawing/2014/main" id="{1BE5A7F3-977A-5EDC-172D-4DD83F27FB47}"/>
                      </a:ext>
                    </a:extLst>
                  </p:cNvPr>
                  <p:cNvPicPr/>
                  <p:nvPr/>
                </p:nvPicPr>
                <p:blipFill>
                  <a:blip r:embed="rId466"/>
                  <a:stretch>
                    <a:fillRect/>
                  </a:stretch>
                </p:blipFill>
                <p:spPr>
                  <a:xfrm>
                    <a:off x="5406567" y="3936432"/>
                    <a:ext cx="39960" cy="211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7">
                <p14:nvContentPartPr>
                  <p14:cNvPr id="379" name="Ink 378">
                    <a:extLst>
                      <a:ext uri="{FF2B5EF4-FFF2-40B4-BE49-F238E27FC236}">
                        <a16:creationId xmlns:a16="http://schemas.microsoft.com/office/drawing/2014/main" id="{B53026E3-905D-C6F9-43EC-12F700354380}"/>
                      </a:ext>
                    </a:extLst>
                  </p14:cNvPr>
                  <p14:cNvContentPartPr/>
                  <p14:nvPr/>
                </p14:nvContentPartPr>
                <p14:xfrm>
                  <a:off x="5412687" y="4175112"/>
                  <a:ext cx="42120" cy="49680"/>
                </p14:xfrm>
              </p:contentPart>
            </mc:Choice>
            <mc:Fallback>
              <p:pic>
                <p:nvPicPr>
                  <p:cNvPr id="379" name="Ink 378">
                    <a:extLst>
                      <a:ext uri="{FF2B5EF4-FFF2-40B4-BE49-F238E27FC236}">
                        <a16:creationId xmlns:a16="http://schemas.microsoft.com/office/drawing/2014/main" id="{B53026E3-905D-C6F9-43EC-12F700354380}"/>
                      </a:ext>
                    </a:extLst>
                  </p:cNvPr>
                  <p:cNvPicPr/>
                  <p:nvPr/>
                </p:nvPicPr>
                <p:blipFill>
                  <a:blip r:embed="rId468"/>
                  <a:stretch>
                    <a:fillRect/>
                  </a:stretch>
                </p:blipFill>
                <p:spPr>
                  <a:xfrm>
                    <a:off x="5404047" y="4166472"/>
                    <a:ext cx="59760" cy="673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23B6BE82-7F28-01FD-4145-EA006CE263CB}"/>
              </a:ext>
            </a:extLst>
          </p:cNvPr>
          <p:cNvGrpSpPr/>
          <p:nvPr/>
        </p:nvGrpSpPr>
        <p:grpSpPr>
          <a:xfrm>
            <a:off x="596247" y="4418112"/>
            <a:ext cx="5200920" cy="441720"/>
            <a:chOff x="596247" y="4418112"/>
            <a:chExt cx="520092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420C7AD-087B-6EA8-BA2C-91ADCBD2B993}"/>
                    </a:ext>
                  </a:extLst>
                </p14:cNvPr>
                <p14:cNvContentPartPr/>
                <p14:nvPr/>
              </p14:nvContentPartPr>
              <p14:xfrm>
                <a:off x="596247" y="4523232"/>
                <a:ext cx="167040" cy="2286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420C7AD-087B-6EA8-BA2C-91ADCBD2B99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87607" y="4514232"/>
                  <a:ext cx="184680" cy="2462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3EEB127A-3F30-62DE-447C-F206234DF1C9}"/>
                </a:ext>
              </a:extLst>
            </p:cNvPr>
            <p:cNvGrpSpPr/>
            <p:nvPr/>
          </p:nvGrpSpPr>
          <p:grpSpPr>
            <a:xfrm>
              <a:off x="1056687" y="4489392"/>
              <a:ext cx="880560" cy="199440"/>
              <a:chOff x="1056687" y="4489392"/>
              <a:chExt cx="880560" cy="1994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71">
                <p14:nvContentPartPr>
                  <p14:cNvPr id="383" name="Ink 382">
                    <a:extLst>
                      <a:ext uri="{FF2B5EF4-FFF2-40B4-BE49-F238E27FC236}">
                        <a16:creationId xmlns:a16="http://schemas.microsoft.com/office/drawing/2014/main" id="{5752CF06-F4A8-23B8-14B2-496FDE370AF3}"/>
                      </a:ext>
                    </a:extLst>
                  </p14:cNvPr>
                  <p14:cNvContentPartPr/>
                  <p14:nvPr/>
                </p14:nvContentPartPr>
                <p14:xfrm>
                  <a:off x="1056687" y="4490112"/>
                  <a:ext cx="45000" cy="138240"/>
                </p14:xfrm>
              </p:contentPart>
            </mc:Choice>
            <mc:Fallback>
              <p:pic>
                <p:nvPicPr>
                  <p:cNvPr id="383" name="Ink 382">
                    <a:extLst>
                      <a:ext uri="{FF2B5EF4-FFF2-40B4-BE49-F238E27FC236}">
                        <a16:creationId xmlns:a16="http://schemas.microsoft.com/office/drawing/2014/main" id="{5752CF06-F4A8-23B8-14B2-496FDE370AF3}"/>
                      </a:ext>
                    </a:extLst>
                  </p:cNvPr>
                  <p:cNvPicPr/>
                  <p:nvPr/>
                </p:nvPicPr>
                <p:blipFill>
                  <a:blip r:embed="rId472"/>
                  <a:stretch>
                    <a:fillRect/>
                  </a:stretch>
                </p:blipFill>
                <p:spPr>
                  <a:xfrm>
                    <a:off x="1047687" y="4481472"/>
                    <a:ext cx="62640" cy="155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3">
                <p14:nvContentPartPr>
                  <p14:cNvPr id="384" name="Ink 383">
                    <a:extLst>
                      <a:ext uri="{FF2B5EF4-FFF2-40B4-BE49-F238E27FC236}">
                        <a16:creationId xmlns:a16="http://schemas.microsoft.com/office/drawing/2014/main" id="{9F2EAA62-2D9B-C326-B9C1-0186AA0D751F}"/>
                      </a:ext>
                    </a:extLst>
                  </p14:cNvPr>
                  <p14:cNvContentPartPr/>
                  <p14:nvPr/>
                </p14:nvContentPartPr>
                <p14:xfrm>
                  <a:off x="1086207" y="4495512"/>
                  <a:ext cx="162720" cy="183960"/>
                </p14:xfrm>
              </p:contentPart>
            </mc:Choice>
            <mc:Fallback>
              <p:pic>
                <p:nvPicPr>
                  <p:cNvPr id="384" name="Ink 383">
                    <a:extLst>
                      <a:ext uri="{FF2B5EF4-FFF2-40B4-BE49-F238E27FC236}">
                        <a16:creationId xmlns:a16="http://schemas.microsoft.com/office/drawing/2014/main" id="{9F2EAA62-2D9B-C326-B9C1-0186AA0D751F}"/>
                      </a:ext>
                    </a:extLst>
                  </p:cNvPr>
                  <p:cNvPicPr/>
                  <p:nvPr/>
                </p:nvPicPr>
                <p:blipFill>
                  <a:blip r:embed="rId474"/>
                  <a:stretch>
                    <a:fillRect/>
                  </a:stretch>
                </p:blipFill>
                <p:spPr>
                  <a:xfrm>
                    <a:off x="1077567" y="4486512"/>
                    <a:ext cx="180360" cy="201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5">
                <p14:nvContentPartPr>
                  <p14:cNvPr id="385" name="Ink 384">
                    <a:extLst>
                      <a:ext uri="{FF2B5EF4-FFF2-40B4-BE49-F238E27FC236}">
                        <a16:creationId xmlns:a16="http://schemas.microsoft.com/office/drawing/2014/main" id="{D769B48D-6199-5A95-3FDA-D2014A004876}"/>
                      </a:ext>
                    </a:extLst>
                  </p14:cNvPr>
                  <p14:cNvContentPartPr/>
                  <p14:nvPr/>
                </p14:nvContentPartPr>
                <p14:xfrm>
                  <a:off x="1311207" y="4489392"/>
                  <a:ext cx="257760" cy="171720"/>
                </p14:xfrm>
              </p:contentPart>
            </mc:Choice>
            <mc:Fallback>
              <p:pic>
                <p:nvPicPr>
                  <p:cNvPr id="385" name="Ink 384">
                    <a:extLst>
                      <a:ext uri="{FF2B5EF4-FFF2-40B4-BE49-F238E27FC236}">
                        <a16:creationId xmlns:a16="http://schemas.microsoft.com/office/drawing/2014/main" id="{D769B48D-6199-5A95-3FDA-D2014A004876}"/>
                      </a:ext>
                    </a:extLst>
                  </p:cNvPr>
                  <p:cNvPicPr/>
                  <p:nvPr/>
                </p:nvPicPr>
                <p:blipFill>
                  <a:blip r:embed="rId476"/>
                  <a:stretch>
                    <a:fillRect/>
                  </a:stretch>
                </p:blipFill>
                <p:spPr>
                  <a:xfrm>
                    <a:off x="1302207" y="4480752"/>
                    <a:ext cx="275400" cy="189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7">
                <p14:nvContentPartPr>
                  <p14:cNvPr id="386" name="Ink 385">
                    <a:extLst>
                      <a:ext uri="{FF2B5EF4-FFF2-40B4-BE49-F238E27FC236}">
                        <a16:creationId xmlns:a16="http://schemas.microsoft.com/office/drawing/2014/main" id="{1C3EEAE3-05C2-93D5-330D-659597707458}"/>
                      </a:ext>
                    </a:extLst>
                  </p14:cNvPr>
                  <p14:cNvContentPartPr/>
                  <p14:nvPr/>
                </p14:nvContentPartPr>
                <p14:xfrm>
                  <a:off x="1516767" y="4496952"/>
                  <a:ext cx="30240" cy="20880"/>
                </p14:xfrm>
              </p:contentPart>
            </mc:Choice>
            <mc:Fallback>
              <p:pic>
                <p:nvPicPr>
                  <p:cNvPr id="386" name="Ink 385">
                    <a:extLst>
                      <a:ext uri="{FF2B5EF4-FFF2-40B4-BE49-F238E27FC236}">
                        <a16:creationId xmlns:a16="http://schemas.microsoft.com/office/drawing/2014/main" id="{1C3EEAE3-05C2-93D5-330D-659597707458}"/>
                      </a:ext>
                    </a:extLst>
                  </p:cNvPr>
                  <p:cNvPicPr/>
                  <p:nvPr/>
                </p:nvPicPr>
                <p:blipFill>
                  <a:blip r:embed="rId478"/>
                  <a:stretch>
                    <a:fillRect/>
                  </a:stretch>
                </p:blipFill>
                <p:spPr>
                  <a:xfrm>
                    <a:off x="1507767" y="4487952"/>
                    <a:ext cx="47880" cy="38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9">
                <p14:nvContentPartPr>
                  <p14:cNvPr id="387" name="Ink 386">
                    <a:extLst>
                      <a:ext uri="{FF2B5EF4-FFF2-40B4-BE49-F238E27FC236}">
                        <a16:creationId xmlns:a16="http://schemas.microsoft.com/office/drawing/2014/main" id="{836160BE-942C-F0A1-621A-B8C2BC34AE68}"/>
                      </a:ext>
                    </a:extLst>
                  </p14:cNvPr>
                  <p14:cNvContentPartPr/>
                  <p14:nvPr/>
                </p14:nvContentPartPr>
                <p14:xfrm>
                  <a:off x="1647447" y="4492272"/>
                  <a:ext cx="289800" cy="196560"/>
                </p14:xfrm>
              </p:contentPart>
            </mc:Choice>
            <mc:Fallback>
              <p:pic>
                <p:nvPicPr>
                  <p:cNvPr id="387" name="Ink 386">
                    <a:extLst>
                      <a:ext uri="{FF2B5EF4-FFF2-40B4-BE49-F238E27FC236}">
                        <a16:creationId xmlns:a16="http://schemas.microsoft.com/office/drawing/2014/main" id="{836160BE-942C-F0A1-621A-B8C2BC34AE68}"/>
                      </a:ext>
                    </a:extLst>
                  </p:cNvPr>
                  <p:cNvPicPr/>
                  <p:nvPr/>
                </p:nvPicPr>
                <p:blipFill>
                  <a:blip r:embed="rId480"/>
                  <a:stretch>
                    <a:fillRect/>
                  </a:stretch>
                </p:blipFill>
                <p:spPr>
                  <a:xfrm>
                    <a:off x="1638807" y="4483632"/>
                    <a:ext cx="307440" cy="2142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02AD0A29-6A30-D2D7-6A05-4FA1D01FA997}"/>
                </a:ext>
              </a:extLst>
            </p:cNvPr>
            <p:cNvGrpSpPr/>
            <p:nvPr/>
          </p:nvGrpSpPr>
          <p:grpSpPr>
            <a:xfrm>
              <a:off x="2158647" y="4482192"/>
              <a:ext cx="184680" cy="179280"/>
              <a:chOff x="2158647" y="4482192"/>
              <a:chExt cx="184680" cy="1792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81">
                <p14:nvContentPartPr>
                  <p14:cNvPr id="388" name="Ink 387">
                    <a:extLst>
                      <a:ext uri="{FF2B5EF4-FFF2-40B4-BE49-F238E27FC236}">
                        <a16:creationId xmlns:a16="http://schemas.microsoft.com/office/drawing/2014/main" id="{72692B68-01E0-D113-A281-0A1899545398}"/>
                      </a:ext>
                    </a:extLst>
                  </p14:cNvPr>
                  <p14:cNvContentPartPr/>
                  <p14:nvPr/>
                </p14:nvContentPartPr>
                <p14:xfrm>
                  <a:off x="2190327" y="4541592"/>
                  <a:ext cx="26280" cy="118440"/>
                </p14:xfrm>
              </p:contentPart>
            </mc:Choice>
            <mc:Fallback>
              <p:pic>
                <p:nvPicPr>
                  <p:cNvPr id="388" name="Ink 387">
                    <a:extLst>
                      <a:ext uri="{FF2B5EF4-FFF2-40B4-BE49-F238E27FC236}">
                        <a16:creationId xmlns:a16="http://schemas.microsoft.com/office/drawing/2014/main" id="{72692B68-01E0-D113-A281-0A1899545398}"/>
                      </a:ext>
                    </a:extLst>
                  </p:cNvPr>
                  <p:cNvPicPr/>
                  <p:nvPr/>
                </p:nvPicPr>
                <p:blipFill>
                  <a:blip r:embed="rId482"/>
                  <a:stretch>
                    <a:fillRect/>
                  </a:stretch>
                </p:blipFill>
                <p:spPr>
                  <a:xfrm>
                    <a:off x="2181327" y="4532592"/>
                    <a:ext cx="43920" cy="136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83">
                <p14:nvContentPartPr>
                  <p14:cNvPr id="389" name="Ink 388">
                    <a:extLst>
                      <a:ext uri="{FF2B5EF4-FFF2-40B4-BE49-F238E27FC236}">
                        <a16:creationId xmlns:a16="http://schemas.microsoft.com/office/drawing/2014/main" id="{CB5F5FEB-CC92-BA01-1CEE-BD7985C10CD3}"/>
                      </a:ext>
                    </a:extLst>
                  </p14:cNvPr>
                  <p14:cNvContentPartPr/>
                  <p14:nvPr/>
                </p14:nvContentPartPr>
                <p14:xfrm>
                  <a:off x="2158647" y="4482192"/>
                  <a:ext cx="51840" cy="29880"/>
                </p14:xfrm>
              </p:contentPart>
            </mc:Choice>
            <mc:Fallback>
              <p:pic>
                <p:nvPicPr>
                  <p:cNvPr id="389" name="Ink 388">
                    <a:extLst>
                      <a:ext uri="{FF2B5EF4-FFF2-40B4-BE49-F238E27FC236}">
                        <a16:creationId xmlns:a16="http://schemas.microsoft.com/office/drawing/2014/main" id="{CB5F5FEB-CC92-BA01-1CEE-BD7985C10CD3}"/>
                      </a:ext>
                    </a:extLst>
                  </p:cNvPr>
                  <p:cNvPicPr/>
                  <p:nvPr/>
                </p:nvPicPr>
                <p:blipFill>
                  <a:blip r:embed="rId484"/>
                  <a:stretch>
                    <a:fillRect/>
                  </a:stretch>
                </p:blipFill>
                <p:spPr>
                  <a:xfrm>
                    <a:off x="2150007" y="4473552"/>
                    <a:ext cx="69480" cy="47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85">
                <p14:nvContentPartPr>
                  <p14:cNvPr id="390" name="Ink 389">
                    <a:extLst>
                      <a:ext uri="{FF2B5EF4-FFF2-40B4-BE49-F238E27FC236}">
                        <a16:creationId xmlns:a16="http://schemas.microsoft.com/office/drawing/2014/main" id="{3F95B8B6-A9A9-E395-153C-81E597A6C4E3}"/>
                      </a:ext>
                    </a:extLst>
                  </p14:cNvPr>
                  <p14:cNvContentPartPr/>
                  <p14:nvPr/>
                </p14:nvContentPartPr>
                <p14:xfrm>
                  <a:off x="2241807" y="4513872"/>
                  <a:ext cx="101520" cy="147600"/>
                </p14:xfrm>
              </p:contentPart>
            </mc:Choice>
            <mc:Fallback>
              <p:pic>
                <p:nvPicPr>
                  <p:cNvPr id="390" name="Ink 389">
                    <a:extLst>
                      <a:ext uri="{FF2B5EF4-FFF2-40B4-BE49-F238E27FC236}">
                        <a16:creationId xmlns:a16="http://schemas.microsoft.com/office/drawing/2014/main" id="{3F95B8B6-A9A9-E395-153C-81E597A6C4E3}"/>
                      </a:ext>
                    </a:extLst>
                  </p:cNvPr>
                  <p:cNvPicPr/>
                  <p:nvPr/>
                </p:nvPicPr>
                <p:blipFill>
                  <a:blip r:embed="rId486"/>
                  <a:stretch>
                    <a:fillRect/>
                  </a:stretch>
                </p:blipFill>
                <p:spPr>
                  <a:xfrm>
                    <a:off x="2233167" y="4505232"/>
                    <a:ext cx="119160" cy="1652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766B6C11-2991-645A-0D5B-67BE6EC0278D}"/>
                </a:ext>
              </a:extLst>
            </p:cNvPr>
            <p:cNvGrpSpPr/>
            <p:nvPr/>
          </p:nvGrpSpPr>
          <p:grpSpPr>
            <a:xfrm>
              <a:off x="2609007" y="4418112"/>
              <a:ext cx="3188160" cy="441720"/>
              <a:chOff x="2609007" y="4418112"/>
              <a:chExt cx="3188160" cy="4417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87">
                <p14:nvContentPartPr>
                  <p14:cNvPr id="393" name="Ink 392">
                    <a:extLst>
                      <a:ext uri="{FF2B5EF4-FFF2-40B4-BE49-F238E27FC236}">
                        <a16:creationId xmlns:a16="http://schemas.microsoft.com/office/drawing/2014/main" id="{0F7D76A1-2D67-3B7E-44B7-BB08A30A1DE6}"/>
                      </a:ext>
                    </a:extLst>
                  </p14:cNvPr>
                  <p14:cNvContentPartPr/>
                  <p14:nvPr/>
                </p14:nvContentPartPr>
                <p14:xfrm>
                  <a:off x="2609007" y="4545192"/>
                  <a:ext cx="191160" cy="86040"/>
                </p14:xfrm>
              </p:contentPart>
            </mc:Choice>
            <mc:Fallback>
              <p:pic>
                <p:nvPicPr>
                  <p:cNvPr id="393" name="Ink 392">
                    <a:extLst>
                      <a:ext uri="{FF2B5EF4-FFF2-40B4-BE49-F238E27FC236}">
                        <a16:creationId xmlns:a16="http://schemas.microsoft.com/office/drawing/2014/main" id="{0F7D76A1-2D67-3B7E-44B7-BB08A30A1DE6}"/>
                      </a:ext>
                    </a:extLst>
                  </p:cNvPr>
                  <p:cNvPicPr/>
                  <p:nvPr/>
                </p:nvPicPr>
                <p:blipFill>
                  <a:blip r:embed="rId488"/>
                  <a:stretch>
                    <a:fillRect/>
                  </a:stretch>
                </p:blipFill>
                <p:spPr>
                  <a:xfrm>
                    <a:off x="2600007" y="4536192"/>
                    <a:ext cx="208800" cy="103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89">
                <p14:nvContentPartPr>
                  <p14:cNvPr id="394" name="Ink 393">
                    <a:extLst>
                      <a:ext uri="{FF2B5EF4-FFF2-40B4-BE49-F238E27FC236}">
                        <a16:creationId xmlns:a16="http://schemas.microsoft.com/office/drawing/2014/main" id="{9B66119D-F742-F3F8-B221-089997AECDDB}"/>
                      </a:ext>
                    </a:extLst>
                  </p14:cNvPr>
                  <p14:cNvContentPartPr/>
                  <p14:nvPr/>
                </p14:nvContentPartPr>
                <p14:xfrm>
                  <a:off x="2827887" y="4521432"/>
                  <a:ext cx="78480" cy="119520"/>
                </p14:xfrm>
              </p:contentPart>
            </mc:Choice>
            <mc:Fallback>
              <p:pic>
                <p:nvPicPr>
                  <p:cNvPr id="394" name="Ink 393">
                    <a:extLst>
                      <a:ext uri="{FF2B5EF4-FFF2-40B4-BE49-F238E27FC236}">
                        <a16:creationId xmlns:a16="http://schemas.microsoft.com/office/drawing/2014/main" id="{9B66119D-F742-F3F8-B221-089997AECDDB}"/>
                      </a:ext>
                    </a:extLst>
                  </p:cNvPr>
                  <p:cNvPicPr/>
                  <p:nvPr/>
                </p:nvPicPr>
                <p:blipFill>
                  <a:blip r:embed="rId490"/>
                  <a:stretch>
                    <a:fillRect/>
                  </a:stretch>
                </p:blipFill>
                <p:spPr>
                  <a:xfrm>
                    <a:off x="2818887" y="4512792"/>
                    <a:ext cx="96120" cy="137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1">
                <p14:nvContentPartPr>
                  <p14:cNvPr id="395" name="Ink 394">
                    <a:extLst>
                      <a:ext uri="{FF2B5EF4-FFF2-40B4-BE49-F238E27FC236}">
                        <a16:creationId xmlns:a16="http://schemas.microsoft.com/office/drawing/2014/main" id="{DE94DB3D-8339-8034-C006-79F018E1E71C}"/>
                      </a:ext>
                    </a:extLst>
                  </p14:cNvPr>
                  <p14:cNvContentPartPr/>
                  <p14:nvPr/>
                </p14:nvContentPartPr>
                <p14:xfrm>
                  <a:off x="2933367" y="4468152"/>
                  <a:ext cx="85680" cy="208800"/>
                </p14:xfrm>
              </p:contentPart>
            </mc:Choice>
            <mc:Fallback>
              <p:pic>
                <p:nvPicPr>
                  <p:cNvPr id="395" name="Ink 394">
                    <a:extLst>
                      <a:ext uri="{FF2B5EF4-FFF2-40B4-BE49-F238E27FC236}">
                        <a16:creationId xmlns:a16="http://schemas.microsoft.com/office/drawing/2014/main" id="{DE94DB3D-8339-8034-C006-79F018E1E71C}"/>
                      </a:ext>
                    </a:extLst>
                  </p:cNvPr>
                  <p:cNvPicPr/>
                  <p:nvPr/>
                </p:nvPicPr>
                <p:blipFill>
                  <a:blip r:embed="rId492"/>
                  <a:stretch>
                    <a:fillRect/>
                  </a:stretch>
                </p:blipFill>
                <p:spPr>
                  <a:xfrm>
                    <a:off x="2924367" y="4459512"/>
                    <a:ext cx="103320" cy="226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3">
                <p14:nvContentPartPr>
                  <p14:cNvPr id="396" name="Ink 395">
                    <a:extLst>
                      <a:ext uri="{FF2B5EF4-FFF2-40B4-BE49-F238E27FC236}">
                        <a16:creationId xmlns:a16="http://schemas.microsoft.com/office/drawing/2014/main" id="{58F2CB54-F7AD-E871-68F5-1A8941A0FEBE}"/>
                      </a:ext>
                    </a:extLst>
                  </p14:cNvPr>
                  <p14:cNvContentPartPr/>
                  <p14:nvPr/>
                </p14:nvContentPartPr>
                <p14:xfrm>
                  <a:off x="2939127" y="4557792"/>
                  <a:ext cx="117000" cy="49320"/>
                </p14:xfrm>
              </p:contentPart>
            </mc:Choice>
            <mc:Fallback>
              <p:pic>
                <p:nvPicPr>
                  <p:cNvPr id="396" name="Ink 395">
                    <a:extLst>
                      <a:ext uri="{FF2B5EF4-FFF2-40B4-BE49-F238E27FC236}">
                        <a16:creationId xmlns:a16="http://schemas.microsoft.com/office/drawing/2014/main" id="{58F2CB54-F7AD-E871-68F5-1A8941A0FEBE}"/>
                      </a:ext>
                    </a:extLst>
                  </p:cNvPr>
                  <p:cNvPicPr/>
                  <p:nvPr/>
                </p:nvPicPr>
                <p:blipFill>
                  <a:blip r:embed="rId494"/>
                  <a:stretch>
                    <a:fillRect/>
                  </a:stretch>
                </p:blipFill>
                <p:spPr>
                  <a:xfrm>
                    <a:off x="2930487" y="4549152"/>
                    <a:ext cx="134640" cy="66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5">
                <p14:nvContentPartPr>
                  <p14:cNvPr id="397" name="Ink 396">
                    <a:extLst>
                      <a:ext uri="{FF2B5EF4-FFF2-40B4-BE49-F238E27FC236}">
                        <a16:creationId xmlns:a16="http://schemas.microsoft.com/office/drawing/2014/main" id="{106B53A7-36EC-C52A-1E26-C0B045E54519}"/>
                      </a:ext>
                    </a:extLst>
                  </p14:cNvPr>
                  <p14:cNvContentPartPr/>
                  <p14:nvPr/>
                </p14:nvContentPartPr>
                <p14:xfrm>
                  <a:off x="3226047" y="4479672"/>
                  <a:ext cx="46440" cy="175320"/>
                </p14:xfrm>
              </p:contentPart>
            </mc:Choice>
            <mc:Fallback>
              <p:pic>
                <p:nvPicPr>
                  <p:cNvPr id="397" name="Ink 396">
                    <a:extLst>
                      <a:ext uri="{FF2B5EF4-FFF2-40B4-BE49-F238E27FC236}">
                        <a16:creationId xmlns:a16="http://schemas.microsoft.com/office/drawing/2014/main" id="{106B53A7-36EC-C52A-1E26-C0B045E54519}"/>
                      </a:ext>
                    </a:extLst>
                  </p:cNvPr>
                  <p:cNvPicPr/>
                  <p:nvPr/>
                </p:nvPicPr>
                <p:blipFill>
                  <a:blip r:embed="rId496"/>
                  <a:stretch>
                    <a:fillRect/>
                  </a:stretch>
                </p:blipFill>
                <p:spPr>
                  <a:xfrm>
                    <a:off x="3217047" y="4470672"/>
                    <a:ext cx="64080" cy="192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7">
                <p14:nvContentPartPr>
                  <p14:cNvPr id="398" name="Ink 397">
                    <a:extLst>
                      <a:ext uri="{FF2B5EF4-FFF2-40B4-BE49-F238E27FC236}">
                        <a16:creationId xmlns:a16="http://schemas.microsoft.com/office/drawing/2014/main" id="{EC68F0F2-CEAB-20E4-CB8B-374AAA2656AE}"/>
                      </a:ext>
                    </a:extLst>
                  </p14:cNvPr>
                  <p14:cNvContentPartPr/>
                  <p14:nvPr/>
                </p14:nvContentPartPr>
                <p14:xfrm>
                  <a:off x="3309207" y="4476792"/>
                  <a:ext cx="223200" cy="194400"/>
                </p14:xfrm>
              </p:contentPart>
            </mc:Choice>
            <mc:Fallback>
              <p:pic>
                <p:nvPicPr>
                  <p:cNvPr id="398" name="Ink 397">
                    <a:extLst>
                      <a:ext uri="{FF2B5EF4-FFF2-40B4-BE49-F238E27FC236}">
                        <a16:creationId xmlns:a16="http://schemas.microsoft.com/office/drawing/2014/main" id="{EC68F0F2-CEAB-20E4-CB8B-374AAA2656AE}"/>
                      </a:ext>
                    </a:extLst>
                  </p:cNvPr>
                  <p:cNvPicPr/>
                  <p:nvPr/>
                </p:nvPicPr>
                <p:blipFill>
                  <a:blip r:embed="rId498"/>
                  <a:stretch>
                    <a:fillRect/>
                  </a:stretch>
                </p:blipFill>
                <p:spPr>
                  <a:xfrm>
                    <a:off x="3300567" y="4467792"/>
                    <a:ext cx="240840" cy="212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9">
                <p14:nvContentPartPr>
                  <p14:cNvPr id="399" name="Ink 398">
                    <a:extLst>
                      <a:ext uri="{FF2B5EF4-FFF2-40B4-BE49-F238E27FC236}">
                        <a16:creationId xmlns:a16="http://schemas.microsoft.com/office/drawing/2014/main" id="{58D3EA1B-64BF-D9E7-47B3-209233D5FEFD}"/>
                      </a:ext>
                    </a:extLst>
                  </p14:cNvPr>
                  <p14:cNvContentPartPr/>
                  <p14:nvPr/>
                </p14:nvContentPartPr>
                <p14:xfrm>
                  <a:off x="3159807" y="4547352"/>
                  <a:ext cx="106920" cy="38160"/>
                </p14:xfrm>
              </p:contentPart>
            </mc:Choice>
            <mc:Fallback>
              <p:pic>
                <p:nvPicPr>
                  <p:cNvPr id="399" name="Ink 398">
                    <a:extLst>
                      <a:ext uri="{FF2B5EF4-FFF2-40B4-BE49-F238E27FC236}">
                        <a16:creationId xmlns:a16="http://schemas.microsoft.com/office/drawing/2014/main" id="{58D3EA1B-64BF-D9E7-47B3-209233D5FEFD}"/>
                      </a:ext>
                    </a:extLst>
                  </p:cNvPr>
                  <p:cNvPicPr/>
                  <p:nvPr/>
                </p:nvPicPr>
                <p:blipFill>
                  <a:blip r:embed="rId500"/>
                  <a:stretch>
                    <a:fillRect/>
                  </a:stretch>
                </p:blipFill>
                <p:spPr>
                  <a:xfrm>
                    <a:off x="3150807" y="4538352"/>
                    <a:ext cx="124560" cy="55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1">
                <p14:nvContentPartPr>
                  <p14:cNvPr id="400" name="Ink 399">
                    <a:extLst>
                      <a:ext uri="{FF2B5EF4-FFF2-40B4-BE49-F238E27FC236}">
                        <a16:creationId xmlns:a16="http://schemas.microsoft.com/office/drawing/2014/main" id="{7E89222E-3719-D53D-DD1E-CD8BDB87AA8A}"/>
                      </a:ext>
                    </a:extLst>
                  </p14:cNvPr>
                  <p14:cNvContentPartPr/>
                  <p14:nvPr/>
                </p14:nvContentPartPr>
                <p14:xfrm>
                  <a:off x="3727167" y="4537272"/>
                  <a:ext cx="243360" cy="322560"/>
                </p14:xfrm>
              </p:contentPart>
            </mc:Choice>
            <mc:Fallback>
              <p:pic>
                <p:nvPicPr>
                  <p:cNvPr id="400" name="Ink 399">
                    <a:extLst>
                      <a:ext uri="{FF2B5EF4-FFF2-40B4-BE49-F238E27FC236}">
                        <a16:creationId xmlns:a16="http://schemas.microsoft.com/office/drawing/2014/main" id="{7E89222E-3719-D53D-DD1E-CD8BDB87AA8A}"/>
                      </a:ext>
                    </a:extLst>
                  </p:cNvPr>
                  <p:cNvPicPr/>
                  <p:nvPr/>
                </p:nvPicPr>
                <p:blipFill>
                  <a:blip r:embed="rId502"/>
                  <a:stretch>
                    <a:fillRect/>
                  </a:stretch>
                </p:blipFill>
                <p:spPr>
                  <a:xfrm>
                    <a:off x="3718527" y="4528272"/>
                    <a:ext cx="261000" cy="340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3">
                <p14:nvContentPartPr>
                  <p14:cNvPr id="401" name="Ink 400">
                    <a:extLst>
                      <a:ext uri="{FF2B5EF4-FFF2-40B4-BE49-F238E27FC236}">
                        <a16:creationId xmlns:a16="http://schemas.microsoft.com/office/drawing/2014/main" id="{3B23EABA-7A42-BC5F-3B5D-23CABA3428BB}"/>
                      </a:ext>
                    </a:extLst>
                  </p14:cNvPr>
                  <p14:cNvContentPartPr/>
                  <p14:nvPr/>
                </p14:nvContentPartPr>
                <p14:xfrm>
                  <a:off x="3885207" y="4536552"/>
                  <a:ext cx="111600" cy="81000"/>
                </p14:xfrm>
              </p:contentPart>
            </mc:Choice>
            <mc:Fallback>
              <p:pic>
                <p:nvPicPr>
                  <p:cNvPr id="401" name="Ink 400">
                    <a:extLst>
                      <a:ext uri="{FF2B5EF4-FFF2-40B4-BE49-F238E27FC236}">
                        <a16:creationId xmlns:a16="http://schemas.microsoft.com/office/drawing/2014/main" id="{3B23EABA-7A42-BC5F-3B5D-23CABA3428BB}"/>
                      </a:ext>
                    </a:extLst>
                  </p:cNvPr>
                  <p:cNvPicPr/>
                  <p:nvPr/>
                </p:nvPicPr>
                <p:blipFill>
                  <a:blip r:embed="rId504"/>
                  <a:stretch>
                    <a:fillRect/>
                  </a:stretch>
                </p:blipFill>
                <p:spPr>
                  <a:xfrm>
                    <a:off x="3876567" y="4527552"/>
                    <a:ext cx="129240" cy="98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5">
                <p14:nvContentPartPr>
                  <p14:cNvPr id="402" name="Ink 401">
                    <a:extLst>
                      <a:ext uri="{FF2B5EF4-FFF2-40B4-BE49-F238E27FC236}">
                        <a16:creationId xmlns:a16="http://schemas.microsoft.com/office/drawing/2014/main" id="{A36CC519-9F50-20A6-7EB1-447DDF561035}"/>
                      </a:ext>
                    </a:extLst>
                  </p14:cNvPr>
                  <p14:cNvContentPartPr/>
                  <p14:nvPr/>
                </p14:nvContentPartPr>
                <p14:xfrm>
                  <a:off x="4050807" y="4485792"/>
                  <a:ext cx="73080" cy="216000"/>
                </p14:xfrm>
              </p:contentPart>
            </mc:Choice>
            <mc:Fallback>
              <p:pic>
                <p:nvPicPr>
                  <p:cNvPr id="402" name="Ink 401">
                    <a:extLst>
                      <a:ext uri="{FF2B5EF4-FFF2-40B4-BE49-F238E27FC236}">
                        <a16:creationId xmlns:a16="http://schemas.microsoft.com/office/drawing/2014/main" id="{A36CC519-9F50-20A6-7EB1-447DDF561035}"/>
                      </a:ext>
                    </a:extLst>
                  </p:cNvPr>
                  <p:cNvPicPr/>
                  <p:nvPr/>
                </p:nvPicPr>
                <p:blipFill>
                  <a:blip r:embed="rId506"/>
                  <a:stretch>
                    <a:fillRect/>
                  </a:stretch>
                </p:blipFill>
                <p:spPr>
                  <a:xfrm>
                    <a:off x="4041807" y="4476792"/>
                    <a:ext cx="90720" cy="233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7">
                <p14:nvContentPartPr>
                  <p14:cNvPr id="403" name="Ink 402">
                    <a:extLst>
                      <a:ext uri="{FF2B5EF4-FFF2-40B4-BE49-F238E27FC236}">
                        <a16:creationId xmlns:a16="http://schemas.microsoft.com/office/drawing/2014/main" id="{E755716A-482A-F2D4-F4FB-106D8B6F868A}"/>
                      </a:ext>
                    </a:extLst>
                  </p14:cNvPr>
                  <p14:cNvContentPartPr/>
                  <p14:nvPr/>
                </p14:nvContentPartPr>
                <p14:xfrm>
                  <a:off x="4044687" y="4557432"/>
                  <a:ext cx="205920" cy="121680"/>
                </p14:xfrm>
              </p:contentPart>
            </mc:Choice>
            <mc:Fallback>
              <p:pic>
                <p:nvPicPr>
                  <p:cNvPr id="403" name="Ink 402">
                    <a:extLst>
                      <a:ext uri="{FF2B5EF4-FFF2-40B4-BE49-F238E27FC236}">
                        <a16:creationId xmlns:a16="http://schemas.microsoft.com/office/drawing/2014/main" id="{E755716A-482A-F2D4-F4FB-106D8B6F868A}"/>
                      </a:ext>
                    </a:extLst>
                  </p:cNvPr>
                  <p:cNvPicPr/>
                  <p:nvPr/>
                </p:nvPicPr>
                <p:blipFill>
                  <a:blip r:embed="rId508"/>
                  <a:stretch>
                    <a:fillRect/>
                  </a:stretch>
                </p:blipFill>
                <p:spPr>
                  <a:xfrm>
                    <a:off x="4036047" y="4548432"/>
                    <a:ext cx="223560" cy="139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9">
                <p14:nvContentPartPr>
                  <p14:cNvPr id="404" name="Ink 403">
                    <a:extLst>
                      <a:ext uri="{FF2B5EF4-FFF2-40B4-BE49-F238E27FC236}">
                        <a16:creationId xmlns:a16="http://schemas.microsoft.com/office/drawing/2014/main" id="{45AFBD4C-E5FB-1697-8C4F-2B89A5B27337}"/>
                      </a:ext>
                    </a:extLst>
                  </p14:cNvPr>
                  <p14:cNvContentPartPr/>
                  <p14:nvPr/>
                </p14:nvContentPartPr>
                <p14:xfrm>
                  <a:off x="4151247" y="4486872"/>
                  <a:ext cx="65880" cy="25200"/>
                </p14:xfrm>
              </p:contentPart>
            </mc:Choice>
            <mc:Fallback>
              <p:pic>
                <p:nvPicPr>
                  <p:cNvPr id="404" name="Ink 403">
                    <a:extLst>
                      <a:ext uri="{FF2B5EF4-FFF2-40B4-BE49-F238E27FC236}">
                        <a16:creationId xmlns:a16="http://schemas.microsoft.com/office/drawing/2014/main" id="{45AFBD4C-E5FB-1697-8C4F-2B89A5B27337}"/>
                      </a:ext>
                    </a:extLst>
                  </p:cNvPr>
                  <p:cNvPicPr/>
                  <p:nvPr/>
                </p:nvPicPr>
                <p:blipFill>
                  <a:blip r:embed="rId510"/>
                  <a:stretch>
                    <a:fillRect/>
                  </a:stretch>
                </p:blipFill>
                <p:spPr>
                  <a:xfrm>
                    <a:off x="4142247" y="4478232"/>
                    <a:ext cx="83520" cy="42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1">
                <p14:nvContentPartPr>
                  <p14:cNvPr id="405" name="Ink 404">
                    <a:extLst>
                      <a:ext uri="{FF2B5EF4-FFF2-40B4-BE49-F238E27FC236}">
                        <a16:creationId xmlns:a16="http://schemas.microsoft.com/office/drawing/2014/main" id="{71DBCEE0-3FBB-ACD5-E06F-1ADA5190044C}"/>
                      </a:ext>
                    </a:extLst>
                  </p14:cNvPr>
                  <p14:cNvContentPartPr/>
                  <p14:nvPr/>
                </p14:nvContentPartPr>
                <p14:xfrm>
                  <a:off x="4256007" y="4418112"/>
                  <a:ext cx="655560" cy="275400"/>
                </p14:xfrm>
              </p:contentPart>
            </mc:Choice>
            <mc:Fallback>
              <p:pic>
                <p:nvPicPr>
                  <p:cNvPr id="405" name="Ink 404">
                    <a:extLst>
                      <a:ext uri="{FF2B5EF4-FFF2-40B4-BE49-F238E27FC236}">
                        <a16:creationId xmlns:a16="http://schemas.microsoft.com/office/drawing/2014/main" id="{71DBCEE0-3FBB-ACD5-E06F-1ADA5190044C}"/>
                      </a:ext>
                    </a:extLst>
                  </p:cNvPr>
                  <p:cNvPicPr/>
                  <p:nvPr/>
                </p:nvPicPr>
                <p:blipFill>
                  <a:blip r:embed="rId512"/>
                  <a:stretch>
                    <a:fillRect/>
                  </a:stretch>
                </p:blipFill>
                <p:spPr>
                  <a:xfrm>
                    <a:off x="4247007" y="4409472"/>
                    <a:ext cx="673200" cy="293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3">
                <p14:nvContentPartPr>
                  <p14:cNvPr id="407" name="Ink 406">
                    <a:extLst>
                      <a:ext uri="{FF2B5EF4-FFF2-40B4-BE49-F238E27FC236}">
                        <a16:creationId xmlns:a16="http://schemas.microsoft.com/office/drawing/2014/main" id="{ED75A120-DF65-E076-2605-1326E3C6AF07}"/>
                      </a:ext>
                    </a:extLst>
                  </p14:cNvPr>
                  <p14:cNvContentPartPr/>
                  <p14:nvPr/>
                </p14:nvContentPartPr>
                <p14:xfrm>
                  <a:off x="5104167" y="4526112"/>
                  <a:ext cx="36360" cy="265680"/>
                </p14:xfrm>
              </p:contentPart>
            </mc:Choice>
            <mc:Fallback>
              <p:pic>
                <p:nvPicPr>
                  <p:cNvPr id="407" name="Ink 406">
                    <a:extLst>
                      <a:ext uri="{FF2B5EF4-FFF2-40B4-BE49-F238E27FC236}">
                        <a16:creationId xmlns:a16="http://schemas.microsoft.com/office/drawing/2014/main" id="{ED75A120-DF65-E076-2605-1326E3C6AF07}"/>
                      </a:ext>
                    </a:extLst>
                  </p:cNvPr>
                  <p:cNvPicPr/>
                  <p:nvPr/>
                </p:nvPicPr>
                <p:blipFill>
                  <a:blip r:embed="rId514"/>
                  <a:stretch>
                    <a:fillRect/>
                  </a:stretch>
                </p:blipFill>
                <p:spPr>
                  <a:xfrm>
                    <a:off x="5095167" y="4517112"/>
                    <a:ext cx="54000" cy="283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5">
                <p14:nvContentPartPr>
                  <p14:cNvPr id="408" name="Ink 407">
                    <a:extLst>
                      <a:ext uri="{FF2B5EF4-FFF2-40B4-BE49-F238E27FC236}">
                        <a16:creationId xmlns:a16="http://schemas.microsoft.com/office/drawing/2014/main" id="{1E5388D5-F0D7-6479-1F8B-4AA036A79420}"/>
                      </a:ext>
                    </a:extLst>
                  </p14:cNvPr>
                  <p14:cNvContentPartPr/>
                  <p14:nvPr/>
                </p14:nvContentPartPr>
                <p14:xfrm>
                  <a:off x="5063487" y="4530792"/>
                  <a:ext cx="296640" cy="130680"/>
                </p14:xfrm>
              </p:contentPart>
            </mc:Choice>
            <mc:Fallback>
              <p:pic>
                <p:nvPicPr>
                  <p:cNvPr id="408" name="Ink 407">
                    <a:extLst>
                      <a:ext uri="{FF2B5EF4-FFF2-40B4-BE49-F238E27FC236}">
                        <a16:creationId xmlns:a16="http://schemas.microsoft.com/office/drawing/2014/main" id="{1E5388D5-F0D7-6479-1F8B-4AA036A79420}"/>
                      </a:ext>
                    </a:extLst>
                  </p:cNvPr>
                  <p:cNvPicPr/>
                  <p:nvPr/>
                </p:nvPicPr>
                <p:blipFill>
                  <a:blip r:embed="rId516"/>
                  <a:stretch>
                    <a:fillRect/>
                  </a:stretch>
                </p:blipFill>
                <p:spPr>
                  <a:xfrm>
                    <a:off x="5054847" y="4521792"/>
                    <a:ext cx="314280" cy="148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7">
                <p14:nvContentPartPr>
                  <p14:cNvPr id="409" name="Ink 408">
                    <a:extLst>
                      <a:ext uri="{FF2B5EF4-FFF2-40B4-BE49-F238E27FC236}">
                        <a16:creationId xmlns:a16="http://schemas.microsoft.com/office/drawing/2014/main" id="{F254C0DD-DAD7-24B3-84BC-AD864635E3E0}"/>
                      </a:ext>
                    </a:extLst>
                  </p14:cNvPr>
                  <p14:cNvContentPartPr/>
                  <p14:nvPr/>
                </p14:nvContentPartPr>
                <p14:xfrm>
                  <a:off x="5398647" y="4447632"/>
                  <a:ext cx="254880" cy="209160"/>
                </p14:xfrm>
              </p:contentPart>
            </mc:Choice>
            <mc:Fallback>
              <p:pic>
                <p:nvPicPr>
                  <p:cNvPr id="409" name="Ink 408">
                    <a:extLst>
                      <a:ext uri="{FF2B5EF4-FFF2-40B4-BE49-F238E27FC236}">
                        <a16:creationId xmlns:a16="http://schemas.microsoft.com/office/drawing/2014/main" id="{F254C0DD-DAD7-24B3-84BC-AD864635E3E0}"/>
                      </a:ext>
                    </a:extLst>
                  </p:cNvPr>
                  <p:cNvPicPr/>
                  <p:nvPr/>
                </p:nvPicPr>
                <p:blipFill>
                  <a:blip r:embed="rId518"/>
                  <a:stretch>
                    <a:fillRect/>
                  </a:stretch>
                </p:blipFill>
                <p:spPr>
                  <a:xfrm>
                    <a:off x="5390007" y="4438632"/>
                    <a:ext cx="272520" cy="22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9">
                <p14:nvContentPartPr>
                  <p14:cNvPr id="410" name="Ink 409">
                    <a:extLst>
                      <a:ext uri="{FF2B5EF4-FFF2-40B4-BE49-F238E27FC236}">
                        <a16:creationId xmlns:a16="http://schemas.microsoft.com/office/drawing/2014/main" id="{489EA6C9-0965-3D05-34BB-262F8DBC08F9}"/>
                      </a:ext>
                    </a:extLst>
                  </p14:cNvPr>
                  <p14:cNvContentPartPr/>
                  <p14:nvPr/>
                </p14:nvContentPartPr>
                <p14:xfrm>
                  <a:off x="5379207" y="4523232"/>
                  <a:ext cx="114480" cy="38880"/>
                </p14:xfrm>
              </p:contentPart>
            </mc:Choice>
            <mc:Fallback>
              <p:pic>
                <p:nvPicPr>
                  <p:cNvPr id="410" name="Ink 409">
                    <a:extLst>
                      <a:ext uri="{FF2B5EF4-FFF2-40B4-BE49-F238E27FC236}">
                        <a16:creationId xmlns:a16="http://schemas.microsoft.com/office/drawing/2014/main" id="{489EA6C9-0965-3D05-34BB-262F8DBC08F9}"/>
                      </a:ext>
                    </a:extLst>
                  </p:cNvPr>
                  <p:cNvPicPr/>
                  <p:nvPr/>
                </p:nvPicPr>
                <p:blipFill>
                  <a:blip r:embed="rId520"/>
                  <a:stretch>
                    <a:fillRect/>
                  </a:stretch>
                </p:blipFill>
                <p:spPr>
                  <a:xfrm>
                    <a:off x="5370567" y="4514232"/>
                    <a:ext cx="132120" cy="56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21">
                <p14:nvContentPartPr>
                  <p14:cNvPr id="411" name="Ink 410">
                    <a:extLst>
                      <a:ext uri="{FF2B5EF4-FFF2-40B4-BE49-F238E27FC236}">
                        <a16:creationId xmlns:a16="http://schemas.microsoft.com/office/drawing/2014/main" id="{B80A8B59-FF85-4B67-FBC5-2AAF8D2C1BA8}"/>
                      </a:ext>
                    </a:extLst>
                  </p14:cNvPr>
                  <p14:cNvContentPartPr/>
                  <p14:nvPr/>
                </p14:nvContentPartPr>
                <p14:xfrm>
                  <a:off x="5719767" y="4468152"/>
                  <a:ext cx="70560" cy="195840"/>
                </p14:xfrm>
              </p:contentPart>
            </mc:Choice>
            <mc:Fallback>
              <p:pic>
                <p:nvPicPr>
                  <p:cNvPr id="411" name="Ink 410">
                    <a:extLst>
                      <a:ext uri="{FF2B5EF4-FFF2-40B4-BE49-F238E27FC236}">
                        <a16:creationId xmlns:a16="http://schemas.microsoft.com/office/drawing/2014/main" id="{B80A8B59-FF85-4B67-FBC5-2AAF8D2C1BA8}"/>
                      </a:ext>
                    </a:extLst>
                  </p:cNvPr>
                  <p:cNvPicPr/>
                  <p:nvPr/>
                </p:nvPicPr>
                <p:blipFill>
                  <a:blip r:embed="rId522"/>
                  <a:stretch>
                    <a:fillRect/>
                  </a:stretch>
                </p:blipFill>
                <p:spPr>
                  <a:xfrm>
                    <a:off x="5711127" y="4459512"/>
                    <a:ext cx="88200" cy="213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23">
                <p14:nvContentPartPr>
                  <p14:cNvPr id="412" name="Ink 411">
                    <a:extLst>
                      <a:ext uri="{FF2B5EF4-FFF2-40B4-BE49-F238E27FC236}">
                        <a16:creationId xmlns:a16="http://schemas.microsoft.com/office/drawing/2014/main" id="{40C25A52-248E-78F5-BBF8-FB5C519E1658}"/>
                      </a:ext>
                    </a:extLst>
                  </p14:cNvPr>
                  <p14:cNvContentPartPr/>
                  <p14:nvPr/>
                </p14:nvContentPartPr>
                <p14:xfrm>
                  <a:off x="5737767" y="4714752"/>
                  <a:ext cx="59400" cy="30240"/>
                </p14:xfrm>
              </p:contentPart>
            </mc:Choice>
            <mc:Fallback>
              <p:pic>
                <p:nvPicPr>
                  <p:cNvPr id="412" name="Ink 411">
                    <a:extLst>
                      <a:ext uri="{FF2B5EF4-FFF2-40B4-BE49-F238E27FC236}">
                        <a16:creationId xmlns:a16="http://schemas.microsoft.com/office/drawing/2014/main" id="{40C25A52-248E-78F5-BBF8-FB5C519E1658}"/>
                      </a:ext>
                    </a:extLst>
                  </p:cNvPr>
                  <p:cNvPicPr/>
                  <p:nvPr/>
                </p:nvPicPr>
                <p:blipFill>
                  <a:blip r:embed="rId524"/>
                  <a:stretch>
                    <a:fillRect/>
                  </a:stretch>
                </p:blipFill>
                <p:spPr>
                  <a:xfrm>
                    <a:off x="5728767" y="4705752"/>
                    <a:ext cx="77040" cy="478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EC709BD5-D0DA-15AC-9695-5E4D4873CA1A}"/>
              </a:ext>
            </a:extLst>
          </p:cNvPr>
          <p:cNvGrpSpPr/>
          <p:nvPr/>
        </p:nvGrpSpPr>
        <p:grpSpPr>
          <a:xfrm>
            <a:off x="564207" y="4987992"/>
            <a:ext cx="1306080" cy="615240"/>
            <a:chOff x="564207" y="4987992"/>
            <a:chExt cx="1306080" cy="61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A7B6CC63-D68F-06DD-3B7A-BC8738BB9331}"/>
                    </a:ext>
                  </a:extLst>
                </p14:cNvPr>
                <p14:cNvContentPartPr/>
                <p14:nvPr/>
              </p14:nvContentPartPr>
              <p14:xfrm>
                <a:off x="564207" y="5011752"/>
                <a:ext cx="178200" cy="2919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A7B6CC63-D68F-06DD-3B7A-BC8738BB9331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555567" y="5002752"/>
                  <a:ext cx="1958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23B52E5-B7D9-FEC1-7D49-98F0D1FE352E}"/>
                    </a:ext>
                  </a:extLst>
                </p14:cNvPr>
                <p14:cNvContentPartPr/>
                <p14:nvPr/>
              </p14:nvContentPartPr>
              <p14:xfrm>
                <a:off x="995127" y="5032992"/>
                <a:ext cx="57240" cy="2041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23B52E5-B7D9-FEC1-7D49-98F0D1FE352E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86127" y="5024352"/>
                  <a:ext cx="74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32EBC4C7-5FEF-3ED1-933D-7CE6A172DD0F}"/>
                    </a:ext>
                  </a:extLst>
                </p14:cNvPr>
                <p14:cNvContentPartPr/>
                <p14:nvPr/>
              </p14:nvContentPartPr>
              <p14:xfrm>
                <a:off x="1014567" y="5046312"/>
                <a:ext cx="234360" cy="1900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32EBC4C7-5FEF-3ED1-933D-7CE6A172DD0F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005567" y="5037312"/>
                  <a:ext cx="252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C465A28-B89C-EA4B-B768-511FB6F3AC6D}"/>
                    </a:ext>
                  </a:extLst>
                </p14:cNvPr>
                <p14:cNvContentPartPr/>
                <p14:nvPr/>
              </p14:nvContentPartPr>
              <p14:xfrm>
                <a:off x="1335327" y="5008152"/>
                <a:ext cx="155880" cy="2098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C465A28-B89C-EA4B-B768-511FB6F3AC6D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326327" y="4999152"/>
                  <a:ext cx="173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27796C04-1BD2-2ABB-E70F-3F3EBA269324}"/>
                    </a:ext>
                  </a:extLst>
                </p14:cNvPr>
                <p14:cNvContentPartPr/>
                <p14:nvPr/>
              </p14:nvContentPartPr>
              <p14:xfrm>
                <a:off x="1513167" y="5053872"/>
                <a:ext cx="174960" cy="54936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27796C04-1BD2-2ABB-E70F-3F3EBA269324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504527" y="5045232"/>
                  <a:ext cx="19260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41AE2655-62A6-06D0-815D-A61B75C6E02F}"/>
                    </a:ext>
                  </a:extLst>
                </p14:cNvPr>
                <p14:cNvContentPartPr/>
                <p14:nvPr/>
              </p14:nvContentPartPr>
              <p14:xfrm>
                <a:off x="1709367" y="4987992"/>
                <a:ext cx="160920" cy="23364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41AE2655-62A6-06D0-815D-A61B75C6E02F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700367" y="4979352"/>
                  <a:ext cx="178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9659A091-D184-E78C-A9CA-FC3D9343BA1C}"/>
                    </a:ext>
                  </a:extLst>
                </p14:cNvPr>
                <p14:cNvContentPartPr/>
                <p14:nvPr/>
              </p14:nvContentPartPr>
              <p14:xfrm>
                <a:off x="1798287" y="5289312"/>
                <a:ext cx="59760" cy="633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9659A091-D184-E78C-A9CA-FC3D9343BA1C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789647" y="5280672"/>
                  <a:ext cx="7740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4E170732-A6E8-CB99-7FEB-ED344197B4E5}"/>
              </a:ext>
            </a:extLst>
          </p:cNvPr>
          <p:cNvGrpSpPr/>
          <p:nvPr/>
        </p:nvGrpSpPr>
        <p:grpSpPr>
          <a:xfrm>
            <a:off x="1082247" y="5557512"/>
            <a:ext cx="3992040" cy="841320"/>
            <a:chOff x="1082247" y="5557512"/>
            <a:chExt cx="3992040" cy="841320"/>
          </a:xfrm>
        </p:grpSpPr>
        <p:grpSp>
          <p:nvGrpSpPr>
            <p:cNvPr id="436" name="Group 435">
              <a:extLst>
                <a:ext uri="{FF2B5EF4-FFF2-40B4-BE49-F238E27FC236}">
                  <a16:creationId xmlns:a16="http://schemas.microsoft.com/office/drawing/2014/main" id="{AB6B023F-F96D-06AD-5515-A47DA73722D4}"/>
                </a:ext>
              </a:extLst>
            </p:cNvPr>
            <p:cNvGrpSpPr/>
            <p:nvPr/>
          </p:nvGrpSpPr>
          <p:grpSpPr>
            <a:xfrm>
              <a:off x="1082247" y="5648232"/>
              <a:ext cx="1251720" cy="261720"/>
              <a:chOff x="1082247" y="5648232"/>
              <a:chExt cx="1251720" cy="2617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39">
                <p14:nvContentPartPr>
                  <p14:cNvPr id="424" name="Ink 423">
                    <a:extLst>
                      <a:ext uri="{FF2B5EF4-FFF2-40B4-BE49-F238E27FC236}">
                        <a16:creationId xmlns:a16="http://schemas.microsoft.com/office/drawing/2014/main" id="{F42B3B32-A0DA-ECC8-767A-0CD84674F1EA}"/>
                      </a:ext>
                    </a:extLst>
                  </p14:cNvPr>
                  <p14:cNvContentPartPr/>
                  <p14:nvPr/>
                </p14:nvContentPartPr>
                <p14:xfrm>
                  <a:off x="1082247" y="5787552"/>
                  <a:ext cx="97200" cy="12600"/>
                </p14:xfrm>
              </p:contentPart>
            </mc:Choice>
            <mc:Fallback>
              <p:pic>
                <p:nvPicPr>
                  <p:cNvPr id="424" name="Ink 423">
                    <a:extLst>
                      <a:ext uri="{FF2B5EF4-FFF2-40B4-BE49-F238E27FC236}">
                        <a16:creationId xmlns:a16="http://schemas.microsoft.com/office/drawing/2014/main" id="{F42B3B32-A0DA-ECC8-767A-0CD84674F1EA}"/>
                      </a:ext>
                    </a:extLst>
                  </p:cNvPr>
                  <p:cNvPicPr/>
                  <p:nvPr/>
                </p:nvPicPr>
                <p:blipFill>
                  <a:blip r:embed="rId540"/>
                  <a:stretch>
                    <a:fillRect/>
                  </a:stretch>
                </p:blipFill>
                <p:spPr>
                  <a:xfrm>
                    <a:off x="1073607" y="5778912"/>
                    <a:ext cx="114840" cy="30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41">
                <p14:nvContentPartPr>
                  <p14:cNvPr id="425" name="Ink 424">
                    <a:extLst>
                      <a:ext uri="{FF2B5EF4-FFF2-40B4-BE49-F238E27FC236}">
                        <a16:creationId xmlns:a16="http://schemas.microsoft.com/office/drawing/2014/main" id="{884387E9-D4D5-41F7-9424-D72655D26801}"/>
                      </a:ext>
                    </a:extLst>
                  </p14:cNvPr>
                  <p14:cNvContentPartPr/>
                  <p14:nvPr/>
                </p14:nvContentPartPr>
                <p14:xfrm>
                  <a:off x="1298967" y="5672352"/>
                  <a:ext cx="42480" cy="212040"/>
                </p14:xfrm>
              </p:contentPart>
            </mc:Choice>
            <mc:Fallback>
              <p:pic>
                <p:nvPicPr>
                  <p:cNvPr id="425" name="Ink 424">
                    <a:extLst>
                      <a:ext uri="{FF2B5EF4-FFF2-40B4-BE49-F238E27FC236}">
                        <a16:creationId xmlns:a16="http://schemas.microsoft.com/office/drawing/2014/main" id="{884387E9-D4D5-41F7-9424-D72655D26801}"/>
                      </a:ext>
                    </a:extLst>
                  </p:cNvPr>
                  <p:cNvPicPr/>
                  <p:nvPr/>
                </p:nvPicPr>
                <p:blipFill>
                  <a:blip r:embed="rId542"/>
                  <a:stretch>
                    <a:fillRect/>
                  </a:stretch>
                </p:blipFill>
                <p:spPr>
                  <a:xfrm>
                    <a:off x="1290327" y="5663712"/>
                    <a:ext cx="60120" cy="229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43">
                <p14:nvContentPartPr>
                  <p14:cNvPr id="426" name="Ink 425">
                    <a:extLst>
                      <a:ext uri="{FF2B5EF4-FFF2-40B4-BE49-F238E27FC236}">
                        <a16:creationId xmlns:a16="http://schemas.microsoft.com/office/drawing/2014/main" id="{47AAD7EC-628D-F867-A7BE-A929A8298C5A}"/>
                      </a:ext>
                    </a:extLst>
                  </p14:cNvPr>
                  <p14:cNvContentPartPr/>
                  <p14:nvPr/>
                </p14:nvContentPartPr>
                <p14:xfrm>
                  <a:off x="1295367" y="5648232"/>
                  <a:ext cx="146520" cy="228960"/>
                </p14:xfrm>
              </p:contentPart>
            </mc:Choice>
            <mc:Fallback>
              <p:pic>
                <p:nvPicPr>
                  <p:cNvPr id="426" name="Ink 425">
                    <a:extLst>
                      <a:ext uri="{FF2B5EF4-FFF2-40B4-BE49-F238E27FC236}">
                        <a16:creationId xmlns:a16="http://schemas.microsoft.com/office/drawing/2014/main" id="{47AAD7EC-628D-F867-A7BE-A929A8298C5A}"/>
                      </a:ext>
                    </a:extLst>
                  </p:cNvPr>
                  <p:cNvPicPr/>
                  <p:nvPr/>
                </p:nvPicPr>
                <p:blipFill>
                  <a:blip r:embed="rId544"/>
                  <a:stretch>
                    <a:fillRect/>
                  </a:stretch>
                </p:blipFill>
                <p:spPr>
                  <a:xfrm>
                    <a:off x="1286727" y="5639232"/>
                    <a:ext cx="164160" cy="246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45">
                <p14:nvContentPartPr>
                  <p14:cNvPr id="427" name="Ink 426">
                    <a:extLst>
                      <a:ext uri="{FF2B5EF4-FFF2-40B4-BE49-F238E27FC236}">
                        <a16:creationId xmlns:a16="http://schemas.microsoft.com/office/drawing/2014/main" id="{EC9503D9-FE00-DFE1-E53A-7914B67D5D15}"/>
                      </a:ext>
                    </a:extLst>
                  </p14:cNvPr>
                  <p14:cNvContentPartPr/>
                  <p14:nvPr/>
                </p14:nvContentPartPr>
                <p14:xfrm>
                  <a:off x="1469607" y="5718432"/>
                  <a:ext cx="216000" cy="126720"/>
                </p14:xfrm>
              </p:contentPart>
            </mc:Choice>
            <mc:Fallback>
              <p:pic>
                <p:nvPicPr>
                  <p:cNvPr id="427" name="Ink 426">
                    <a:extLst>
                      <a:ext uri="{FF2B5EF4-FFF2-40B4-BE49-F238E27FC236}">
                        <a16:creationId xmlns:a16="http://schemas.microsoft.com/office/drawing/2014/main" id="{EC9503D9-FE00-DFE1-E53A-7914B67D5D15}"/>
                      </a:ext>
                    </a:extLst>
                  </p:cNvPr>
                  <p:cNvPicPr/>
                  <p:nvPr/>
                </p:nvPicPr>
                <p:blipFill>
                  <a:blip r:embed="rId546"/>
                  <a:stretch>
                    <a:fillRect/>
                  </a:stretch>
                </p:blipFill>
                <p:spPr>
                  <a:xfrm>
                    <a:off x="1460607" y="5709792"/>
                    <a:ext cx="233640" cy="144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47">
                <p14:nvContentPartPr>
                  <p14:cNvPr id="428" name="Ink 427">
                    <a:extLst>
                      <a:ext uri="{FF2B5EF4-FFF2-40B4-BE49-F238E27FC236}">
                        <a16:creationId xmlns:a16="http://schemas.microsoft.com/office/drawing/2014/main" id="{6CCE17A9-1D95-42D8-A981-3AA14FB7D128}"/>
                      </a:ext>
                    </a:extLst>
                  </p14:cNvPr>
                  <p14:cNvContentPartPr/>
                  <p14:nvPr/>
                </p14:nvContentPartPr>
                <p14:xfrm>
                  <a:off x="1686327" y="5709432"/>
                  <a:ext cx="112680" cy="122760"/>
                </p14:xfrm>
              </p:contentPart>
            </mc:Choice>
            <mc:Fallback>
              <p:pic>
                <p:nvPicPr>
                  <p:cNvPr id="428" name="Ink 427">
                    <a:extLst>
                      <a:ext uri="{FF2B5EF4-FFF2-40B4-BE49-F238E27FC236}">
                        <a16:creationId xmlns:a16="http://schemas.microsoft.com/office/drawing/2014/main" id="{6CCE17A9-1D95-42D8-A981-3AA14FB7D128}"/>
                      </a:ext>
                    </a:extLst>
                  </p:cNvPr>
                  <p:cNvPicPr/>
                  <p:nvPr/>
                </p:nvPicPr>
                <p:blipFill>
                  <a:blip r:embed="rId548"/>
                  <a:stretch>
                    <a:fillRect/>
                  </a:stretch>
                </p:blipFill>
                <p:spPr>
                  <a:xfrm>
                    <a:off x="1677327" y="5700792"/>
                    <a:ext cx="130320" cy="140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49">
                <p14:nvContentPartPr>
                  <p14:cNvPr id="429" name="Ink 428">
                    <a:extLst>
                      <a:ext uri="{FF2B5EF4-FFF2-40B4-BE49-F238E27FC236}">
                        <a16:creationId xmlns:a16="http://schemas.microsoft.com/office/drawing/2014/main" id="{08EABD04-C9BE-4E84-43C2-EDB31E2B0C07}"/>
                      </a:ext>
                    </a:extLst>
                  </p14:cNvPr>
                  <p14:cNvContentPartPr/>
                  <p14:nvPr/>
                </p14:nvContentPartPr>
                <p14:xfrm>
                  <a:off x="1826367" y="5720232"/>
                  <a:ext cx="117720" cy="147240"/>
                </p14:xfrm>
              </p:contentPart>
            </mc:Choice>
            <mc:Fallback>
              <p:pic>
                <p:nvPicPr>
                  <p:cNvPr id="429" name="Ink 428">
                    <a:extLst>
                      <a:ext uri="{FF2B5EF4-FFF2-40B4-BE49-F238E27FC236}">
                        <a16:creationId xmlns:a16="http://schemas.microsoft.com/office/drawing/2014/main" id="{08EABD04-C9BE-4E84-43C2-EDB31E2B0C07}"/>
                      </a:ext>
                    </a:extLst>
                  </p:cNvPr>
                  <p:cNvPicPr/>
                  <p:nvPr/>
                </p:nvPicPr>
                <p:blipFill>
                  <a:blip r:embed="rId550"/>
                  <a:stretch>
                    <a:fillRect/>
                  </a:stretch>
                </p:blipFill>
                <p:spPr>
                  <a:xfrm>
                    <a:off x="1817367" y="5711232"/>
                    <a:ext cx="135360" cy="164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1">
                <p14:nvContentPartPr>
                  <p14:cNvPr id="432" name="Ink 431">
                    <a:extLst>
                      <a:ext uri="{FF2B5EF4-FFF2-40B4-BE49-F238E27FC236}">
                        <a16:creationId xmlns:a16="http://schemas.microsoft.com/office/drawing/2014/main" id="{362DF822-91C4-E3F4-E97A-0F7D0E2D2F08}"/>
                      </a:ext>
                    </a:extLst>
                  </p14:cNvPr>
                  <p14:cNvContentPartPr/>
                  <p14:nvPr/>
                </p14:nvContentPartPr>
                <p14:xfrm>
                  <a:off x="1922487" y="5752992"/>
                  <a:ext cx="18000" cy="156960"/>
                </p14:xfrm>
              </p:contentPart>
            </mc:Choice>
            <mc:Fallback>
              <p:pic>
                <p:nvPicPr>
                  <p:cNvPr id="432" name="Ink 431">
                    <a:extLst>
                      <a:ext uri="{FF2B5EF4-FFF2-40B4-BE49-F238E27FC236}">
                        <a16:creationId xmlns:a16="http://schemas.microsoft.com/office/drawing/2014/main" id="{362DF822-91C4-E3F4-E97A-0F7D0E2D2F08}"/>
                      </a:ext>
                    </a:extLst>
                  </p:cNvPr>
                  <p:cNvPicPr/>
                  <p:nvPr/>
                </p:nvPicPr>
                <p:blipFill>
                  <a:blip r:embed="rId552"/>
                  <a:stretch>
                    <a:fillRect/>
                  </a:stretch>
                </p:blipFill>
                <p:spPr>
                  <a:xfrm>
                    <a:off x="1913847" y="5744352"/>
                    <a:ext cx="35640" cy="174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3">
                <p14:nvContentPartPr>
                  <p14:cNvPr id="433" name="Ink 432">
                    <a:extLst>
                      <a:ext uri="{FF2B5EF4-FFF2-40B4-BE49-F238E27FC236}">
                        <a16:creationId xmlns:a16="http://schemas.microsoft.com/office/drawing/2014/main" id="{58D604E8-5383-A460-5E3B-6E1B4FAC9F3B}"/>
                      </a:ext>
                    </a:extLst>
                  </p14:cNvPr>
                  <p14:cNvContentPartPr/>
                  <p14:nvPr/>
                </p14:nvContentPartPr>
                <p14:xfrm>
                  <a:off x="1971087" y="5701512"/>
                  <a:ext cx="90000" cy="146880"/>
                </p14:xfrm>
              </p:contentPart>
            </mc:Choice>
            <mc:Fallback>
              <p:pic>
                <p:nvPicPr>
                  <p:cNvPr id="433" name="Ink 432">
                    <a:extLst>
                      <a:ext uri="{FF2B5EF4-FFF2-40B4-BE49-F238E27FC236}">
                        <a16:creationId xmlns:a16="http://schemas.microsoft.com/office/drawing/2014/main" id="{58D604E8-5383-A460-5E3B-6E1B4FAC9F3B}"/>
                      </a:ext>
                    </a:extLst>
                  </p:cNvPr>
                  <p:cNvPicPr/>
                  <p:nvPr/>
                </p:nvPicPr>
                <p:blipFill>
                  <a:blip r:embed="rId554"/>
                  <a:stretch>
                    <a:fillRect/>
                  </a:stretch>
                </p:blipFill>
                <p:spPr>
                  <a:xfrm>
                    <a:off x="1962447" y="5692512"/>
                    <a:ext cx="107640" cy="164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5">
                <p14:nvContentPartPr>
                  <p14:cNvPr id="434" name="Ink 433">
                    <a:extLst>
                      <a:ext uri="{FF2B5EF4-FFF2-40B4-BE49-F238E27FC236}">
                        <a16:creationId xmlns:a16="http://schemas.microsoft.com/office/drawing/2014/main" id="{4220A7D5-3914-3867-28CC-0F66A83579DB}"/>
                      </a:ext>
                    </a:extLst>
                  </p14:cNvPr>
                  <p14:cNvContentPartPr/>
                  <p14:nvPr/>
                </p14:nvContentPartPr>
                <p14:xfrm>
                  <a:off x="2086647" y="5704752"/>
                  <a:ext cx="82440" cy="145080"/>
                </p14:xfrm>
              </p:contentPart>
            </mc:Choice>
            <mc:Fallback>
              <p:pic>
                <p:nvPicPr>
                  <p:cNvPr id="434" name="Ink 433">
                    <a:extLst>
                      <a:ext uri="{FF2B5EF4-FFF2-40B4-BE49-F238E27FC236}">
                        <a16:creationId xmlns:a16="http://schemas.microsoft.com/office/drawing/2014/main" id="{4220A7D5-3914-3867-28CC-0F66A83579DB}"/>
                      </a:ext>
                    </a:extLst>
                  </p:cNvPr>
                  <p:cNvPicPr/>
                  <p:nvPr/>
                </p:nvPicPr>
                <p:blipFill>
                  <a:blip r:embed="rId556"/>
                  <a:stretch>
                    <a:fillRect/>
                  </a:stretch>
                </p:blipFill>
                <p:spPr>
                  <a:xfrm>
                    <a:off x="2077647" y="5696112"/>
                    <a:ext cx="100080" cy="16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7">
                <p14:nvContentPartPr>
                  <p14:cNvPr id="435" name="Ink 434">
                    <a:extLst>
                      <a:ext uri="{FF2B5EF4-FFF2-40B4-BE49-F238E27FC236}">
                        <a16:creationId xmlns:a16="http://schemas.microsoft.com/office/drawing/2014/main" id="{FA671312-17E8-2B3B-090A-75C36785DD92}"/>
                      </a:ext>
                    </a:extLst>
                  </p14:cNvPr>
                  <p14:cNvContentPartPr/>
                  <p14:nvPr/>
                </p14:nvContentPartPr>
                <p14:xfrm>
                  <a:off x="2191767" y="5726352"/>
                  <a:ext cx="142200" cy="113760"/>
                </p14:xfrm>
              </p:contentPart>
            </mc:Choice>
            <mc:Fallback>
              <p:pic>
                <p:nvPicPr>
                  <p:cNvPr id="435" name="Ink 434">
                    <a:extLst>
                      <a:ext uri="{FF2B5EF4-FFF2-40B4-BE49-F238E27FC236}">
                        <a16:creationId xmlns:a16="http://schemas.microsoft.com/office/drawing/2014/main" id="{FA671312-17E8-2B3B-090A-75C36785DD92}"/>
                      </a:ext>
                    </a:extLst>
                  </p:cNvPr>
                  <p:cNvPicPr/>
                  <p:nvPr/>
                </p:nvPicPr>
                <p:blipFill>
                  <a:blip r:embed="rId558"/>
                  <a:stretch>
                    <a:fillRect/>
                  </a:stretch>
                </p:blipFill>
                <p:spPr>
                  <a:xfrm>
                    <a:off x="2182767" y="5717352"/>
                    <a:ext cx="159840" cy="1314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40" name="Group 439">
              <a:extLst>
                <a:ext uri="{FF2B5EF4-FFF2-40B4-BE49-F238E27FC236}">
                  <a16:creationId xmlns:a16="http://schemas.microsoft.com/office/drawing/2014/main" id="{04911C03-11DD-39BD-CE20-861820339B6C}"/>
                </a:ext>
              </a:extLst>
            </p:cNvPr>
            <p:cNvGrpSpPr/>
            <p:nvPr/>
          </p:nvGrpSpPr>
          <p:grpSpPr>
            <a:xfrm>
              <a:off x="2601807" y="5598192"/>
              <a:ext cx="398160" cy="231120"/>
              <a:chOff x="2601807" y="5598192"/>
              <a:chExt cx="398160" cy="231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59">
                <p14:nvContentPartPr>
                  <p14:cNvPr id="437" name="Ink 436">
                    <a:extLst>
                      <a:ext uri="{FF2B5EF4-FFF2-40B4-BE49-F238E27FC236}">
                        <a16:creationId xmlns:a16="http://schemas.microsoft.com/office/drawing/2014/main" id="{D5630F5A-C107-BCF9-0084-15F2CCC5EB19}"/>
                      </a:ext>
                    </a:extLst>
                  </p14:cNvPr>
                  <p14:cNvContentPartPr/>
                  <p14:nvPr/>
                </p14:nvContentPartPr>
                <p14:xfrm>
                  <a:off x="2676687" y="5598192"/>
                  <a:ext cx="48960" cy="208080"/>
                </p14:xfrm>
              </p:contentPart>
            </mc:Choice>
            <mc:Fallback>
              <p:pic>
                <p:nvPicPr>
                  <p:cNvPr id="437" name="Ink 436">
                    <a:extLst>
                      <a:ext uri="{FF2B5EF4-FFF2-40B4-BE49-F238E27FC236}">
                        <a16:creationId xmlns:a16="http://schemas.microsoft.com/office/drawing/2014/main" id="{D5630F5A-C107-BCF9-0084-15F2CCC5EB19}"/>
                      </a:ext>
                    </a:extLst>
                  </p:cNvPr>
                  <p:cNvPicPr/>
                  <p:nvPr/>
                </p:nvPicPr>
                <p:blipFill>
                  <a:blip r:embed="rId560"/>
                  <a:stretch>
                    <a:fillRect/>
                  </a:stretch>
                </p:blipFill>
                <p:spPr>
                  <a:xfrm>
                    <a:off x="2667687" y="5589552"/>
                    <a:ext cx="66600" cy="225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1">
                <p14:nvContentPartPr>
                  <p14:cNvPr id="438" name="Ink 437">
                    <a:extLst>
                      <a:ext uri="{FF2B5EF4-FFF2-40B4-BE49-F238E27FC236}">
                        <a16:creationId xmlns:a16="http://schemas.microsoft.com/office/drawing/2014/main" id="{43F2DBB1-40FE-60BC-2701-F83A5F63F5DA}"/>
                      </a:ext>
                    </a:extLst>
                  </p14:cNvPr>
                  <p14:cNvContentPartPr/>
                  <p14:nvPr/>
                </p14:nvContentPartPr>
                <p14:xfrm>
                  <a:off x="2764167" y="5633112"/>
                  <a:ext cx="235800" cy="196200"/>
                </p14:xfrm>
              </p:contentPart>
            </mc:Choice>
            <mc:Fallback>
              <p:pic>
                <p:nvPicPr>
                  <p:cNvPr id="438" name="Ink 437">
                    <a:extLst>
                      <a:ext uri="{FF2B5EF4-FFF2-40B4-BE49-F238E27FC236}">
                        <a16:creationId xmlns:a16="http://schemas.microsoft.com/office/drawing/2014/main" id="{43F2DBB1-40FE-60BC-2701-F83A5F63F5DA}"/>
                      </a:ext>
                    </a:extLst>
                  </p:cNvPr>
                  <p:cNvPicPr/>
                  <p:nvPr/>
                </p:nvPicPr>
                <p:blipFill>
                  <a:blip r:embed="rId562"/>
                  <a:stretch>
                    <a:fillRect/>
                  </a:stretch>
                </p:blipFill>
                <p:spPr>
                  <a:xfrm>
                    <a:off x="2755167" y="5624472"/>
                    <a:ext cx="253440" cy="21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3">
                <p14:nvContentPartPr>
                  <p14:cNvPr id="439" name="Ink 438">
                    <a:extLst>
                      <a:ext uri="{FF2B5EF4-FFF2-40B4-BE49-F238E27FC236}">
                        <a16:creationId xmlns:a16="http://schemas.microsoft.com/office/drawing/2014/main" id="{7906AF11-DA10-DBFE-0B12-0FE7D22860CB}"/>
                      </a:ext>
                    </a:extLst>
                  </p14:cNvPr>
                  <p14:cNvContentPartPr/>
                  <p14:nvPr/>
                </p14:nvContentPartPr>
                <p14:xfrm>
                  <a:off x="2601807" y="5692512"/>
                  <a:ext cx="141120" cy="23040"/>
                </p14:xfrm>
              </p:contentPart>
            </mc:Choice>
            <mc:Fallback>
              <p:pic>
                <p:nvPicPr>
                  <p:cNvPr id="439" name="Ink 438">
                    <a:extLst>
                      <a:ext uri="{FF2B5EF4-FFF2-40B4-BE49-F238E27FC236}">
                        <a16:creationId xmlns:a16="http://schemas.microsoft.com/office/drawing/2014/main" id="{7906AF11-DA10-DBFE-0B12-0FE7D22860CB}"/>
                      </a:ext>
                    </a:extLst>
                  </p:cNvPr>
                  <p:cNvPicPr/>
                  <p:nvPr/>
                </p:nvPicPr>
                <p:blipFill>
                  <a:blip r:embed="rId564"/>
                  <a:stretch>
                    <a:fillRect/>
                  </a:stretch>
                </p:blipFill>
                <p:spPr>
                  <a:xfrm>
                    <a:off x="2593167" y="5683512"/>
                    <a:ext cx="158760" cy="406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BA60729A-5ED5-1C3C-EE7D-54DFA619FBB2}"/>
                </a:ext>
              </a:extLst>
            </p:cNvPr>
            <p:cNvGrpSpPr/>
            <p:nvPr/>
          </p:nvGrpSpPr>
          <p:grpSpPr>
            <a:xfrm>
              <a:off x="3367887" y="5557512"/>
              <a:ext cx="1189800" cy="290880"/>
              <a:chOff x="3367887" y="5557512"/>
              <a:chExt cx="1189800" cy="2908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65">
                <p14:nvContentPartPr>
                  <p14:cNvPr id="441" name="Ink 440">
                    <a:extLst>
                      <a:ext uri="{FF2B5EF4-FFF2-40B4-BE49-F238E27FC236}">
                        <a16:creationId xmlns:a16="http://schemas.microsoft.com/office/drawing/2014/main" id="{2E65E066-C7A8-EA9E-B94C-562E7633E2E1}"/>
                      </a:ext>
                    </a:extLst>
                  </p14:cNvPr>
                  <p14:cNvContentPartPr/>
                  <p14:nvPr/>
                </p14:nvContentPartPr>
                <p14:xfrm>
                  <a:off x="3367887" y="5557512"/>
                  <a:ext cx="424440" cy="267120"/>
                </p14:xfrm>
              </p:contentPart>
            </mc:Choice>
            <mc:Fallback>
              <p:pic>
                <p:nvPicPr>
                  <p:cNvPr id="441" name="Ink 440">
                    <a:extLst>
                      <a:ext uri="{FF2B5EF4-FFF2-40B4-BE49-F238E27FC236}">
                        <a16:creationId xmlns:a16="http://schemas.microsoft.com/office/drawing/2014/main" id="{2E65E066-C7A8-EA9E-B94C-562E7633E2E1}"/>
                      </a:ext>
                    </a:extLst>
                  </p:cNvPr>
                  <p:cNvPicPr/>
                  <p:nvPr/>
                </p:nvPicPr>
                <p:blipFill>
                  <a:blip r:embed="rId566"/>
                  <a:stretch>
                    <a:fillRect/>
                  </a:stretch>
                </p:blipFill>
                <p:spPr>
                  <a:xfrm>
                    <a:off x="3358887" y="5548512"/>
                    <a:ext cx="442080" cy="284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7">
                <p14:nvContentPartPr>
                  <p14:cNvPr id="442" name="Ink 441">
                    <a:extLst>
                      <a:ext uri="{FF2B5EF4-FFF2-40B4-BE49-F238E27FC236}">
                        <a16:creationId xmlns:a16="http://schemas.microsoft.com/office/drawing/2014/main" id="{AAE052A8-2F08-B0AF-CE1B-E826C9240D21}"/>
                      </a:ext>
                    </a:extLst>
                  </p14:cNvPr>
                  <p14:cNvContentPartPr/>
                  <p14:nvPr/>
                </p14:nvContentPartPr>
                <p14:xfrm>
                  <a:off x="3854607" y="5678832"/>
                  <a:ext cx="137880" cy="169560"/>
                </p14:xfrm>
              </p:contentPart>
            </mc:Choice>
            <mc:Fallback>
              <p:pic>
                <p:nvPicPr>
                  <p:cNvPr id="442" name="Ink 441">
                    <a:extLst>
                      <a:ext uri="{FF2B5EF4-FFF2-40B4-BE49-F238E27FC236}">
                        <a16:creationId xmlns:a16="http://schemas.microsoft.com/office/drawing/2014/main" id="{AAE052A8-2F08-B0AF-CE1B-E826C9240D21}"/>
                      </a:ext>
                    </a:extLst>
                  </p:cNvPr>
                  <p:cNvPicPr/>
                  <p:nvPr/>
                </p:nvPicPr>
                <p:blipFill>
                  <a:blip r:embed="rId568"/>
                  <a:stretch>
                    <a:fillRect/>
                  </a:stretch>
                </p:blipFill>
                <p:spPr>
                  <a:xfrm>
                    <a:off x="3845607" y="5669832"/>
                    <a:ext cx="155520" cy="187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9">
                <p14:nvContentPartPr>
                  <p14:cNvPr id="443" name="Ink 442">
                    <a:extLst>
                      <a:ext uri="{FF2B5EF4-FFF2-40B4-BE49-F238E27FC236}">
                        <a16:creationId xmlns:a16="http://schemas.microsoft.com/office/drawing/2014/main" id="{7723A17D-3069-C4CE-5A85-C7248075CFA2}"/>
                      </a:ext>
                    </a:extLst>
                  </p14:cNvPr>
                  <p14:cNvContentPartPr/>
                  <p14:nvPr/>
                </p14:nvContentPartPr>
                <p14:xfrm>
                  <a:off x="3998607" y="5724552"/>
                  <a:ext cx="20520" cy="77400"/>
                </p14:xfrm>
              </p:contentPart>
            </mc:Choice>
            <mc:Fallback>
              <p:pic>
                <p:nvPicPr>
                  <p:cNvPr id="443" name="Ink 442">
                    <a:extLst>
                      <a:ext uri="{FF2B5EF4-FFF2-40B4-BE49-F238E27FC236}">
                        <a16:creationId xmlns:a16="http://schemas.microsoft.com/office/drawing/2014/main" id="{7723A17D-3069-C4CE-5A85-C7248075CFA2}"/>
                      </a:ext>
                    </a:extLst>
                  </p:cNvPr>
                  <p:cNvPicPr/>
                  <p:nvPr/>
                </p:nvPicPr>
                <p:blipFill>
                  <a:blip r:embed="rId570"/>
                  <a:stretch>
                    <a:fillRect/>
                  </a:stretch>
                </p:blipFill>
                <p:spPr>
                  <a:xfrm>
                    <a:off x="3989967" y="5715912"/>
                    <a:ext cx="38160" cy="95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1">
                <p14:nvContentPartPr>
                  <p14:cNvPr id="444" name="Ink 443">
                    <a:extLst>
                      <a:ext uri="{FF2B5EF4-FFF2-40B4-BE49-F238E27FC236}">
                        <a16:creationId xmlns:a16="http://schemas.microsoft.com/office/drawing/2014/main" id="{3BCB17D7-CBA1-FEF1-C134-863082BA38FD}"/>
                      </a:ext>
                    </a:extLst>
                  </p14:cNvPr>
                  <p14:cNvContentPartPr/>
                  <p14:nvPr/>
                </p14:nvContentPartPr>
                <p14:xfrm>
                  <a:off x="3970167" y="5655072"/>
                  <a:ext cx="64080" cy="35640"/>
                </p14:xfrm>
              </p:contentPart>
            </mc:Choice>
            <mc:Fallback>
              <p:pic>
                <p:nvPicPr>
                  <p:cNvPr id="444" name="Ink 443">
                    <a:extLst>
                      <a:ext uri="{FF2B5EF4-FFF2-40B4-BE49-F238E27FC236}">
                        <a16:creationId xmlns:a16="http://schemas.microsoft.com/office/drawing/2014/main" id="{3BCB17D7-CBA1-FEF1-C134-863082BA38FD}"/>
                      </a:ext>
                    </a:extLst>
                  </p:cNvPr>
                  <p:cNvPicPr/>
                  <p:nvPr/>
                </p:nvPicPr>
                <p:blipFill>
                  <a:blip r:embed="rId572"/>
                  <a:stretch>
                    <a:fillRect/>
                  </a:stretch>
                </p:blipFill>
                <p:spPr>
                  <a:xfrm>
                    <a:off x="3961167" y="5646432"/>
                    <a:ext cx="81720" cy="53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3">
                <p14:nvContentPartPr>
                  <p14:cNvPr id="445" name="Ink 444">
                    <a:extLst>
                      <a:ext uri="{FF2B5EF4-FFF2-40B4-BE49-F238E27FC236}">
                        <a16:creationId xmlns:a16="http://schemas.microsoft.com/office/drawing/2014/main" id="{BB8C3DFD-2705-1212-1C2C-E8E49DDE414F}"/>
                      </a:ext>
                    </a:extLst>
                  </p14:cNvPr>
                  <p14:cNvContentPartPr/>
                  <p14:nvPr/>
                </p14:nvContentPartPr>
                <p14:xfrm>
                  <a:off x="4060887" y="5726352"/>
                  <a:ext cx="50400" cy="73800"/>
                </p14:xfrm>
              </p:contentPart>
            </mc:Choice>
            <mc:Fallback>
              <p:pic>
                <p:nvPicPr>
                  <p:cNvPr id="445" name="Ink 444">
                    <a:extLst>
                      <a:ext uri="{FF2B5EF4-FFF2-40B4-BE49-F238E27FC236}">
                        <a16:creationId xmlns:a16="http://schemas.microsoft.com/office/drawing/2014/main" id="{BB8C3DFD-2705-1212-1C2C-E8E49DDE414F}"/>
                      </a:ext>
                    </a:extLst>
                  </p:cNvPr>
                  <p:cNvPicPr/>
                  <p:nvPr/>
                </p:nvPicPr>
                <p:blipFill>
                  <a:blip r:embed="rId574"/>
                  <a:stretch>
                    <a:fillRect/>
                  </a:stretch>
                </p:blipFill>
                <p:spPr>
                  <a:xfrm>
                    <a:off x="4051887" y="5717352"/>
                    <a:ext cx="68040" cy="91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5">
                <p14:nvContentPartPr>
                  <p14:cNvPr id="446" name="Ink 445">
                    <a:extLst>
                      <a:ext uri="{FF2B5EF4-FFF2-40B4-BE49-F238E27FC236}">
                        <a16:creationId xmlns:a16="http://schemas.microsoft.com/office/drawing/2014/main" id="{7CACEDB0-64CC-FB99-E8CC-531700052858}"/>
                      </a:ext>
                    </a:extLst>
                  </p14:cNvPr>
                  <p14:cNvContentPartPr/>
                  <p14:nvPr/>
                </p14:nvContentPartPr>
                <p14:xfrm>
                  <a:off x="4189767" y="5580912"/>
                  <a:ext cx="28800" cy="263520"/>
                </p14:xfrm>
              </p:contentPart>
            </mc:Choice>
            <mc:Fallback>
              <p:pic>
                <p:nvPicPr>
                  <p:cNvPr id="446" name="Ink 445">
                    <a:extLst>
                      <a:ext uri="{FF2B5EF4-FFF2-40B4-BE49-F238E27FC236}">
                        <a16:creationId xmlns:a16="http://schemas.microsoft.com/office/drawing/2014/main" id="{7CACEDB0-64CC-FB99-E8CC-531700052858}"/>
                      </a:ext>
                    </a:extLst>
                  </p:cNvPr>
                  <p:cNvPicPr/>
                  <p:nvPr/>
                </p:nvPicPr>
                <p:blipFill>
                  <a:blip r:embed="rId576"/>
                  <a:stretch>
                    <a:fillRect/>
                  </a:stretch>
                </p:blipFill>
                <p:spPr>
                  <a:xfrm>
                    <a:off x="4181127" y="5572272"/>
                    <a:ext cx="46440" cy="281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7">
                <p14:nvContentPartPr>
                  <p14:cNvPr id="447" name="Ink 446">
                    <a:extLst>
                      <a:ext uri="{FF2B5EF4-FFF2-40B4-BE49-F238E27FC236}">
                        <a16:creationId xmlns:a16="http://schemas.microsoft.com/office/drawing/2014/main" id="{00E67791-2255-8DF9-8BEE-D6C9EED86D5A}"/>
                      </a:ext>
                    </a:extLst>
                  </p14:cNvPr>
                  <p14:cNvContentPartPr/>
                  <p14:nvPr/>
                </p14:nvContentPartPr>
                <p14:xfrm>
                  <a:off x="4171407" y="5711952"/>
                  <a:ext cx="132840" cy="69120"/>
                </p14:xfrm>
              </p:contentPart>
            </mc:Choice>
            <mc:Fallback>
              <p:pic>
                <p:nvPicPr>
                  <p:cNvPr id="447" name="Ink 446">
                    <a:extLst>
                      <a:ext uri="{FF2B5EF4-FFF2-40B4-BE49-F238E27FC236}">
                        <a16:creationId xmlns:a16="http://schemas.microsoft.com/office/drawing/2014/main" id="{00E67791-2255-8DF9-8BEE-D6C9EED86D5A}"/>
                      </a:ext>
                    </a:extLst>
                  </p:cNvPr>
                  <p:cNvPicPr/>
                  <p:nvPr/>
                </p:nvPicPr>
                <p:blipFill>
                  <a:blip r:embed="rId578"/>
                  <a:stretch>
                    <a:fillRect/>
                  </a:stretch>
                </p:blipFill>
                <p:spPr>
                  <a:xfrm>
                    <a:off x="4162407" y="5703312"/>
                    <a:ext cx="150480" cy="86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9">
                <p14:nvContentPartPr>
                  <p14:cNvPr id="448" name="Ink 447">
                    <a:extLst>
                      <a:ext uri="{FF2B5EF4-FFF2-40B4-BE49-F238E27FC236}">
                        <a16:creationId xmlns:a16="http://schemas.microsoft.com/office/drawing/2014/main" id="{1B9D8534-3331-0BEF-2363-0504844843A6}"/>
                      </a:ext>
                    </a:extLst>
                  </p14:cNvPr>
                  <p14:cNvContentPartPr/>
                  <p14:nvPr/>
                </p14:nvContentPartPr>
                <p14:xfrm>
                  <a:off x="4334847" y="5624112"/>
                  <a:ext cx="14040" cy="49320"/>
                </p14:xfrm>
              </p:contentPart>
            </mc:Choice>
            <mc:Fallback>
              <p:pic>
                <p:nvPicPr>
                  <p:cNvPr id="448" name="Ink 447">
                    <a:extLst>
                      <a:ext uri="{FF2B5EF4-FFF2-40B4-BE49-F238E27FC236}">
                        <a16:creationId xmlns:a16="http://schemas.microsoft.com/office/drawing/2014/main" id="{1B9D8534-3331-0BEF-2363-0504844843A6}"/>
                      </a:ext>
                    </a:extLst>
                  </p:cNvPr>
                  <p:cNvPicPr/>
                  <p:nvPr/>
                </p:nvPicPr>
                <p:blipFill>
                  <a:blip r:embed="rId580"/>
                  <a:stretch>
                    <a:fillRect/>
                  </a:stretch>
                </p:blipFill>
                <p:spPr>
                  <a:xfrm>
                    <a:off x="4326207" y="5615472"/>
                    <a:ext cx="31680" cy="66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1">
                <p14:nvContentPartPr>
                  <p14:cNvPr id="449" name="Ink 448">
                    <a:extLst>
                      <a:ext uri="{FF2B5EF4-FFF2-40B4-BE49-F238E27FC236}">
                        <a16:creationId xmlns:a16="http://schemas.microsoft.com/office/drawing/2014/main" id="{8FBF9938-AC9D-2E6A-35B7-7A3EF78B54B8}"/>
                      </a:ext>
                    </a:extLst>
                  </p14:cNvPr>
                  <p14:cNvContentPartPr/>
                  <p14:nvPr/>
                </p14:nvContentPartPr>
                <p14:xfrm>
                  <a:off x="4396047" y="5730312"/>
                  <a:ext cx="161640" cy="108720"/>
                </p14:xfrm>
              </p:contentPart>
            </mc:Choice>
            <mc:Fallback>
              <p:pic>
                <p:nvPicPr>
                  <p:cNvPr id="449" name="Ink 448">
                    <a:extLst>
                      <a:ext uri="{FF2B5EF4-FFF2-40B4-BE49-F238E27FC236}">
                        <a16:creationId xmlns:a16="http://schemas.microsoft.com/office/drawing/2014/main" id="{8FBF9938-AC9D-2E6A-35B7-7A3EF78B54B8}"/>
                      </a:ext>
                    </a:extLst>
                  </p:cNvPr>
                  <p:cNvPicPr/>
                  <p:nvPr/>
                </p:nvPicPr>
                <p:blipFill>
                  <a:blip r:embed="rId582"/>
                  <a:stretch>
                    <a:fillRect/>
                  </a:stretch>
                </p:blipFill>
                <p:spPr>
                  <a:xfrm>
                    <a:off x="4387407" y="5721312"/>
                    <a:ext cx="179280" cy="1263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54" name="Group 453">
              <a:extLst>
                <a:ext uri="{FF2B5EF4-FFF2-40B4-BE49-F238E27FC236}">
                  <a16:creationId xmlns:a16="http://schemas.microsoft.com/office/drawing/2014/main" id="{F831E39F-D164-2CA6-D9DA-1DEF5E287D30}"/>
                </a:ext>
              </a:extLst>
            </p:cNvPr>
            <p:cNvGrpSpPr/>
            <p:nvPr/>
          </p:nvGrpSpPr>
          <p:grpSpPr>
            <a:xfrm>
              <a:off x="4908327" y="5579472"/>
              <a:ext cx="165960" cy="256320"/>
              <a:chOff x="4908327" y="5579472"/>
              <a:chExt cx="165960" cy="2563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83">
                <p14:nvContentPartPr>
                  <p14:cNvPr id="451" name="Ink 450">
                    <a:extLst>
                      <a:ext uri="{FF2B5EF4-FFF2-40B4-BE49-F238E27FC236}">
                        <a16:creationId xmlns:a16="http://schemas.microsoft.com/office/drawing/2014/main" id="{25B64FBC-3578-7A66-010A-AEB43A70B565}"/>
                      </a:ext>
                    </a:extLst>
                  </p14:cNvPr>
                  <p14:cNvContentPartPr/>
                  <p14:nvPr/>
                </p14:nvContentPartPr>
                <p14:xfrm>
                  <a:off x="4908327" y="5664792"/>
                  <a:ext cx="29160" cy="171000"/>
                </p14:xfrm>
              </p:contentPart>
            </mc:Choice>
            <mc:Fallback>
              <p:pic>
                <p:nvPicPr>
                  <p:cNvPr id="451" name="Ink 450">
                    <a:extLst>
                      <a:ext uri="{FF2B5EF4-FFF2-40B4-BE49-F238E27FC236}">
                        <a16:creationId xmlns:a16="http://schemas.microsoft.com/office/drawing/2014/main" id="{25B64FBC-3578-7A66-010A-AEB43A70B565}"/>
                      </a:ext>
                    </a:extLst>
                  </p:cNvPr>
                  <p:cNvPicPr/>
                  <p:nvPr/>
                </p:nvPicPr>
                <p:blipFill>
                  <a:blip r:embed="rId584"/>
                  <a:stretch>
                    <a:fillRect/>
                  </a:stretch>
                </p:blipFill>
                <p:spPr>
                  <a:xfrm>
                    <a:off x="4899687" y="5655792"/>
                    <a:ext cx="46800" cy="188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5">
                <p14:nvContentPartPr>
                  <p14:cNvPr id="452" name="Ink 451">
                    <a:extLst>
                      <a:ext uri="{FF2B5EF4-FFF2-40B4-BE49-F238E27FC236}">
                        <a16:creationId xmlns:a16="http://schemas.microsoft.com/office/drawing/2014/main" id="{53C1B279-51C9-DA1D-A025-1CB3FD7E8ACD}"/>
                      </a:ext>
                    </a:extLst>
                  </p14:cNvPr>
                  <p14:cNvContentPartPr/>
                  <p14:nvPr/>
                </p14:nvContentPartPr>
                <p14:xfrm>
                  <a:off x="4925247" y="5579472"/>
                  <a:ext cx="70200" cy="48240"/>
                </p14:xfrm>
              </p:contentPart>
            </mc:Choice>
            <mc:Fallback>
              <p:pic>
                <p:nvPicPr>
                  <p:cNvPr id="452" name="Ink 451">
                    <a:extLst>
                      <a:ext uri="{FF2B5EF4-FFF2-40B4-BE49-F238E27FC236}">
                        <a16:creationId xmlns:a16="http://schemas.microsoft.com/office/drawing/2014/main" id="{53C1B279-51C9-DA1D-A025-1CB3FD7E8ACD}"/>
                      </a:ext>
                    </a:extLst>
                  </p:cNvPr>
                  <p:cNvPicPr/>
                  <p:nvPr/>
                </p:nvPicPr>
                <p:blipFill>
                  <a:blip r:embed="rId586"/>
                  <a:stretch>
                    <a:fillRect/>
                  </a:stretch>
                </p:blipFill>
                <p:spPr>
                  <a:xfrm>
                    <a:off x="4916607" y="5570472"/>
                    <a:ext cx="87840" cy="65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7">
                <p14:nvContentPartPr>
                  <p14:cNvPr id="453" name="Ink 452">
                    <a:extLst>
                      <a:ext uri="{FF2B5EF4-FFF2-40B4-BE49-F238E27FC236}">
                        <a16:creationId xmlns:a16="http://schemas.microsoft.com/office/drawing/2014/main" id="{A131DB09-4657-0A6E-9D5E-6F2E85994E82}"/>
                      </a:ext>
                    </a:extLst>
                  </p14:cNvPr>
                  <p14:cNvContentPartPr/>
                  <p14:nvPr/>
                </p14:nvContentPartPr>
                <p14:xfrm>
                  <a:off x="4947927" y="5676672"/>
                  <a:ext cx="126360" cy="129240"/>
                </p14:xfrm>
              </p:contentPart>
            </mc:Choice>
            <mc:Fallback>
              <p:pic>
                <p:nvPicPr>
                  <p:cNvPr id="453" name="Ink 452">
                    <a:extLst>
                      <a:ext uri="{FF2B5EF4-FFF2-40B4-BE49-F238E27FC236}">
                        <a16:creationId xmlns:a16="http://schemas.microsoft.com/office/drawing/2014/main" id="{A131DB09-4657-0A6E-9D5E-6F2E85994E82}"/>
                      </a:ext>
                    </a:extLst>
                  </p:cNvPr>
                  <p:cNvPicPr/>
                  <p:nvPr/>
                </p:nvPicPr>
                <p:blipFill>
                  <a:blip r:embed="rId588"/>
                  <a:stretch>
                    <a:fillRect/>
                  </a:stretch>
                </p:blipFill>
                <p:spPr>
                  <a:xfrm>
                    <a:off x="4939287" y="5668032"/>
                    <a:ext cx="144000" cy="1468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E295436C-10C0-6839-49DB-8132D200F062}"/>
                </a:ext>
              </a:extLst>
            </p:cNvPr>
            <p:cNvGrpSpPr/>
            <p:nvPr/>
          </p:nvGrpSpPr>
          <p:grpSpPr>
            <a:xfrm>
              <a:off x="1258647" y="6074832"/>
              <a:ext cx="384120" cy="201960"/>
              <a:chOff x="1258647" y="6074832"/>
              <a:chExt cx="384120" cy="2019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89">
                <p14:nvContentPartPr>
                  <p14:cNvPr id="455" name="Ink 454">
                    <a:extLst>
                      <a:ext uri="{FF2B5EF4-FFF2-40B4-BE49-F238E27FC236}">
                        <a16:creationId xmlns:a16="http://schemas.microsoft.com/office/drawing/2014/main" id="{6205DC65-224B-A878-0148-B29DCE10BBF8}"/>
                      </a:ext>
                    </a:extLst>
                  </p14:cNvPr>
                  <p14:cNvContentPartPr/>
                  <p14:nvPr/>
                </p14:nvContentPartPr>
                <p14:xfrm>
                  <a:off x="1258647" y="6151872"/>
                  <a:ext cx="152640" cy="98640"/>
                </p14:xfrm>
              </p:contentPart>
            </mc:Choice>
            <mc:Fallback>
              <p:pic>
                <p:nvPicPr>
                  <p:cNvPr id="455" name="Ink 454">
                    <a:extLst>
                      <a:ext uri="{FF2B5EF4-FFF2-40B4-BE49-F238E27FC236}">
                        <a16:creationId xmlns:a16="http://schemas.microsoft.com/office/drawing/2014/main" id="{6205DC65-224B-A878-0148-B29DCE10BBF8}"/>
                      </a:ext>
                    </a:extLst>
                  </p:cNvPr>
                  <p:cNvPicPr/>
                  <p:nvPr/>
                </p:nvPicPr>
                <p:blipFill>
                  <a:blip r:embed="rId590"/>
                  <a:stretch>
                    <a:fillRect/>
                  </a:stretch>
                </p:blipFill>
                <p:spPr>
                  <a:xfrm>
                    <a:off x="1249647" y="6142872"/>
                    <a:ext cx="170280" cy="11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1">
                <p14:nvContentPartPr>
                  <p14:cNvPr id="456" name="Ink 455">
                    <a:extLst>
                      <a:ext uri="{FF2B5EF4-FFF2-40B4-BE49-F238E27FC236}">
                        <a16:creationId xmlns:a16="http://schemas.microsoft.com/office/drawing/2014/main" id="{6D32051C-6CC0-D2F8-07F7-DA99582EC10C}"/>
                      </a:ext>
                    </a:extLst>
                  </p14:cNvPr>
                  <p14:cNvContentPartPr/>
                  <p14:nvPr/>
                </p14:nvContentPartPr>
                <p14:xfrm>
                  <a:off x="1429647" y="6146832"/>
                  <a:ext cx="99000" cy="85680"/>
                </p14:xfrm>
              </p:contentPart>
            </mc:Choice>
            <mc:Fallback>
              <p:pic>
                <p:nvPicPr>
                  <p:cNvPr id="456" name="Ink 455">
                    <a:extLst>
                      <a:ext uri="{FF2B5EF4-FFF2-40B4-BE49-F238E27FC236}">
                        <a16:creationId xmlns:a16="http://schemas.microsoft.com/office/drawing/2014/main" id="{6D32051C-6CC0-D2F8-07F7-DA99582EC10C}"/>
                      </a:ext>
                    </a:extLst>
                  </p:cNvPr>
                  <p:cNvPicPr/>
                  <p:nvPr/>
                </p:nvPicPr>
                <p:blipFill>
                  <a:blip r:embed="rId592"/>
                  <a:stretch>
                    <a:fillRect/>
                  </a:stretch>
                </p:blipFill>
                <p:spPr>
                  <a:xfrm>
                    <a:off x="1420647" y="6138192"/>
                    <a:ext cx="116640" cy="103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3">
                <p14:nvContentPartPr>
                  <p14:cNvPr id="457" name="Ink 456">
                    <a:extLst>
                      <a:ext uri="{FF2B5EF4-FFF2-40B4-BE49-F238E27FC236}">
                        <a16:creationId xmlns:a16="http://schemas.microsoft.com/office/drawing/2014/main" id="{7C488B5C-EDA1-2C4E-0AEC-BC0A8122C33C}"/>
                      </a:ext>
                    </a:extLst>
                  </p14:cNvPr>
                  <p14:cNvContentPartPr/>
                  <p14:nvPr/>
                </p14:nvContentPartPr>
                <p14:xfrm>
                  <a:off x="1585887" y="6074832"/>
                  <a:ext cx="22320" cy="201960"/>
                </p14:xfrm>
              </p:contentPart>
            </mc:Choice>
            <mc:Fallback>
              <p:pic>
                <p:nvPicPr>
                  <p:cNvPr id="457" name="Ink 456">
                    <a:extLst>
                      <a:ext uri="{FF2B5EF4-FFF2-40B4-BE49-F238E27FC236}">
                        <a16:creationId xmlns:a16="http://schemas.microsoft.com/office/drawing/2014/main" id="{7C488B5C-EDA1-2C4E-0AEC-BC0A8122C33C}"/>
                      </a:ext>
                    </a:extLst>
                  </p:cNvPr>
                  <p:cNvPicPr/>
                  <p:nvPr/>
                </p:nvPicPr>
                <p:blipFill>
                  <a:blip r:embed="rId594"/>
                  <a:stretch>
                    <a:fillRect/>
                  </a:stretch>
                </p:blipFill>
                <p:spPr>
                  <a:xfrm>
                    <a:off x="1577247" y="6065832"/>
                    <a:ext cx="39960" cy="21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5">
                <p14:nvContentPartPr>
                  <p14:cNvPr id="458" name="Ink 457">
                    <a:extLst>
                      <a:ext uri="{FF2B5EF4-FFF2-40B4-BE49-F238E27FC236}">
                        <a16:creationId xmlns:a16="http://schemas.microsoft.com/office/drawing/2014/main" id="{E1D48674-6337-63AA-204E-1AFF89635117}"/>
                      </a:ext>
                    </a:extLst>
                  </p14:cNvPr>
                  <p14:cNvContentPartPr/>
                  <p14:nvPr/>
                </p14:nvContentPartPr>
                <p14:xfrm>
                  <a:off x="1532607" y="6142512"/>
                  <a:ext cx="110160" cy="55440"/>
                </p14:xfrm>
              </p:contentPart>
            </mc:Choice>
            <mc:Fallback>
              <p:pic>
                <p:nvPicPr>
                  <p:cNvPr id="458" name="Ink 457">
                    <a:extLst>
                      <a:ext uri="{FF2B5EF4-FFF2-40B4-BE49-F238E27FC236}">
                        <a16:creationId xmlns:a16="http://schemas.microsoft.com/office/drawing/2014/main" id="{E1D48674-6337-63AA-204E-1AFF89635117}"/>
                      </a:ext>
                    </a:extLst>
                  </p:cNvPr>
                  <p:cNvPicPr/>
                  <p:nvPr/>
                </p:nvPicPr>
                <p:blipFill>
                  <a:blip r:embed="rId596"/>
                  <a:stretch>
                    <a:fillRect/>
                  </a:stretch>
                </p:blipFill>
                <p:spPr>
                  <a:xfrm>
                    <a:off x="1523607" y="6133512"/>
                    <a:ext cx="127800" cy="730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70" name="Group 469">
              <a:extLst>
                <a:ext uri="{FF2B5EF4-FFF2-40B4-BE49-F238E27FC236}">
                  <a16:creationId xmlns:a16="http://schemas.microsoft.com/office/drawing/2014/main" id="{47460AD4-9153-311C-B981-046DC9D55799}"/>
                </a:ext>
              </a:extLst>
            </p:cNvPr>
            <p:cNvGrpSpPr/>
            <p:nvPr/>
          </p:nvGrpSpPr>
          <p:grpSpPr>
            <a:xfrm>
              <a:off x="2065407" y="6031632"/>
              <a:ext cx="1559160" cy="367200"/>
              <a:chOff x="2065407" y="6031632"/>
              <a:chExt cx="1559160" cy="3672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97">
                <p14:nvContentPartPr>
                  <p14:cNvPr id="459" name="Ink 458">
                    <a:extLst>
                      <a:ext uri="{FF2B5EF4-FFF2-40B4-BE49-F238E27FC236}">
                        <a16:creationId xmlns:a16="http://schemas.microsoft.com/office/drawing/2014/main" id="{1419D8FD-CA30-5B79-9E67-89333D6403C1}"/>
                      </a:ext>
                    </a:extLst>
                  </p14:cNvPr>
                  <p14:cNvContentPartPr/>
                  <p14:nvPr/>
                </p14:nvContentPartPr>
                <p14:xfrm>
                  <a:off x="2065407" y="6031632"/>
                  <a:ext cx="283680" cy="249840"/>
                </p14:xfrm>
              </p:contentPart>
            </mc:Choice>
            <mc:Fallback>
              <p:pic>
                <p:nvPicPr>
                  <p:cNvPr id="459" name="Ink 458">
                    <a:extLst>
                      <a:ext uri="{FF2B5EF4-FFF2-40B4-BE49-F238E27FC236}">
                        <a16:creationId xmlns:a16="http://schemas.microsoft.com/office/drawing/2014/main" id="{1419D8FD-CA30-5B79-9E67-89333D6403C1}"/>
                      </a:ext>
                    </a:extLst>
                  </p:cNvPr>
                  <p:cNvPicPr/>
                  <p:nvPr/>
                </p:nvPicPr>
                <p:blipFill>
                  <a:blip r:embed="rId598"/>
                  <a:stretch>
                    <a:fillRect/>
                  </a:stretch>
                </p:blipFill>
                <p:spPr>
                  <a:xfrm>
                    <a:off x="2056407" y="6022632"/>
                    <a:ext cx="301320" cy="267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9">
                <p14:nvContentPartPr>
                  <p14:cNvPr id="460" name="Ink 459">
                    <a:extLst>
                      <a:ext uri="{FF2B5EF4-FFF2-40B4-BE49-F238E27FC236}">
                        <a16:creationId xmlns:a16="http://schemas.microsoft.com/office/drawing/2014/main" id="{0F400DFE-9039-2FDF-158F-0A595B3C4972}"/>
                      </a:ext>
                    </a:extLst>
                  </p14:cNvPr>
                  <p14:cNvContentPartPr/>
                  <p14:nvPr/>
                </p14:nvContentPartPr>
                <p14:xfrm>
                  <a:off x="2402367" y="6171312"/>
                  <a:ext cx="171360" cy="84600"/>
                </p14:xfrm>
              </p:contentPart>
            </mc:Choice>
            <mc:Fallback>
              <p:pic>
                <p:nvPicPr>
                  <p:cNvPr id="460" name="Ink 459">
                    <a:extLst>
                      <a:ext uri="{FF2B5EF4-FFF2-40B4-BE49-F238E27FC236}">
                        <a16:creationId xmlns:a16="http://schemas.microsoft.com/office/drawing/2014/main" id="{0F400DFE-9039-2FDF-158F-0A595B3C4972}"/>
                      </a:ext>
                    </a:extLst>
                  </p:cNvPr>
                  <p:cNvPicPr/>
                  <p:nvPr/>
                </p:nvPicPr>
                <p:blipFill>
                  <a:blip r:embed="rId600"/>
                  <a:stretch>
                    <a:fillRect/>
                  </a:stretch>
                </p:blipFill>
                <p:spPr>
                  <a:xfrm>
                    <a:off x="2393367" y="6162672"/>
                    <a:ext cx="189000" cy="102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1">
                <p14:nvContentPartPr>
                  <p14:cNvPr id="461" name="Ink 460">
                    <a:extLst>
                      <a:ext uri="{FF2B5EF4-FFF2-40B4-BE49-F238E27FC236}">
                        <a16:creationId xmlns:a16="http://schemas.microsoft.com/office/drawing/2014/main" id="{B8976041-DCE4-8CFD-EDC6-2E57F2EF8439}"/>
                      </a:ext>
                    </a:extLst>
                  </p14:cNvPr>
                  <p14:cNvContentPartPr/>
                  <p14:nvPr/>
                </p14:nvContentPartPr>
                <p14:xfrm>
                  <a:off x="2582007" y="6154392"/>
                  <a:ext cx="131760" cy="127800"/>
                </p14:xfrm>
              </p:contentPart>
            </mc:Choice>
            <mc:Fallback>
              <p:pic>
                <p:nvPicPr>
                  <p:cNvPr id="461" name="Ink 460">
                    <a:extLst>
                      <a:ext uri="{FF2B5EF4-FFF2-40B4-BE49-F238E27FC236}">
                        <a16:creationId xmlns:a16="http://schemas.microsoft.com/office/drawing/2014/main" id="{B8976041-DCE4-8CFD-EDC6-2E57F2EF8439}"/>
                      </a:ext>
                    </a:extLst>
                  </p:cNvPr>
                  <p:cNvPicPr/>
                  <p:nvPr/>
                </p:nvPicPr>
                <p:blipFill>
                  <a:blip r:embed="rId602"/>
                  <a:stretch>
                    <a:fillRect/>
                  </a:stretch>
                </p:blipFill>
                <p:spPr>
                  <a:xfrm>
                    <a:off x="2573367" y="6145752"/>
                    <a:ext cx="149400" cy="145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3">
                <p14:nvContentPartPr>
                  <p14:cNvPr id="462" name="Ink 461">
                    <a:extLst>
                      <a:ext uri="{FF2B5EF4-FFF2-40B4-BE49-F238E27FC236}">
                        <a16:creationId xmlns:a16="http://schemas.microsoft.com/office/drawing/2014/main" id="{95D9088E-08F6-D5B8-E956-772D834195A2}"/>
                      </a:ext>
                    </a:extLst>
                  </p14:cNvPr>
                  <p14:cNvContentPartPr/>
                  <p14:nvPr/>
                </p14:nvContentPartPr>
                <p14:xfrm>
                  <a:off x="2696487" y="6092832"/>
                  <a:ext cx="44280" cy="49680"/>
                </p14:xfrm>
              </p:contentPart>
            </mc:Choice>
            <mc:Fallback>
              <p:pic>
                <p:nvPicPr>
                  <p:cNvPr id="462" name="Ink 461">
                    <a:extLst>
                      <a:ext uri="{FF2B5EF4-FFF2-40B4-BE49-F238E27FC236}">
                        <a16:creationId xmlns:a16="http://schemas.microsoft.com/office/drawing/2014/main" id="{95D9088E-08F6-D5B8-E956-772D834195A2}"/>
                      </a:ext>
                    </a:extLst>
                  </p:cNvPr>
                  <p:cNvPicPr/>
                  <p:nvPr/>
                </p:nvPicPr>
                <p:blipFill>
                  <a:blip r:embed="rId604"/>
                  <a:stretch>
                    <a:fillRect/>
                  </a:stretch>
                </p:blipFill>
                <p:spPr>
                  <a:xfrm>
                    <a:off x="2687487" y="6084192"/>
                    <a:ext cx="61920" cy="67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5">
                <p14:nvContentPartPr>
                  <p14:cNvPr id="463" name="Ink 462">
                    <a:extLst>
                      <a:ext uri="{FF2B5EF4-FFF2-40B4-BE49-F238E27FC236}">
                        <a16:creationId xmlns:a16="http://schemas.microsoft.com/office/drawing/2014/main" id="{6F437F5B-E9AB-6CC6-FEE1-295050AE7E8A}"/>
                      </a:ext>
                    </a:extLst>
                  </p14:cNvPr>
                  <p14:cNvContentPartPr/>
                  <p14:nvPr/>
                </p14:nvContentPartPr>
                <p14:xfrm>
                  <a:off x="2758407" y="6166272"/>
                  <a:ext cx="80640" cy="128160"/>
                </p14:xfrm>
              </p:contentPart>
            </mc:Choice>
            <mc:Fallback>
              <p:pic>
                <p:nvPicPr>
                  <p:cNvPr id="463" name="Ink 462">
                    <a:extLst>
                      <a:ext uri="{FF2B5EF4-FFF2-40B4-BE49-F238E27FC236}">
                        <a16:creationId xmlns:a16="http://schemas.microsoft.com/office/drawing/2014/main" id="{6F437F5B-E9AB-6CC6-FEE1-295050AE7E8A}"/>
                      </a:ext>
                    </a:extLst>
                  </p:cNvPr>
                  <p:cNvPicPr/>
                  <p:nvPr/>
                </p:nvPicPr>
                <p:blipFill>
                  <a:blip r:embed="rId606"/>
                  <a:stretch>
                    <a:fillRect/>
                  </a:stretch>
                </p:blipFill>
                <p:spPr>
                  <a:xfrm>
                    <a:off x="2749767" y="6157632"/>
                    <a:ext cx="98280" cy="145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7">
                <p14:nvContentPartPr>
                  <p14:cNvPr id="464" name="Ink 463">
                    <a:extLst>
                      <a:ext uri="{FF2B5EF4-FFF2-40B4-BE49-F238E27FC236}">
                        <a16:creationId xmlns:a16="http://schemas.microsoft.com/office/drawing/2014/main" id="{9A103872-8B95-5712-6E9E-302EC5FE61AC}"/>
                      </a:ext>
                    </a:extLst>
                  </p14:cNvPr>
                  <p14:cNvContentPartPr/>
                  <p14:nvPr/>
                </p14:nvContentPartPr>
                <p14:xfrm>
                  <a:off x="2892327" y="6041712"/>
                  <a:ext cx="17280" cy="219600"/>
                </p14:xfrm>
              </p:contentPart>
            </mc:Choice>
            <mc:Fallback>
              <p:pic>
                <p:nvPicPr>
                  <p:cNvPr id="464" name="Ink 463">
                    <a:extLst>
                      <a:ext uri="{FF2B5EF4-FFF2-40B4-BE49-F238E27FC236}">
                        <a16:creationId xmlns:a16="http://schemas.microsoft.com/office/drawing/2014/main" id="{9A103872-8B95-5712-6E9E-302EC5FE61AC}"/>
                      </a:ext>
                    </a:extLst>
                  </p:cNvPr>
                  <p:cNvPicPr/>
                  <p:nvPr/>
                </p:nvPicPr>
                <p:blipFill>
                  <a:blip r:embed="rId608"/>
                  <a:stretch>
                    <a:fillRect/>
                  </a:stretch>
                </p:blipFill>
                <p:spPr>
                  <a:xfrm>
                    <a:off x="2883327" y="6033072"/>
                    <a:ext cx="34920" cy="237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9">
                <p14:nvContentPartPr>
                  <p14:cNvPr id="465" name="Ink 464">
                    <a:extLst>
                      <a:ext uri="{FF2B5EF4-FFF2-40B4-BE49-F238E27FC236}">
                        <a16:creationId xmlns:a16="http://schemas.microsoft.com/office/drawing/2014/main" id="{D33895D6-02E4-39B2-A1F0-468720BE7B61}"/>
                      </a:ext>
                    </a:extLst>
                  </p14:cNvPr>
                  <p14:cNvContentPartPr/>
                  <p14:nvPr/>
                </p14:nvContentPartPr>
                <p14:xfrm>
                  <a:off x="2861007" y="6162312"/>
                  <a:ext cx="467640" cy="95400"/>
                </p14:xfrm>
              </p:contentPart>
            </mc:Choice>
            <mc:Fallback>
              <p:pic>
                <p:nvPicPr>
                  <p:cNvPr id="465" name="Ink 464">
                    <a:extLst>
                      <a:ext uri="{FF2B5EF4-FFF2-40B4-BE49-F238E27FC236}">
                        <a16:creationId xmlns:a16="http://schemas.microsoft.com/office/drawing/2014/main" id="{D33895D6-02E4-39B2-A1F0-468720BE7B61}"/>
                      </a:ext>
                    </a:extLst>
                  </p:cNvPr>
                  <p:cNvPicPr/>
                  <p:nvPr/>
                </p:nvPicPr>
                <p:blipFill>
                  <a:blip r:embed="rId610"/>
                  <a:stretch>
                    <a:fillRect/>
                  </a:stretch>
                </p:blipFill>
                <p:spPr>
                  <a:xfrm>
                    <a:off x="2852367" y="6153312"/>
                    <a:ext cx="485280" cy="113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1">
                <p14:nvContentPartPr>
                  <p14:cNvPr id="466" name="Ink 465">
                    <a:extLst>
                      <a:ext uri="{FF2B5EF4-FFF2-40B4-BE49-F238E27FC236}">
                        <a16:creationId xmlns:a16="http://schemas.microsoft.com/office/drawing/2014/main" id="{8664B37D-AFAF-3EEE-5B78-E8486E3F9929}"/>
                      </a:ext>
                    </a:extLst>
                  </p14:cNvPr>
                  <p14:cNvContentPartPr/>
                  <p14:nvPr/>
                </p14:nvContentPartPr>
                <p14:xfrm>
                  <a:off x="3338007" y="6065832"/>
                  <a:ext cx="36000" cy="244800"/>
                </p14:xfrm>
              </p:contentPart>
            </mc:Choice>
            <mc:Fallback>
              <p:pic>
                <p:nvPicPr>
                  <p:cNvPr id="466" name="Ink 465">
                    <a:extLst>
                      <a:ext uri="{FF2B5EF4-FFF2-40B4-BE49-F238E27FC236}">
                        <a16:creationId xmlns:a16="http://schemas.microsoft.com/office/drawing/2014/main" id="{8664B37D-AFAF-3EEE-5B78-E8486E3F9929}"/>
                      </a:ext>
                    </a:extLst>
                  </p:cNvPr>
                  <p:cNvPicPr/>
                  <p:nvPr/>
                </p:nvPicPr>
                <p:blipFill>
                  <a:blip r:embed="rId612"/>
                  <a:stretch>
                    <a:fillRect/>
                  </a:stretch>
                </p:blipFill>
                <p:spPr>
                  <a:xfrm>
                    <a:off x="3329367" y="6056832"/>
                    <a:ext cx="53640" cy="262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3">
                <p14:nvContentPartPr>
                  <p14:cNvPr id="467" name="Ink 466">
                    <a:extLst>
                      <a:ext uri="{FF2B5EF4-FFF2-40B4-BE49-F238E27FC236}">
                        <a16:creationId xmlns:a16="http://schemas.microsoft.com/office/drawing/2014/main" id="{C628FFF4-5458-EB06-43AC-EB811477E6B5}"/>
                      </a:ext>
                    </a:extLst>
                  </p14:cNvPr>
                  <p14:cNvContentPartPr/>
                  <p14:nvPr/>
                </p14:nvContentPartPr>
                <p14:xfrm>
                  <a:off x="3300567" y="6152232"/>
                  <a:ext cx="123840" cy="43560"/>
                </p14:xfrm>
              </p:contentPart>
            </mc:Choice>
            <mc:Fallback>
              <p:pic>
                <p:nvPicPr>
                  <p:cNvPr id="467" name="Ink 466">
                    <a:extLst>
                      <a:ext uri="{FF2B5EF4-FFF2-40B4-BE49-F238E27FC236}">
                        <a16:creationId xmlns:a16="http://schemas.microsoft.com/office/drawing/2014/main" id="{C628FFF4-5458-EB06-43AC-EB811477E6B5}"/>
                      </a:ext>
                    </a:extLst>
                  </p:cNvPr>
                  <p:cNvPicPr/>
                  <p:nvPr/>
                </p:nvPicPr>
                <p:blipFill>
                  <a:blip r:embed="rId614"/>
                  <a:stretch>
                    <a:fillRect/>
                  </a:stretch>
                </p:blipFill>
                <p:spPr>
                  <a:xfrm>
                    <a:off x="3291927" y="6143232"/>
                    <a:ext cx="141480" cy="6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5">
                <p14:nvContentPartPr>
                  <p14:cNvPr id="468" name="Ink 467">
                    <a:extLst>
                      <a:ext uri="{FF2B5EF4-FFF2-40B4-BE49-F238E27FC236}">
                        <a16:creationId xmlns:a16="http://schemas.microsoft.com/office/drawing/2014/main" id="{75D9B37C-2986-931E-0550-8CC9F0008282}"/>
                      </a:ext>
                    </a:extLst>
                  </p14:cNvPr>
                  <p14:cNvContentPartPr/>
                  <p14:nvPr/>
                </p14:nvContentPartPr>
                <p14:xfrm>
                  <a:off x="3523767" y="6039912"/>
                  <a:ext cx="76680" cy="236520"/>
                </p14:xfrm>
              </p:contentPart>
            </mc:Choice>
            <mc:Fallback>
              <p:pic>
                <p:nvPicPr>
                  <p:cNvPr id="468" name="Ink 467">
                    <a:extLst>
                      <a:ext uri="{FF2B5EF4-FFF2-40B4-BE49-F238E27FC236}">
                        <a16:creationId xmlns:a16="http://schemas.microsoft.com/office/drawing/2014/main" id="{75D9B37C-2986-931E-0550-8CC9F0008282}"/>
                      </a:ext>
                    </a:extLst>
                  </p:cNvPr>
                  <p:cNvPicPr/>
                  <p:nvPr/>
                </p:nvPicPr>
                <p:blipFill>
                  <a:blip r:embed="rId616"/>
                  <a:stretch>
                    <a:fillRect/>
                  </a:stretch>
                </p:blipFill>
                <p:spPr>
                  <a:xfrm>
                    <a:off x="3515127" y="6031272"/>
                    <a:ext cx="94320" cy="254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7">
                <p14:nvContentPartPr>
                  <p14:cNvPr id="469" name="Ink 468">
                    <a:extLst>
                      <a:ext uri="{FF2B5EF4-FFF2-40B4-BE49-F238E27FC236}">
                        <a16:creationId xmlns:a16="http://schemas.microsoft.com/office/drawing/2014/main" id="{5A4FFFBC-AFD4-FA3E-56B3-5B1CDC1B5204}"/>
                      </a:ext>
                    </a:extLst>
                  </p14:cNvPr>
                  <p14:cNvContentPartPr/>
                  <p14:nvPr/>
                </p14:nvContentPartPr>
                <p14:xfrm>
                  <a:off x="3574887" y="6318912"/>
                  <a:ext cx="49680" cy="79920"/>
                </p14:xfrm>
              </p:contentPart>
            </mc:Choice>
            <mc:Fallback>
              <p:pic>
                <p:nvPicPr>
                  <p:cNvPr id="469" name="Ink 468">
                    <a:extLst>
                      <a:ext uri="{FF2B5EF4-FFF2-40B4-BE49-F238E27FC236}">
                        <a16:creationId xmlns:a16="http://schemas.microsoft.com/office/drawing/2014/main" id="{5A4FFFBC-AFD4-FA3E-56B3-5B1CDC1B5204}"/>
                      </a:ext>
                    </a:extLst>
                  </p:cNvPr>
                  <p:cNvPicPr/>
                  <p:nvPr/>
                </p:nvPicPr>
                <p:blipFill>
                  <a:blip r:embed="rId618"/>
                  <a:stretch>
                    <a:fillRect/>
                  </a:stretch>
                </p:blipFill>
                <p:spPr>
                  <a:xfrm>
                    <a:off x="3566247" y="6310272"/>
                    <a:ext cx="67320" cy="975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D706FF34-630E-B193-74C6-C0771D14A13B}"/>
              </a:ext>
            </a:extLst>
          </p:cNvPr>
          <p:cNvGrpSpPr/>
          <p:nvPr/>
        </p:nvGrpSpPr>
        <p:grpSpPr>
          <a:xfrm>
            <a:off x="6141687" y="1842169"/>
            <a:ext cx="185400" cy="201960"/>
            <a:chOff x="6141687" y="1842169"/>
            <a:chExt cx="18540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AD448044-3D5B-F4C3-E52E-0147C565AEE4}"/>
                    </a:ext>
                  </a:extLst>
                </p14:cNvPr>
                <p14:cNvContentPartPr/>
                <p14:nvPr/>
              </p14:nvContentPartPr>
              <p14:xfrm>
                <a:off x="6172287" y="1842169"/>
                <a:ext cx="10080" cy="20196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AD448044-3D5B-F4C3-E52E-0147C565AEE4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6163287" y="1833529"/>
                  <a:ext cx="27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03A8C1DB-9EB2-6703-B135-135FA990A704}"/>
                    </a:ext>
                  </a:extLst>
                </p14:cNvPr>
                <p14:cNvContentPartPr/>
                <p14:nvPr/>
              </p14:nvContentPartPr>
              <p14:xfrm>
                <a:off x="6141687" y="1849369"/>
                <a:ext cx="185400" cy="18864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03A8C1DB-9EB2-6703-B135-135FA990A704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133047" y="1840729"/>
                  <a:ext cx="203040" cy="20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8088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BA79-EE39-18B7-5BF6-85D808EA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98" y="228600"/>
            <a:ext cx="7892033" cy="615553"/>
          </a:xfrm>
        </p:spPr>
        <p:txBody>
          <a:bodyPr/>
          <a:lstStyle/>
          <a:p>
            <a:r>
              <a:rPr lang="en-US" sz="4000" dirty="0"/>
              <a:t>Checking Consistency of a heuristic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6C1C5E-F88F-CAC3-2915-2E706E6DB8D7}"/>
              </a:ext>
            </a:extLst>
          </p:cNvPr>
          <p:cNvGrpSpPr/>
          <p:nvPr/>
        </p:nvGrpSpPr>
        <p:grpSpPr>
          <a:xfrm>
            <a:off x="453898" y="914400"/>
            <a:ext cx="2830293" cy="1885694"/>
            <a:chOff x="5836107" y="1272171"/>
            <a:chExt cx="2832849" cy="1887397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E0DC5A76-325D-090B-7719-9F705EDCDA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107" y="1272171"/>
              <a:ext cx="2832849" cy="188739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CEA0957-8401-E0E3-6BA9-7963190A889E}"/>
                </a:ext>
              </a:extLst>
            </p:cNvPr>
            <p:cNvSpPr txBox="1"/>
            <p:nvPr/>
          </p:nvSpPr>
          <p:spPr>
            <a:xfrm>
              <a:off x="5908179" y="1868449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7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3762AA96-BC06-AFCD-544D-128A2CB2B1A3}"/>
                </a:ext>
              </a:extLst>
            </p:cNvPr>
            <p:cNvSpPr txBox="1"/>
            <p:nvPr/>
          </p:nvSpPr>
          <p:spPr>
            <a:xfrm>
              <a:off x="7486116" y="1458328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5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B2C417FE-B5DB-B4A6-1076-A155E4ACC23C}"/>
                </a:ext>
              </a:extLst>
            </p:cNvPr>
            <p:cNvSpPr txBox="1"/>
            <p:nvPr/>
          </p:nvSpPr>
          <p:spPr>
            <a:xfrm>
              <a:off x="7093775" y="2978277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1</a:t>
              </a:r>
              <a:endParaRPr sz="10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CA0DABFD-8B36-93B1-4D8E-46239D53147D}"/>
                </a:ext>
              </a:extLst>
            </p:cNvPr>
            <p:cNvSpPr txBox="1"/>
            <p:nvPr/>
          </p:nvSpPr>
          <p:spPr>
            <a:xfrm>
              <a:off x="8296161" y="2965894"/>
              <a:ext cx="311785" cy="1778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000" dirty="0">
                  <a:latin typeface="Arial"/>
                  <a:cs typeface="Arial"/>
                </a:rPr>
                <a:t>h</a:t>
              </a:r>
              <a:r>
                <a:rPr sz="1000" spc="-5" dirty="0">
                  <a:latin typeface="Arial"/>
                  <a:cs typeface="Arial"/>
                </a:rPr>
                <a:t> </a:t>
              </a:r>
              <a:r>
                <a:rPr sz="1000" dirty="0">
                  <a:latin typeface="Arial"/>
                  <a:cs typeface="Arial"/>
                </a:rPr>
                <a:t>= </a:t>
              </a:r>
              <a:r>
                <a:rPr sz="1000" spc="-50" dirty="0">
                  <a:latin typeface="Arial"/>
                  <a:cs typeface="Arial"/>
                </a:rPr>
                <a:t>0</a:t>
              </a:r>
              <a:endParaRPr sz="1000">
                <a:latin typeface="Arial"/>
                <a:cs typeface="Arial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ECAFB9-FD02-3E43-8B24-C6AEC5299F5E}"/>
                  </a:ext>
                </a:extLst>
              </p:cNvPr>
              <p:cNvSpPr txBox="1"/>
              <p:nvPr/>
            </p:nvSpPr>
            <p:spPr>
              <a:xfrm>
                <a:off x="513328" y="3496208"/>
                <a:ext cx="2534672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u="sng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u="sng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≤4+1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X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ECAFB9-FD02-3E43-8B24-C6AEC5299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28" y="3496208"/>
                <a:ext cx="2534672" cy="1107996"/>
              </a:xfrm>
              <a:prstGeom prst="rect">
                <a:avLst/>
              </a:prstGeom>
              <a:blipFill>
                <a:blip r:embed="rId3"/>
                <a:stretch>
                  <a:fillRect l="-3365" b="-1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05E7090-ABD9-B7CD-3B01-BBD3CF47E5CF}"/>
              </a:ext>
            </a:extLst>
          </p:cNvPr>
          <p:cNvGrpSpPr/>
          <p:nvPr/>
        </p:nvGrpSpPr>
        <p:grpSpPr>
          <a:xfrm>
            <a:off x="513328" y="2870341"/>
            <a:ext cx="2362201" cy="469655"/>
            <a:chOff x="3886199" y="961889"/>
            <a:chExt cx="2362201" cy="46965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1F99CA2-7839-7545-1EA5-4E53925156DA}"/>
                    </a:ext>
                  </a:extLst>
                </p:cNvPr>
                <p:cNvSpPr txBox="1"/>
                <p:nvPr/>
              </p:nvSpPr>
              <p:spPr>
                <a:xfrm>
                  <a:off x="3886199" y="961889"/>
                  <a:ext cx="222336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𝒄𝒖𝒓𝒓𝒆𝒏𝒕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𝒏𝒐𝒅𝒆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1F99CA2-7839-7545-1EA5-4E5392515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199" y="961889"/>
                  <a:ext cx="222336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548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2EC8C75-C2AD-403A-B054-B63876A0618C}"/>
                    </a:ext>
                  </a:extLst>
                </p:cNvPr>
                <p:cNvSpPr txBox="1"/>
                <p:nvPr/>
              </p:nvSpPr>
              <p:spPr>
                <a:xfrm>
                  <a:off x="4089155" y="1154545"/>
                  <a:ext cx="21592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𝒔𝒖𝒄𝒄𝒆𝒔𝒔𝒐𝒓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2EC8C75-C2AD-403A-B054-B63876A06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9155" y="1154545"/>
                  <a:ext cx="21592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847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ADF01E-8DE3-914F-B041-35B396C4A529}"/>
                  </a:ext>
                </a:extLst>
              </p:cNvPr>
              <p:cNvSpPr txBox="1"/>
              <p:nvPr/>
            </p:nvSpPr>
            <p:spPr>
              <a:xfrm>
                <a:off x="3886200" y="961507"/>
                <a:ext cx="29718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A heuristic is consistent if: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ADF01E-8DE3-914F-B041-35B396C4A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961507"/>
                <a:ext cx="2971800" cy="646331"/>
              </a:xfrm>
              <a:prstGeom prst="rect">
                <a:avLst/>
              </a:prstGeom>
              <a:blipFill>
                <a:blip r:embed="rId6"/>
                <a:stretch>
                  <a:fillRect l="-1848" t="-5660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74CF21-6160-855D-B8B8-02C83E0D0D6E}"/>
                  </a:ext>
                </a:extLst>
              </p:cNvPr>
              <p:cNvSpPr txBox="1"/>
              <p:nvPr/>
            </p:nvSpPr>
            <p:spPr>
              <a:xfrm>
                <a:off x="501246" y="4746320"/>
                <a:ext cx="2534672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u="sng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u="sng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≤2+5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74CF21-6160-855D-B8B8-02C83E0D0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46" y="4746320"/>
                <a:ext cx="2534672" cy="1107996"/>
              </a:xfrm>
              <a:prstGeom prst="rect">
                <a:avLst/>
              </a:prstGeom>
              <a:blipFill>
                <a:blip r:embed="rId7"/>
                <a:stretch>
                  <a:fillRect l="-3365" b="-2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B69FC9-9DEF-7A87-53FD-A034F51808D8}"/>
                  </a:ext>
                </a:extLst>
              </p:cNvPr>
              <p:cNvSpPr txBox="1"/>
              <p:nvPr/>
            </p:nvSpPr>
            <p:spPr>
              <a:xfrm>
                <a:off x="3178704" y="3496208"/>
                <a:ext cx="2534672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u="sng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b="1" u="sng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1≤4+0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B69FC9-9DEF-7A87-53FD-A034F5180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704" y="3496208"/>
                <a:ext cx="2534672" cy="1107996"/>
              </a:xfrm>
              <a:prstGeom prst="rect">
                <a:avLst/>
              </a:prstGeom>
              <a:blipFill>
                <a:blip r:embed="rId8"/>
                <a:stretch>
                  <a:fillRect l="-3365" b="-2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2A4386-B06E-7FF5-37A4-50E54A567C58}"/>
                  </a:ext>
                </a:extLst>
              </p:cNvPr>
              <p:cNvSpPr txBox="1"/>
              <p:nvPr/>
            </p:nvSpPr>
            <p:spPr>
              <a:xfrm>
                <a:off x="3178704" y="4793700"/>
                <a:ext cx="2534672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u="sng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u="sng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5≤1+1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2A4386-B06E-7FF5-37A4-50E54A567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704" y="4793700"/>
                <a:ext cx="2534672" cy="1107996"/>
              </a:xfrm>
              <a:prstGeom prst="rect">
                <a:avLst/>
              </a:prstGeom>
              <a:blipFill>
                <a:blip r:embed="rId9"/>
                <a:stretch>
                  <a:fillRect l="-3365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9672438E-5C60-8FBD-6BEE-31448707327D}"/>
              </a:ext>
            </a:extLst>
          </p:cNvPr>
          <p:cNvSpPr txBox="1"/>
          <p:nvPr/>
        </p:nvSpPr>
        <p:spPr>
          <a:xfrm>
            <a:off x="5713376" y="3496208"/>
            <a:ext cx="3125824" cy="24622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h(S) and h(B) are not consistent</a:t>
            </a:r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Therefore,  the heuristics is not consistent</a:t>
            </a:r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Graph search will not guarantee optimal solution</a:t>
            </a:r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If we set h(S) = 5 and h(B) = 2, the heuristic will be consistent. </a:t>
            </a:r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Change these values in the graph and perform graph search. You will get the optimal path to the goal. </a:t>
            </a:r>
          </a:p>
        </p:txBody>
      </p:sp>
    </p:spTree>
    <p:extLst>
      <p:ext uri="{BB962C8B-B14F-4D97-AF65-F5344CB8AC3E}">
        <p14:creationId xmlns:p14="http://schemas.microsoft.com/office/powerpoint/2010/main" val="372785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6" grpId="0"/>
      <p:bldP spid="17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1097</Words>
  <Application>Microsoft Office PowerPoint</Application>
  <PresentationFormat>On-screen Show (4:3)</PresentationFormat>
  <Paragraphs>197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Cambria Math</vt:lpstr>
      <vt:lpstr>Courier New</vt:lpstr>
      <vt:lpstr>Times New Roman</vt:lpstr>
      <vt:lpstr>Wingdings</vt:lpstr>
      <vt:lpstr>Office Theme</vt:lpstr>
      <vt:lpstr>Informed search algorithms</vt:lpstr>
      <vt:lpstr>Informed (Heuristic) Search</vt:lpstr>
      <vt:lpstr>Blind Search vs. Informed Search</vt:lpstr>
      <vt:lpstr>General Tree Search Paradigm</vt:lpstr>
      <vt:lpstr>General Graph Search Paradigm</vt:lpstr>
      <vt:lpstr>Best-First Search</vt:lpstr>
      <vt:lpstr>Best-first search</vt:lpstr>
      <vt:lpstr>Romania with step costs in km</vt:lpstr>
      <vt:lpstr>Old (Uninformed) Friends</vt:lpstr>
      <vt:lpstr>Greedy best-first search</vt:lpstr>
      <vt:lpstr>Properties of greedy best-first search</vt:lpstr>
      <vt:lpstr>A* search</vt:lpstr>
      <vt:lpstr>PowerPoint Presentation</vt:lpstr>
      <vt:lpstr>Romanian Shortest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Admissible heuristics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Consistency of Heuristics</vt:lpstr>
      <vt:lpstr>PowerPoint Presentation</vt:lpstr>
      <vt:lpstr>PowerPoint Presentation</vt:lpstr>
      <vt:lpstr>PowerPoint Presentation</vt:lpstr>
      <vt:lpstr>PowerPoint Presentation</vt:lpstr>
      <vt:lpstr>Checking Consistency of a heuristic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Informed search algorithms</dc:title>
  <dc:creator>Min-Yen Kan</dc:creator>
  <cp:lastModifiedBy>Waqas Ali</cp:lastModifiedBy>
  <cp:revision>32</cp:revision>
  <dcterms:created xsi:type="dcterms:W3CDTF">2025-03-13T06:25:35Z</dcterms:created>
  <dcterms:modified xsi:type="dcterms:W3CDTF">2025-03-15T14:36:18Z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2019-08-08T00:00:00Z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2025-03-13T00:00:00Z</vt:filetime>
  </property>
  <property fmtid="{D5CDD505-2E9C-101B-9397-08002B2CF9AE}" pid="5" name="Producer">
    <vt:lpwstr>Microsoft® PowerPoint® 2013</vt:lpwstr>
  </property>
</Properties>
</file>