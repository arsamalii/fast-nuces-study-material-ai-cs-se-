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9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7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5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8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1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1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5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1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9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4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076A4-5F16-4089-9C60-C087A396364F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DA3B4-CEBC-4600-A41A-95039CD49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12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38" y="352899"/>
            <a:ext cx="8872152" cy="627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8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461" y="329512"/>
            <a:ext cx="8470609" cy="623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5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314" y="444844"/>
            <a:ext cx="8602177" cy="610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8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524" y="402021"/>
            <a:ext cx="8410832" cy="602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2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623" y="354227"/>
            <a:ext cx="8441588" cy="631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9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4085" y="445271"/>
            <a:ext cx="8114271" cy="600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4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0733" y="510745"/>
            <a:ext cx="7903439" cy="586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0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256" y="321274"/>
            <a:ext cx="8349906" cy="624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3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654" y="345988"/>
            <a:ext cx="8445361" cy="622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1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232" y="411891"/>
            <a:ext cx="8261454" cy="600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67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6200" y="461317"/>
            <a:ext cx="8191541" cy="582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7926" y="354227"/>
            <a:ext cx="8241545" cy="602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64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4862" y="420130"/>
            <a:ext cx="8450588" cy="588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87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7390" y="469556"/>
            <a:ext cx="8444600" cy="587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82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114" y="436605"/>
            <a:ext cx="8305310" cy="59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26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391" y="568411"/>
            <a:ext cx="8283657" cy="570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26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8756" y="659027"/>
            <a:ext cx="8603223" cy="56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96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085" y="601362"/>
            <a:ext cx="8832965" cy="580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58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955" y="453081"/>
            <a:ext cx="8750651" cy="586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48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988" y="543698"/>
            <a:ext cx="8522691" cy="582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29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3071" y="395417"/>
            <a:ext cx="8555328" cy="574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78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408" y="617838"/>
            <a:ext cx="8508865" cy="555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5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7487" y="436605"/>
            <a:ext cx="8779282" cy="595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57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957" y="560173"/>
            <a:ext cx="8718720" cy="587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73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413" y="568411"/>
            <a:ext cx="8720982" cy="589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78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306" y="593124"/>
            <a:ext cx="8236177" cy="566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16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619" y="650789"/>
            <a:ext cx="8171305" cy="575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2308" y="313037"/>
            <a:ext cx="8742081" cy="604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24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480" y="469556"/>
            <a:ext cx="8712342" cy="611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9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594" y="453082"/>
            <a:ext cx="8600898" cy="613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69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474" y="354228"/>
            <a:ext cx="8451310" cy="611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80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2789" y="444844"/>
            <a:ext cx="8099092" cy="59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84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204" y="560173"/>
            <a:ext cx="8197720" cy="586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35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5942" y="593123"/>
            <a:ext cx="8325982" cy="568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06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020" y="518984"/>
            <a:ext cx="8180954" cy="562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880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942" y="477794"/>
            <a:ext cx="8193263" cy="592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196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1178" y="428367"/>
            <a:ext cx="8377967" cy="593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89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370" y="453081"/>
            <a:ext cx="8305932" cy="59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851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785" y="502508"/>
            <a:ext cx="8309467" cy="58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5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Widescreen</PresentationFormat>
  <Paragraphs>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 ullah</dc:creator>
  <cp:lastModifiedBy>sami ullah</cp:lastModifiedBy>
  <cp:revision>6</cp:revision>
  <dcterms:created xsi:type="dcterms:W3CDTF">2025-02-10T04:41:41Z</dcterms:created>
  <dcterms:modified xsi:type="dcterms:W3CDTF">2025-02-10T05:49:17Z</dcterms:modified>
</cp:coreProperties>
</file>